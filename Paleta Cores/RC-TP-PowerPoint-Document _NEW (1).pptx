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4" r:id="rId4"/>
  </p:sldMasterIdLst>
  <p:notesMasterIdLst>
    <p:notesMasterId r:id="rId51"/>
  </p:notesMasterIdLst>
  <p:sldIdLst>
    <p:sldId id="370" r:id="rId5"/>
    <p:sldId id="397" r:id="rId6"/>
    <p:sldId id="365" r:id="rId7"/>
    <p:sldId id="366" r:id="rId8"/>
    <p:sldId id="367" r:id="rId9"/>
    <p:sldId id="372" r:id="rId10"/>
    <p:sldId id="374" r:id="rId11"/>
    <p:sldId id="376" r:id="rId12"/>
    <p:sldId id="377" r:id="rId13"/>
    <p:sldId id="389" r:id="rId14"/>
    <p:sldId id="379" r:id="rId15"/>
    <p:sldId id="380" r:id="rId16"/>
    <p:sldId id="386" r:id="rId17"/>
    <p:sldId id="390" r:id="rId18"/>
    <p:sldId id="391" r:id="rId19"/>
    <p:sldId id="392" r:id="rId20"/>
    <p:sldId id="393" r:id="rId21"/>
    <p:sldId id="394" r:id="rId22"/>
    <p:sldId id="398" r:id="rId23"/>
    <p:sldId id="399" r:id="rId24"/>
    <p:sldId id="257" r:id="rId25"/>
    <p:sldId id="258" r:id="rId26"/>
    <p:sldId id="259" r:id="rId27"/>
    <p:sldId id="260" r:id="rId28"/>
    <p:sldId id="261" r:id="rId29"/>
    <p:sldId id="262" r:id="rId30"/>
    <p:sldId id="263" r:id="rId31"/>
    <p:sldId id="264" r:id="rId32"/>
    <p:sldId id="265" r:id="rId33"/>
    <p:sldId id="266" r:id="rId34"/>
    <p:sldId id="267" r:id="rId35"/>
    <p:sldId id="333" r:id="rId36"/>
    <p:sldId id="371" r:id="rId37"/>
    <p:sldId id="364" r:id="rId38"/>
    <p:sldId id="363" r:id="rId39"/>
    <p:sldId id="354" r:id="rId40"/>
    <p:sldId id="356" r:id="rId41"/>
    <p:sldId id="357" r:id="rId42"/>
    <p:sldId id="358" r:id="rId43"/>
    <p:sldId id="359" r:id="rId44"/>
    <p:sldId id="360" r:id="rId45"/>
    <p:sldId id="361" r:id="rId46"/>
    <p:sldId id="353" r:id="rId47"/>
    <p:sldId id="334" r:id="rId48"/>
    <p:sldId id="335" r:id="rId49"/>
    <p:sldId id="268" r:id="rId50"/>
  </p:sldIdLst>
  <p:sldSz cx="24384000" cy="13716000"/>
  <p:notesSz cx="6858000" cy="9144000"/>
  <p:custDataLst>
    <p:tags r:id="rId52"/>
  </p:custDataLst>
  <p:defaultTextStyle>
    <a:lvl1pPr defTabSz="825500">
      <a:defRPr sz="2000">
        <a:solidFill>
          <a:srgbClr val="687189"/>
        </a:solidFill>
        <a:latin typeface="Open Sans Light"/>
        <a:ea typeface="Open Sans Light"/>
        <a:cs typeface="Open Sans Light"/>
        <a:sym typeface="Open Sans Light"/>
      </a:defRPr>
    </a:lvl1pPr>
    <a:lvl2pPr indent="228600" defTabSz="825500">
      <a:defRPr sz="2000">
        <a:solidFill>
          <a:srgbClr val="687189"/>
        </a:solidFill>
        <a:latin typeface="Open Sans Light"/>
        <a:ea typeface="Open Sans Light"/>
        <a:cs typeface="Open Sans Light"/>
        <a:sym typeface="Open Sans Light"/>
      </a:defRPr>
    </a:lvl2pPr>
    <a:lvl3pPr indent="457200" defTabSz="825500">
      <a:defRPr sz="2000">
        <a:solidFill>
          <a:srgbClr val="687189"/>
        </a:solidFill>
        <a:latin typeface="Open Sans Light"/>
        <a:ea typeface="Open Sans Light"/>
        <a:cs typeface="Open Sans Light"/>
        <a:sym typeface="Open Sans Light"/>
      </a:defRPr>
    </a:lvl3pPr>
    <a:lvl4pPr indent="685800" defTabSz="825500">
      <a:defRPr sz="2000">
        <a:solidFill>
          <a:srgbClr val="687189"/>
        </a:solidFill>
        <a:latin typeface="Open Sans Light"/>
        <a:ea typeface="Open Sans Light"/>
        <a:cs typeface="Open Sans Light"/>
        <a:sym typeface="Open Sans Light"/>
      </a:defRPr>
    </a:lvl4pPr>
    <a:lvl5pPr indent="914400" defTabSz="825500">
      <a:defRPr sz="2000">
        <a:solidFill>
          <a:srgbClr val="687189"/>
        </a:solidFill>
        <a:latin typeface="Open Sans Light"/>
        <a:ea typeface="Open Sans Light"/>
        <a:cs typeface="Open Sans Light"/>
        <a:sym typeface="Open Sans Light"/>
      </a:defRPr>
    </a:lvl5pPr>
    <a:lvl6pPr indent="1143000" defTabSz="825500">
      <a:defRPr sz="2000">
        <a:solidFill>
          <a:srgbClr val="687189"/>
        </a:solidFill>
        <a:latin typeface="Open Sans Light"/>
        <a:ea typeface="Open Sans Light"/>
        <a:cs typeface="Open Sans Light"/>
        <a:sym typeface="Open Sans Light"/>
      </a:defRPr>
    </a:lvl6pPr>
    <a:lvl7pPr indent="1371600" defTabSz="825500">
      <a:defRPr sz="2000">
        <a:solidFill>
          <a:srgbClr val="687189"/>
        </a:solidFill>
        <a:latin typeface="Open Sans Light"/>
        <a:ea typeface="Open Sans Light"/>
        <a:cs typeface="Open Sans Light"/>
        <a:sym typeface="Open Sans Light"/>
      </a:defRPr>
    </a:lvl7pPr>
    <a:lvl8pPr indent="1600200" defTabSz="825500">
      <a:defRPr sz="2000">
        <a:solidFill>
          <a:srgbClr val="687189"/>
        </a:solidFill>
        <a:latin typeface="Open Sans Light"/>
        <a:ea typeface="Open Sans Light"/>
        <a:cs typeface="Open Sans Light"/>
        <a:sym typeface="Open Sans Light"/>
      </a:defRPr>
    </a:lvl8pPr>
    <a:lvl9pPr indent="1828800" defTabSz="825500">
      <a:defRPr sz="2000">
        <a:solidFill>
          <a:srgbClr val="687189"/>
        </a:solidFill>
        <a:latin typeface="Open Sans Light"/>
        <a:ea typeface="Open Sans Light"/>
        <a:cs typeface="Open Sans Light"/>
        <a:sym typeface="Open Sans Light"/>
      </a:defRPr>
    </a:lvl9pPr>
  </p:defaultTextStyle>
  <p:extLst>
    <p:ext uri="{521415D9-36F7-43E2-AB2F-B90AF26B5E84}">
      <p14:sectionLst xmlns:p14="http://schemas.microsoft.com/office/powerpoint/2010/main">
        <p14:section name="READ THIS before you use!" id="{9C7C9421-6209-4E8A-B97A-F9BFB8B71A18}">
          <p14:sldIdLst>
            <p14:sldId id="370"/>
            <p14:sldId id="397"/>
            <p14:sldId id="365"/>
            <p14:sldId id="366"/>
            <p14:sldId id="367"/>
            <p14:sldId id="372"/>
            <p14:sldId id="374"/>
            <p14:sldId id="376"/>
            <p14:sldId id="377"/>
            <p14:sldId id="389"/>
            <p14:sldId id="379"/>
            <p14:sldId id="380"/>
            <p14:sldId id="386"/>
          </p14:sldIdLst>
        </p14:section>
        <p14:section name="Resources - Pictograms" id="{74395027-642D-4DE6-B05A-FF014E9C58BC}">
          <p14:sldIdLst>
            <p14:sldId id="390"/>
            <p14:sldId id="391"/>
            <p14:sldId id="392"/>
            <p14:sldId id="393"/>
            <p14:sldId id="394"/>
          </p14:sldIdLst>
        </p14:section>
        <p14:section name="Cover Page" id="{97E2B407-7B3A-45A8-BD1B-C01581412FB9}">
          <p14:sldIdLst>
            <p14:sldId id="398"/>
          </p14:sldIdLst>
        </p14:section>
        <p14:section name="Agenda &amp;Disclaimer&amp; Section Divider" id="{F3025CA8-9F1C-4D3D-B8E2-817BED6289DB}">
          <p14:sldIdLst>
            <p14:sldId id="399"/>
            <p14:sldId id="257"/>
            <p14:sldId id="258"/>
          </p14:sldIdLst>
        </p14:section>
        <p14:section name="Plain Slides" id="{C264B238-DE21-4502-97B4-DF3C4F08DA42}">
          <p14:sldIdLst>
            <p14:sldId id="259"/>
            <p14:sldId id="260"/>
            <p14:sldId id="261"/>
            <p14:sldId id="262"/>
            <p14:sldId id="263"/>
            <p14:sldId id="264"/>
          </p14:sldIdLst>
        </p14:section>
        <p14:section name="Charts" id="{8A0E5FC4-9793-4CE2-9035-E97732D21160}">
          <p14:sldIdLst>
            <p14:sldId id="265"/>
            <p14:sldId id="266"/>
            <p14:sldId id="267"/>
          </p14:sldIdLst>
        </p14:section>
        <p14:section name="Tables &amp; Columns" id="{430F537D-B6F5-472C-957D-DDC0892C87A5}">
          <p14:sldIdLst>
            <p14:sldId id="333"/>
            <p14:sldId id="371"/>
            <p14:sldId id="364"/>
            <p14:sldId id="363"/>
            <p14:sldId id="354"/>
            <p14:sldId id="356"/>
            <p14:sldId id="357"/>
            <p14:sldId id="358"/>
            <p14:sldId id="359"/>
            <p14:sldId id="360"/>
            <p14:sldId id="361"/>
            <p14:sldId id="353"/>
            <p14:sldId id="334"/>
            <p14:sldId id="335"/>
          </p14:sldIdLst>
        </p14:section>
        <p14:section name="Closing Page" id="{226AE8B6-35B1-4ECB-A760-1BAA6CFEFD27}">
          <p14:sldIdLst>
            <p14:sldId id="268"/>
          </p14:sldIdLst>
        </p14:section>
      </p14:sectionLst>
    </p:ext>
    <p:ext uri="{EFAFB233-063F-42B5-8137-9DF3F51BA10A}">
      <p15:sldGuideLst xmlns:p15="http://schemas.microsoft.com/office/powerpoint/2012/main">
        <p15:guide id="1" orient="horz" pos="5772" userDrawn="1">
          <p15:clr>
            <a:srgbClr val="A4A3A4"/>
          </p15:clr>
        </p15:guide>
        <p15:guide id="2" pos="14121" userDrawn="1">
          <p15:clr>
            <a:srgbClr val="A4A3A4"/>
          </p15:clr>
        </p15:guide>
        <p15:guide id="3" orient="horz" pos="82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B00"/>
    <a:srgbClr val="0B1F2C"/>
    <a:srgbClr val="555559"/>
    <a:srgbClr val="FF7A19"/>
    <a:srgbClr val="D9D9D9"/>
    <a:srgbClr val="FAFAFA"/>
    <a:srgbClr val="FFC71E"/>
    <a:srgbClr val="FBFBFB"/>
    <a:srgbClr val="666666"/>
    <a:srgbClr val="FE7F1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365C0"/>
          </a:solidFill>
        </a:fill>
      </a:tcStyle>
    </a:firstRow>
  </a:tblStyle>
  <a:tblStyle styleId="{C7B018BB-80A7-4F77-B60F-C8B233D01FF8}" styleName="">
    <a:tblBg/>
    <a:wholeTbl>
      <a:tcTxStyle b="off" i="off">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00882B"/>
          </a:solidFill>
        </a:fill>
      </a:tcStyle>
    </a:firstRow>
  </a:tblStyle>
  <a:tblStyle styleId="{EEE7283C-3CF3-47DC-8721-378D4A62B228}" styleName="">
    <a:tblBg/>
    <a:wholeTbl>
      <a:tcTxStyle b="off" i="off">
        <a:font>
          <a:latin typeface="Helvetica Light"/>
          <a:ea typeface="Helvetica Light"/>
          <a:cs typeface="Helvetica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4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
          <a:latin typeface="Helvetica Light"/>
          <a:ea typeface="Helvetica Light"/>
          <a:cs typeface="Helvetica Light"/>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
          <a:latin typeface="Helvetica Light"/>
          <a:ea typeface="Helvetica Light"/>
          <a:cs typeface="Helvetica Light"/>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
          <a:latin typeface="Helvetica Light"/>
          <a:ea typeface="Helvetica Light"/>
          <a:cs typeface="Helvetica Light"/>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8F44A2F1-9E1F-4B54-A3A2-5F16C0AD49E2}" styleName="">
    <a:tblBg/>
    <a:wholeTbl>
      <a:tcTxStyle b="off" i="off">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6F6F6"/>
          </a:solidFill>
        </a:fill>
      </a:tcStyle>
    </a:wholeTbl>
    <a:band2H>
      <a:tcTxStyle/>
      <a:tcStyle>
        <a:tcBdr/>
        <a:fill>
          <a:solidFill>
            <a:srgbClr val="E3E5E8"/>
          </a:solidFill>
        </a:fill>
      </a:tcStyle>
    </a:band2H>
    <a:firstCol>
      <a:tcTxStyle b="on" i="off">
        <a:font>
          <a:latin typeface="Helvetica"/>
          <a:ea typeface="Helvetica"/>
          <a:cs typeface="Helvetica"/>
        </a:font>
        <a:srgbClr val="FFFFFF"/>
      </a:tcTxStyle>
      <a:tcStyle>
        <a:tcBdr>
          <a:left>
            <a:ln w="12700" cap="flat">
              <a:noFill/>
              <a:miter lim="400000"/>
            </a:ln>
          </a:left>
          <a:right>
            <a:ln w="12700" cap="flat">
              <a:solidFill>
                <a:srgbClr val="D9D8DC"/>
              </a:solidFill>
              <a:prstDash val="solid"/>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1575A8"/>
          </a:solidFill>
        </a:fill>
      </a:tcStyle>
    </a:firstCol>
    <a:lastRow>
      <a:tcTxStyle b="off" i="off">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solidFill>
                <a:srgbClr val="D9D8DC"/>
              </a:solidFill>
              <a:prstDash val="solid"/>
              <a:miter lim="400000"/>
            </a:ln>
          </a:bottom>
          <a:insideH>
            <a:ln w="12700" cap="flat">
              <a:noFill/>
              <a:miter lim="400000"/>
            </a:ln>
          </a:insideH>
          <a:insideV>
            <a:ln w="12700" cap="flat">
              <a:noFill/>
              <a:miter lim="400000"/>
            </a:ln>
          </a:insideV>
        </a:tcBdr>
        <a:fill>
          <a:solidFill>
            <a:srgbClr val="E15365"/>
          </a:solidFill>
        </a:fill>
      </a:tcStyle>
    </a:firstRow>
  </a:tblStyle>
  <a:tblStyle styleId="{D51ADE6A-740E-44AE-83CC-AE7238B6C88D}" styleName="">
    <a:tblBg/>
    <a:wholeTbl>
      <a:tcTxStyle b="off" i="off">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365C0"/>
          </a:solidFill>
        </a:fill>
      </a:tcStyle>
    </a:firstRow>
  </a:tblStyle>
  <a:tblStyle styleId="{4A9BC294-FFE2-49D5-8D69-9E1BD2C41BD5}" styleName="">
    <a:tblBg/>
    <a:wholeTbl>
      <a:tcTxStyle b="off" i="off">
        <a:font>
          <a:latin typeface="Open Sans Light"/>
          <a:ea typeface="Open Sans Light"/>
          <a:cs typeface="Open Sans Light"/>
        </a:font>
        <a:srgbClr val="7D87A4"/>
      </a:tcTxStyle>
      <a:tcStyle>
        <a:tcBdr>
          <a:left>
            <a:ln w="12700" cap="flat">
              <a:solidFill>
                <a:srgbClr val="D9D8DC"/>
              </a:solidFill>
              <a:prstDash val="solid"/>
              <a:miter lim="400000"/>
            </a:ln>
          </a:left>
          <a:right>
            <a:ln w="12700" cap="flat">
              <a:solidFill>
                <a:srgbClr val="D9D8DC"/>
              </a:solidFill>
              <a:prstDash val="solid"/>
              <a:miter lim="400000"/>
            </a:ln>
          </a:right>
          <a:top>
            <a:ln w="12700" cap="flat">
              <a:solidFill>
                <a:srgbClr val="D9D8DC"/>
              </a:solidFill>
              <a:prstDash val="solid"/>
              <a:miter lim="400000"/>
            </a:ln>
          </a:top>
          <a:bottom>
            <a:ln w="12700" cap="flat">
              <a:solidFill>
                <a:srgbClr val="D9D8DC"/>
              </a:solidFill>
              <a:prstDash val="solid"/>
              <a:miter lim="400000"/>
            </a:ln>
          </a:bottom>
          <a:insideH>
            <a:ln w="12700" cap="flat">
              <a:solidFill>
                <a:srgbClr val="D9D8DC"/>
              </a:solidFill>
              <a:prstDash val="solid"/>
              <a:miter lim="400000"/>
            </a:ln>
          </a:insideH>
          <a:insideV>
            <a:ln w="12700" cap="flat">
              <a:solidFill>
                <a:srgbClr val="D9D8DC"/>
              </a:solidFill>
              <a:prstDash val="solid"/>
              <a:miter lim="400000"/>
            </a:ln>
          </a:insideV>
        </a:tcBdr>
        <a:fill>
          <a:solidFill>
            <a:srgbClr val="F1F1F3"/>
          </a:solidFill>
        </a:fill>
      </a:tcStyle>
    </a:wholeTbl>
    <a:band2H>
      <a:tcTxStyle/>
      <a:tcStyle>
        <a:tcBdr/>
        <a:fill>
          <a:solidFill>
            <a:srgbClr val="E3E5E8"/>
          </a:solidFill>
        </a:fill>
      </a:tcStyle>
    </a:band2H>
    <a:firstCol>
      <a:tcTxStyle b="off" i="off">
        <a:fontRef idx="minor">
          <a:srgbClr val="FFFFFF"/>
        </a:fontRef>
        <a:srgbClr val="FFFFFF"/>
      </a:tcTxStyle>
      <a:tcStyle>
        <a:tcBdr>
          <a:left>
            <a:ln w="12700" cap="flat">
              <a:solidFill>
                <a:srgbClr val="D9D8DC"/>
              </a:solidFill>
              <a:prstDash val="solid"/>
              <a:miter lim="400000"/>
            </a:ln>
          </a:left>
          <a:right>
            <a:ln w="12700" cap="flat">
              <a:solidFill>
                <a:srgbClr val="D9D8DC"/>
              </a:solidFill>
              <a:prstDash val="solid"/>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1575A8"/>
          </a:solidFill>
        </a:fill>
      </a:tcStyle>
    </a:firstCol>
    <a:lastRow>
      <a:tcTxStyle b="off" i="off">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solidFill>
                <a:srgbClr val="D9D8DC"/>
              </a:solidFill>
              <a:prstDash val="solid"/>
              <a:miter lim="400000"/>
            </a:ln>
          </a:bottom>
          <a:insideH>
            <a:ln w="12700" cap="flat">
              <a:noFill/>
              <a:miter lim="400000"/>
            </a:ln>
          </a:insideH>
          <a:insideV>
            <a:ln w="12700" cap="flat">
              <a:noFill/>
              <a:miter lim="400000"/>
            </a:ln>
          </a:insideV>
        </a:tcBdr>
        <a:fill>
          <a:solidFill>
            <a:srgbClr val="FFFFFF"/>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D9D8DC"/>
              </a:solidFill>
              <a:prstDash val="solid"/>
              <a:miter lim="400000"/>
            </a:ln>
          </a:top>
          <a:bottom>
            <a:ln w="12700" cap="flat">
              <a:solidFill>
                <a:srgbClr val="D9D8DC"/>
              </a:solidFill>
              <a:prstDash val="solid"/>
              <a:miter lim="400000"/>
            </a:ln>
          </a:bottom>
          <a:insideH>
            <a:ln w="12700" cap="flat">
              <a:noFill/>
              <a:miter lim="400000"/>
            </a:ln>
          </a:insideH>
          <a:insideV>
            <a:ln w="12700" cap="flat">
              <a:noFill/>
              <a:miter lim="400000"/>
            </a:ln>
          </a:insideV>
        </a:tcBdr>
        <a:fill>
          <a:solidFill>
            <a:srgbClr val="E15365"/>
          </a:solidFill>
        </a:fill>
      </a:tcStyle>
    </a:firstRow>
  </a:tblStyle>
  <a:tblStyle styleId="{BBFC77FB-9ED0-4EC9-95AA-A1379042E648}" styleName="">
    <a:tblBg/>
    <a:wholeTbl>
      <a:tcTxStyle b="off" i="off">
        <a:font>
          <a:latin typeface="Open Sans Light"/>
          <a:ea typeface="Open Sans Light"/>
          <a:cs typeface="Open Sans Light"/>
        </a:font>
        <a:srgbClr val="7D87A4"/>
      </a:tcTxStyle>
      <a:tcStyle>
        <a:tcBdr>
          <a:left>
            <a:ln w="12700" cap="flat">
              <a:solidFill>
                <a:srgbClr val="D9D8DC"/>
              </a:solidFill>
              <a:prstDash val="solid"/>
              <a:miter lim="400000"/>
            </a:ln>
          </a:left>
          <a:right>
            <a:ln w="12700" cap="flat">
              <a:solidFill>
                <a:srgbClr val="D9D8DC"/>
              </a:solidFill>
              <a:prstDash val="solid"/>
              <a:miter lim="400000"/>
            </a:ln>
          </a:right>
          <a:top>
            <a:ln w="12700" cap="flat">
              <a:solidFill>
                <a:srgbClr val="D9D8DC"/>
              </a:solidFill>
              <a:prstDash val="solid"/>
              <a:miter lim="400000"/>
            </a:ln>
          </a:top>
          <a:bottom>
            <a:ln w="12700" cap="flat">
              <a:solidFill>
                <a:srgbClr val="D9D8DC"/>
              </a:solidFill>
              <a:prstDash val="solid"/>
              <a:miter lim="400000"/>
            </a:ln>
          </a:bottom>
          <a:insideH>
            <a:ln w="12700" cap="flat">
              <a:solidFill>
                <a:srgbClr val="D9D8DC"/>
              </a:solidFill>
              <a:prstDash val="solid"/>
              <a:miter lim="400000"/>
            </a:ln>
          </a:insideH>
          <a:insideV>
            <a:ln w="12700" cap="flat">
              <a:solidFill>
                <a:srgbClr val="D9D8DC"/>
              </a:solidFill>
              <a:prstDash val="solid"/>
              <a:miter lim="400000"/>
            </a:ln>
          </a:insideV>
        </a:tcBdr>
        <a:fill>
          <a:solidFill>
            <a:srgbClr val="F6F6F6"/>
          </a:solidFill>
        </a:fill>
      </a:tcStyle>
    </a:wholeTbl>
    <a:band2H>
      <a:tcTxStyle/>
      <a:tcStyle>
        <a:tcBdr/>
        <a:fill>
          <a:solidFill>
            <a:srgbClr val="F1F1F3"/>
          </a:solidFill>
        </a:fill>
      </a:tcStyle>
    </a:band2H>
    <a:firstCol>
      <a:tcTxStyle b="off" i="off">
        <a:fontRef idx="minor">
          <a:srgbClr val="FFFFFF"/>
        </a:fontRef>
        <a:srgbClr val="FFFFFF"/>
      </a:tcTxStyle>
      <a:tcStyle>
        <a:tcBdr>
          <a:left>
            <a:ln w="12700" cap="flat">
              <a:solidFill>
                <a:srgbClr val="D9D8DC"/>
              </a:solidFill>
              <a:prstDash val="solid"/>
              <a:miter lim="400000"/>
            </a:ln>
          </a:left>
          <a:right>
            <a:ln w="12700" cap="flat">
              <a:solidFill>
                <a:srgbClr val="D9D8DC"/>
              </a:solidFill>
              <a:prstDash val="solid"/>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1575A8"/>
          </a:solidFill>
        </a:fill>
      </a:tcStyle>
    </a:firstCol>
    <a:lastRow>
      <a:tcTxStyle b="off" i="off">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solidFill>
                <a:srgbClr val="D9D8DC"/>
              </a:solidFill>
              <a:prstDash val="solid"/>
              <a:miter lim="400000"/>
            </a:ln>
          </a:bottom>
          <a:insideH>
            <a:ln w="12700" cap="flat">
              <a:noFill/>
              <a:miter lim="400000"/>
            </a:ln>
          </a:insideH>
          <a:insideV>
            <a:ln w="12700" cap="flat">
              <a:noFill/>
              <a:miter lim="400000"/>
            </a:ln>
          </a:insideV>
        </a:tcBdr>
        <a:fill>
          <a:solidFill>
            <a:srgbClr val="FFFFFF"/>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D9D8DC"/>
              </a:solidFill>
              <a:prstDash val="solid"/>
              <a:miter lim="400000"/>
            </a:ln>
          </a:top>
          <a:bottom>
            <a:ln w="12700" cap="flat">
              <a:solidFill>
                <a:srgbClr val="D9D8DC"/>
              </a:solidFill>
              <a:prstDash val="solid"/>
              <a:miter lim="400000"/>
            </a:ln>
          </a:bottom>
          <a:insideH>
            <a:ln w="12700" cap="flat">
              <a:noFill/>
              <a:miter lim="400000"/>
            </a:ln>
          </a:insideH>
          <a:insideV>
            <a:ln w="12700" cap="flat">
              <a:noFill/>
              <a:miter lim="400000"/>
            </a:ln>
          </a:insideV>
        </a:tcBdr>
        <a:fill>
          <a:solidFill>
            <a:srgbClr val="E15365"/>
          </a:solidFill>
        </a:fill>
      </a:tcStyle>
    </a:firstRow>
  </a:tblStyle>
  <a:tblStyle styleId="{3DC5C2F9-1CAC-4260-A1DD-9FCDBB877499}" styleName="">
    <a:tblBg/>
    <a:wholeTbl>
      <a:tcTxStyle b="off" i="off">
        <a:font>
          <a:latin typeface="Open Sans Light"/>
          <a:ea typeface="Open Sans Light"/>
          <a:cs typeface="Open Sans Light"/>
        </a:font>
        <a:srgbClr val="7D87A4"/>
      </a:tcTxStyle>
      <a:tcStyle>
        <a:tcBdr>
          <a:left>
            <a:ln w="12700" cap="flat">
              <a:solidFill>
                <a:srgbClr val="D9D8DC"/>
              </a:solidFill>
              <a:prstDash val="solid"/>
              <a:miter lim="400000"/>
            </a:ln>
          </a:left>
          <a:right>
            <a:ln w="12700" cap="flat">
              <a:solidFill>
                <a:srgbClr val="D9D8DC"/>
              </a:solidFill>
              <a:prstDash val="solid"/>
              <a:miter lim="400000"/>
            </a:ln>
          </a:right>
          <a:top>
            <a:ln w="12700" cap="flat">
              <a:solidFill>
                <a:srgbClr val="D9D8DC"/>
              </a:solidFill>
              <a:prstDash val="solid"/>
              <a:miter lim="400000"/>
            </a:ln>
          </a:top>
          <a:bottom>
            <a:ln w="12700" cap="flat">
              <a:solidFill>
                <a:srgbClr val="D9D8DC"/>
              </a:solidFill>
              <a:prstDash val="solid"/>
              <a:miter lim="400000"/>
            </a:ln>
          </a:bottom>
          <a:insideH>
            <a:ln w="12700" cap="flat">
              <a:solidFill>
                <a:srgbClr val="D9D8DC"/>
              </a:solidFill>
              <a:prstDash val="solid"/>
              <a:miter lim="400000"/>
            </a:ln>
          </a:insideH>
          <a:insideV>
            <a:ln w="12700" cap="flat">
              <a:solidFill>
                <a:srgbClr val="D9D8DC"/>
              </a:solidFill>
              <a:prstDash val="solid"/>
              <a:miter lim="400000"/>
            </a:ln>
          </a:insideV>
        </a:tcBdr>
        <a:fill>
          <a:solidFill>
            <a:srgbClr val="F6F6F6"/>
          </a:solidFill>
        </a:fill>
      </a:tcStyle>
    </a:wholeTbl>
    <a:band2H>
      <a:tcTxStyle/>
      <a:tcStyle>
        <a:tcBdr/>
        <a:fill>
          <a:solidFill>
            <a:srgbClr val="F1F1F3"/>
          </a:solidFill>
        </a:fill>
      </a:tcStyle>
    </a:band2H>
    <a:firstCol>
      <a:tcTxStyle b="off" i="off">
        <a:fontRef idx="minor">
          <a:srgbClr val="FFFFFF"/>
        </a:fontRef>
        <a:srgbClr val="FFFFFF"/>
      </a:tcTxStyle>
      <a:tcStyle>
        <a:tcBdr>
          <a:left>
            <a:ln w="12700" cap="flat">
              <a:solidFill>
                <a:srgbClr val="D9D8DC"/>
              </a:solidFill>
              <a:prstDash val="solid"/>
              <a:miter lim="400000"/>
            </a:ln>
          </a:left>
          <a:right>
            <a:ln w="12700" cap="flat">
              <a:solidFill>
                <a:srgbClr val="D9D8DC"/>
              </a:solidFill>
              <a:prstDash val="solid"/>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1575A8"/>
          </a:solidFill>
        </a:fill>
      </a:tcStyle>
    </a:firstCol>
    <a:lastRow>
      <a:tcTxStyle b="off" i="off">
        <a:fontRef idx="minor">
          <a:srgbClr val="F6F6F6"/>
        </a:fontRef>
        <a:srgbClr val="F6F6F6"/>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solidFill>
                <a:srgbClr val="D9D8DC"/>
              </a:solidFill>
              <a:prstDash val="solid"/>
              <a:miter lim="400000"/>
            </a:ln>
          </a:bottom>
          <a:insideH>
            <a:ln w="12700" cap="flat">
              <a:noFill/>
              <a:miter lim="400000"/>
            </a:ln>
          </a:insideH>
          <a:insideV>
            <a:ln w="12700" cap="flat">
              <a:noFill/>
              <a:miter lim="400000"/>
            </a:ln>
          </a:insideV>
        </a:tcBdr>
        <a:fill>
          <a:solidFill>
            <a:srgbClr val="25A982"/>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D9D8DC"/>
              </a:solidFill>
              <a:prstDash val="solid"/>
              <a:miter lim="400000"/>
            </a:ln>
          </a:top>
          <a:bottom>
            <a:ln w="12700" cap="flat">
              <a:solidFill>
                <a:srgbClr val="D9D8DC"/>
              </a:solidFill>
              <a:prstDash val="solid"/>
              <a:miter lim="400000"/>
            </a:ln>
          </a:bottom>
          <a:insideH>
            <a:ln w="12700" cap="flat">
              <a:noFill/>
              <a:miter lim="400000"/>
            </a:ln>
          </a:insideH>
          <a:insideV>
            <a:ln w="12700" cap="flat">
              <a:noFill/>
              <a:miter lim="400000"/>
            </a:ln>
          </a:insideV>
        </a:tcBdr>
        <a:fill>
          <a:solidFill>
            <a:srgbClr val="E15365"/>
          </a:solidFill>
        </a:fill>
      </a:tcStyle>
    </a:firstRow>
  </a:tblStyle>
  <a:tblStyle styleId="{5940675A-B579-460E-94D1-54222C63F5DA}" styleName="Sem Estilo, Tabela com Grelh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53" d="100"/>
          <a:sy n="53" d="100"/>
        </p:scale>
        <p:origin x="798" y="96"/>
      </p:cViewPr>
      <p:guideLst>
        <p:guide orient="horz" pos="5772"/>
        <p:guide pos="14121"/>
        <p:guide orient="horz" pos="827"/>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2" name="Shape 62"/>
          <p:cNvSpPr>
            <a:spLocks noGrp="1" noRot="1" noChangeAspect="1"/>
          </p:cNvSpPr>
          <p:nvPr>
            <p:ph type="sldImg"/>
          </p:nvPr>
        </p:nvSpPr>
        <p:spPr>
          <a:xfrm>
            <a:off x="1143000" y="685800"/>
            <a:ext cx="4572000" cy="3429000"/>
          </a:xfrm>
          <a:prstGeom prst="rect">
            <a:avLst/>
          </a:prstGeom>
        </p:spPr>
        <p:txBody>
          <a:bodyPr/>
          <a:lstStyle/>
          <a:p>
            <a:pPr lvl="0"/>
            <a:endParaRPr/>
          </a:p>
        </p:txBody>
      </p:sp>
      <p:sp>
        <p:nvSpPr>
          <p:cNvPr id="63" name="Shape 63"/>
          <p:cNvSpPr>
            <a:spLocks noGrp="1"/>
          </p:cNvSpPr>
          <p:nvPr>
            <p:ph type="body" sz="quarter" idx="1"/>
          </p:nvPr>
        </p:nvSpPr>
        <p:spPr>
          <a:xfrm>
            <a:off x="914400" y="4343400"/>
            <a:ext cx="5029200" cy="4114800"/>
          </a:xfrm>
          <a:prstGeom prst="rect">
            <a:avLst/>
          </a:prstGeom>
        </p:spPr>
        <p:txBody>
          <a:bodyPr/>
          <a:lstStyle/>
          <a:p>
            <a:pPr lvl="0"/>
            <a:endParaRPr/>
          </a:p>
        </p:txBody>
      </p:sp>
    </p:spTree>
    <p:extLst>
      <p:ext uri="{BB962C8B-B14F-4D97-AF65-F5344CB8AC3E}">
        <p14:creationId xmlns:p14="http://schemas.microsoft.com/office/powerpoint/2010/main" val="677654763"/>
      </p:ext>
    </p:extLst>
  </p:cSld>
  <p:clrMap bg1="lt1" tx1="dk1" bg2="lt2" tx2="dk2" accent1="accent1" accent2="accent2" accent3="accent3" accent4="accent4" accent5="accent5" accent6="accent6" hlink="hlink" folHlink="folHlink"/>
  <p:notesStyle>
    <a:lvl1pPr defTabSz="457200">
      <a:lnSpc>
        <a:spcPct val="125000"/>
      </a:lnSpc>
      <a:defRPr sz="2400" b="0" i="0">
        <a:latin typeface="Neo Tech Std Regular" charset="0"/>
        <a:ea typeface="Neo Tech Std Regular" charset="0"/>
        <a:cs typeface="Neo Tech Std Regular" charset="0"/>
        <a:sym typeface="Avenir Book"/>
      </a:defRPr>
    </a:lvl1pPr>
    <a:lvl2pPr indent="228600" defTabSz="457200">
      <a:lnSpc>
        <a:spcPct val="125000"/>
      </a:lnSpc>
      <a:defRPr sz="2400">
        <a:latin typeface="Avenir Book"/>
        <a:ea typeface="Avenir Book"/>
        <a:cs typeface="Avenir Book"/>
        <a:sym typeface="Avenir Book"/>
      </a:defRPr>
    </a:lvl2pPr>
    <a:lvl3pPr indent="457200" defTabSz="457200">
      <a:lnSpc>
        <a:spcPct val="125000"/>
      </a:lnSpc>
      <a:defRPr sz="2400">
        <a:latin typeface="Avenir Book"/>
        <a:ea typeface="Avenir Book"/>
        <a:cs typeface="Avenir Book"/>
        <a:sym typeface="Avenir Book"/>
      </a:defRPr>
    </a:lvl3pPr>
    <a:lvl4pPr indent="685800" defTabSz="457200">
      <a:lnSpc>
        <a:spcPct val="125000"/>
      </a:lnSpc>
      <a:defRPr sz="2400">
        <a:latin typeface="Avenir Book"/>
        <a:ea typeface="Avenir Book"/>
        <a:cs typeface="Avenir Book"/>
        <a:sym typeface="Avenir Book"/>
      </a:defRPr>
    </a:lvl4pPr>
    <a:lvl5pPr indent="914400" defTabSz="457200">
      <a:lnSpc>
        <a:spcPct val="125000"/>
      </a:lnSpc>
      <a:defRPr sz="2400">
        <a:latin typeface="Avenir Book"/>
        <a:ea typeface="Avenir Book"/>
        <a:cs typeface="Avenir Book"/>
        <a:sym typeface="Avenir Book"/>
      </a:defRPr>
    </a:lvl5pPr>
    <a:lvl6pPr indent="1143000" defTabSz="457200">
      <a:lnSpc>
        <a:spcPct val="125000"/>
      </a:lnSpc>
      <a:defRPr sz="2400">
        <a:latin typeface="Avenir Book"/>
        <a:ea typeface="Avenir Book"/>
        <a:cs typeface="Avenir Book"/>
        <a:sym typeface="Avenir Book"/>
      </a:defRPr>
    </a:lvl6pPr>
    <a:lvl7pPr indent="1371600" defTabSz="457200">
      <a:lnSpc>
        <a:spcPct val="125000"/>
      </a:lnSpc>
      <a:defRPr sz="2400">
        <a:latin typeface="Avenir Book"/>
        <a:ea typeface="Avenir Book"/>
        <a:cs typeface="Avenir Book"/>
        <a:sym typeface="Avenir Book"/>
      </a:defRPr>
    </a:lvl7pPr>
    <a:lvl8pPr indent="1600200" defTabSz="457200">
      <a:lnSpc>
        <a:spcPct val="125000"/>
      </a:lnSpc>
      <a:defRPr sz="2400">
        <a:latin typeface="Avenir Book"/>
        <a:ea typeface="Avenir Book"/>
        <a:cs typeface="Avenir Book"/>
        <a:sym typeface="Avenir Book"/>
      </a:defRPr>
    </a:lvl8pPr>
    <a:lvl9pPr indent="1828800" defTabSz="457200">
      <a:lnSpc>
        <a:spcPct val="125000"/>
      </a:lnSpc>
      <a:defRPr sz="2400">
        <a:latin typeface="Avenir Book"/>
        <a:ea typeface="Avenir Book"/>
        <a:cs typeface="Avenir Book"/>
        <a:sym typeface="Avenir Book"/>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10.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1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_Pag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B7560CE5-842F-73E2-0F71-9C4FA14E0FDE}"/>
              </a:ext>
            </a:extLst>
          </p:cNvPr>
          <p:cNvSpPr>
            <a:spLocks noGrp="1"/>
          </p:cNvSpPr>
          <p:nvPr>
            <p:ph type="body" sz="quarter" idx="10" hasCustomPrompt="1"/>
          </p:nvPr>
        </p:nvSpPr>
        <p:spPr>
          <a:xfrm>
            <a:off x="2234266" y="6289549"/>
            <a:ext cx="19015788" cy="3732038"/>
          </a:xfrm>
          <a:prstGeom prst="rect">
            <a:avLst/>
          </a:prstGeom>
        </p:spPr>
        <p:txBody>
          <a:bodyPr/>
          <a:lstStyle>
            <a:lvl1pPr algn="l">
              <a:defRPr sz="7200">
                <a:solidFill>
                  <a:srgbClr val="FF6B00"/>
                </a:solidFill>
                <a:latin typeface="Neo Tech Std Medium" panose="020B0604030504040204" pitchFamily="34" charset="0"/>
              </a:defRPr>
            </a:lvl1pPr>
          </a:lstStyle>
          <a:p>
            <a:pPr lvl="0"/>
            <a:r>
              <a:rPr lang="en-US"/>
              <a:t>Your Presentation Title</a:t>
            </a:r>
          </a:p>
        </p:txBody>
      </p:sp>
      <p:sp>
        <p:nvSpPr>
          <p:cNvPr id="13" name="Text Placeholder 10">
            <a:extLst>
              <a:ext uri="{FF2B5EF4-FFF2-40B4-BE49-F238E27FC236}">
                <a16:creationId xmlns:a16="http://schemas.microsoft.com/office/drawing/2014/main" id="{0C2F0C22-6C3E-C36B-4A85-5F1D99CD0827}"/>
              </a:ext>
            </a:extLst>
          </p:cNvPr>
          <p:cNvSpPr>
            <a:spLocks noGrp="1"/>
          </p:cNvSpPr>
          <p:nvPr>
            <p:ph type="body" sz="quarter" idx="11" hasCustomPrompt="1"/>
          </p:nvPr>
        </p:nvSpPr>
        <p:spPr>
          <a:xfrm>
            <a:off x="2234265" y="10021586"/>
            <a:ext cx="19015787" cy="1678045"/>
          </a:xfrm>
          <a:prstGeom prst="rect">
            <a:avLst/>
          </a:prstGeom>
        </p:spPr>
        <p:txBody>
          <a:bodyPr/>
          <a:lstStyle>
            <a:lvl1pPr algn="l">
              <a:defRPr sz="4000">
                <a:solidFill>
                  <a:srgbClr val="555559"/>
                </a:solidFill>
                <a:latin typeface="Neo Tech Std Light" panose="020B0304030504040204" pitchFamily="34" charset="0"/>
              </a:defRPr>
            </a:lvl1pPr>
          </a:lstStyle>
          <a:p>
            <a:pPr lvl="0"/>
            <a:r>
              <a:rPr lang="en-US"/>
              <a:t>Your presentation subtitle and/or version of the document</a:t>
            </a:r>
          </a:p>
        </p:txBody>
      </p:sp>
      <p:pic>
        <p:nvPicPr>
          <p:cNvPr id="5" name="Picture 4">
            <a:extLst>
              <a:ext uri="{FF2B5EF4-FFF2-40B4-BE49-F238E27FC236}">
                <a16:creationId xmlns:a16="http://schemas.microsoft.com/office/drawing/2014/main" id="{C9134087-762D-8850-81F3-B58F3D1F393D}"/>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44764" t="55302" b="1985"/>
          <a:stretch/>
        </p:blipFill>
        <p:spPr>
          <a:xfrm>
            <a:off x="-736428" y="0"/>
            <a:ext cx="2066006" cy="13716000"/>
          </a:xfrm>
          <a:prstGeom prst="rect">
            <a:avLst/>
          </a:prstGeom>
        </p:spPr>
      </p:pic>
      <p:pic>
        <p:nvPicPr>
          <p:cNvPr id="8" name="Picture 7">
            <a:extLst>
              <a:ext uri="{FF2B5EF4-FFF2-40B4-BE49-F238E27FC236}">
                <a16:creationId xmlns:a16="http://schemas.microsoft.com/office/drawing/2014/main" id="{298C43BE-8D41-C07C-9C3B-AD2FC63B09B1}"/>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l="4470"/>
          <a:stretch/>
        </p:blipFill>
        <p:spPr bwMode="auto">
          <a:xfrm>
            <a:off x="2234266" y="3067811"/>
            <a:ext cx="8758672" cy="3221738"/>
          </a:xfrm>
          <a:prstGeom prst="rect">
            <a:avLst/>
          </a:prstGeom>
          <a:ln>
            <a:noFill/>
          </a:ln>
          <a:extLst>
            <a:ext uri="{53640926-AAD7-44D8-BBD7-CCE9431645EC}">
              <a14:shadowObscured xmlns:a14="http://schemas.microsoft.com/office/drawing/2010/main"/>
            </a:ext>
          </a:extLst>
        </p:spPr>
      </p:pic>
      <p:sp>
        <p:nvSpPr>
          <p:cNvPr id="15" name="Footer Placeholder 2">
            <a:extLst>
              <a:ext uri="{FF2B5EF4-FFF2-40B4-BE49-F238E27FC236}">
                <a16:creationId xmlns:a16="http://schemas.microsoft.com/office/drawing/2014/main" id="{29FFC599-27C3-B7A7-19AA-A1E279624761}"/>
              </a:ext>
            </a:extLst>
          </p:cNvPr>
          <p:cNvSpPr>
            <a:spLocks noGrp="1"/>
          </p:cNvSpPr>
          <p:nvPr>
            <p:ph type="ftr" sz="quarter" idx="3"/>
          </p:nvPr>
        </p:nvSpPr>
        <p:spPr>
          <a:xfrm>
            <a:off x="2234265" y="12712700"/>
            <a:ext cx="9957735" cy="730250"/>
          </a:xfrm>
          <a:prstGeom prst="rect">
            <a:avLst/>
          </a:prstGeom>
        </p:spPr>
        <p:txBody>
          <a:bodyPr vert="horz" lIns="91440" tIns="45720" rIns="91440" bIns="45720" rtlCol="0" anchor="ctr"/>
          <a:lstStyle>
            <a:lvl1pPr algn="l">
              <a:defRPr sz="2000">
                <a:solidFill>
                  <a:schemeClr val="tx1">
                    <a:tint val="75000"/>
                  </a:schemeClr>
                </a:solidFill>
                <a:latin typeface="Neo Tech Std" panose="020B0504030504040204" pitchFamily="34" charset="0"/>
              </a:defRPr>
            </a:lvl1pPr>
          </a:lstStyle>
          <a:p>
            <a:r>
              <a:rPr lang="en-US" dirty="0"/>
              <a:t>2024 © Retail Consult - All rights reserved</a:t>
            </a:r>
          </a:p>
        </p:txBody>
      </p:sp>
      <p:sp>
        <p:nvSpPr>
          <p:cNvPr id="16" name="Slide Number Placeholder 3">
            <a:extLst>
              <a:ext uri="{FF2B5EF4-FFF2-40B4-BE49-F238E27FC236}">
                <a16:creationId xmlns:a16="http://schemas.microsoft.com/office/drawing/2014/main" id="{EE3E8C28-8425-19AF-2DD1-39FB7B38177C}"/>
              </a:ext>
            </a:extLst>
          </p:cNvPr>
          <p:cNvSpPr>
            <a:spLocks noGrp="1"/>
          </p:cNvSpPr>
          <p:nvPr>
            <p:ph type="sldNum" sz="quarter" idx="4"/>
          </p:nvPr>
        </p:nvSpPr>
        <p:spPr>
          <a:xfrm>
            <a:off x="18220369" y="12712700"/>
            <a:ext cx="5486400" cy="730250"/>
          </a:xfrm>
          <a:prstGeom prst="rect">
            <a:avLst/>
          </a:prstGeom>
        </p:spPr>
        <p:txBody>
          <a:bodyPr vert="horz" lIns="91440" tIns="45720" rIns="91440" bIns="45720" rtlCol="0" anchor="ctr"/>
          <a:lstStyle>
            <a:lvl1pPr algn="r">
              <a:defRPr sz="2000">
                <a:solidFill>
                  <a:schemeClr val="tx1">
                    <a:tint val="75000"/>
                  </a:schemeClr>
                </a:solidFill>
                <a:latin typeface="Neo Tech Std" panose="020B0504030504040204" pitchFamily="34" charset="0"/>
              </a:defRPr>
            </a:lvl1pPr>
          </a:lstStyle>
          <a:p>
            <a:fld id="{9A4417C4-43A3-444C-837D-103BA5C8224B}" type="slidenum">
              <a:rPr lang="en-US" smtClean="0"/>
              <a:pPr/>
              <a:t>‹#›</a:t>
            </a:fld>
            <a:endParaRPr lang="en-US"/>
          </a:p>
        </p:txBody>
      </p:sp>
      <p:sp>
        <p:nvSpPr>
          <p:cNvPr id="3" name="Text Placeholder 10">
            <a:extLst>
              <a:ext uri="{FF2B5EF4-FFF2-40B4-BE49-F238E27FC236}">
                <a16:creationId xmlns:a16="http://schemas.microsoft.com/office/drawing/2014/main" id="{2B235E5A-3B69-90D9-89AF-2F209FA6DDC0}"/>
              </a:ext>
            </a:extLst>
          </p:cNvPr>
          <p:cNvSpPr>
            <a:spLocks noGrp="1"/>
          </p:cNvSpPr>
          <p:nvPr>
            <p:ph type="body" sz="quarter" idx="12" hasCustomPrompt="1"/>
          </p:nvPr>
        </p:nvSpPr>
        <p:spPr>
          <a:xfrm>
            <a:off x="2234265" y="11764905"/>
            <a:ext cx="19015787" cy="579495"/>
          </a:xfrm>
          <a:prstGeom prst="rect">
            <a:avLst/>
          </a:prstGeom>
        </p:spPr>
        <p:txBody>
          <a:bodyPr/>
          <a:lstStyle>
            <a:lvl1pPr algn="l">
              <a:defRPr sz="2000">
                <a:solidFill>
                  <a:srgbClr val="555559"/>
                </a:solidFill>
                <a:latin typeface="Neo Tech Std Light" panose="020B0304030504040204" pitchFamily="34" charset="0"/>
              </a:defRPr>
            </a:lvl1pPr>
          </a:lstStyle>
          <a:p>
            <a:pPr lvl="0"/>
            <a:r>
              <a:rPr lang="en-US" dirty="0"/>
              <a:t>[Insert the document's classification here] Don't know how to classify information? Please see slide 2 "Information Classification"</a:t>
            </a:r>
          </a:p>
        </p:txBody>
      </p:sp>
    </p:spTree>
    <p:custDataLst>
      <p:tags r:id="rId1"/>
    </p:custDataLst>
    <p:extLst>
      <p:ext uri="{BB962C8B-B14F-4D97-AF65-F5344CB8AC3E}">
        <p14:creationId xmlns:p14="http://schemas.microsoft.com/office/powerpoint/2010/main" val="256366925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139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Section Divider">
    <p:spTree>
      <p:nvGrpSpPr>
        <p:cNvPr id="1" name=""/>
        <p:cNvGrpSpPr/>
        <p:nvPr/>
      </p:nvGrpSpPr>
      <p:grpSpPr>
        <a:xfrm>
          <a:off x="0" y="0"/>
          <a:ext cx="0" cy="0"/>
          <a:chOff x="0" y="0"/>
          <a:chExt cx="0" cy="0"/>
        </a:xfrm>
      </p:grpSpPr>
      <p:sp>
        <p:nvSpPr>
          <p:cNvPr id="3" name="Text Placeholder 32">
            <a:extLst>
              <a:ext uri="{FF2B5EF4-FFF2-40B4-BE49-F238E27FC236}">
                <a16:creationId xmlns:a16="http://schemas.microsoft.com/office/drawing/2014/main" id="{025B944D-E022-FD8B-A337-0266B377B5E6}"/>
              </a:ext>
            </a:extLst>
          </p:cNvPr>
          <p:cNvSpPr>
            <a:spLocks noGrp="1"/>
          </p:cNvSpPr>
          <p:nvPr>
            <p:ph type="body" sz="quarter" idx="24" hasCustomPrompt="1"/>
          </p:nvPr>
        </p:nvSpPr>
        <p:spPr>
          <a:xfrm>
            <a:off x="1427164" y="4955693"/>
            <a:ext cx="20207164" cy="3545211"/>
          </a:xfrm>
          <a:prstGeom prst="rect">
            <a:avLst/>
          </a:prstGeom>
        </p:spPr>
        <p:txBody>
          <a:bodyPr/>
          <a:lstStyle>
            <a:lvl1pPr algn="l">
              <a:spcBef>
                <a:spcPts val="0"/>
              </a:spcBef>
              <a:defRPr sz="8800" b="0">
                <a:solidFill>
                  <a:srgbClr val="FF6B00"/>
                </a:solidFill>
                <a:latin typeface="Neo Tech Std Medium" panose="020B0604030504040204" pitchFamily="34" charset="0"/>
              </a:defRPr>
            </a:lvl1pPr>
          </a:lstStyle>
          <a:p>
            <a:pPr lvl="0"/>
            <a:r>
              <a:rPr lang="en-US"/>
              <a:t>Your section divider title here</a:t>
            </a:r>
          </a:p>
        </p:txBody>
      </p:sp>
      <p:sp>
        <p:nvSpPr>
          <p:cNvPr id="5" name="Text Placeholder 34">
            <a:extLst>
              <a:ext uri="{FF2B5EF4-FFF2-40B4-BE49-F238E27FC236}">
                <a16:creationId xmlns:a16="http://schemas.microsoft.com/office/drawing/2014/main" id="{1B4A07BA-98C7-DD31-94CA-A7E97717099C}"/>
              </a:ext>
            </a:extLst>
          </p:cNvPr>
          <p:cNvSpPr>
            <a:spLocks noGrp="1"/>
          </p:cNvSpPr>
          <p:nvPr>
            <p:ph type="body" sz="quarter" idx="25" hasCustomPrompt="1"/>
          </p:nvPr>
        </p:nvSpPr>
        <p:spPr>
          <a:xfrm>
            <a:off x="1427163" y="8500904"/>
            <a:ext cx="20207165" cy="2967136"/>
          </a:xfrm>
          <a:prstGeom prst="rect">
            <a:avLst/>
          </a:prstGeom>
        </p:spPr>
        <p:txBody>
          <a:bodyPr/>
          <a:lstStyle>
            <a:lvl1pPr>
              <a:spcBef>
                <a:spcPts val="0"/>
              </a:spcBef>
              <a:defRPr sz="4800">
                <a:solidFill>
                  <a:srgbClr val="555559"/>
                </a:solidFill>
              </a:defRPr>
            </a:lvl1pPr>
          </a:lstStyle>
          <a:p>
            <a:pPr lvl="0"/>
            <a:r>
              <a:rPr lang="en-US"/>
              <a:t>Your subtext here</a:t>
            </a:r>
          </a:p>
        </p:txBody>
      </p:sp>
      <p:sp>
        <p:nvSpPr>
          <p:cNvPr id="2" name="Footer Placeholder 2">
            <a:extLst>
              <a:ext uri="{FF2B5EF4-FFF2-40B4-BE49-F238E27FC236}">
                <a16:creationId xmlns:a16="http://schemas.microsoft.com/office/drawing/2014/main" id="{767C8229-BF12-313E-032F-C33614CFCDEC}"/>
              </a:ext>
            </a:extLst>
          </p:cNvPr>
          <p:cNvSpPr>
            <a:spLocks noGrp="1"/>
          </p:cNvSpPr>
          <p:nvPr>
            <p:ph type="ftr" sz="quarter" idx="3"/>
          </p:nvPr>
        </p:nvSpPr>
        <p:spPr>
          <a:xfrm>
            <a:off x="1427163" y="12712700"/>
            <a:ext cx="9957735" cy="730250"/>
          </a:xfrm>
          <a:prstGeom prst="rect">
            <a:avLst/>
          </a:prstGeom>
        </p:spPr>
        <p:txBody>
          <a:bodyPr vert="horz" lIns="91440" tIns="45720" rIns="91440" bIns="45720" rtlCol="0" anchor="ctr"/>
          <a:lstStyle>
            <a:lvl1pPr algn="l">
              <a:defRPr sz="2000">
                <a:solidFill>
                  <a:schemeClr val="tx1">
                    <a:tint val="75000"/>
                  </a:schemeClr>
                </a:solidFill>
                <a:latin typeface="Neo Tech Std" panose="020B0504030504040204" pitchFamily="34" charset="0"/>
              </a:defRPr>
            </a:lvl1pPr>
          </a:lstStyle>
          <a:p>
            <a:r>
              <a:rPr lang="en-US"/>
              <a:t>2024 © Retail Consult - All rights reserved</a:t>
            </a:r>
          </a:p>
        </p:txBody>
      </p:sp>
      <p:sp>
        <p:nvSpPr>
          <p:cNvPr id="6" name="Slide Number Placeholder 3">
            <a:extLst>
              <a:ext uri="{FF2B5EF4-FFF2-40B4-BE49-F238E27FC236}">
                <a16:creationId xmlns:a16="http://schemas.microsoft.com/office/drawing/2014/main" id="{F151BA13-C7B8-0E7E-CDF9-603419D2200F}"/>
              </a:ext>
            </a:extLst>
          </p:cNvPr>
          <p:cNvSpPr>
            <a:spLocks noGrp="1"/>
          </p:cNvSpPr>
          <p:nvPr>
            <p:ph type="sldNum" sz="quarter" idx="4"/>
          </p:nvPr>
        </p:nvSpPr>
        <p:spPr>
          <a:xfrm>
            <a:off x="18220369" y="12712700"/>
            <a:ext cx="5486400" cy="730250"/>
          </a:xfrm>
          <a:prstGeom prst="rect">
            <a:avLst/>
          </a:prstGeom>
        </p:spPr>
        <p:txBody>
          <a:bodyPr vert="horz" lIns="91440" tIns="45720" rIns="91440" bIns="45720" rtlCol="0" anchor="ctr"/>
          <a:lstStyle>
            <a:lvl1pPr algn="r">
              <a:defRPr sz="2000">
                <a:solidFill>
                  <a:schemeClr val="tx1">
                    <a:tint val="75000"/>
                  </a:schemeClr>
                </a:solidFill>
                <a:latin typeface="Neo Tech Std" panose="020B0504030504040204" pitchFamily="34" charset="0"/>
              </a:defRPr>
            </a:lvl1pPr>
          </a:lstStyle>
          <a:p>
            <a:fld id="{9A4417C4-43A3-444C-837D-103BA5C8224B}" type="slidenum">
              <a:rPr lang="en-US" smtClean="0"/>
              <a:pPr/>
              <a:t>‹#›</a:t>
            </a:fld>
            <a:endParaRPr lang="en-US"/>
          </a:p>
        </p:txBody>
      </p:sp>
      <p:pic>
        <p:nvPicPr>
          <p:cNvPr id="10" name="Picture 9">
            <a:extLst>
              <a:ext uri="{FF2B5EF4-FFF2-40B4-BE49-F238E27FC236}">
                <a16:creationId xmlns:a16="http://schemas.microsoft.com/office/drawing/2014/main" id="{92733F57-56FE-2AD7-0EB8-A65F73AC3AA4}"/>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44764" t="55302" r="45710" b="1985"/>
          <a:stretch/>
        </p:blipFill>
        <p:spPr>
          <a:xfrm>
            <a:off x="-736428" y="0"/>
            <a:ext cx="1413659" cy="13716000"/>
          </a:xfrm>
          <a:prstGeom prst="rect">
            <a:avLst/>
          </a:prstGeom>
        </p:spPr>
      </p:pic>
    </p:spTree>
    <p:custDataLst>
      <p:tags r:id="rId1"/>
    </p:custDataLst>
    <p:extLst>
      <p:ext uri="{BB962C8B-B14F-4D97-AF65-F5344CB8AC3E}">
        <p14:creationId xmlns:p14="http://schemas.microsoft.com/office/powerpoint/2010/main" val="982012467"/>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14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2" name="Text Placeholder 32">
            <a:extLst>
              <a:ext uri="{FF2B5EF4-FFF2-40B4-BE49-F238E27FC236}">
                <a16:creationId xmlns:a16="http://schemas.microsoft.com/office/drawing/2014/main" id="{BA5E7363-0EB6-093C-01BC-34F74B9A7AB1}"/>
              </a:ext>
            </a:extLst>
          </p:cNvPr>
          <p:cNvSpPr>
            <a:spLocks noGrp="1"/>
          </p:cNvSpPr>
          <p:nvPr>
            <p:ph type="body" sz="quarter" idx="24" hasCustomPrompt="1"/>
          </p:nvPr>
        </p:nvSpPr>
        <p:spPr>
          <a:xfrm>
            <a:off x="1427163" y="1355165"/>
            <a:ext cx="17103516" cy="1025946"/>
          </a:xfrm>
          <a:prstGeom prst="rect">
            <a:avLst/>
          </a:prstGeom>
        </p:spPr>
        <p:txBody>
          <a:bodyPr/>
          <a:lstStyle>
            <a:lvl1pPr>
              <a:spcBef>
                <a:spcPts val="0"/>
              </a:spcBef>
              <a:defRPr sz="6000" b="1">
                <a:solidFill>
                  <a:srgbClr val="FF6B00"/>
                </a:solidFill>
                <a:latin typeface="Neo Tech Std" panose="020B0504030504040204" pitchFamily="34" charset="0"/>
              </a:defRPr>
            </a:lvl1pPr>
          </a:lstStyle>
          <a:p>
            <a:pPr lvl="0"/>
            <a:r>
              <a:rPr lang="en-US"/>
              <a:t>Agenda</a:t>
            </a:r>
          </a:p>
        </p:txBody>
      </p:sp>
      <p:sp>
        <p:nvSpPr>
          <p:cNvPr id="65" name="Footer Placeholder 64">
            <a:extLst>
              <a:ext uri="{FF2B5EF4-FFF2-40B4-BE49-F238E27FC236}">
                <a16:creationId xmlns:a16="http://schemas.microsoft.com/office/drawing/2014/main" id="{415A0BE3-4A6B-732B-1FEE-2A90A61ECAB2}"/>
              </a:ext>
            </a:extLst>
          </p:cNvPr>
          <p:cNvSpPr>
            <a:spLocks noGrp="1"/>
          </p:cNvSpPr>
          <p:nvPr>
            <p:ph type="ftr" sz="quarter" idx="81"/>
          </p:nvPr>
        </p:nvSpPr>
        <p:spPr/>
        <p:txBody>
          <a:bodyPr/>
          <a:lstStyle/>
          <a:p>
            <a:r>
              <a:rPr lang="en-US"/>
              <a:t>2024 © Retail Consult - All rights reserved</a:t>
            </a:r>
          </a:p>
        </p:txBody>
      </p:sp>
      <p:sp>
        <p:nvSpPr>
          <p:cNvPr id="66" name="Slide Number Placeholder 65">
            <a:extLst>
              <a:ext uri="{FF2B5EF4-FFF2-40B4-BE49-F238E27FC236}">
                <a16:creationId xmlns:a16="http://schemas.microsoft.com/office/drawing/2014/main" id="{205E33B6-FB61-0AD5-0981-3D495937AFFB}"/>
              </a:ext>
            </a:extLst>
          </p:cNvPr>
          <p:cNvSpPr>
            <a:spLocks noGrp="1"/>
          </p:cNvSpPr>
          <p:nvPr>
            <p:ph type="sldNum" sz="quarter" idx="82"/>
          </p:nvPr>
        </p:nvSpPr>
        <p:spPr/>
        <p:txBody>
          <a:bodyPr/>
          <a:lstStyle/>
          <a:p>
            <a:fld id="{9A4417C4-43A3-444C-837D-103BA5C8224B}" type="slidenum">
              <a:rPr lang="en-US" smtClean="0"/>
              <a:pPr/>
              <a:t>‹#›</a:t>
            </a:fld>
            <a:endParaRPr lang="en-US"/>
          </a:p>
        </p:txBody>
      </p:sp>
      <p:sp>
        <p:nvSpPr>
          <p:cNvPr id="15" name="Text Placeholder 7">
            <a:extLst>
              <a:ext uri="{FF2B5EF4-FFF2-40B4-BE49-F238E27FC236}">
                <a16:creationId xmlns:a16="http://schemas.microsoft.com/office/drawing/2014/main" id="{17FFAAE8-E5EC-1CCA-24E4-CAAAB5EA2235}"/>
              </a:ext>
            </a:extLst>
          </p:cNvPr>
          <p:cNvSpPr>
            <a:spLocks noGrp="1"/>
          </p:cNvSpPr>
          <p:nvPr>
            <p:ph type="body" sz="quarter" idx="29"/>
          </p:nvPr>
        </p:nvSpPr>
        <p:spPr>
          <a:xfrm>
            <a:off x="1427163" y="2836985"/>
            <a:ext cx="22279606" cy="9519261"/>
          </a:xfrm>
          <a:prstGeom prst="rect">
            <a:avLst/>
          </a:prstGeom>
        </p:spPr>
        <p:txBody>
          <a:bodyPr/>
          <a:lstStyle>
            <a:lvl1pPr marL="228600" indent="-228600">
              <a:spcBef>
                <a:spcPts val="1200"/>
              </a:spcBef>
              <a:buClr>
                <a:srgbClr val="FF6B00"/>
              </a:buClr>
              <a:buFont typeface="Neo Tech Std" panose="020B0504030504040204" pitchFamily="34" charset="0"/>
              <a:buChar char="›"/>
              <a:defRPr sz="4000">
                <a:solidFill>
                  <a:srgbClr val="555559"/>
                </a:solidFill>
                <a:latin typeface="Neo Tech Std" panose="020B0504030504040204" pitchFamily="34" charset="0"/>
              </a:defRPr>
            </a:lvl1pPr>
            <a:lvl2pPr marL="685800" indent="-228600">
              <a:spcBef>
                <a:spcPts val="1200"/>
              </a:spcBef>
              <a:buClr>
                <a:srgbClr val="FF6B00"/>
              </a:buClr>
              <a:buFont typeface="Neo Tech Std" panose="020B0504030504040204" pitchFamily="34" charset="0"/>
              <a:buChar char="›"/>
              <a:defRPr sz="3600">
                <a:solidFill>
                  <a:srgbClr val="555559"/>
                </a:solidFill>
                <a:latin typeface="Neo Tech Std" panose="020B0504030504040204" pitchFamily="34" charset="0"/>
              </a:defRPr>
            </a:lvl2pPr>
            <a:lvl3pPr marL="1143000" indent="-228600">
              <a:spcBef>
                <a:spcPts val="1200"/>
              </a:spcBef>
              <a:buClr>
                <a:srgbClr val="FF6B00"/>
              </a:buClr>
              <a:buFont typeface="Neo Tech Std" panose="020B0504030504040204" pitchFamily="34" charset="0"/>
              <a:buChar char="›"/>
              <a:defRPr sz="3200">
                <a:solidFill>
                  <a:srgbClr val="555559"/>
                </a:solidFill>
              </a:defRPr>
            </a:lvl3pPr>
            <a:lvl4pPr marL="1600200" indent="-228600">
              <a:spcBef>
                <a:spcPts val="1200"/>
              </a:spcBef>
              <a:buClr>
                <a:srgbClr val="FF6B00"/>
              </a:buClr>
              <a:buFont typeface="Neo Tech Std" panose="020B0504030504040204" pitchFamily="34" charset="0"/>
              <a:buChar char="›"/>
              <a:defRPr sz="2800">
                <a:solidFill>
                  <a:srgbClr val="555559"/>
                </a:solidFill>
                <a:latin typeface="Neo Tech Std" panose="020B0504030504040204" pitchFamily="34" charset="0"/>
              </a:defRPr>
            </a:lvl4pPr>
            <a:lvl5pPr marL="2057400" indent="-228600">
              <a:spcBef>
                <a:spcPts val="1200"/>
              </a:spcBef>
              <a:buClr>
                <a:srgbClr val="FF6B00"/>
              </a:buClr>
              <a:buFont typeface="Neo Tech Std" panose="020B0504030504040204" pitchFamily="34" charset="0"/>
              <a:buChar char="›"/>
              <a:defRPr sz="2800">
                <a:solidFill>
                  <a:srgbClr val="555559"/>
                </a:solidFill>
                <a:latin typeface="Neo Tech Std" panose="020B050403050404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6E88FE1E-78B9-4A90-C347-A00058B7AB95}"/>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44764" t="55302" r="45710" b="1985"/>
          <a:stretch/>
        </p:blipFill>
        <p:spPr>
          <a:xfrm>
            <a:off x="-736428" y="0"/>
            <a:ext cx="1413659" cy="13716000"/>
          </a:xfrm>
          <a:prstGeom prst="rect">
            <a:avLst/>
          </a:prstGeom>
        </p:spPr>
      </p:pic>
    </p:spTree>
    <p:custDataLst>
      <p:tags r:id="rId1"/>
    </p:custDataLst>
    <p:extLst>
      <p:ext uri="{BB962C8B-B14F-4D97-AF65-F5344CB8AC3E}">
        <p14:creationId xmlns:p14="http://schemas.microsoft.com/office/powerpoint/2010/main" val="938876298"/>
      </p:ext>
    </p:extLst>
  </p:cSld>
  <p:clrMapOvr>
    <a:masterClrMapping/>
  </p:clrMapOvr>
  <p:transition spd="med"/>
  <p:extLst>
    <p:ext uri="{DCECCB84-F9BA-43D5-87BE-67443E8EF086}">
      <p15:sldGuideLst xmlns:p15="http://schemas.microsoft.com/office/powerpoint/2012/main">
        <p15:guide id="1" orient="horz" pos="4343" userDrawn="1">
          <p15:clr>
            <a:srgbClr val="FBAE40"/>
          </p15:clr>
        </p15:guide>
        <p15:guide id="2" pos="1398" userDrawn="1">
          <p15:clr>
            <a:srgbClr val="FBAE40"/>
          </p15:clr>
        </p15:guide>
        <p15:guide id="3" pos="15153" userDrawn="1">
          <p15:clr>
            <a:srgbClr val="FBAE40"/>
          </p15:clr>
        </p15:guide>
        <p15:guide id="4" orient="horz" pos="827"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Disclaimer">
    <p:spTree>
      <p:nvGrpSpPr>
        <p:cNvPr id="1" name=""/>
        <p:cNvGrpSpPr/>
        <p:nvPr/>
      </p:nvGrpSpPr>
      <p:grpSpPr>
        <a:xfrm>
          <a:off x="0" y="0"/>
          <a:ext cx="0" cy="0"/>
          <a:chOff x="0" y="0"/>
          <a:chExt cx="0" cy="0"/>
        </a:xfrm>
      </p:grpSpPr>
      <p:sp>
        <p:nvSpPr>
          <p:cNvPr id="2" name="Text Placeholder 32">
            <a:extLst>
              <a:ext uri="{FF2B5EF4-FFF2-40B4-BE49-F238E27FC236}">
                <a16:creationId xmlns:a16="http://schemas.microsoft.com/office/drawing/2014/main" id="{BA5E7363-0EB6-093C-01BC-34F74B9A7AB1}"/>
              </a:ext>
            </a:extLst>
          </p:cNvPr>
          <p:cNvSpPr>
            <a:spLocks noGrp="1"/>
          </p:cNvSpPr>
          <p:nvPr>
            <p:ph type="body" sz="quarter" idx="24" hasCustomPrompt="1"/>
          </p:nvPr>
        </p:nvSpPr>
        <p:spPr>
          <a:xfrm>
            <a:off x="1427163" y="1355165"/>
            <a:ext cx="17103516" cy="1025946"/>
          </a:xfrm>
          <a:prstGeom prst="rect">
            <a:avLst/>
          </a:prstGeom>
        </p:spPr>
        <p:txBody>
          <a:bodyPr/>
          <a:lstStyle>
            <a:lvl1pPr>
              <a:spcBef>
                <a:spcPts val="0"/>
              </a:spcBef>
              <a:defRPr sz="6000" b="1">
                <a:solidFill>
                  <a:srgbClr val="FF6B00"/>
                </a:solidFill>
                <a:latin typeface="Neo Tech Std" panose="020B0504030504040204" pitchFamily="34" charset="0"/>
              </a:defRPr>
            </a:lvl1pPr>
          </a:lstStyle>
          <a:p>
            <a:pPr lvl="0"/>
            <a:r>
              <a:rPr lang="en-US"/>
              <a:t>Disclaimer</a:t>
            </a:r>
          </a:p>
        </p:txBody>
      </p:sp>
      <p:sp>
        <p:nvSpPr>
          <p:cNvPr id="65" name="Footer Placeholder 64">
            <a:extLst>
              <a:ext uri="{FF2B5EF4-FFF2-40B4-BE49-F238E27FC236}">
                <a16:creationId xmlns:a16="http://schemas.microsoft.com/office/drawing/2014/main" id="{415A0BE3-4A6B-732B-1FEE-2A90A61ECAB2}"/>
              </a:ext>
            </a:extLst>
          </p:cNvPr>
          <p:cNvSpPr>
            <a:spLocks noGrp="1"/>
          </p:cNvSpPr>
          <p:nvPr>
            <p:ph type="ftr" sz="quarter" idx="81"/>
          </p:nvPr>
        </p:nvSpPr>
        <p:spPr/>
        <p:txBody>
          <a:bodyPr/>
          <a:lstStyle/>
          <a:p>
            <a:r>
              <a:rPr lang="en-US"/>
              <a:t>2024 © Retail Consult - All rights reserved</a:t>
            </a:r>
          </a:p>
        </p:txBody>
      </p:sp>
      <p:sp>
        <p:nvSpPr>
          <p:cNvPr id="66" name="Slide Number Placeholder 65">
            <a:extLst>
              <a:ext uri="{FF2B5EF4-FFF2-40B4-BE49-F238E27FC236}">
                <a16:creationId xmlns:a16="http://schemas.microsoft.com/office/drawing/2014/main" id="{205E33B6-FB61-0AD5-0981-3D495937AFFB}"/>
              </a:ext>
            </a:extLst>
          </p:cNvPr>
          <p:cNvSpPr>
            <a:spLocks noGrp="1"/>
          </p:cNvSpPr>
          <p:nvPr>
            <p:ph type="sldNum" sz="quarter" idx="82"/>
          </p:nvPr>
        </p:nvSpPr>
        <p:spPr/>
        <p:txBody>
          <a:bodyPr/>
          <a:lstStyle/>
          <a:p>
            <a:fld id="{9A4417C4-43A3-444C-837D-103BA5C8224B}" type="slidenum">
              <a:rPr lang="en-US" smtClean="0"/>
              <a:pPr/>
              <a:t>‹#›</a:t>
            </a:fld>
            <a:endParaRPr lang="en-US"/>
          </a:p>
        </p:txBody>
      </p:sp>
      <p:pic>
        <p:nvPicPr>
          <p:cNvPr id="3" name="Picture 2">
            <a:extLst>
              <a:ext uri="{FF2B5EF4-FFF2-40B4-BE49-F238E27FC236}">
                <a16:creationId xmlns:a16="http://schemas.microsoft.com/office/drawing/2014/main" id="{6E88FE1E-78B9-4A90-C347-A00058B7AB95}"/>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44764" t="55302" r="45710" b="1985"/>
          <a:stretch/>
        </p:blipFill>
        <p:spPr>
          <a:xfrm>
            <a:off x="-736428" y="0"/>
            <a:ext cx="1413659" cy="13716000"/>
          </a:xfrm>
          <a:prstGeom prst="rect">
            <a:avLst/>
          </a:prstGeom>
        </p:spPr>
      </p:pic>
    </p:spTree>
    <p:custDataLst>
      <p:tags r:id="rId1"/>
    </p:custDataLst>
    <p:extLst>
      <p:ext uri="{BB962C8B-B14F-4D97-AF65-F5344CB8AC3E}">
        <p14:creationId xmlns:p14="http://schemas.microsoft.com/office/powerpoint/2010/main" val="460722145"/>
      </p:ext>
    </p:extLst>
  </p:cSld>
  <p:clrMapOvr>
    <a:masterClrMapping/>
  </p:clrMapOvr>
  <p:transition spd="med"/>
  <p:extLst>
    <p:ext uri="{DCECCB84-F9BA-43D5-87BE-67443E8EF086}">
      <p15:sldGuideLst xmlns:p15="http://schemas.microsoft.com/office/powerpoint/2012/main">
        <p15:guide id="1" orient="horz" pos="4343" userDrawn="1">
          <p15:clr>
            <a:srgbClr val="FBAE40"/>
          </p15:clr>
        </p15:guide>
        <p15:guide id="2" pos="1398" userDrawn="1">
          <p15:clr>
            <a:srgbClr val="FBAE40"/>
          </p15:clr>
        </p15:guide>
        <p15:guide id="3" pos="15153" userDrawn="1">
          <p15:clr>
            <a:srgbClr val="FBAE40"/>
          </p15:clr>
        </p15:guide>
        <p15:guide id="4" orient="horz" pos="827"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Plain_Slide_2Columns_of_Text">
    <p:spTree>
      <p:nvGrpSpPr>
        <p:cNvPr id="1" name=""/>
        <p:cNvGrpSpPr/>
        <p:nvPr/>
      </p:nvGrpSpPr>
      <p:grpSpPr>
        <a:xfrm>
          <a:off x="0" y="0"/>
          <a:ext cx="0" cy="0"/>
          <a:chOff x="0" y="0"/>
          <a:chExt cx="0" cy="0"/>
        </a:xfrm>
      </p:grpSpPr>
      <p:sp>
        <p:nvSpPr>
          <p:cNvPr id="6" name="Text Placeholder 32">
            <a:extLst>
              <a:ext uri="{FF2B5EF4-FFF2-40B4-BE49-F238E27FC236}">
                <a16:creationId xmlns:a16="http://schemas.microsoft.com/office/drawing/2014/main" id="{6F0630AE-7625-5EFA-AD98-ECA6C0D7D1FC}"/>
              </a:ext>
            </a:extLst>
          </p:cNvPr>
          <p:cNvSpPr>
            <a:spLocks noGrp="1"/>
          </p:cNvSpPr>
          <p:nvPr>
            <p:ph type="body" sz="quarter" idx="24" hasCustomPrompt="1"/>
          </p:nvPr>
        </p:nvSpPr>
        <p:spPr>
          <a:xfrm>
            <a:off x="1427163" y="1359755"/>
            <a:ext cx="17103516" cy="1025946"/>
          </a:xfrm>
          <a:prstGeom prst="rect">
            <a:avLst/>
          </a:prstGeom>
        </p:spPr>
        <p:txBody>
          <a:bodyPr/>
          <a:lstStyle>
            <a:lvl1pPr>
              <a:spcBef>
                <a:spcPts val="0"/>
              </a:spcBef>
              <a:defRPr sz="6000" b="1">
                <a:solidFill>
                  <a:srgbClr val="FF6B00"/>
                </a:solidFill>
                <a:latin typeface="Neo Tech Std" panose="020B0504030504040204" pitchFamily="34" charset="0"/>
              </a:defRPr>
            </a:lvl1pPr>
          </a:lstStyle>
          <a:p>
            <a:pPr lvl="0"/>
            <a:r>
              <a:rPr lang="en-US"/>
              <a:t>Click to add title here</a:t>
            </a:r>
          </a:p>
        </p:txBody>
      </p:sp>
      <p:sp>
        <p:nvSpPr>
          <p:cNvPr id="7" name="Text Placeholder 34">
            <a:extLst>
              <a:ext uri="{FF2B5EF4-FFF2-40B4-BE49-F238E27FC236}">
                <a16:creationId xmlns:a16="http://schemas.microsoft.com/office/drawing/2014/main" id="{41A8F1E3-EC06-3BE1-97BF-FCA44F785223}"/>
              </a:ext>
            </a:extLst>
          </p:cNvPr>
          <p:cNvSpPr>
            <a:spLocks noGrp="1"/>
          </p:cNvSpPr>
          <p:nvPr>
            <p:ph type="body" sz="quarter" idx="25" hasCustomPrompt="1"/>
          </p:nvPr>
        </p:nvSpPr>
        <p:spPr>
          <a:xfrm>
            <a:off x="1427163" y="2385701"/>
            <a:ext cx="18391140" cy="844550"/>
          </a:xfrm>
          <a:prstGeom prst="rect">
            <a:avLst/>
          </a:prstGeom>
        </p:spPr>
        <p:txBody>
          <a:bodyPr/>
          <a:lstStyle>
            <a:lvl1pPr>
              <a:spcBef>
                <a:spcPts val="0"/>
              </a:spcBef>
              <a:defRPr sz="3600">
                <a:solidFill>
                  <a:srgbClr val="555559"/>
                </a:solidFill>
              </a:defRPr>
            </a:lvl1pPr>
          </a:lstStyle>
          <a:p>
            <a:pPr lvl="0"/>
            <a:r>
              <a:rPr lang="en-US"/>
              <a:t>Your subtitle</a:t>
            </a:r>
          </a:p>
        </p:txBody>
      </p:sp>
      <p:sp>
        <p:nvSpPr>
          <p:cNvPr id="14" name="Text Placeholder 7">
            <a:extLst>
              <a:ext uri="{FF2B5EF4-FFF2-40B4-BE49-F238E27FC236}">
                <a16:creationId xmlns:a16="http://schemas.microsoft.com/office/drawing/2014/main" id="{4D957FC0-B915-9DB2-0BF1-85BEC447F5EA}"/>
              </a:ext>
            </a:extLst>
          </p:cNvPr>
          <p:cNvSpPr>
            <a:spLocks noGrp="1"/>
          </p:cNvSpPr>
          <p:nvPr>
            <p:ph type="body" sz="quarter" idx="29"/>
          </p:nvPr>
        </p:nvSpPr>
        <p:spPr>
          <a:xfrm>
            <a:off x="1427163" y="3617342"/>
            <a:ext cx="10949797" cy="8738904"/>
          </a:xfrm>
          <a:prstGeom prst="rect">
            <a:avLst/>
          </a:prstGeom>
        </p:spPr>
        <p:txBody>
          <a:bodyPr/>
          <a:lstStyle>
            <a:lvl1pPr marL="228600" indent="-228600">
              <a:spcBef>
                <a:spcPts val="1200"/>
              </a:spcBef>
              <a:buClr>
                <a:srgbClr val="FF6B00"/>
              </a:buClr>
              <a:buFont typeface="Neo Tech Std" panose="020B0504030504040204" pitchFamily="34" charset="0"/>
              <a:buChar char="›"/>
              <a:defRPr sz="3200">
                <a:solidFill>
                  <a:srgbClr val="555559"/>
                </a:solidFill>
                <a:latin typeface="Neo Tech Std" panose="020B0504030504040204" pitchFamily="34" charset="0"/>
              </a:defRPr>
            </a:lvl1pPr>
            <a:lvl2pPr marL="685800" indent="-228600">
              <a:spcBef>
                <a:spcPts val="1200"/>
              </a:spcBef>
              <a:buClr>
                <a:srgbClr val="FF6B00"/>
              </a:buClr>
              <a:buFont typeface="Neo Tech Std" panose="020B0504030504040204" pitchFamily="34" charset="0"/>
              <a:buChar char="›"/>
              <a:defRPr sz="2800">
                <a:solidFill>
                  <a:srgbClr val="555559"/>
                </a:solidFill>
                <a:latin typeface="Neo Tech Std" panose="020B0504030504040204" pitchFamily="34" charset="0"/>
              </a:defRPr>
            </a:lvl2pPr>
            <a:lvl3pPr marL="1143000" indent="-228600">
              <a:spcBef>
                <a:spcPts val="1200"/>
              </a:spcBef>
              <a:buClr>
                <a:srgbClr val="FF6B00"/>
              </a:buClr>
              <a:buFont typeface="Neo Tech Std" panose="020B0504030504040204" pitchFamily="34" charset="0"/>
              <a:buChar char="›"/>
              <a:defRPr sz="2400">
                <a:solidFill>
                  <a:srgbClr val="555559"/>
                </a:solidFill>
              </a:defRPr>
            </a:lvl3pPr>
            <a:lvl4pPr marL="1600200" indent="-228600">
              <a:spcBef>
                <a:spcPts val="1200"/>
              </a:spcBef>
              <a:buClr>
                <a:srgbClr val="FF6B00"/>
              </a:buClr>
              <a:buFont typeface="Neo Tech Std" panose="020B0504030504040204" pitchFamily="34" charset="0"/>
              <a:buChar char="›"/>
              <a:defRPr>
                <a:solidFill>
                  <a:srgbClr val="555559"/>
                </a:solidFill>
                <a:latin typeface="Neo Tech Std" panose="020B0504030504040204" pitchFamily="34" charset="0"/>
              </a:defRPr>
            </a:lvl4pPr>
            <a:lvl5pPr marL="2057400" indent="-228600">
              <a:spcBef>
                <a:spcPts val="1200"/>
              </a:spcBef>
              <a:buClr>
                <a:srgbClr val="FF6B00"/>
              </a:buClr>
              <a:buFont typeface="Neo Tech Std" panose="020B0504030504040204" pitchFamily="34" charset="0"/>
              <a:buChar char="›"/>
              <a:defRPr sz="2000">
                <a:solidFill>
                  <a:srgbClr val="555559"/>
                </a:solidFill>
                <a:latin typeface="Neo Tech Std" panose="020B050403050404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7">
            <a:extLst>
              <a:ext uri="{FF2B5EF4-FFF2-40B4-BE49-F238E27FC236}">
                <a16:creationId xmlns:a16="http://schemas.microsoft.com/office/drawing/2014/main" id="{A29113E4-8382-08FA-F84F-5D1F7F16D017}"/>
              </a:ext>
            </a:extLst>
          </p:cNvPr>
          <p:cNvSpPr>
            <a:spLocks noGrp="1"/>
          </p:cNvSpPr>
          <p:nvPr>
            <p:ph type="body" sz="quarter" idx="30"/>
          </p:nvPr>
        </p:nvSpPr>
        <p:spPr>
          <a:xfrm>
            <a:off x="12764278" y="3617342"/>
            <a:ext cx="10949797" cy="8738904"/>
          </a:xfrm>
          <a:prstGeom prst="rect">
            <a:avLst/>
          </a:prstGeom>
        </p:spPr>
        <p:txBody>
          <a:bodyPr/>
          <a:lstStyle>
            <a:lvl1pPr marL="228600" indent="-228600">
              <a:spcBef>
                <a:spcPts val="1200"/>
              </a:spcBef>
              <a:buClr>
                <a:srgbClr val="FF6B00"/>
              </a:buClr>
              <a:buFont typeface="Neo Tech Std" panose="020B0504030504040204" pitchFamily="34" charset="0"/>
              <a:buChar char="›"/>
              <a:defRPr sz="3200">
                <a:solidFill>
                  <a:srgbClr val="555559"/>
                </a:solidFill>
                <a:latin typeface="Neo Tech Std" panose="020B0504030504040204" pitchFamily="34" charset="0"/>
              </a:defRPr>
            </a:lvl1pPr>
            <a:lvl2pPr marL="685800" indent="-228600">
              <a:spcBef>
                <a:spcPts val="1200"/>
              </a:spcBef>
              <a:buClr>
                <a:srgbClr val="FF6B00"/>
              </a:buClr>
              <a:buFont typeface="Neo Tech Std" panose="020B0504030504040204" pitchFamily="34" charset="0"/>
              <a:buChar char="›"/>
              <a:defRPr sz="2800">
                <a:solidFill>
                  <a:srgbClr val="555559"/>
                </a:solidFill>
                <a:latin typeface="Neo Tech Std" panose="020B0504030504040204" pitchFamily="34" charset="0"/>
              </a:defRPr>
            </a:lvl2pPr>
            <a:lvl3pPr marL="1143000" indent="-228600">
              <a:spcBef>
                <a:spcPts val="1200"/>
              </a:spcBef>
              <a:buClr>
                <a:srgbClr val="FF6B00"/>
              </a:buClr>
              <a:buFont typeface="Neo Tech Std" panose="020B0504030504040204" pitchFamily="34" charset="0"/>
              <a:buChar char="›"/>
              <a:defRPr sz="2400">
                <a:solidFill>
                  <a:srgbClr val="555559"/>
                </a:solidFill>
              </a:defRPr>
            </a:lvl3pPr>
            <a:lvl4pPr marL="1600200" indent="-228600">
              <a:spcBef>
                <a:spcPts val="1200"/>
              </a:spcBef>
              <a:buClr>
                <a:srgbClr val="FF6B00"/>
              </a:buClr>
              <a:buFont typeface="Neo Tech Std" panose="020B0504030504040204" pitchFamily="34" charset="0"/>
              <a:buChar char="›"/>
              <a:defRPr>
                <a:solidFill>
                  <a:srgbClr val="555559"/>
                </a:solidFill>
                <a:latin typeface="Neo Tech Std" panose="020B0504030504040204" pitchFamily="34" charset="0"/>
              </a:defRPr>
            </a:lvl4pPr>
            <a:lvl5pPr marL="2057400" indent="-228600">
              <a:spcBef>
                <a:spcPts val="1200"/>
              </a:spcBef>
              <a:buClr>
                <a:srgbClr val="FF6B00"/>
              </a:buClr>
              <a:buFont typeface="Neo Tech Std" panose="020B0504030504040204" pitchFamily="34" charset="0"/>
              <a:buChar char="›"/>
              <a:defRPr sz="2000">
                <a:solidFill>
                  <a:srgbClr val="555559"/>
                </a:solidFill>
                <a:latin typeface="Neo Tech Std" panose="020B050403050404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Footer Placeholder 15">
            <a:extLst>
              <a:ext uri="{FF2B5EF4-FFF2-40B4-BE49-F238E27FC236}">
                <a16:creationId xmlns:a16="http://schemas.microsoft.com/office/drawing/2014/main" id="{CF19264E-4109-C6B5-CDF7-96F5CA76FDDF}"/>
              </a:ext>
            </a:extLst>
          </p:cNvPr>
          <p:cNvSpPr>
            <a:spLocks noGrp="1"/>
          </p:cNvSpPr>
          <p:nvPr>
            <p:ph type="ftr" sz="quarter" idx="31"/>
          </p:nvPr>
        </p:nvSpPr>
        <p:spPr/>
        <p:txBody>
          <a:bodyPr/>
          <a:lstStyle/>
          <a:p>
            <a:r>
              <a:rPr lang="en-US"/>
              <a:t>2024 © Retail Consult - All rights reserved</a:t>
            </a:r>
          </a:p>
        </p:txBody>
      </p:sp>
      <p:sp>
        <p:nvSpPr>
          <p:cNvPr id="17" name="Slide Number Placeholder 16">
            <a:extLst>
              <a:ext uri="{FF2B5EF4-FFF2-40B4-BE49-F238E27FC236}">
                <a16:creationId xmlns:a16="http://schemas.microsoft.com/office/drawing/2014/main" id="{D38C28D8-1603-5A03-4B3B-78C9186C9FA3}"/>
              </a:ext>
            </a:extLst>
          </p:cNvPr>
          <p:cNvSpPr>
            <a:spLocks noGrp="1"/>
          </p:cNvSpPr>
          <p:nvPr>
            <p:ph type="sldNum" sz="quarter" idx="32"/>
          </p:nvPr>
        </p:nvSpPr>
        <p:spPr/>
        <p:txBody>
          <a:bodyPr/>
          <a:lstStyle/>
          <a:p>
            <a:fld id="{9A4417C4-43A3-444C-837D-103BA5C8224B}" type="slidenum">
              <a:rPr lang="en-US" smtClean="0"/>
              <a:pPr/>
              <a:t>‹#›</a:t>
            </a:fld>
            <a:endParaRPr lang="en-US"/>
          </a:p>
        </p:txBody>
      </p:sp>
      <p:pic>
        <p:nvPicPr>
          <p:cNvPr id="2" name="Picture 1">
            <a:extLst>
              <a:ext uri="{FF2B5EF4-FFF2-40B4-BE49-F238E27FC236}">
                <a16:creationId xmlns:a16="http://schemas.microsoft.com/office/drawing/2014/main" id="{41C05E82-300F-C41D-6CC7-3F949535CC8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44764" t="55302" r="45710" b="1985"/>
          <a:stretch/>
        </p:blipFill>
        <p:spPr>
          <a:xfrm>
            <a:off x="-736428" y="0"/>
            <a:ext cx="1413659" cy="13716000"/>
          </a:xfrm>
          <a:prstGeom prst="rect">
            <a:avLst/>
          </a:prstGeom>
        </p:spPr>
      </p:pic>
    </p:spTree>
    <p:custDataLst>
      <p:tags r:id="rId1"/>
    </p:custDataLst>
    <p:extLst>
      <p:ext uri="{BB962C8B-B14F-4D97-AF65-F5344CB8AC3E}">
        <p14:creationId xmlns:p14="http://schemas.microsoft.com/office/powerpoint/2010/main" val="351618821"/>
      </p:ext>
    </p:extLst>
  </p:cSld>
  <p:clrMapOvr>
    <a:masterClrMapping/>
  </p:clrMapOvr>
  <p:transition spd="med"/>
  <p:extLst>
    <p:ext uri="{DCECCB84-F9BA-43D5-87BE-67443E8EF086}">
      <p15:sldGuideLst xmlns:p15="http://schemas.microsoft.com/office/powerpoint/2012/main">
        <p15:guide id="1" orient="horz" pos="827" userDrawn="1">
          <p15:clr>
            <a:srgbClr val="FBAE40"/>
          </p15:clr>
        </p15:guide>
        <p15:guide id="2" pos="1493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Plain_Slide_Picture + Text">
    <p:spTree>
      <p:nvGrpSpPr>
        <p:cNvPr id="1" name=""/>
        <p:cNvGrpSpPr/>
        <p:nvPr/>
      </p:nvGrpSpPr>
      <p:grpSpPr>
        <a:xfrm>
          <a:off x="0" y="0"/>
          <a:ext cx="0" cy="0"/>
          <a:chOff x="0" y="0"/>
          <a:chExt cx="0" cy="0"/>
        </a:xfrm>
      </p:grpSpPr>
      <p:sp>
        <p:nvSpPr>
          <p:cNvPr id="9" name="Picture Placeholder 3"/>
          <p:cNvSpPr>
            <a:spLocks noGrp="1"/>
          </p:cNvSpPr>
          <p:nvPr>
            <p:ph type="pic" sz="quarter" idx="11" hasCustomPrompt="1"/>
          </p:nvPr>
        </p:nvSpPr>
        <p:spPr>
          <a:xfrm>
            <a:off x="1427163" y="3570449"/>
            <a:ext cx="10942491" cy="8644997"/>
          </a:xfrm>
          <a:prstGeom prst="rect">
            <a:avLst/>
          </a:prstGeom>
        </p:spPr>
        <p:txBody>
          <a:bodyPr/>
          <a:lstStyle>
            <a:lvl1pPr>
              <a:defRPr>
                <a:solidFill>
                  <a:srgbClr val="555559"/>
                </a:solidFill>
              </a:defRPr>
            </a:lvl1pPr>
          </a:lstStyle>
          <a:p>
            <a:r>
              <a:rPr lang="en-US"/>
              <a:t>Click on icon to add picture</a:t>
            </a:r>
          </a:p>
        </p:txBody>
      </p:sp>
      <p:sp>
        <p:nvSpPr>
          <p:cNvPr id="14" name="Text Placeholder 32">
            <a:extLst>
              <a:ext uri="{FF2B5EF4-FFF2-40B4-BE49-F238E27FC236}">
                <a16:creationId xmlns:a16="http://schemas.microsoft.com/office/drawing/2014/main" id="{9EEFD9EE-413E-4933-72D5-349A7FFFD0F6}"/>
              </a:ext>
            </a:extLst>
          </p:cNvPr>
          <p:cNvSpPr>
            <a:spLocks noGrp="1"/>
          </p:cNvSpPr>
          <p:nvPr>
            <p:ph type="body" sz="quarter" idx="24" hasCustomPrompt="1"/>
          </p:nvPr>
        </p:nvSpPr>
        <p:spPr>
          <a:xfrm>
            <a:off x="1427163" y="1312863"/>
            <a:ext cx="17103516" cy="1025946"/>
          </a:xfrm>
          <a:prstGeom prst="rect">
            <a:avLst/>
          </a:prstGeom>
        </p:spPr>
        <p:txBody>
          <a:bodyPr/>
          <a:lstStyle>
            <a:lvl1pPr>
              <a:spcBef>
                <a:spcPts val="0"/>
              </a:spcBef>
              <a:defRPr sz="6000" b="1">
                <a:solidFill>
                  <a:srgbClr val="FF6B00"/>
                </a:solidFill>
                <a:latin typeface="Neo Tech Std" panose="020B0504030504040204" pitchFamily="34" charset="0"/>
              </a:defRPr>
            </a:lvl1pPr>
          </a:lstStyle>
          <a:p>
            <a:pPr lvl="0"/>
            <a:r>
              <a:rPr lang="en-US"/>
              <a:t>Click to add title here</a:t>
            </a:r>
          </a:p>
        </p:txBody>
      </p:sp>
      <p:sp>
        <p:nvSpPr>
          <p:cNvPr id="15" name="Text Placeholder 34">
            <a:extLst>
              <a:ext uri="{FF2B5EF4-FFF2-40B4-BE49-F238E27FC236}">
                <a16:creationId xmlns:a16="http://schemas.microsoft.com/office/drawing/2014/main" id="{C77C7D1C-C1A7-ED21-1829-C85F18FEACFA}"/>
              </a:ext>
            </a:extLst>
          </p:cNvPr>
          <p:cNvSpPr>
            <a:spLocks noGrp="1"/>
          </p:cNvSpPr>
          <p:nvPr>
            <p:ph type="body" sz="quarter" idx="25" hasCustomPrompt="1"/>
          </p:nvPr>
        </p:nvSpPr>
        <p:spPr>
          <a:xfrm>
            <a:off x="1427163" y="2338809"/>
            <a:ext cx="18391140" cy="844550"/>
          </a:xfrm>
          <a:prstGeom prst="rect">
            <a:avLst/>
          </a:prstGeom>
        </p:spPr>
        <p:txBody>
          <a:bodyPr/>
          <a:lstStyle>
            <a:lvl1pPr>
              <a:spcBef>
                <a:spcPts val="0"/>
              </a:spcBef>
              <a:defRPr sz="3600">
                <a:solidFill>
                  <a:srgbClr val="555559"/>
                </a:solidFill>
              </a:defRPr>
            </a:lvl1pPr>
          </a:lstStyle>
          <a:p>
            <a:pPr lvl="0"/>
            <a:r>
              <a:rPr lang="en-US"/>
              <a:t>Your subtitle</a:t>
            </a:r>
          </a:p>
        </p:txBody>
      </p:sp>
      <p:sp>
        <p:nvSpPr>
          <p:cNvPr id="16" name="Footer Placeholder 15">
            <a:extLst>
              <a:ext uri="{FF2B5EF4-FFF2-40B4-BE49-F238E27FC236}">
                <a16:creationId xmlns:a16="http://schemas.microsoft.com/office/drawing/2014/main" id="{705DAA6F-5650-7695-66F6-04A56A3CAE07}"/>
              </a:ext>
            </a:extLst>
          </p:cNvPr>
          <p:cNvSpPr>
            <a:spLocks noGrp="1"/>
          </p:cNvSpPr>
          <p:nvPr>
            <p:ph type="ftr" sz="quarter" idx="26"/>
          </p:nvPr>
        </p:nvSpPr>
        <p:spPr/>
        <p:txBody>
          <a:bodyPr/>
          <a:lstStyle/>
          <a:p>
            <a:r>
              <a:rPr lang="en-US"/>
              <a:t>2024 © Retail Consult - All rights reserved</a:t>
            </a:r>
          </a:p>
        </p:txBody>
      </p:sp>
      <p:sp>
        <p:nvSpPr>
          <p:cNvPr id="17" name="Slide Number Placeholder 16">
            <a:extLst>
              <a:ext uri="{FF2B5EF4-FFF2-40B4-BE49-F238E27FC236}">
                <a16:creationId xmlns:a16="http://schemas.microsoft.com/office/drawing/2014/main" id="{DB46550C-957F-DC9B-F8B6-E65F26ACF633}"/>
              </a:ext>
            </a:extLst>
          </p:cNvPr>
          <p:cNvSpPr>
            <a:spLocks noGrp="1"/>
          </p:cNvSpPr>
          <p:nvPr>
            <p:ph type="sldNum" sz="quarter" idx="27"/>
          </p:nvPr>
        </p:nvSpPr>
        <p:spPr/>
        <p:txBody>
          <a:bodyPr/>
          <a:lstStyle/>
          <a:p>
            <a:fld id="{9A4417C4-43A3-444C-837D-103BA5C8224B}" type="slidenum">
              <a:rPr lang="en-US" smtClean="0"/>
              <a:pPr/>
              <a:t>‹#›</a:t>
            </a:fld>
            <a:endParaRPr lang="en-US"/>
          </a:p>
        </p:txBody>
      </p:sp>
      <p:sp>
        <p:nvSpPr>
          <p:cNvPr id="18" name="Text Placeholder 7">
            <a:extLst>
              <a:ext uri="{FF2B5EF4-FFF2-40B4-BE49-F238E27FC236}">
                <a16:creationId xmlns:a16="http://schemas.microsoft.com/office/drawing/2014/main" id="{974EB981-964B-6226-4C46-6F0FAB8DA5CF}"/>
              </a:ext>
            </a:extLst>
          </p:cNvPr>
          <p:cNvSpPr>
            <a:spLocks noGrp="1"/>
          </p:cNvSpPr>
          <p:nvPr>
            <p:ph type="body" sz="quarter" idx="28"/>
          </p:nvPr>
        </p:nvSpPr>
        <p:spPr>
          <a:xfrm>
            <a:off x="12764277" y="3570449"/>
            <a:ext cx="10942491" cy="8644997"/>
          </a:xfrm>
          <a:prstGeom prst="rect">
            <a:avLst/>
          </a:prstGeom>
        </p:spPr>
        <p:txBody>
          <a:bodyPr/>
          <a:lstStyle>
            <a:lvl1pPr marL="228600" indent="-228600">
              <a:spcBef>
                <a:spcPts val="1200"/>
              </a:spcBef>
              <a:buClr>
                <a:srgbClr val="FF6B00"/>
              </a:buClr>
              <a:buFont typeface="Neo Tech Std" panose="020B0504030504040204" pitchFamily="34" charset="0"/>
              <a:buChar char="›"/>
              <a:defRPr sz="3200">
                <a:solidFill>
                  <a:srgbClr val="555559"/>
                </a:solidFill>
                <a:latin typeface="Neo Tech Std" panose="020B0504030504040204" pitchFamily="34" charset="0"/>
              </a:defRPr>
            </a:lvl1pPr>
            <a:lvl2pPr marL="685800" indent="-228600">
              <a:spcBef>
                <a:spcPts val="1200"/>
              </a:spcBef>
              <a:buClr>
                <a:srgbClr val="FF6B00"/>
              </a:buClr>
              <a:buFont typeface="Neo Tech Std" panose="020B0504030504040204" pitchFamily="34" charset="0"/>
              <a:buChar char="›"/>
              <a:defRPr sz="2800">
                <a:solidFill>
                  <a:srgbClr val="555559"/>
                </a:solidFill>
                <a:latin typeface="Neo Tech Std" panose="020B0504030504040204" pitchFamily="34" charset="0"/>
              </a:defRPr>
            </a:lvl2pPr>
            <a:lvl3pPr marL="1143000" indent="-228600">
              <a:spcBef>
                <a:spcPts val="1200"/>
              </a:spcBef>
              <a:buClr>
                <a:srgbClr val="FF6B00"/>
              </a:buClr>
              <a:buFont typeface="Neo Tech Std" panose="020B0504030504040204" pitchFamily="34" charset="0"/>
              <a:buChar char="›"/>
              <a:defRPr sz="2400">
                <a:solidFill>
                  <a:srgbClr val="555559"/>
                </a:solidFill>
              </a:defRPr>
            </a:lvl3pPr>
            <a:lvl4pPr marL="1600200" indent="-228600">
              <a:spcBef>
                <a:spcPts val="1200"/>
              </a:spcBef>
              <a:buClr>
                <a:srgbClr val="FF6B00"/>
              </a:buClr>
              <a:buFont typeface="Neo Tech Std" panose="020B0504030504040204" pitchFamily="34" charset="0"/>
              <a:buChar char="›"/>
              <a:defRPr>
                <a:solidFill>
                  <a:srgbClr val="555559"/>
                </a:solidFill>
                <a:latin typeface="Neo Tech Std" panose="020B0504030504040204" pitchFamily="34" charset="0"/>
              </a:defRPr>
            </a:lvl4pPr>
            <a:lvl5pPr marL="2057400" indent="-228600">
              <a:spcBef>
                <a:spcPts val="1200"/>
              </a:spcBef>
              <a:buClr>
                <a:srgbClr val="FF6B00"/>
              </a:buClr>
              <a:buFont typeface="Neo Tech Std" panose="020B0504030504040204" pitchFamily="34" charset="0"/>
              <a:buChar char="›"/>
              <a:defRPr sz="2000">
                <a:solidFill>
                  <a:srgbClr val="555559"/>
                </a:solidFill>
                <a:latin typeface="Neo Tech Std" panose="020B050403050404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B647E51F-8D4B-A47A-02D0-478417C86445}"/>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44764" t="55302" r="45710" b="1985"/>
          <a:stretch/>
        </p:blipFill>
        <p:spPr>
          <a:xfrm>
            <a:off x="-736428" y="0"/>
            <a:ext cx="1413659" cy="13716000"/>
          </a:xfrm>
          <a:prstGeom prst="rect">
            <a:avLst/>
          </a:prstGeom>
        </p:spPr>
      </p:pic>
    </p:spTree>
    <p:custDataLst>
      <p:tags r:id="rId1"/>
    </p:custDataLst>
    <p:extLst>
      <p:ext uri="{BB962C8B-B14F-4D97-AF65-F5344CB8AC3E}">
        <p14:creationId xmlns:p14="http://schemas.microsoft.com/office/powerpoint/2010/main" val="2145710817"/>
      </p:ext>
    </p:extLst>
  </p:cSld>
  <p:clrMapOvr>
    <a:masterClrMapping/>
  </p:clrMapOvr>
  <p:transition spd="med"/>
  <p:extLst>
    <p:ext uri="{DCECCB84-F9BA-43D5-87BE-67443E8EF086}">
      <p15:sldGuideLst xmlns:p15="http://schemas.microsoft.com/office/powerpoint/2012/main">
        <p15:guide id="1" orient="horz" pos="827" userDrawn="1">
          <p15:clr>
            <a:srgbClr val="FBAE40"/>
          </p15:clr>
        </p15:guide>
        <p15:guide id="2" pos="7657" userDrawn="1">
          <p15:clr>
            <a:srgbClr val="FBAE40"/>
          </p15:clr>
        </p15:guide>
        <p15:guide id="3" pos="1493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Plain_Slide_2Text+Picture+Chart">
    <p:spTree>
      <p:nvGrpSpPr>
        <p:cNvPr id="1" name=""/>
        <p:cNvGrpSpPr/>
        <p:nvPr/>
      </p:nvGrpSpPr>
      <p:grpSpPr>
        <a:xfrm>
          <a:off x="0" y="0"/>
          <a:ext cx="0" cy="0"/>
          <a:chOff x="0" y="0"/>
          <a:chExt cx="0" cy="0"/>
        </a:xfrm>
      </p:grpSpPr>
      <p:sp>
        <p:nvSpPr>
          <p:cNvPr id="11" name="Chart Placeholder 10"/>
          <p:cNvSpPr>
            <a:spLocks noGrp="1"/>
          </p:cNvSpPr>
          <p:nvPr>
            <p:ph type="chart" sz="quarter" idx="16"/>
          </p:nvPr>
        </p:nvSpPr>
        <p:spPr>
          <a:xfrm>
            <a:off x="12800598" y="9113212"/>
            <a:ext cx="10936923" cy="3141019"/>
          </a:xfrm>
          <a:prstGeom prst="rect">
            <a:avLst/>
          </a:prstGeom>
        </p:spPr>
        <p:txBody>
          <a:bodyPr/>
          <a:lstStyle>
            <a:lvl1pPr>
              <a:defRPr>
                <a:solidFill>
                  <a:srgbClr val="555559"/>
                </a:solidFill>
              </a:defRPr>
            </a:lvl1pPr>
          </a:lstStyle>
          <a:p>
            <a:r>
              <a:rPr lang="en-US"/>
              <a:t>Click icon to add chart</a:t>
            </a:r>
          </a:p>
        </p:txBody>
      </p:sp>
      <p:sp>
        <p:nvSpPr>
          <p:cNvPr id="8" name="Text Placeholder 7">
            <a:extLst>
              <a:ext uri="{FF2B5EF4-FFF2-40B4-BE49-F238E27FC236}">
                <a16:creationId xmlns:a16="http://schemas.microsoft.com/office/drawing/2014/main" id="{BFD0ACEC-B44B-3F60-4819-EDBCE65F862E}"/>
              </a:ext>
            </a:extLst>
          </p:cNvPr>
          <p:cNvSpPr>
            <a:spLocks noGrp="1"/>
          </p:cNvSpPr>
          <p:nvPr>
            <p:ph type="body" sz="quarter" idx="30"/>
          </p:nvPr>
        </p:nvSpPr>
        <p:spPr>
          <a:xfrm>
            <a:off x="12787724" y="3618065"/>
            <a:ext cx="10949797" cy="5267364"/>
          </a:xfrm>
          <a:prstGeom prst="rect">
            <a:avLst/>
          </a:prstGeom>
        </p:spPr>
        <p:txBody>
          <a:bodyPr/>
          <a:lstStyle>
            <a:lvl1pPr marL="228600" indent="-228600">
              <a:spcBef>
                <a:spcPts val="1200"/>
              </a:spcBef>
              <a:buClr>
                <a:srgbClr val="FF6B00"/>
              </a:buClr>
              <a:buFont typeface="Neo Tech Std" panose="020B0504030504040204" pitchFamily="34" charset="0"/>
              <a:buChar char="›"/>
              <a:defRPr sz="3200">
                <a:solidFill>
                  <a:srgbClr val="555559"/>
                </a:solidFill>
                <a:latin typeface="Neo Tech Std" panose="020B0504030504040204" pitchFamily="34" charset="0"/>
              </a:defRPr>
            </a:lvl1pPr>
            <a:lvl2pPr marL="685800" indent="-228600">
              <a:spcBef>
                <a:spcPts val="1200"/>
              </a:spcBef>
              <a:buClr>
                <a:srgbClr val="FF6B00"/>
              </a:buClr>
              <a:buFont typeface="Neo Tech Std" panose="020B0504030504040204" pitchFamily="34" charset="0"/>
              <a:buChar char="›"/>
              <a:defRPr sz="2800">
                <a:solidFill>
                  <a:srgbClr val="555559"/>
                </a:solidFill>
                <a:latin typeface="Neo Tech Std" panose="020B0504030504040204" pitchFamily="34" charset="0"/>
              </a:defRPr>
            </a:lvl2pPr>
            <a:lvl3pPr marL="1143000" indent="-228600">
              <a:spcBef>
                <a:spcPts val="1200"/>
              </a:spcBef>
              <a:buClr>
                <a:srgbClr val="FF6B00"/>
              </a:buClr>
              <a:buFont typeface="Neo Tech Std" panose="020B0504030504040204" pitchFamily="34" charset="0"/>
              <a:buChar char="›"/>
              <a:defRPr sz="2400">
                <a:solidFill>
                  <a:srgbClr val="555559"/>
                </a:solidFill>
              </a:defRPr>
            </a:lvl3pPr>
            <a:lvl4pPr marL="1600200" indent="-228600">
              <a:spcBef>
                <a:spcPts val="1200"/>
              </a:spcBef>
              <a:buClr>
                <a:srgbClr val="FF6B00"/>
              </a:buClr>
              <a:buFont typeface="Neo Tech Std" panose="020B0504030504040204" pitchFamily="34" charset="0"/>
              <a:buChar char="›"/>
              <a:defRPr>
                <a:solidFill>
                  <a:srgbClr val="555559"/>
                </a:solidFill>
                <a:latin typeface="Neo Tech Std" panose="020B0504030504040204" pitchFamily="34" charset="0"/>
              </a:defRPr>
            </a:lvl4pPr>
            <a:lvl5pPr marL="2057400" indent="-228600">
              <a:spcBef>
                <a:spcPts val="1200"/>
              </a:spcBef>
              <a:buClr>
                <a:srgbClr val="FF6B00"/>
              </a:buClr>
              <a:buFont typeface="Neo Tech Std" panose="020B0504030504040204" pitchFamily="34" charset="0"/>
              <a:buChar char="›"/>
              <a:defRPr sz="2000">
                <a:solidFill>
                  <a:srgbClr val="555559"/>
                </a:solidFill>
                <a:latin typeface="Neo Tech Std" panose="020B050403050404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7">
            <a:extLst>
              <a:ext uri="{FF2B5EF4-FFF2-40B4-BE49-F238E27FC236}">
                <a16:creationId xmlns:a16="http://schemas.microsoft.com/office/drawing/2014/main" id="{BD39A71D-CB18-EDF3-70DD-E96A5864BAEF}"/>
              </a:ext>
            </a:extLst>
          </p:cNvPr>
          <p:cNvSpPr>
            <a:spLocks noGrp="1"/>
          </p:cNvSpPr>
          <p:nvPr>
            <p:ph type="body" sz="quarter" idx="31"/>
          </p:nvPr>
        </p:nvSpPr>
        <p:spPr>
          <a:xfrm>
            <a:off x="1450608" y="3618065"/>
            <a:ext cx="10949797" cy="5267364"/>
          </a:xfrm>
          <a:prstGeom prst="rect">
            <a:avLst/>
          </a:prstGeom>
        </p:spPr>
        <p:txBody>
          <a:bodyPr/>
          <a:lstStyle>
            <a:lvl1pPr marL="228600" indent="-228600">
              <a:spcBef>
                <a:spcPts val="1200"/>
              </a:spcBef>
              <a:buClr>
                <a:srgbClr val="FF6B00"/>
              </a:buClr>
              <a:buFont typeface="Neo Tech Std" panose="020B0504030504040204" pitchFamily="34" charset="0"/>
              <a:buChar char="›"/>
              <a:defRPr sz="3200">
                <a:solidFill>
                  <a:srgbClr val="555559"/>
                </a:solidFill>
                <a:latin typeface="Neo Tech Std" panose="020B0504030504040204" pitchFamily="34" charset="0"/>
              </a:defRPr>
            </a:lvl1pPr>
            <a:lvl2pPr marL="685800" indent="-228600">
              <a:spcBef>
                <a:spcPts val="1200"/>
              </a:spcBef>
              <a:buClr>
                <a:srgbClr val="FF6B00"/>
              </a:buClr>
              <a:buFont typeface="Neo Tech Std" panose="020B0504030504040204" pitchFamily="34" charset="0"/>
              <a:buChar char="›"/>
              <a:defRPr sz="2800">
                <a:solidFill>
                  <a:srgbClr val="555559"/>
                </a:solidFill>
                <a:latin typeface="Neo Tech Std" panose="020B0504030504040204" pitchFamily="34" charset="0"/>
              </a:defRPr>
            </a:lvl2pPr>
            <a:lvl3pPr marL="1143000" indent="-228600">
              <a:spcBef>
                <a:spcPts val="1200"/>
              </a:spcBef>
              <a:buClr>
                <a:srgbClr val="FF6B00"/>
              </a:buClr>
              <a:buFont typeface="Neo Tech Std" panose="020B0504030504040204" pitchFamily="34" charset="0"/>
              <a:buChar char="›"/>
              <a:defRPr sz="2400">
                <a:solidFill>
                  <a:srgbClr val="555559"/>
                </a:solidFill>
              </a:defRPr>
            </a:lvl3pPr>
            <a:lvl4pPr marL="1600200" indent="-228600">
              <a:spcBef>
                <a:spcPts val="1200"/>
              </a:spcBef>
              <a:buClr>
                <a:srgbClr val="FF6B00"/>
              </a:buClr>
              <a:buFont typeface="Neo Tech Std" panose="020B0504030504040204" pitchFamily="34" charset="0"/>
              <a:buChar char="›"/>
              <a:defRPr>
                <a:solidFill>
                  <a:srgbClr val="555559"/>
                </a:solidFill>
                <a:latin typeface="Neo Tech Std" panose="020B0504030504040204" pitchFamily="34" charset="0"/>
              </a:defRPr>
            </a:lvl4pPr>
            <a:lvl5pPr marL="2057400" indent="-228600">
              <a:spcBef>
                <a:spcPts val="1200"/>
              </a:spcBef>
              <a:buClr>
                <a:srgbClr val="FF6B00"/>
              </a:buClr>
              <a:buFont typeface="Neo Tech Std" panose="020B0504030504040204" pitchFamily="34" charset="0"/>
              <a:buChar char="›"/>
              <a:defRPr sz="2000">
                <a:solidFill>
                  <a:srgbClr val="555559"/>
                </a:solidFill>
                <a:latin typeface="Neo Tech Std" panose="020B050403050404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Footer Placeholder 15">
            <a:extLst>
              <a:ext uri="{FF2B5EF4-FFF2-40B4-BE49-F238E27FC236}">
                <a16:creationId xmlns:a16="http://schemas.microsoft.com/office/drawing/2014/main" id="{A944A709-EB35-7B3B-8634-E6C420D19AC4}"/>
              </a:ext>
            </a:extLst>
          </p:cNvPr>
          <p:cNvSpPr>
            <a:spLocks noGrp="1"/>
          </p:cNvSpPr>
          <p:nvPr>
            <p:ph type="ftr" sz="quarter" idx="32"/>
          </p:nvPr>
        </p:nvSpPr>
        <p:spPr/>
        <p:txBody>
          <a:bodyPr/>
          <a:lstStyle/>
          <a:p>
            <a:r>
              <a:rPr lang="en-US"/>
              <a:t>2024 © Retail Consult - All rights reserved</a:t>
            </a:r>
          </a:p>
        </p:txBody>
      </p:sp>
      <p:sp>
        <p:nvSpPr>
          <p:cNvPr id="17" name="Slide Number Placeholder 16">
            <a:extLst>
              <a:ext uri="{FF2B5EF4-FFF2-40B4-BE49-F238E27FC236}">
                <a16:creationId xmlns:a16="http://schemas.microsoft.com/office/drawing/2014/main" id="{28F337B3-626E-46C4-7292-656B27C12257}"/>
              </a:ext>
            </a:extLst>
          </p:cNvPr>
          <p:cNvSpPr>
            <a:spLocks noGrp="1"/>
          </p:cNvSpPr>
          <p:nvPr>
            <p:ph type="sldNum" sz="quarter" idx="33"/>
          </p:nvPr>
        </p:nvSpPr>
        <p:spPr/>
        <p:txBody>
          <a:bodyPr/>
          <a:lstStyle/>
          <a:p>
            <a:fld id="{9A4417C4-43A3-444C-837D-103BA5C8224B}" type="slidenum">
              <a:rPr lang="en-US" smtClean="0"/>
              <a:pPr/>
              <a:t>‹#›</a:t>
            </a:fld>
            <a:endParaRPr lang="en-US"/>
          </a:p>
        </p:txBody>
      </p:sp>
      <p:sp>
        <p:nvSpPr>
          <p:cNvPr id="9" name="Picture Placeholder 8"/>
          <p:cNvSpPr>
            <a:spLocks noGrp="1"/>
          </p:cNvSpPr>
          <p:nvPr>
            <p:ph type="pic" sz="quarter" idx="15"/>
          </p:nvPr>
        </p:nvSpPr>
        <p:spPr>
          <a:xfrm>
            <a:off x="1476194" y="9113213"/>
            <a:ext cx="10936924" cy="3141018"/>
          </a:xfrm>
          <a:prstGeom prst="rect">
            <a:avLst/>
          </a:prstGeom>
        </p:spPr>
        <p:txBody>
          <a:bodyPr/>
          <a:lstStyle>
            <a:lvl1pPr>
              <a:defRPr>
                <a:solidFill>
                  <a:srgbClr val="555559"/>
                </a:solidFill>
              </a:defRPr>
            </a:lvl1pPr>
          </a:lstStyle>
          <a:p>
            <a:r>
              <a:rPr lang="en-US"/>
              <a:t>Click icon to add picture</a:t>
            </a:r>
          </a:p>
        </p:txBody>
      </p:sp>
      <p:sp>
        <p:nvSpPr>
          <p:cNvPr id="4" name="Text Placeholder 32">
            <a:extLst>
              <a:ext uri="{FF2B5EF4-FFF2-40B4-BE49-F238E27FC236}">
                <a16:creationId xmlns:a16="http://schemas.microsoft.com/office/drawing/2014/main" id="{4D403C69-D939-C6B8-6C28-B90897BAE059}"/>
              </a:ext>
            </a:extLst>
          </p:cNvPr>
          <p:cNvSpPr>
            <a:spLocks noGrp="1"/>
          </p:cNvSpPr>
          <p:nvPr>
            <p:ph type="body" sz="quarter" idx="24" hasCustomPrompt="1"/>
          </p:nvPr>
        </p:nvSpPr>
        <p:spPr>
          <a:xfrm>
            <a:off x="1427163" y="1312863"/>
            <a:ext cx="17103516" cy="1025946"/>
          </a:xfrm>
          <a:prstGeom prst="rect">
            <a:avLst/>
          </a:prstGeom>
        </p:spPr>
        <p:txBody>
          <a:bodyPr/>
          <a:lstStyle>
            <a:lvl1pPr>
              <a:spcBef>
                <a:spcPts val="0"/>
              </a:spcBef>
              <a:defRPr sz="6000" b="1">
                <a:solidFill>
                  <a:srgbClr val="FF6B00"/>
                </a:solidFill>
                <a:latin typeface="Neo Tech Std" panose="020B0504030504040204" pitchFamily="34" charset="0"/>
              </a:defRPr>
            </a:lvl1pPr>
          </a:lstStyle>
          <a:p>
            <a:pPr lvl="0"/>
            <a:r>
              <a:rPr lang="en-US"/>
              <a:t>Click to add title here</a:t>
            </a:r>
          </a:p>
        </p:txBody>
      </p:sp>
      <p:sp>
        <p:nvSpPr>
          <p:cNvPr id="6" name="Text Placeholder 34">
            <a:extLst>
              <a:ext uri="{FF2B5EF4-FFF2-40B4-BE49-F238E27FC236}">
                <a16:creationId xmlns:a16="http://schemas.microsoft.com/office/drawing/2014/main" id="{A2FBAE57-C5AB-AD74-6FD9-6F1442286236}"/>
              </a:ext>
            </a:extLst>
          </p:cNvPr>
          <p:cNvSpPr>
            <a:spLocks noGrp="1"/>
          </p:cNvSpPr>
          <p:nvPr>
            <p:ph type="body" sz="quarter" idx="25" hasCustomPrompt="1"/>
          </p:nvPr>
        </p:nvSpPr>
        <p:spPr>
          <a:xfrm>
            <a:off x="1427163" y="2338809"/>
            <a:ext cx="18391140" cy="844550"/>
          </a:xfrm>
          <a:prstGeom prst="rect">
            <a:avLst/>
          </a:prstGeom>
        </p:spPr>
        <p:txBody>
          <a:bodyPr/>
          <a:lstStyle>
            <a:lvl1pPr>
              <a:spcBef>
                <a:spcPts val="0"/>
              </a:spcBef>
              <a:defRPr sz="3600">
                <a:solidFill>
                  <a:srgbClr val="555559"/>
                </a:solidFill>
              </a:defRPr>
            </a:lvl1pPr>
          </a:lstStyle>
          <a:p>
            <a:pPr lvl="0"/>
            <a:r>
              <a:rPr lang="en-US"/>
              <a:t>Your subtitle</a:t>
            </a:r>
          </a:p>
        </p:txBody>
      </p:sp>
      <p:pic>
        <p:nvPicPr>
          <p:cNvPr id="2" name="Picture 1">
            <a:extLst>
              <a:ext uri="{FF2B5EF4-FFF2-40B4-BE49-F238E27FC236}">
                <a16:creationId xmlns:a16="http://schemas.microsoft.com/office/drawing/2014/main" id="{A4F48157-2AC9-E060-75EA-7BE2C0FF756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44764" t="55302" r="45710" b="1985"/>
          <a:stretch/>
        </p:blipFill>
        <p:spPr>
          <a:xfrm>
            <a:off x="-736428" y="0"/>
            <a:ext cx="1413659" cy="13716000"/>
          </a:xfrm>
          <a:prstGeom prst="rect">
            <a:avLst/>
          </a:prstGeom>
        </p:spPr>
      </p:pic>
    </p:spTree>
    <p:custDataLst>
      <p:tags r:id="rId1"/>
    </p:custDataLst>
    <p:extLst>
      <p:ext uri="{BB962C8B-B14F-4D97-AF65-F5344CB8AC3E}">
        <p14:creationId xmlns:p14="http://schemas.microsoft.com/office/powerpoint/2010/main" val="3949855652"/>
      </p:ext>
    </p:extLst>
  </p:cSld>
  <p:clrMapOvr>
    <a:masterClrMapping/>
  </p:clrMapOvr>
  <p:transition spd="med"/>
  <p:extLst>
    <p:ext uri="{DCECCB84-F9BA-43D5-87BE-67443E8EF086}">
      <p15:sldGuideLst xmlns:p15="http://schemas.microsoft.com/office/powerpoint/2012/main">
        <p15:guide id="1" orient="horz" pos="827" userDrawn="1">
          <p15:clr>
            <a:srgbClr val="FBAE40"/>
          </p15:clr>
        </p15:guide>
        <p15:guide id="2" pos="1493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Plain_Slide_Picture_2Texts">
    <p:spTree>
      <p:nvGrpSpPr>
        <p:cNvPr id="1" name=""/>
        <p:cNvGrpSpPr/>
        <p:nvPr/>
      </p:nvGrpSpPr>
      <p:grpSpPr>
        <a:xfrm>
          <a:off x="0" y="0"/>
          <a:ext cx="0" cy="0"/>
          <a:chOff x="0" y="0"/>
          <a:chExt cx="0" cy="0"/>
        </a:xfrm>
      </p:grpSpPr>
      <p:sp>
        <p:nvSpPr>
          <p:cNvPr id="17" name="Picture Placeholder 3">
            <a:extLst>
              <a:ext uri="{FF2B5EF4-FFF2-40B4-BE49-F238E27FC236}">
                <a16:creationId xmlns:a16="http://schemas.microsoft.com/office/drawing/2014/main" id="{E82D205F-0DF2-9C90-4145-F07797F8D1A1}"/>
              </a:ext>
            </a:extLst>
          </p:cNvPr>
          <p:cNvSpPr>
            <a:spLocks noGrp="1"/>
          </p:cNvSpPr>
          <p:nvPr>
            <p:ph type="pic" sz="quarter" idx="11" hasCustomPrompt="1"/>
          </p:nvPr>
        </p:nvSpPr>
        <p:spPr>
          <a:xfrm>
            <a:off x="1450609" y="3593895"/>
            <a:ext cx="10942491" cy="6971235"/>
          </a:xfrm>
          <a:prstGeom prst="rect">
            <a:avLst/>
          </a:prstGeom>
        </p:spPr>
        <p:txBody>
          <a:bodyPr/>
          <a:lstStyle>
            <a:lvl1pPr>
              <a:defRPr>
                <a:solidFill>
                  <a:srgbClr val="555559"/>
                </a:solidFill>
              </a:defRPr>
            </a:lvl1pPr>
          </a:lstStyle>
          <a:p>
            <a:r>
              <a:rPr lang="en-US"/>
              <a:t>Click on icon to add picture</a:t>
            </a:r>
          </a:p>
        </p:txBody>
      </p:sp>
      <p:sp>
        <p:nvSpPr>
          <p:cNvPr id="18" name="Text Placeholder 7">
            <a:extLst>
              <a:ext uri="{FF2B5EF4-FFF2-40B4-BE49-F238E27FC236}">
                <a16:creationId xmlns:a16="http://schemas.microsoft.com/office/drawing/2014/main" id="{784DB93A-D2B7-FA98-D9AD-4A30B2F38CD5}"/>
              </a:ext>
            </a:extLst>
          </p:cNvPr>
          <p:cNvSpPr>
            <a:spLocks noGrp="1"/>
          </p:cNvSpPr>
          <p:nvPr>
            <p:ph type="body" sz="quarter" idx="28"/>
          </p:nvPr>
        </p:nvSpPr>
        <p:spPr>
          <a:xfrm>
            <a:off x="12787723" y="3593895"/>
            <a:ext cx="10942491" cy="6971235"/>
          </a:xfrm>
          <a:prstGeom prst="rect">
            <a:avLst/>
          </a:prstGeom>
        </p:spPr>
        <p:txBody>
          <a:bodyPr/>
          <a:lstStyle>
            <a:lvl1pPr marL="228600" indent="-228600">
              <a:spcBef>
                <a:spcPts val="1200"/>
              </a:spcBef>
              <a:buClr>
                <a:srgbClr val="FF6B00"/>
              </a:buClr>
              <a:buFont typeface="Neo Tech Std" panose="020B0504030504040204" pitchFamily="34" charset="0"/>
              <a:buChar char="›"/>
              <a:defRPr sz="3200">
                <a:solidFill>
                  <a:srgbClr val="555559"/>
                </a:solidFill>
                <a:latin typeface="Neo Tech Std" panose="020B0504030504040204" pitchFamily="34" charset="0"/>
              </a:defRPr>
            </a:lvl1pPr>
            <a:lvl2pPr marL="685800" indent="-228600">
              <a:spcBef>
                <a:spcPts val="1200"/>
              </a:spcBef>
              <a:buClr>
                <a:srgbClr val="FF6B00"/>
              </a:buClr>
              <a:buFont typeface="Neo Tech Std" panose="020B0504030504040204" pitchFamily="34" charset="0"/>
              <a:buChar char="›"/>
              <a:defRPr sz="2800">
                <a:solidFill>
                  <a:srgbClr val="555559"/>
                </a:solidFill>
                <a:latin typeface="Neo Tech Std" panose="020B0504030504040204" pitchFamily="34" charset="0"/>
              </a:defRPr>
            </a:lvl2pPr>
            <a:lvl3pPr marL="1143000" indent="-228600">
              <a:spcBef>
                <a:spcPts val="1200"/>
              </a:spcBef>
              <a:buClr>
                <a:srgbClr val="FF6B00"/>
              </a:buClr>
              <a:buFont typeface="Neo Tech Std" panose="020B0504030504040204" pitchFamily="34" charset="0"/>
              <a:buChar char="›"/>
              <a:defRPr sz="2400">
                <a:solidFill>
                  <a:srgbClr val="555559"/>
                </a:solidFill>
              </a:defRPr>
            </a:lvl3pPr>
            <a:lvl4pPr marL="1600200" indent="-228600">
              <a:spcBef>
                <a:spcPts val="1200"/>
              </a:spcBef>
              <a:buClr>
                <a:srgbClr val="FF6B00"/>
              </a:buClr>
              <a:buFont typeface="Neo Tech Std" panose="020B0504030504040204" pitchFamily="34" charset="0"/>
              <a:buChar char="›"/>
              <a:defRPr>
                <a:solidFill>
                  <a:srgbClr val="555559"/>
                </a:solidFill>
                <a:latin typeface="Neo Tech Std" panose="020B0504030504040204" pitchFamily="34" charset="0"/>
              </a:defRPr>
            </a:lvl4pPr>
            <a:lvl5pPr marL="2057400" indent="-228600">
              <a:spcBef>
                <a:spcPts val="1200"/>
              </a:spcBef>
              <a:buClr>
                <a:srgbClr val="FF6B00"/>
              </a:buClr>
              <a:buFont typeface="Neo Tech Std" panose="020B0504030504040204" pitchFamily="34" charset="0"/>
              <a:buChar char="›"/>
              <a:defRPr sz="2000">
                <a:solidFill>
                  <a:srgbClr val="555559"/>
                </a:solidFill>
                <a:latin typeface="Neo Tech Std" panose="020B050403050404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Footer Placeholder 18">
            <a:extLst>
              <a:ext uri="{FF2B5EF4-FFF2-40B4-BE49-F238E27FC236}">
                <a16:creationId xmlns:a16="http://schemas.microsoft.com/office/drawing/2014/main" id="{75FF2370-AA44-CC0A-10E0-506465334B0C}"/>
              </a:ext>
            </a:extLst>
          </p:cNvPr>
          <p:cNvSpPr>
            <a:spLocks noGrp="1"/>
          </p:cNvSpPr>
          <p:nvPr>
            <p:ph type="ftr" sz="quarter" idx="29"/>
          </p:nvPr>
        </p:nvSpPr>
        <p:spPr/>
        <p:txBody>
          <a:bodyPr/>
          <a:lstStyle/>
          <a:p>
            <a:r>
              <a:rPr lang="en-US"/>
              <a:t>2024 © Retail Consult - All rights reserved</a:t>
            </a:r>
          </a:p>
        </p:txBody>
      </p:sp>
      <p:sp>
        <p:nvSpPr>
          <p:cNvPr id="20" name="Slide Number Placeholder 19">
            <a:extLst>
              <a:ext uri="{FF2B5EF4-FFF2-40B4-BE49-F238E27FC236}">
                <a16:creationId xmlns:a16="http://schemas.microsoft.com/office/drawing/2014/main" id="{157A8045-DF0F-2FEB-E891-37E94D19B8A2}"/>
              </a:ext>
            </a:extLst>
          </p:cNvPr>
          <p:cNvSpPr>
            <a:spLocks noGrp="1"/>
          </p:cNvSpPr>
          <p:nvPr>
            <p:ph type="sldNum" sz="quarter" idx="30"/>
          </p:nvPr>
        </p:nvSpPr>
        <p:spPr/>
        <p:txBody>
          <a:bodyPr/>
          <a:lstStyle/>
          <a:p>
            <a:fld id="{9A4417C4-43A3-444C-837D-103BA5C8224B}" type="slidenum">
              <a:rPr lang="en-US" smtClean="0"/>
              <a:pPr/>
              <a:t>‹#›</a:t>
            </a:fld>
            <a:endParaRPr lang="en-US"/>
          </a:p>
        </p:txBody>
      </p:sp>
      <p:sp>
        <p:nvSpPr>
          <p:cNvPr id="21" name="Text Placeholder 7">
            <a:extLst>
              <a:ext uri="{FF2B5EF4-FFF2-40B4-BE49-F238E27FC236}">
                <a16:creationId xmlns:a16="http://schemas.microsoft.com/office/drawing/2014/main" id="{4634114D-0061-E774-F531-9B0FB26842F9}"/>
              </a:ext>
            </a:extLst>
          </p:cNvPr>
          <p:cNvSpPr>
            <a:spLocks noGrp="1"/>
          </p:cNvSpPr>
          <p:nvPr>
            <p:ph type="body" sz="quarter" idx="31"/>
          </p:nvPr>
        </p:nvSpPr>
        <p:spPr>
          <a:xfrm>
            <a:off x="1450609" y="10756434"/>
            <a:ext cx="22279605" cy="1623257"/>
          </a:xfrm>
          <a:prstGeom prst="rect">
            <a:avLst/>
          </a:prstGeom>
        </p:spPr>
        <p:txBody>
          <a:bodyPr/>
          <a:lstStyle>
            <a:lvl1pPr marL="228600" indent="-228600">
              <a:spcBef>
                <a:spcPts val="1200"/>
              </a:spcBef>
              <a:buClr>
                <a:srgbClr val="FF6B00"/>
              </a:buClr>
              <a:buFont typeface="Neo Tech Std" panose="020B0504030504040204" pitchFamily="34" charset="0"/>
              <a:buChar char="›"/>
              <a:defRPr sz="3200">
                <a:solidFill>
                  <a:srgbClr val="555559"/>
                </a:solidFill>
                <a:latin typeface="Neo Tech Std" panose="020B0504030504040204" pitchFamily="34" charset="0"/>
              </a:defRPr>
            </a:lvl1pPr>
            <a:lvl2pPr marL="685800" indent="-228600">
              <a:spcBef>
                <a:spcPts val="1200"/>
              </a:spcBef>
              <a:buClr>
                <a:srgbClr val="FF6B00"/>
              </a:buClr>
              <a:buFont typeface="Neo Tech Std" panose="020B0504030504040204" pitchFamily="34" charset="0"/>
              <a:buChar char="›"/>
              <a:defRPr sz="2800">
                <a:solidFill>
                  <a:srgbClr val="555559"/>
                </a:solidFill>
                <a:latin typeface="Neo Tech Std" panose="020B0504030504040204" pitchFamily="34" charset="0"/>
              </a:defRPr>
            </a:lvl2pPr>
            <a:lvl3pPr marL="1143000" indent="-228600">
              <a:spcBef>
                <a:spcPts val="1200"/>
              </a:spcBef>
              <a:buClr>
                <a:srgbClr val="FF6B00"/>
              </a:buClr>
              <a:buFont typeface="Neo Tech Std" panose="020B0504030504040204" pitchFamily="34" charset="0"/>
              <a:buChar char="›"/>
              <a:defRPr sz="2400">
                <a:solidFill>
                  <a:srgbClr val="555559"/>
                </a:solidFill>
              </a:defRPr>
            </a:lvl3pPr>
            <a:lvl4pPr marL="1600200" indent="-228600">
              <a:spcBef>
                <a:spcPts val="1200"/>
              </a:spcBef>
              <a:buClr>
                <a:srgbClr val="FF6B00"/>
              </a:buClr>
              <a:buFont typeface="Neo Tech Std" panose="020B0504030504040204" pitchFamily="34" charset="0"/>
              <a:buChar char="›"/>
              <a:defRPr>
                <a:solidFill>
                  <a:srgbClr val="555559"/>
                </a:solidFill>
                <a:latin typeface="Neo Tech Std" panose="020B0504030504040204" pitchFamily="34" charset="0"/>
              </a:defRPr>
            </a:lvl4pPr>
            <a:lvl5pPr marL="2057400" indent="-228600">
              <a:spcBef>
                <a:spcPts val="1200"/>
              </a:spcBef>
              <a:buClr>
                <a:srgbClr val="FF6B00"/>
              </a:buClr>
              <a:buFont typeface="Neo Tech Std" panose="020B0504030504040204" pitchFamily="34" charset="0"/>
              <a:buChar char="›"/>
              <a:defRPr sz="2000">
                <a:solidFill>
                  <a:srgbClr val="555559"/>
                </a:solidFill>
                <a:latin typeface="Neo Tech Std" panose="020B0504030504040204" pitchFamily="34" charset="0"/>
              </a:defRPr>
            </a:lvl5pPr>
          </a:lstStyle>
          <a:p>
            <a:pPr lvl="0"/>
            <a:r>
              <a:rPr lang="en-US"/>
              <a:t>Click to edit Master text styles</a:t>
            </a:r>
          </a:p>
          <a:p>
            <a:pPr lvl="1"/>
            <a:r>
              <a:rPr lang="en-US"/>
              <a:t>Second level</a:t>
            </a:r>
          </a:p>
        </p:txBody>
      </p:sp>
      <p:sp>
        <p:nvSpPr>
          <p:cNvPr id="3" name="Text Placeholder 32">
            <a:extLst>
              <a:ext uri="{FF2B5EF4-FFF2-40B4-BE49-F238E27FC236}">
                <a16:creationId xmlns:a16="http://schemas.microsoft.com/office/drawing/2014/main" id="{29E3A4DB-CE70-FC6B-D8ED-09753AD52E91}"/>
              </a:ext>
            </a:extLst>
          </p:cNvPr>
          <p:cNvSpPr>
            <a:spLocks noGrp="1"/>
          </p:cNvSpPr>
          <p:nvPr>
            <p:ph type="body" sz="quarter" idx="24" hasCustomPrompt="1"/>
          </p:nvPr>
        </p:nvSpPr>
        <p:spPr>
          <a:xfrm>
            <a:off x="1427163" y="1312863"/>
            <a:ext cx="17103516" cy="1025946"/>
          </a:xfrm>
          <a:prstGeom prst="rect">
            <a:avLst/>
          </a:prstGeom>
        </p:spPr>
        <p:txBody>
          <a:bodyPr/>
          <a:lstStyle>
            <a:lvl1pPr>
              <a:spcBef>
                <a:spcPts val="0"/>
              </a:spcBef>
              <a:defRPr sz="6000" b="1">
                <a:solidFill>
                  <a:srgbClr val="FF6B00"/>
                </a:solidFill>
                <a:latin typeface="Neo Tech Std" panose="020B0504030504040204" pitchFamily="34" charset="0"/>
              </a:defRPr>
            </a:lvl1pPr>
          </a:lstStyle>
          <a:p>
            <a:pPr lvl="0"/>
            <a:r>
              <a:rPr lang="en-US"/>
              <a:t>Click to add title here</a:t>
            </a:r>
          </a:p>
        </p:txBody>
      </p:sp>
      <p:sp>
        <p:nvSpPr>
          <p:cNvPr id="4" name="Text Placeholder 34">
            <a:extLst>
              <a:ext uri="{FF2B5EF4-FFF2-40B4-BE49-F238E27FC236}">
                <a16:creationId xmlns:a16="http://schemas.microsoft.com/office/drawing/2014/main" id="{F2CA321E-AF55-2430-69E5-6673D8669D0E}"/>
              </a:ext>
            </a:extLst>
          </p:cNvPr>
          <p:cNvSpPr>
            <a:spLocks noGrp="1"/>
          </p:cNvSpPr>
          <p:nvPr>
            <p:ph type="body" sz="quarter" idx="25" hasCustomPrompt="1"/>
          </p:nvPr>
        </p:nvSpPr>
        <p:spPr>
          <a:xfrm>
            <a:off x="1427163" y="2338809"/>
            <a:ext cx="18391140" cy="844550"/>
          </a:xfrm>
          <a:prstGeom prst="rect">
            <a:avLst/>
          </a:prstGeom>
        </p:spPr>
        <p:txBody>
          <a:bodyPr/>
          <a:lstStyle>
            <a:lvl1pPr>
              <a:spcBef>
                <a:spcPts val="0"/>
              </a:spcBef>
              <a:defRPr sz="3600">
                <a:solidFill>
                  <a:srgbClr val="555559"/>
                </a:solidFill>
              </a:defRPr>
            </a:lvl1pPr>
          </a:lstStyle>
          <a:p>
            <a:pPr lvl="0"/>
            <a:r>
              <a:rPr lang="en-US"/>
              <a:t>Your subtitle</a:t>
            </a:r>
          </a:p>
        </p:txBody>
      </p:sp>
      <p:pic>
        <p:nvPicPr>
          <p:cNvPr id="5" name="Picture 4">
            <a:extLst>
              <a:ext uri="{FF2B5EF4-FFF2-40B4-BE49-F238E27FC236}">
                <a16:creationId xmlns:a16="http://schemas.microsoft.com/office/drawing/2014/main" id="{DEFAEE6D-22C6-F2FF-AFFC-C93A1B12121C}"/>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44764" t="55302" r="45710" b="1985"/>
          <a:stretch/>
        </p:blipFill>
        <p:spPr>
          <a:xfrm>
            <a:off x="-736428" y="0"/>
            <a:ext cx="1413659" cy="13716000"/>
          </a:xfrm>
          <a:prstGeom prst="rect">
            <a:avLst/>
          </a:prstGeom>
        </p:spPr>
      </p:pic>
    </p:spTree>
    <p:custDataLst>
      <p:tags r:id="rId1"/>
    </p:custDataLst>
    <p:extLst>
      <p:ext uri="{BB962C8B-B14F-4D97-AF65-F5344CB8AC3E}">
        <p14:creationId xmlns:p14="http://schemas.microsoft.com/office/powerpoint/2010/main" val="2387393791"/>
      </p:ext>
    </p:extLst>
  </p:cSld>
  <p:clrMapOvr>
    <a:masterClrMapping/>
  </p:clrMapOvr>
  <p:transition spd="med"/>
  <p:extLst>
    <p:ext uri="{DCECCB84-F9BA-43D5-87BE-67443E8EF086}">
      <p15:sldGuideLst xmlns:p15="http://schemas.microsoft.com/office/powerpoint/2012/main">
        <p15:guide id="1" orient="horz" pos="827" userDrawn="1">
          <p15:clr>
            <a:srgbClr val="FBAE40"/>
          </p15:clr>
        </p15:guide>
        <p15:guide id="2" pos="76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Plain_Slide_3Text">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586EBD2-5FD3-74FB-856B-1524813BA739}"/>
              </a:ext>
            </a:extLst>
          </p:cNvPr>
          <p:cNvSpPr>
            <a:spLocks noGrp="1"/>
          </p:cNvSpPr>
          <p:nvPr>
            <p:ph type="body" sz="quarter" idx="33"/>
          </p:nvPr>
        </p:nvSpPr>
        <p:spPr>
          <a:xfrm>
            <a:off x="1422400" y="3910953"/>
            <a:ext cx="5689600" cy="569206"/>
          </a:xfrm>
          <a:prstGeom prst="rect">
            <a:avLst/>
          </a:prstGeom>
        </p:spPr>
        <p:txBody>
          <a:bodyPr>
            <a:noAutofit/>
          </a:bodyPr>
          <a:lstStyle>
            <a:lvl1pPr marL="0" indent="0">
              <a:buNone/>
              <a:defRPr sz="3600">
                <a:solidFill>
                  <a:schemeClr val="accent1"/>
                </a:solidFill>
                <a:latin typeface="Neo Tech Std Medium" panose="020B0604030504040204" pitchFamily="34" charset="0"/>
                <a:cs typeface="Neo Tech Std Medium" panose="020B0604030504040204" pitchFamily="34" charset="0"/>
              </a:defRPr>
            </a:lvl1pPr>
          </a:lstStyle>
          <a:p>
            <a:pPr lvl="0"/>
            <a:endParaRPr lang="en-JM"/>
          </a:p>
        </p:txBody>
      </p:sp>
      <p:sp>
        <p:nvSpPr>
          <p:cNvPr id="10" name="Footer Placeholder 9">
            <a:extLst>
              <a:ext uri="{FF2B5EF4-FFF2-40B4-BE49-F238E27FC236}">
                <a16:creationId xmlns:a16="http://schemas.microsoft.com/office/drawing/2014/main" id="{CBEB7609-84CC-4F68-DDC2-54B94B5488D7}"/>
              </a:ext>
            </a:extLst>
          </p:cNvPr>
          <p:cNvSpPr>
            <a:spLocks noGrp="1"/>
          </p:cNvSpPr>
          <p:nvPr>
            <p:ph type="ftr" sz="quarter" idx="39"/>
          </p:nvPr>
        </p:nvSpPr>
        <p:spPr/>
        <p:txBody>
          <a:bodyPr/>
          <a:lstStyle/>
          <a:p>
            <a:r>
              <a:rPr lang="en-US"/>
              <a:t>2024 © Retail Consult - All rights reserved</a:t>
            </a:r>
          </a:p>
        </p:txBody>
      </p:sp>
      <p:sp>
        <p:nvSpPr>
          <p:cNvPr id="13" name="Slide Number Placeholder 12">
            <a:extLst>
              <a:ext uri="{FF2B5EF4-FFF2-40B4-BE49-F238E27FC236}">
                <a16:creationId xmlns:a16="http://schemas.microsoft.com/office/drawing/2014/main" id="{288D081E-AA6C-851A-56B1-00E11AEE8D87}"/>
              </a:ext>
            </a:extLst>
          </p:cNvPr>
          <p:cNvSpPr>
            <a:spLocks noGrp="1"/>
          </p:cNvSpPr>
          <p:nvPr>
            <p:ph type="sldNum" sz="quarter" idx="40"/>
          </p:nvPr>
        </p:nvSpPr>
        <p:spPr/>
        <p:txBody>
          <a:bodyPr/>
          <a:lstStyle/>
          <a:p>
            <a:fld id="{9A4417C4-43A3-444C-837D-103BA5C8224B}" type="slidenum">
              <a:rPr lang="en-US" smtClean="0"/>
              <a:pPr/>
              <a:t>‹#›</a:t>
            </a:fld>
            <a:endParaRPr lang="en-US"/>
          </a:p>
        </p:txBody>
      </p:sp>
      <p:sp>
        <p:nvSpPr>
          <p:cNvPr id="16" name="Text Placeholder 7">
            <a:extLst>
              <a:ext uri="{FF2B5EF4-FFF2-40B4-BE49-F238E27FC236}">
                <a16:creationId xmlns:a16="http://schemas.microsoft.com/office/drawing/2014/main" id="{F240402D-F462-3848-70A0-D91C599F4AE1}"/>
              </a:ext>
            </a:extLst>
          </p:cNvPr>
          <p:cNvSpPr>
            <a:spLocks noGrp="1"/>
          </p:cNvSpPr>
          <p:nvPr>
            <p:ph type="body" sz="quarter" idx="28"/>
          </p:nvPr>
        </p:nvSpPr>
        <p:spPr>
          <a:xfrm>
            <a:off x="1449965" y="4502097"/>
            <a:ext cx="20999488" cy="1564268"/>
          </a:xfrm>
          <a:prstGeom prst="rect">
            <a:avLst/>
          </a:prstGeom>
        </p:spPr>
        <p:txBody>
          <a:bodyPr/>
          <a:lstStyle>
            <a:lvl1pPr marL="228600" indent="-228600">
              <a:spcBef>
                <a:spcPts val="1200"/>
              </a:spcBef>
              <a:buClr>
                <a:srgbClr val="FF6B00"/>
              </a:buClr>
              <a:buFont typeface="Neo Tech Std" panose="020B0504030504040204" pitchFamily="34" charset="0"/>
              <a:buChar char="›"/>
              <a:defRPr sz="2800">
                <a:solidFill>
                  <a:srgbClr val="555559"/>
                </a:solidFill>
                <a:latin typeface="Neo Tech Std" panose="020B0504030504040204" pitchFamily="34" charset="0"/>
              </a:defRPr>
            </a:lvl1pPr>
            <a:lvl2pPr marL="685800" indent="-228600">
              <a:spcBef>
                <a:spcPts val="1200"/>
              </a:spcBef>
              <a:buClr>
                <a:srgbClr val="FF6B00"/>
              </a:buClr>
              <a:buFont typeface="Neo Tech Std" panose="020B0504030504040204" pitchFamily="34" charset="0"/>
              <a:buChar char="›"/>
              <a:defRPr sz="2400">
                <a:solidFill>
                  <a:srgbClr val="555559"/>
                </a:solidFill>
                <a:latin typeface="Neo Tech Std" panose="020B0504030504040204" pitchFamily="34" charset="0"/>
              </a:defRPr>
            </a:lvl2pPr>
            <a:lvl3pPr marL="1143000" indent="-228600">
              <a:spcBef>
                <a:spcPts val="1200"/>
              </a:spcBef>
              <a:buClr>
                <a:srgbClr val="FF6B00"/>
              </a:buClr>
              <a:buFont typeface="Neo Tech Std" panose="020B0504030504040204" pitchFamily="34" charset="0"/>
              <a:buChar char="›"/>
              <a:defRPr sz="2000">
                <a:solidFill>
                  <a:srgbClr val="555559"/>
                </a:solidFill>
              </a:defRPr>
            </a:lvl3pPr>
            <a:lvl4pPr marL="1600200" indent="-228600">
              <a:spcBef>
                <a:spcPts val="1200"/>
              </a:spcBef>
              <a:buClr>
                <a:srgbClr val="FF6B00"/>
              </a:buClr>
              <a:buFont typeface="Neo Tech Std" panose="020B0504030504040204" pitchFamily="34" charset="0"/>
              <a:buChar char="›"/>
              <a:defRPr sz="2000">
                <a:solidFill>
                  <a:srgbClr val="555559"/>
                </a:solidFill>
                <a:latin typeface="Neo Tech Std" panose="020B0504030504040204" pitchFamily="34" charset="0"/>
              </a:defRPr>
            </a:lvl4pPr>
            <a:lvl5pPr marL="2057400" indent="-228600">
              <a:spcBef>
                <a:spcPts val="1200"/>
              </a:spcBef>
              <a:buClr>
                <a:srgbClr val="FF6B00"/>
              </a:buClr>
              <a:buFont typeface="Neo Tech Std" panose="020B0504030504040204" pitchFamily="34" charset="0"/>
              <a:buChar char="›"/>
              <a:defRPr sz="1800">
                <a:solidFill>
                  <a:srgbClr val="555559"/>
                </a:solidFill>
                <a:latin typeface="Neo Tech Std" panose="020B0504030504040204" pitchFamily="34" charset="0"/>
              </a:defRPr>
            </a:lvl5pPr>
          </a:lstStyle>
          <a:p>
            <a:pPr lvl="0"/>
            <a:r>
              <a:rPr lang="en-US"/>
              <a:t>Click to edit Master text styles</a:t>
            </a:r>
          </a:p>
          <a:p>
            <a:pPr lvl="1"/>
            <a:r>
              <a:rPr lang="en-US"/>
              <a:t>Second level</a:t>
            </a:r>
          </a:p>
          <a:p>
            <a:pPr lvl="2"/>
            <a:r>
              <a:rPr lang="en-US"/>
              <a:t>Third level</a:t>
            </a:r>
          </a:p>
        </p:txBody>
      </p:sp>
      <p:sp>
        <p:nvSpPr>
          <p:cNvPr id="17" name="Text Placeholder 2">
            <a:extLst>
              <a:ext uri="{FF2B5EF4-FFF2-40B4-BE49-F238E27FC236}">
                <a16:creationId xmlns:a16="http://schemas.microsoft.com/office/drawing/2014/main" id="{62A223AE-E05F-FD36-9F70-DCFF8B2AE602}"/>
              </a:ext>
            </a:extLst>
          </p:cNvPr>
          <p:cNvSpPr>
            <a:spLocks noGrp="1"/>
          </p:cNvSpPr>
          <p:nvPr>
            <p:ph type="body" sz="quarter" idx="41"/>
          </p:nvPr>
        </p:nvSpPr>
        <p:spPr>
          <a:xfrm>
            <a:off x="1431304" y="6439601"/>
            <a:ext cx="5689600" cy="569206"/>
          </a:xfrm>
          <a:prstGeom prst="rect">
            <a:avLst/>
          </a:prstGeom>
        </p:spPr>
        <p:txBody>
          <a:bodyPr>
            <a:noAutofit/>
          </a:bodyPr>
          <a:lstStyle>
            <a:lvl1pPr marL="0" indent="0">
              <a:buNone/>
              <a:defRPr sz="3600">
                <a:solidFill>
                  <a:schemeClr val="accent1"/>
                </a:solidFill>
                <a:latin typeface="Neo Tech Std Medium" panose="020B0604030504040204" pitchFamily="34" charset="0"/>
                <a:cs typeface="Neo Tech Std Medium" panose="020B0604030504040204" pitchFamily="34" charset="0"/>
              </a:defRPr>
            </a:lvl1pPr>
          </a:lstStyle>
          <a:p>
            <a:pPr lvl="0"/>
            <a:endParaRPr lang="en-JM"/>
          </a:p>
        </p:txBody>
      </p:sp>
      <p:sp>
        <p:nvSpPr>
          <p:cNvPr id="19" name="Text Placeholder 7">
            <a:extLst>
              <a:ext uri="{FF2B5EF4-FFF2-40B4-BE49-F238E27FC236}">
                <a16:creationId xmlns:a16="http://schemas.microsoft.com/office/drawing/2014/main" id="{BDE4C54A-9D9D-AE68-228A-C98B842BDB51}"/>
              </a:ext>
            </a:extLst>
          </p:cNvPr>
          <p:cNvSpPr>
            <a:spLocks noGrp="1"/>
          </p:cNvSpPr>
          <p:nvPr>
            <p:ph type="body" sz="quarter" idx="42"/>
          </p:nvPr>
        </p:nvSpPr>
        <p:spPr>
          <a:xfrm>
            <a:off x="1458869" y="7030745"/>
            <a:ext cx="20999488" cy="1564268"/>
          </a:xfrm>
          <a:prstGeom prst="rect">
            <a:avLst/>
          </a:prstGeom>
        </p:spPr>
        <p:txBody>
          <a:bodyPr/>
          <a:lstStyle>
            <a:lvl1pPr marL="228600" indent="-228600">
              <a:spcBef>
                <a:spcPts val="1200"/>
              </a:spcBef>
              <a:buClr>
                <a:srgbClr val="FF6B00"/>
              </a:buClr>
              <a:buFont typeface="Neo Tech Std" panose="020B0504030504040204" pitchFamily="34" charset="0"/>
              <a:buChar char="›"/>
              <a:defRPr sz="2800">
                <a:solidFill>
                  <a:srgbClr val="555559"/>
                </a:solidFill>
                <a:latin typeface="Neo Tech Std" panose="020B0504030504040204" pitchFamily="34" charset="0"/>
              </a:defRPr>
            </a:lvl1pPr>
            <a:lvl2pPr marL="685800" indent="-228600">
              <a:spcBef>
                <a:spcPts val="1200"/>
              </a:spcBef>
              <a:buClr>
                <a:srgbClr val="FF6B00"/>
              </a:buClr>
              <a:buFont typeface="Neo Tech Std" panose="020B0504030504040204" pitchFamily="34" charset="0"/>
              <a:buChar char="›"/>
              <a:defRPr sz="2400">
                <a:solidFill>
                  <a:srgbClr val="555559"/>
                </a:solidFill>
                <a:latin typeface="Neo Tech Std" panose="020B0504030504040204" pitchFamily="34" charset="0"/>
              </a:defRPr>
            </a:lvl2pPr>
            <a:lvl3pPr marL="1143000" indent="-228600">
              <a:spcBef>
                <a:spcPts val="1200"/>
              </a:spcBef>
              <a:buClr>
                <a:srgbClr val="FF6B00"/>
              </a:buClr>
              <a:buFont typeface="Neo Tech Std" panose="020B0504030504040204" pitchFamily="34" charset="0"/>
              <a:buChar char="›"/>
              <a:defRPr sz="2000">
                <a:solidFill>
                  <a:srgbClr val="555559"/>
                </a:solidFill>
              </a:defRPr>
            </a:lvl3pPr>
            <a:lvl4pPr marL="1600200" indent="-228600">
              <a:spcBef>
                <a:spcPts val="1200"/>
              </a:spcBef>
              <a:buClr>
                <a:srgbClr val="FF6B00"/>
              </a:buClr>
              <a:buFont typeface="Neo Tech Std" panose="020B0504030504040204" pitchFamily="34" charset="0"/>
              <a:buChar char="›"/>
              <a:defRPr sz="2000">
                <a:solidFill>
                  <a:srgbClr val="555559"/>
                </a:solidFill>
                <a:latin typeface="Neo Tech Std" panose="020B0504030504040204" pitchFamily="34" charset="0"/>
              </a:defRPr>
            </a:lvl4pPr>
            <a:lvl5pPr marL="2057400" indent="-228600">
              <a:spcBef>
                <a:spcPts val="1200"/>
              </a:spcBef>
              <a:buClr>
                <a:srgbClr val="FF6B00"/>
              </a:buClr>
              <a:buFont typeface="Neo Tech Std" panose="020B0504030504040204" pitchFamily="34" charset="0"/>
              <a:buChar char="›"/>
              <a:defRPr sz="1800">
                <a:solidFill>
                  <a:srgbClr val="555559"/>
                </a:solidFill>
                <a:latin typeface="Neo Tech Std" panose="020B0504030504040204" pitchFamily="34" charset="0"/>
              </a:defRPr>
            </a:lvl5pPr>
          </a:lstStyle>
          <a:p>
            <a:pPr lvl="0"/>
            <a:r>
              <a:rPr lang="en-US"/>
              <a:t>Click to edit Master text styles</a:t>
            </a:r>
          </a:p>
          <a:p>
            <a:pPr lvl="1"/>
            <a:r>
              <a:rPr lang="en-US"/>
              <a:t>Second level</a:t>
            </a:r>
          </a:p>
          <a:p>
            <a:pPr lvl="2"/>
            <a:r>
              <a:rPr lang="en-US"/>
              <a:t>Third level</a:t>
            </a:r>
          </a:p>
        </p:txBody>
      </p:sp>
      <p:sp>
        <p:nvSpPr>
          <p:cNvPr id="20" name="Text Placeholder 2">
            <a:extLst>
              <a:ext uri="{FF2B5EF4-FFF2-40B4-BE49-F238E27FC236}">
                <a16:creationId xmlns:a16="http://schemas.microsoft.com/office/drawing/2014/main" id="{32D1A1D2-02E3-6524-A55F-086E93ED45A9}"/>
              </a:ext>
            </a:extLst>
          </p:cNvPr>
          <p:cNvSpPr>
            <a:spLocks noGrp="1"/>
          </p:cNvSpPr>
          <p:nvPr>
            <p:ph type="body" sz="quarter" idx="43"/>
          </p:nvPr>
        </p:nvSpPr>
        <p:spPr>
          <a:xfrm>
            <a:off x="1422400" y="9355591"/>
            <a:ext cx="5689600" cy="569206"/>
          </a:xfrm>
          <a:prstGeom prst="rect">
            <a:avLst/>
          </a:prstGeom>
        </p:spPr>
        <p:txBody>
          <a:bodyPr>
            <a:noAutofit/>
          </a:bodyPr>
          <a:lstStyle>
            <a:lvl1pPr marL="0" indent="0">
              <a:buNone/>
              <a:defRPr sz="3600">
                <a:solidFill>
                  <a:schemeClr val="accent1"/>
                </a:solidFill>
                <a:latin typeface="Neo Tech Std Medium" panose="020B0604030504040204" pitchFamily="34" charset="0"/>
                <a:cs typeface="Neo Tech Std Medium" panose="020B0604030504040204" pitchFamily="34" charset="0"/>
              </a:defRPr>
            </a:lvl1pPr>
          </a:lstStyle>
          <a:p>
            <a:pPr lvl="0"/>
            <a:endParaRPr lang="en-JM"/>
          </a:p>
        </p:txBody>
      </p:sp>
      <p:sp>
        <p:nvSpPr>
          <p:cNvPr id="21" name="Text Placeholder 7">
            <a:extLst>
              <a:ext uri="{FF2B5EF4-FFF2-40B4-BE49-F238E27FC236}">
                <a16:creationId xmlns:a16="http://schemas.microsoft.com/office/drawing/2014/main" id="{5953E305-6641-522E-0DFA-6B723361A13A}"/>
              </a:ext>
            </a:extLst>
          </p:cNvPr>
          <p:cNvSpPr>
            <a:spLocks noGrp="1"/>
          </p:cNvSpPr>
          <p:nvPr>
            <p:ph type="body" sz="quarter" idx="44"/>
          </p:nvPr>
        </p:nvSpPr>
        <p:spPr>
          <a:xfrm>
            <a:off x="1449965" y="9946735"/>
            <a:ext cx="20999488" cy="1564268"/>
          </a:xfrm>
          <a:prstGeom prst="rect">
            <a:avLst/>
          </a:prstGeom>
        </p:spPr>
        <p:txBody>
          <a:bodyPr/>
          <a:lstStyle>
            <a:lvl1pPr marL="228600" indent="-228600">
              <a:spcBef>
                <a:spcPts val="1200"/>
              </a:spcBef>
              <a:buClr>
                <a:srgbClr val="FF6B00"/>
              </a:buClr>
              <a:buFont typeface="Neo Tech Std" panose="020B0504030504040204" pitchFamily="34" charset="0"/>
              <a:buChar char="›"/>
              <a:defRPr sz="2800">
                <a:solidFill>
                  <a:srgbClr val="555559"/>
                </a:solidFill>
                <a:latin typeface="Neo Tech Std" panose="020B0504030504040204" pitchFamily="34" charset="0"/>
              </a:defRPr>
            </a:lvl1pPr>
            <a:lvl2pPr marL="685800" indent="-228600">
              <a:spcBef>
                <a:spcPts val="1200"/>
              </a:spcBef>
              <a:buClr>
                <a:srgbClr val="FF6B00"/>
              </a:buClr>
              <a:buFont typeface="Neo Tech Std" panose="020B0504030504040204" pitchFamily="34" charset="0"/>
              <a:buChar char="›"/>
              <a:defRPr sz="2400">
                <a:solidFill>
                  <a:srgbClr val="555559"/>
                </a:solidFill>
                <a:latin typeface="Neo Tech Std" panose="020B0504030504040204" pitchFamily="34" charset="0"/>
              </a:defRPr>
            </a:lvl2pPr>
            <a:lvl3pPr marL="1143000" indent="-228600">
              <a:spcBef>
                <a:spcPts val="1200"/>
              </a:spcBef>
              <a:buClr>
                <a:srgbClr val="FF6B00"/>
              </a:buClr>
              <a:buFont typeface="Neo Tech Std" panose="020B0504030504040204" pitchFamily="34" charset="0"/>
              <a:buChar char="›"/>
              <a:defRPr sz="2000">
                <a:solidFill>
                  <a:srgbClr val="555559"/>
                </a:solidFill>
              </a:defRPr>
            </a:lvl3pPr>
            <a:lvl4pPr marL="1600200" indent="-228600">
              <a:spcBef>
                <a:spcPts val="1200"/>
              </a:spcBef>
              <a:buClr>
                <a:srgbClr val="FF6B00"/>
              </a:buClr>
              <a:buFont typeface="Neo Tech Std" panose="020B0504030504040204" pitchFamily="34" charset="0"/>
              <a:buChar char="›"/>
              <a:defRPr sz="2000">
                <a:solidFill>
                  <a:srgbClr val="555559"/>
                </a:solidFill>
                <a:latin typeface="Neo Tech Std" panose="020B0504030504040204" pitchFamily="34" charset="0"/>
              </a:defRPr>
            </a:lvl4pPr>
            <a:lvl5pPr marL="2057400" indent="-228600">
              <a:spcBef>
                <a:spcPts val="1200"/>
              </a:spcBef>
              <a:buClr>
                <a:srgbClr val="FF6B00"/>
              </a:buClr>
              <a:buFont typeface="Neo Tech Std" panose="020B0504030504040204" pitchFamily="34" charset="0"/>
              <a:buChar char="›"/>
              <a:defRPr sz="1800">
                <a:solidFill>
                  <a:srgbClr val="555559"/>
                </a:solidFill>
                <a:latin typeface="Neo Tech Std" panose="020B0504030504040204" pitchFamily="34" charset="0"/>
              </a:defRPr>
            </a:lvl5pPr>
          </a:lstStyle>
          <a:p>
            <a:pPr lvl="0"/>
            <a:r>
              <a:rPr lang="en-US"/>
              <a:t>Click to edit Master text styles</a:t>
            </a:r>
          </a:p>
          <a:p>
            <a:pPr lvl="1"/>
            <a:r>
              <a:rPr lang="en-US"/>
              <a:t>Second level</a:t>
            </a:r>
          </a:p>
          <a:p>
            <a:pPr lvl="2"/>
            <a:r>
              <a:rPr lang="en-US"/>
              <a:t>Third level</a:t>
            </a:r>
          </a:p>
        </p:txBody>
      </p:sp>
      <p:sp>
        <p:nvSpPr>
          <p:cNvPr id="5" name="Text Placeholder 32">
            <a:extLst>
              <a:ext uri="{FF2B5EF4-FFF2-40B4-BE49-F238E27FC236}">
                <a16:creationId xmlns:a16="http://schemas.microsoft.com/office/drawing/2014/main" id="{E77AA964-B9D5-538D-76CE-A6F13BD8922C}"/>
              </a:ext>
            </a:extLst>
          </p:cNvPr>
          <p:cNvSpPr>
            <a:spLocks noGrp="1"/>
          </p:cNvSpPr>
          <p:nvPr>
            <p:ph type="body" sz="quarter" idx="24" hasCustomPrompt="1"/>
          </p:nvPr>
        </p:nvSpPr>
        <p:spPr>
          <a:xfrm>
            <a:off x="1427163" y="1312863"/>
            <a:ext cx="17103516" cy="1025946"/>
          </a:xfrm>
          <a:prstGeom prst="rect">
            <a:avLst/>
          </a:prstGeom>
        </p:spPr>
        <p:txBody>
          <a:bodyPr/>
          <a:lstStyle>
            <a:lvl1pPr>
              <a:spcBef>
                <a:spcPts val="0"/>
              </a:spcBef>
              <a:defRPr sz="6000" b="1">
                <a:solidFill>
                  <a:srgbClr val="FF6B00"/>
                </a:solidFill>
                <a:latin typeface="Neo Tech Std" panose="020B0504030504040204" pitchFamily="34" charset="0"/>
              </a:defRPr>
            </a:lvl1pPr>
          </a:lstStyle>
          <a:p>
            <a:pPr lvl="0"/>
            <a:r>
              <a:rPr lang="en-US"/>
              <a:t>Click to add title here</a:t>
            </a:r>
          </a:p>
        </p:txBody>
      </p:sp>
      <p:sp>
        <p:nvSpPr>
          <p:cNvPr id="6" name="Text Placeholder 34">
            <a:extLst>
              <a:ext uri="{FF2B5EF4-FFF2-40B4-BE49-F238E27FC236}">
                <a16:creationId xmlns:a16="http://schemas.microsoft.com/office/drawing/2014/main" id="{32E0B512-1943-880D-30D9-0988F8A781CA}"/>
              </a:ext>
            </a:extLst>
          </p:cNvPr>
          <p:cNvSpPr>
            <a:spLocks noGrp="1"/>
          </p:cNvSpPr>
          <p:nvPr>
            <p:ph type="body" sz="quarter" idx="25" hasCustomPrompt="1"/>
          </p:nvPr>
        </p:nvSpPr>
        <p:spPr>
          <a:xfrm>
            <a:off x="1427163" y="2338809"/>
            <a:ext cx="18391140" cy="844550"/>
          </a:xfrm>
          <a:prstGeom prst="rect">
            <a:avLst/>
          </a:prstGeom>
        </p:spPr>
        <p:txBody>
          <a:bodyPr/>
          <a:lstStyle>
            <a:lvl1pPr>
              <a:spcBef>
                <a:spcPts val="0"/>
              </a:spcBef>
              <a:defRPr sz="3600">
                <a:solidFill>
                  <a:srgbClr val="555559"/>
                </a:solidFill>
              </a:defRPr>
            </a:lvl1pPr>
          </a:lstStyle>
          <a:p>
            <a:pPr lvl="0"/>
            <a:r>
              <a:rPr lang="en-US"/>
              <a:t>Your subtitle</a:t>
            </a:r>
          </a:p>
        </p:txBody>
      </p:sp>
      <p:pic>
        <p:nvPicPr>
          <p:cNvPr id="2" name="Picture 1">
            <a:extLst>
              <a:ext uri="{FF2B5EF4-FFF2-40B4-BE49-F238E27FC236}">
                <a16:creationId xmlns:a16="http://schemas.microsoft.com/office/drawing/2014/main" id="{0ECE8846-F06A-A2D5-30F7-B61432E0A05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4764" t="55302" r="45710" b="1985"/>
          <a:stretch/>
        </p:blipFill>
        <p:spPr>
          <a:xfrm>
            <a:off x="-736428" y="0"/>
            <a:ext cx="1413659" cy="13716000"/>
          </a:xfrm>
          <a:prstGeom prst="rect">
            <a:avLst/>
          </a:prstGeom>
        </p:spPr>
      </p:pic>
    </p:spTree>
    <p:extLst>
      <p:ext uri="{BB962C8B-B14F-4D97-AF65-F5344CB8AC3E}">
        <p14:creationId xmlns:p14="http://schemas.microsoft.com/office/powerpoint/2010/main" val="2145854424"/>
      </p:ext>
    </p:extLst>
  </p:cSld>
  <p:clrMapOvr>
    <a:masterClrMapping/>
  </p:clrMapOvr>
  <p:transition spd="med"/>
  <p:extLst>
    <p:ext uri="{DCECCB84-F9BA-43D5-87BE-67443E8EF086}">
      <p15:sldGuideLst xmlns:p15="http://schemas.microsoft.com/office/powerpoint/2012/main">
        <p15:guide id="1" orient="horz" pos="827" userDrawn="1">
          <p15:clr>
            <a:srgbClr val="FBAE40"/>
          </p15:clr>
        </p15:guide>
        <p15:guide id="2" pos="76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Image&amp;Text_1MainPicture+Text">
    <p:spTree>
      <p:nvGrpSpPr>
        <p:cNvPr id="1" name=""/>
        <p:cNvGrpSpPr/>
        <p:nvPr/>
      </p:nvGrpSpPr>
      <p:grpSpPr>
        <a:xfrm>
          <a:off x="0" y="0"/>
          <a:ext cx="0" cy="0"/>
          <a:chOff x="0" y="0"/>
          <a:chExt cx="0" cy="0"/>
        </a:xfrm>
      </p:grpSpPr>
      <p:sp>
        <p:nvSpPr>
          <p:cNvPr id="10" name="Picture Placeholder 1">
            <a:extLst>
              <a:ext uri="{FF2B5EF4-FFF2-40B4-BE49-F238E27FC236}">
                <a16:creationId xmlns:a16="http://schemas.microsoft.com/office/drawing/2014/main" id="{A86F7FB3-AF83-DB8B-AFBA-BC8759C79B51}"/>
              </a:ext>
            </a:extLst>
          </p:cNvPr>
          <p:cNvSpPr>
            <a:spLocks noGrp="1"/>
          </p:cNvSpPr>
          <p:nvPr>
            <p:ph type="pic" sz="quarter" idx="50"/>
          </p:nvPr>
        </p:nvSpPr>
        <p:spPr>
          <a:xfrm>
            <a:off x="1905274" y="4216400"/>
            <a:ext cx="7747000" cy="7747000"/>
          </a:xfrm>
          <a:prstGeom prst="ellipse">
            <a:avLst/>
          </a:prstGeom>
        </p:spPr>
        <p:txBody>
          <a:bodyPr/>
          <a:lstStyle/>
          <a:p>
            <a:endParaRPr lang="es-PR"/>
          </a:p>
        </p:txBody>
      </p:sp>
      <p:sp>
        <p:nvSpPr>
          <p:cNvPr id="13" name="Oval 12">
            <a:extLst>
              <a:ext uri="{FF2B5EF4-FFF2-40B4-BE49-F238E27FC236}">
                <a16:creationId xmlns:a16="http://schemas.microsoft.com/office/drawing/2014/main" id="{33EE91E8-41D2-1238-123D-EE5C692B0999}"/>
              </a:ext>
            </a:extLst>
          </p:cNvPr>
          <p:cNvSpPr/>
          <p:nvPr userDrawn="1"/>
        </p:nvSpPr>
        <p:spPr>
          <a:xfrm>
            <a:off x="6077087" y="3683781"/>
            <a:ext cx="4597400" cy="4597400"/>
          </a:xfrm>
          <a:prstGeom prst="ellipse">
            <a:avLst/>
          </a:prstGeom>
          <a:solidFill>
            <a:srgbClr val="FAFAFA">
              <a:alpha val="86000"/>
            </a:srgbClr>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sym typeface="Open Sans Light"/>
            </a:endParaRPr>
          </a:p>
        </p:txBody>
      </p:sp>
      <p:sp>
        <p:nvSpPr>
          <p:cNvPr id="14" name="Oval 13">
            <a:extLst>
              <a:ext uri="{FF2B5EF4-FFF2-40B4-BE49-F238E27FC236}">
                <a16:creationId xmlns:a16="http://schemas.microsoft.com/office/drawing/2014/main" id="{9B183F38-89FF-0762-CF91-C9BEC280240E}"/>
              </a:ext>
            </a:extLst>
          </p:cNvPr>
          <p:cNvSpPr/>
          <p:nvPr userDrawn="1"/>
        </p:nvSpPr>
        <p:spPr>
          <a:xfrm>
            <a:off x="1333774" y="8775700"/>
            <a:ext cx="1466850" cy="1466850"/>
          </a:xfrm>
          <a:prstGeom prst="ellipse">
            <a:avLst/>
          </a:prstGeom>
          <a:solidFill>
            <a:srgbClr val="FAFAFA">
              <a:alpha val="86000"/>
            </a:srgbClr>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sym typeface="Open Sans Light"/>
            </a:endParaRPr>
          </a:p>
        </p:txBody>
      </p:sp>
      <p:sp>
        <p:nvSpPr>
          <p:cNvPr id="15" name="Oval 14" descr="Oval 50">
            <a:extLst>
              <a:ext uri="{FF2B5EF4-FFF2-40B4-BE49-F238E27FC236}">
                <a16:creationId xmlns:a16="http://schemas.microsoft.com/office/drawing/2014/main" id="{697CA9A6-03A5-7DE7-9C49-900BEE4583E0}"/>
              </a:ext>
            </a:extLst>
          </p:cNvPr>
          <p:cNvSpPr>
            <a:spLocks/>
          </p:cNvSpPr>
          <p:nvPr userDrawn="1"/>
        </p:nvSpPr>
        <p:spPr bwMode="auto">
          <a:xfrm>
            <a:off x="8970437" y="10927932"/>
            <a:ext cx="362188" cy="366462"/>
          </a:xfrm>
          <a:prstGeom prst="ellipse">
            <a:avLst/>
          </a:prstGeom>
          <a:solidFill>
            <a:schemeClr val="accent1"/>
          </a:solidFill>
          <a:ln>
            <a:noFill/>
          </a:ln>
          <a:effectLst/>
        </p:spPr>
        <p:txBody>
          <a:bodyPr tIns="91440" bIns="91440" anchor="ctr"/>
          <a:lstStyle/>
          <a:p>
            <a:pPr algn="ctr"/>
            <a:endParaRPr lang="en-US" altLang="en-US">
              <a:solidFill>
                <a:srgbClr val="FFFFFF"/>
              </a:solidFill>
            </a:endParaRPr>
          </a:p>
        </p:txBody>
      </p:sp>
      <p:sp>
        <p:nvSpPr>
          <p:cNvPr id="19" name="Text Placeholder 20">
            <a:extLst>
              <a:ext uri="{FF2B5EF4-FFF2-40B4-BE49-F238E27FC236}">
                <a16:creationId xmlns:a16="http://schemas.microsoft.com/office/drawing/2014/main" id="{1BE237AF-5A1D-92DB-2963-6A919C34F446}"/>
              </a:ext>
            </a:extLst>
          </p:cNvPr>
          <p:cNvSpPr>
            <a:spLocks noGrp="1"/>
          </p:cNvSpPr>
          <p:nvPr>
            <p:ph type="body" sz="quarter" idx="14"/>
          </p:nvPr>
        </p:nvSpPr>
        <p:spPr>
          <a:xfrm>
            <a:off x="11239226" y="3935161"/>
            <a:ext cx="12467542" cy="602734"/>
          </a:xfrm>
          <a:prstGeom prst="rect">
            <a:avLst/>
          </a:prstGeom>
        </p:spPr>
        <p:txBody>
          <a:bodyPr/>
          <a:lstStyle>
            <a:lvl1pPr algn="l">
              <a:spcBef>
                <a:spcPts val="0"/>
              </a:spcBef>
              <a:defRPr sz="3600" b="1">
                <a:solidFill>
                  <a:srgbClr val="FF6B00"/>
                </a:solidFill>
                <a:latin typeface="Neo Tech Std" panose="020B0504030504040204" pitchFamily="34" charset="0"/>
              </a:defRPr>
            </a:lvl1pPr>
            <a:lvl2pPr>
              <a:defRPr sz="2400">
                <a:latin typeface="Neo Tech Std" panose="020B0504030504040204" pitchFamily="34" charset="0"/>
              </a:defRPr>
            </a:lvl2pPr>
            <a:lvl3pPr>
              <a:defRPr sz="2400">
                <a:latin typeface="Neo Tech Std" panose="020B0504030504040204" pitchFamily="34" charset="0"/>
              </a:defRPr>
            </a:lvl3pPr>
            <a:lvl4pPr>
              <a:defRPr sz="2400">
                <a:latin typeface="Neo Tech Std" panose="020B0504030504040204" pitchFamily="34" charset="0"/>
              </a:defRPr>
            </a:lvl4pPr>
            <a:lvl5pPr>
              <a:defRPr sz="2400">
                <a:latin typeface="Neo Tech Std" panose="020B0504030504040204" pitchFamily="34" charset="0"/>
              </a:defRPr>
            </a:lvl5pPr>
          </a:lstStyle>
          <a:p>
            <a:pPr lvl="0"/>
            <a:r>
              <a:rPr lang="en-US"/>
              <a:t>Click to edit Master text styles</a:t>
            </a:r>
          </a:p>
        </p:txBody>
      </p:sp>
      <p:sp>
        <p:nvSpPr>
          <p:cNvPr id="27" name="Freeform: Shape 26">
            <a:extLst>
              <a:ext uri="{FF2B5EF4-FFF2-40B4-BE49-F238E27FC236}">
                <a16:creationId xmlns:a16="http://schemas.microsoft.com/office/drawing/2014/main" id="{367674D8-BD0F-DD7A-9CDF-B98751312DD5}"/>
              </a:ext>
            </a:extLst>
          </p:cNvPr>
          <p:cNvSpPr/>
          <p:nvPr userDrawn="1"/>
        </p:nvSpPr>
        <p:spPr>
          <a:xfrm>
            <a:off x="19712260" y="0"/>
            <a:ext cx="2690" cy="106376"/>
          </a:xfrm>
          <a:custGeom>
            <a:avLst/>
            <a:gdLst>
              <a:gd name="connsiteX0" fmla="*/ 0 w 2690"/>
              <a:gd name="connsiteY0" fmla="*/ 0 h 106376"/>
              <a:gd name="connsiteX1" fmla="*/ 2690 w 2690"/>
              <a:gd name="connsiteY1" fmla="*/ 0 h 106376"/>
              <a:gd name="connsiteX2" fmla="*/ 0 w 2690"/>
              <a:gd name="connsiteY2" fmla="*/ 106376 h 106376"/>
              <a:gd name="connsiteX3" fmla="*/ 0 w 2690"/>
              <a:gd name="connsiteY3" fmla="*/ 0 h 106376"/>
            </a:gdLst>
            <a:ahLst/>
            <a:cxnLst>
              <a:cxn ang="0">
                <a:pos x="connsiteX0" y="connsiteY0"/>
              </a:cxn>
              <a:cxn ang="0">
                <a:pos x="connsiteX1" y="connsiteY1"/>
              </a:cxn>
              <a:cxn ang="0">
                <a:pos x="connsiteX2" y="connsiteY2"/>
              </a:cxn>
              <a:cxn ang="0">
                <a:pos x="connsiteX3" y="connsiteY3"/>
              </a:cxn>
            </a:cxnLst>
            <a:rect l="l" t="t" r="r" b="b"/>
            <a:pathLst>
              <a:path w="2690" h="106376">
                <a:moveTo>
                  <a:pt x="0" y="0"/>
                </a:moveTo>
                <a:lnTo>
                  <a:pt x="2690" y="0"/>
                </a:lnTo>
                <a:lnTo>
                  <a:pt x="0" y="106376"/>
                </a:lnTo>
                <a:lnTo>
                  <a:pt x="0" y="0"/>
                </a:lnTo>
                <a:close/>
              </a:path>
            </a:pathLst>
          </a:custGeom>
          <a:solidFill>
            <a:srgbClr val="E15365"/>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sp>
        <p:nvSpPr>
          <p:cNvPr id="4" name="Text Placeholder 7">
            <a:extLst>
              <a:ext uri="{FF2B5EF4-FFF2-40B4-BE49-F238E27FC236}">
                <a16:creationId xmlns:a16="http://schemas.microsoft.com/office/drawing/2014/main" id="{AEC58625-70A2-DF6F-58A2-AF2A5484486F}"/>
              </a:ext>
            </a:extLst>
          </p:cNvPr>
          <p:cNvSpPr>
            <a:spLocks noGrp="1"/>
          </p:cNvSpPr>
          <p:nvPr>
            <p:ph type="body" sz="quarter" idx="51"/>
          </p:nvPr>
        </p:nvSpPr>
        <p:spPr>
          <a:xfrm>
            <a:off x="11239225" y="4786061"/>
            <a:ext cx="12467543" cy="7502148"/>
          </a:xfrm>
          <a:prstGeom prst="rect">
            <a:avLst/>
          </a:prstGeom>
        </p:spPr>
        <p:txBody>
          <a:bodyPr/>
          <a:lstStyle>
            <a:lvl1pPr marL="228600" indent="-228600">
              <a:spcBef>
                <a:spcPts val="1200"/>
              </a:spcBef>
              <a:buClr>
                <a:srgbClr val="FF6B00"/>
              </a:buClr>
              <a:buFont typeface="Neo Tech Std" panose="020B0504030504040204" pitchFamily="34" charset="0"/>
              <a:buChar char="›"/>
              <a:defRPr sz="3200">
                <a:solidFill>
                  <a:srgbClr val="555559"/>
                </a:solidFill>
                <a:latin typeface="Neo Tech Std" panose="020B0504030504040204" pitchFamily="34" charset="0"/>
              </a:defRPr>
            </a:lvl1pPr>
            <a:lvl2pPr marL="685800" indent="-228600">
              <a:spcBef>
                <a:spcPts val="1200"/>
              </a:spcBef>
              <a:buClr>
                <a:srgbClr val="FF6B00"/>
              </a:buClr>
              <a:buFont typeface="Neo Tech Std" panose="020B0504030504040204" pitchFamily="34" charset="0"/>
              <a:buChar char="›"/>
              <a:defRPr sz="2800">
                <a:solidFill>
                  <a:srgbClr val="555559"/>
                </a:solidFill>
                <a:latin typeface="Neo Tech Std" panose="020B0504030504040204" pitchFamily="34" charset="0"/>
              </a:defRPr>
            </a:lvl2pPr>
            <a:lvl3pPr marL="1143000" indent="-228600">
              <a:spcBef>
                <a:spcPts val="1200"/>
              </a:spcBef>
              <a:buClr>
                <a:srgbClr val="FF6B00"/>
              </a:buClr>
              <a:buFont typeface="Neo Tech Std" panose="020B0504030504040204" pitchFamily="34" charset="0"/>
              <a:buChar char="›"/>
              <a:defRPr sz="2400">
                <a:solidFill>
                  <a:srgbClr val="555559"/>
                </a:solidFill>
              </a:defRPr>
            </a:lvl3pPr>
            <a:lvl4pPr marL="1600200" indent="-228600">
              <a:spcBef>
                <a:spcPts val="1200"/>
              </a:spcBef>
              <a:buClr>
                <a:srgbClr val="FF6B00"/>
              </a:buClr>
              <a:buFont typeface="Neo Tech Std" panose="020B0504030504040204" pitchFamily="34" charset="0"/>
              <a:buChar char="›"/>
              <a:defRPr>
                <a:solidFill>
                  <a:srgbClr val="555559"/>
                </a:solidFill>
                <a:latin typeface="Neo Tech Std" panose="020B0504030504040204" pitchFamily="34" charset="0"/>
              </a:defRPr>
            </a:lvl4pPr>
            <a:lvl5pPr marL="2057400" indent="-228600">
              <a:spcBef>
                <a:spcPts val="1200"/>
              </a:spcBef>
              <a:buClr>
                <a:srgbClr val="FF6B00"/>
              </a:buClr>
              <a:buFont typeface="Neo Tech Std" panose="020B0504030504040204" pitchFamily="34" charset="0"/>
              <a:buChar char="›"/>
              <a:defRPr sz="2000">
                <a:solidFill>
                  <a:srgbClr val="555559"/>
                </a:solidFill>
                <a:latin typeface="Neo Tech Std" panose="020B050403050404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4FEB1994-D78F-32A0-484F-11BA8972A847}"/>
              </a:ext>
            </a:extLst>
          </p:cNvPr>
          <p:cNvSpPr>
            <a:spLocks noGrp="1"/>
          </p:cNvSpPr>
          <p:nvPr>
            <p:ph type="ftr" sz="quarter" idx="52"/>
          </p:nvPr>
        </p:nvSpPr>
        <p:spPr/>
        <p:txBody>
          <a:bodyPr/>
          <a:lstStyle/>
          <a:p>
            <a:r>
              <a:rPr lang="en-US"/>
              <a:t>2024 © Retail Consult - All rights reserved</a:t>
            </a:r>
          </a:p>
        </p:txBody>
      </p:sp>
      <p:sp>
        <p:nvSpPr>
          <p:cNvPr id="6" name="Slide Number Placeholder 5">
            <a:extLst>
              <a:ext uri="{FF2B5EF4-FFF2-40B4-BE49-F238E27FC236}">
                <a16:creationId xmlns:a16="http://schemas.microsoft.com/office/drawing/2014/main" id="{B9365F44-AEFD-9CE0-D9C9-5D986078C217}"/>
              </a:ext>
            </a:extLst>
          </p:cNvPr>
          <p:cNvSpPr>
            <a:spLocks noGrp="1"/>
          </p:cNvSpPr>
          <p:nvPr>
            <p:ph type="sldNum" sz="quarter" idx="53"/>
          </p:nvPr>
        </p:nvSpPr>
        <p:spPr/>
        <p:txBody>
          <a:bodyPr/>
          <a:lstStyle/>
          <a:p>
            <a:fld id="{9A4417C4-43A3-444C-837D-103BA5C8224B}" type="slidenum">
              <a:rPr lang="en-US" smtClean="0"/>
              <a:pPr/>
              <a:t>‹#›</a:t>
            </a:fld>
            <a:endParaRPr lang="en-US"/>
          </a:p>
        </p:txBody>
      </p:sp>
      <p:sp>
        <p:nvSpPr>
          <p:cNvPr id="11" name="Text Placeholder 32">
            <a:extLst>
              <a:ext uri="{FF2B5EF4-FFF2-40B4-BE49-F238E27FC236}">
                <a16:creationId xmlns:a16="http://schemas.microsoft.com/office/drawing/2014/main" id="{10ADF186-B62F-1978-C1E7-FB496C53578C}"/>
              </a:ext>
            </a:extLst>
          </p:cNvPr>
          <p:cNvSpPr>
            <a:spLocks noGrp="1"/>
          </p:cNvSpPr>
          <p:nvPr>
            <p:ph type="body" sz="quarter" idx="24" hasCustomPrompt="1"/>
          </p:nvPr>
        </p:nvSpPr>
        <p:spPr>
          <a:xfrm>
            <a:off x="1427163" y="1312863"/>
            <a:ext cx="17103516" cy="1025946"/>
          </a:xfrm>
          <a:prstGeom prst="rect">
            <a:avLst/>
          </a:prstGeom>
        </p:spPr>
        <p:txBody>
          <a:bodyPr/>
          <a:lstStyle>
            <a:lvl1pPr>
              <a:spcBef>
                <a:spcPts val="0"/>
              </a:spcBef>
              <a:defRPr sz="6000" b="1">
                <a:solidFill>
                  <a:srgbClr val="FF6B00"/>
                </a:solidFill>
                <a:latin typeface="Neo Tech Std" panose="020B0504030504040204" pitchFamily="34" charset="0"/>
              </a:defRPr>
            </a:lvl1pPr>
          </a:lstStyle>
          <a:p>
            <a:pPr lvl="0"/>
            <a:r>
              <a:rPr lang="en-US"/>
              <a:t>Click to add title here</a:t>
            </a:r>
          </a:p>
        </p:txBody>
      </p:sp>
      <p:sp>
        <p:nvSpPr>
          <p:cNvPr id="12" name="Text Placeholder 34">
            <a:extLst>
              <a:ext uri="{FF2B5EF4-FFF2-40B4-BE49-F238E27FC236}">
                <a16:creationId xmlns:a16="http://schemas.microsoft.com/office/drawing/2014/main" id="{092F82A6-741F-FE09-C2D4-E7515048237B}"/>
              </a:ext>
            </a:extLst>
          </p:cNvPr>
          <p:cNvSpPr>
            <a:spLocks noGrp="1"/>
          </p:cNvSpPr>
          <p:nvPr>
            <p:ph type="body" sz="quarter" idx="25" hasCustomPrompt="1"/>
          </p:nvPr>
        </p:nvSpPr>
        <p:spPr>
          <a:xfrm>
            <a:off x="1427163" y="2338809"/>
            <a:ext cx="18391140" cy="844550"/>
          </a:xfrm>
          <a:prstGeom prst="rect">
            <a:avLst/>
          </a:prstGeom>
        </p:spPr>
        <p:txBody>
          <a:bodyPr/>
          <a:lstStyle>
            <a:lvl1pPr>
              <a:spcBef>
                <a:spcPts val="0"/>
              </a:spcBef>
              <a:defRPr sz="3600">
                <a:solidFill>
                  <a:srgbClr val="555559"/>
                </a:solidFill>
              </a:defRPr>
            </a:lvl1pPr>
          </a:lstStyle>
          <a:p>
            <a:pPr lvl="0"/>
            <a:r>
              <a:rPr lang="en-US"/>
              <a:t>Your subtitle</a:t>
            </a:r>
          </a:p>
        </p:txBody>
      </p:sp>
      <p:pic>
        <p:nvPicPr>
          <p:cNvPr id="2" name="Picture 1">
            <a:extLst>
              <a:ext uri="{FF2B5EF4-FFF2-40B4-BE49-F238E27FC236}">
                <a16:creationId xmlns:a16="http://schemas.microsoft.com/office/drawing/2014/main" id="{FD459F9C-E79A-CAFA-CC32-6D63A6153BA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4764" t="55302" r="45710" b="1985"/>
          <a:stretch/>
        </p:blipFill>
        <p:spPr>
          <a:xfrm>
            <a:off x="-736428" y="0"/>
            <a:ext cx="1413659" cy="13716000"/>
          </a:xfrm>
          <a:prstGeom prst="rect">
            <a:avLst/>
          </a:prstGeom>
        </p:spPr>
      </p:pic>
    </p:spTree>
    <p:extLst>
      <p:ext uri="{BB962C8B-B14F-4D97-AF65-F5344CB8AC3E}">
        <p14:creationId xmlns:p14="http://schemas.microsoft.com/office/powerpoint/2010/main" val="1124018945"/>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harts_1Chart+Text">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C1103630-C083-FE82-A79E-E79109E25F3E}"/>
              </a:ext>
            </a:extLst>
          </p:cNvPr>
          <p:cNvSpPr>
            <a:spLocks noGrp="1"/>
          </p:cNvSpPr>
          <p:nvPr>
            <p:ph type="chart" sz="quarter" idx="40"/>
          </p:nvPr>
        </p:nvSpPr>
        <p:spPr>
          <a:xfrm>
            <a:off x="1427162" y="3358761"/>
            <a:ext cx="13890625" cy="8509389"/>
          </a:xfrm>
          <a:prstGeom prst="rect">
            <a:avLst/>
          </a:prstGeom>
        </p:spPr>
        <p:txBody>
          <a:bodyPr/>
          <a:lstStyle/>
          <a:p>
            <a:endParaRPr lang="en-US"/>
          </a:p>
        </p:txBody>
      </p:sp>
      <p:sp>
        <p:nvSpPr>
          <p:cNvPr id="11" name="Text Placeholder 20">
            <a:extLst>
              <a:ext uri="{FF2B5EF4-FFF2-40B4-BE49-F238E27FC236}">
                <a16:creationId xmlns:a16="http://schemas.microsoft.com/office/drawing/2014/main" id="{CE6F17FA-420E-7989-964E-6DDF68E2019A}"/>
              </a:ext>
            </a:extLst>
          </p:cNvPr>
          <p:cNvSpPr>
            <a:spLocks noGrp="1"/>
          </p:cNvSpPr>
          <p:nvPr>
            <p:ph type="body" sz="quarter" idx="59"/>
          </p:nvPr>
        </p:nvSpPr>
        <p:spPr>
          <a:xfrm>
            <a:off x="17074794" y="3360864"/>
            <a:ext cx="6027802" cy="615950"/>
          </a:xfrm>
          <a:prstGeom prst="rect">
            <a:avLst/>
          </a:prstGeom>
        </p:spPr>
        <p:txBody>
          <a:bodyPr/>
          <a:lstStyle>
            <a:lvl1pPr algn="l">
              <a:spcBef>
                <a:spcPts val="0"/>
              </a:spcBef>
              <a:defRPr sz="2800" b="1">
                <a:solidFill>
                  <a:srgbClr val="555559"/>
                </a:solidFill>
                <a:latin typeface="Neo Tech Std" panose="020B0504030504040204" pitchFamily="34" charset="0"/>
              </a:defRPr>
            </a:lvl1pPr>
            <a:lvl2pPr>
              <a:defRPr sz="2400">
                <a:latin typeface="Neo Tech Std" panose="020B0504030504040204" pitchFamily="34" charset="0"/>
              </a:defRPr>
            </a:lvl2pPr>
            <a:lvl3pPr>
              <a:defRPr sz="2400">
                <a:latin typeface="Neo Tech Std" panose="020B0504030504040204" pitchFamily="34" charset="0"/>
              </a:defRPr>
            </a:lvl3pPr>
            <a:lvl4pPr>
              <a:defRPr sz="2400">
                <a:latin typeface="Neo Tech Std" panose="020B0504030504040204" pitchFamily="34" charset="0"/>
              </a:defRPr>
            </a:lvl4pPr>
            <a:lvl5pPr>
              <a:defRPr sz="2400">
                <a:latin typeface="Neo Tech Std" panose="020B0504030504040204" pitchFamily="34" charset="0"/>
              </a:defRPr>
            </a:lvl5pPr>
          </a:lstStyle>
          <a:p>
            <a:pPr lvl="0"/>
            <a:r>
              <a:rPr lang="en-US"/>
              <a:t>Click to edit Master text styles</a:t>
            </a:r>
          </a:p>
        </p:txBody>
      </p:sp>
      <p:sp>
        <p:nvSpPr>
          <p:cNvPr id="13" name="Text Placeholder 20">
            <a:extLst>
              <a:ext uri="{FF2B5EF4-FFF2-40B4-BE49-F238E27FC236}">
                <a16:creationId xmlns:a16="http://schemas.microsoft.com/office/drawing/2014/main" id="{F13E8B0B-A175-E4AD-195F-39614DC8C5D1}"/>
              </a:ext>
            </a:extLst>
          </p:cNvPr>
          <p:cNvSpPr>
            <a:spLocks noGrp="1"/>
          </p:cNvSpPr>
          <p:nvPr>
            <p:ph type="body" sz="quarter" idx="54" hasCustomPrompt="1"/>
          </p:nvPr>
        </p:nvSpPr>
        <p:spPr>
          <a:xfrm>
            <a:off x="15647616" y="3358761"/>
            <a:ext cx="1427177" cy="1219199"/>
          </a:xfrm>
          <a:prstGeom prst="rect">
            <a:avLst/>
          </a:prstGeom>
        </p:spPr>
        <p:txBody>
          <a:bodyPr/>
          <a:lstStyle>
            <a:lvl1pPr algn="l">
              <a:defRPr sz="6000" b="1">
                <a:solidFill>
                  <a:schemeClr val="accent1"/>
                </a:solidFill>
                <a:latin typeface="Neo Tech Std" panose="020B0504030504040204" pitchFamily="34" charset="0"/>
              </a:defRPr>
            </a:lvl1pPr>
            <a:lvl2pPr>
              <a:defRPr sz="2400">
                <a:latin typeface="Neo Tech Std" panose="020B0504030504040204" pitchFamily="34" charset="0"/>
              </a:defRPr>
            </a:lvl2pPr>
            <a:lvl3pPr>
              <a:defRPr sz="2400">
                <a:latin typeface="Neo Tech Std" panose="020B0504030504040204" pitchFamily="34" charset="0"/>
              </a:defRPr>
            </a:lvl3pPr>
            <a:lvl4pPr>
              <a:defRPr sz="2400">
                <a:latin typeface="Neo Tech Std" panose="020B0504030504040204" pitchFamily="34" charset="0"/>
              </a:defRPr>
            </a:lvl4pPr>
            <a:lvl5pPr>
              <a:defRPr sz="2400">
                <a:latin typeface="Neo Tech Std" panose="020B0504030504040204" pitchFamily="34" charset="0"/>
              </a:defRPr>
            </a:lvl5pPr>
          </a:lstStyle>
          <a:p>
            <a:pPr lvl="0"/>
            <a:r>
              <a:rPr lang="en-US"/>
              <a:t>00.</a:t>
            </a:r>
          </a:p>
        </p:txBody>
      </p:sp>
      <p:sp>
        <p:nvSpPr>
          <p:cNvPr id="16" name="Footer Placeholder 15">
            <a:extLst>
              <a:ext uri="{FF2B5EF4-FFF2-40B4-BE49-F238E27FC236}">
                <a16:creationId xmlns:a16="http://schemas.microsoft.com/office/drawing/2014/main" id="{E45F56D3-35CC-3A3E-C7FB-1D6076246AE4}"/>
              </a:ext>
            </a:extLst>
          </p:cNvPr>
          <p:cNvSpPr>
            <a:spLocks noGrp="1"/>
          </p:cNvSpPr>
          <p:nvPr>
            <p:ph type="ftr" sz="quarter" idx="60"/>
          </p:nvPr>
        </p:nvSpPr>
        <p:spPr/>
        <p:txBody>
          <a:bodyPr/>
          <a:lstStyle/>
          <a:p>
            <a:r>
              <a:rPr lang="en-US"/>
              <a:t>2024 © Retail Consult - All rights reserved</a:t>
            </a:r>
          </a:p>
        </p:txBody>
      </p:sp>
      <p:sp>
        <p:nvSpPr>
          <p:cNvPr id="17" name="Slide Number Placeholder 16">
            <a:extLst>
              <a:ext uri="{FF2B5EF4-FFF2-40B4-BE49-F238E27FC236}">
                <a16:creationId xmlns:a16="http://schemas.microsoft.com/office/drawing/2014/main" id="{B1C86CF6-4FE8-F807-6B2C-F6E8CAFFB103}"/>
              </a:ext>
            </a:extLst>
          </p:cNvPr>
          <p:cNvSpPr>
            <a:spLocks noGrp="1"/>
          </p:cNvSpPr>
          <p:nvPr>
            <p:ph type="sldNum" sz="quarter" idx="61"/>
          </p:nvPr>
        </p:nvSpPr>
        <p:spPr/>
        <p:txBody>
          <a:bodyPr/>
          <a:lstStyle/>
          <a:p>
            <a:fld id="{9A4417C4-43A3-444C-837D-103BA5C8224B}" type="slidenum">
              <a:rPr lang="en-US" smtClean="0"/>
              <a:pPr/>
              <a:t>‹#›</a:t>
            </a:fld>
            <a:endParaRPr lang="en-US"/>
          </a:p>
        </p:txBody>
      </p:sp>
      <p:sp>
        <p:nvSpPr>
          <p:cNvPr id="18" name="Text Placeholder 7">
            <a:extLst>
              <a:ext uri="{FF2B5EF4-FFF2-40B4-BE49-F238E27FC236}">
                <a16:creationId xmlns:a16="http://schemas.microsoft.com/office/drawing/2014/main" id="{219EE458-94E5-C354-DF00-E050B05B7FEA}"/>
              </a:ext>
            </a:extLst>
          </p:cNvPr>
          <p:cNvSpPr>
            <a:spLocks noGrp="1"/>
          </p:cNvSpPr>
          <p:nvPr>
            <p:ph type="body" sz="quarter" idx="51"/>
          </p:nvPr>
        </p:nvSpPr>
        <p:spPr>
          <a:xfrm>
            <a:off x="17074793" y="4028974"/>
            <a:ext cx="6027802" cy="7839176"/>
          </a:xfrm>
          <a:prstGeom prst="rect">
            <a:avLst/>
          </a:prstGeom>
        </p:spPr>
        <p:txBody>
          <a:bodyPr/>
          <a:lstStyle>
            <a:lvl1pPr marL="228600" indent="-228600">
              <a:spcBef>
                <a:spcPts val="1200"/>
              </a:spcBef>
              <a:buClr>
                <a:srgbClr val="FF6B00"/>
              </a:buClr>
              <a:buFont typeface="Neo Tech Std" panose="020B0504030504040204" pitchFamily="34" charset="0"/>
              <a:buChar char="›"/>
              <a:defRPr sz="3200">
                <a:solidFill>
                  <a:srgbClr val="555559"/>
                </a:solidFill>
                <a:latin typeface="Neo Tech Std" panose="020B0504030504040204" pitchFamily="34" charset="0"/>
              </a:defRPr>
            </a:lvl1pPr>
            <a:lvl2pPr marL="685800" indent="-228600">
              <a:spcBef>
                <a:spcPts val="1200"/>
              </a:spcBef>
              <a:buClr>
                <a:srgbClr val="FF6B00"/>
              </a:buClr>
              <a:buFont typeface="Neo Tech Std" panose="020B0504030504040204" pitchFamily="34" charset="0"/>
              <a:buChar char="›"/>
              <a:defRPr sz="2800">
                <a:solidFill>
                  <a:srgbClr val="555559"/>
                </a:solidFill>
                <a:latin typeface="Neo Tech Std" panose="020B0504030504040204" pitchFamily="34" charset="0"/>
              </a:defRPr>
            </a:lvl2pPr>
            <a:lvl3pPr marL="1143000" indent="-228600">
              <a:spcBef>
                <a:spcPts val="1200"/>
              </a:spcBef>
              <a:buClr>
                <a:srgbClr val="FF6B00"/>
              </a:buClr>
              <a:buFont typeface="Neo Tech Std" panose="020B0504030504040204" pitchFamily="34" charset="0"/>
              <a:buChar char="›"/>
              <a:defRPr sz="2400">
                <a:solidFill>
                  <a:srgbClr val="555559"/>
                </a:solidFill>
              </a:defRPr>
            </a:lvl3pPr>
            <a:lvl4pPr marL="1600200" indent="-228600">
              <a:spcBef>
                <a:spcPts val="1200"/>
              </a:spcBef>
              <a:buClr>
                <a:srgbClr val="FF6B00"/>
              </a:buClr>
              <a:buFont typeface="Neo Tech Std" panose="020B0504030504040204" pitchFamily="34" charset="0"/>
              <a:buChar char="›"/>
              <a:defRPr>
                <a:solidFill>
                  <a:srgbClr val="555559"/>
                </a:solidFill>
                <a:latin typeface="Neo Tech Std" panose="020B0504030504040204" pitchFamily="34" charset="0"/>
              </a:defRPr>
            </a:lvl4pPr>
            <a:lvl5pPr marL="2057400" indent="-228600">
              <a:spcBef>
                <a:spcPts val="1200"/>
              </a:spcBef>
              <a:buClr>
                <a:srgbClr val="FF6B00"/>
              </a:buClr>
              <a:buFont typeface="Neo Tech Std" panose="020B0504030504040204" pitchFamily="34" charset="0"/>
              <a:buChar char="›"/>
              <a:defRPr sz="2000">
                <a:solidFill>
                  <a:srgbClr val="555559"/>
                </a:solidFill>
                <a:latin typeface="Neo Tech Std" panose="020B050403050404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2">
            <a:extLst>
              <a:ext uri="{FF2B5EF4-FFF2-40B4-BE49-F238E27FC236}">
                <a16:creationId xmlns:a16="http://schemas.microsoft.com/office/drawing/2014/main" id="{B051A7F3-2CB7-EFE7-E155-A602320924E6}"/>
              </a:ext>
            </a:extLst>
          </p:cNvPr>
          <p:cNvSpPr>
            <a:spLocks noGrp="1"/>
          </p:cNvSpPr>
          <p:nvPr>
            <p:ph type="body" sz="quarter" idx="24" hasCustomPrompt="1"/>
          </p:nvPr>
        </p:nvSpPr>
        <p:spPr>
          <a:xfrm>
            <a:off x="1427163" y="1312863"/>
            <a:ext cx="17103516" cy="1025946"/>
          </a:xfrm>
          <a:prstGeom prst="rect">
            <a:avLst/>
          </a:prstGeom>
        </p:spPr>
        <p:txBody>
          <a:bodyPr/>
          <a:lstStyle>
            <a:lvl1pPr>
              <a:spcBef>
                <a:spcPts val="0"/>
              </a:spcBef>
              <a:defRPr sz="6000" b="1">
                <a:solidFill>
                  <a:srgbClr val="FF6B00"/>
                </a:solidFill>
                <a:latin typeface="Neo Tech Std" panose="020B0504030504040204" pitchFamily="34" charset="0"/>
              </a:defRPr>
            </a:lvl1pPr>
          </a:lstStyle>
          <a:p>
            <a:pPr lvl="0"/>
            <a:r>
              <a:rPr lang="en-US"/>
              <a:t>Click to add title here</a:t>
            </a:r>
          </a:p>
        </p:txBody>
      </p:sp>
      <p:sp>
        <p:nvSpPr>
          <p:cNvPr id="10" name="Text Placeholder 34">
            <a:extLst>
              <a:ext uri="{FF2B5EF4-FFF2-40B4-BE49-F238E27FC236}">
                <a16:creationId xmlns:a16="http://schemas.microsoft.com/office/drawing/2014/main" id="{85D05889-2DC9-C1D5-2017-579118F58E79}"/>
              </a:ext>
            </a:extLst>
          </p:cNvPr>
          <p:cNvSpPr>
            <a:spLocks noGrp="1"/>
          </p:cNvSpPr>
          <p:nvPr>
            <p:ph type="body" sz="quarter" idx="25" hasCustomPrompt="1"/>
          </p:nvPr>
        </p:nvSpPr>
        <p:spPr>
          <a:xfrm>
            <a:off x="1427163" y="2338809"/>
            <a:ext cx="18391140" cy="844550"/>
          </a:xfrm>
          <a:prstGeom prst="rect">
            <a:avLst/>
          </a:prstGeom>
        </p:spPr>
        <p:txBody>
          <a:bodyPr/>
          <a:lstStyle>
            <a:lvl1pPr>
              <a:spcBef>
                <a:spcPts val="0"/>
              </a:spcBef>
              <a:defRPr sz="3600">
                <a:solidFill>
                  <a:srgbClr val="555559"/>
                </a:solidFill>
              </a:defRPr>
            </a:lvl1pPr>
          </a:lstStyle>
          <a:p>
            <a:pPr lvl="0"/>
            <a:r>
              <a:rPr lang="en-US"/>
              <a:t>Your subtitle</a:t>
            </a:r>
          </a:p>
        </p:txBody>
      </p:sp>
      <p:pic>
        <p:nvPicPr>
          <p:cNvPr id="2" name="Picture 1">
            <a:extLst>
              <a:ext uri="{FF2B5EF4-FFF2-40B4-BE49-F238E27FC236}">
                <a16:creationId xmlns:a16="http://schemas.microsoft.com/office/drawing/2014/main" id="{E3526C71-035E-12F4-387C-EE86F22DF75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4764" t="55302" r="45710" b="1985"/>
          <a:stretch/>
        </p:blipFill>
        <p:spPr>
          <a:xfrm>
            <a:off x="-736428" y="0"/>
            <a:ext cx="1413659" cy="13716000"/>
          </a:xfrm>
          <a:prstGeom prst="rect">
            <a:avLst/>
          </a:prstGeom>
        </p:spPr>
      </p:pic>
    </p:spTree>
    <p:extLst>
      <p:ext uri="{BB962C8B-B14F-4D97-AF65-F5344CB8AC3E}">
        <p14:creationId xmlns:p14="http://schemas.microsoft.com/office/powerpoint/2010/main" val="134103507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harts_2Charts">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C1103630-C083-FE82-A79E-E79109E25F3E}"/>
              </a:ext>
            </a:extLst>
          </p:cNvPr>
          <p:cNvSpPr>
            <a:spLocks noGrp="1"/>
          </p:cNvSpPr>
          <p:nvPr>
            <p:ph type="chart" sz="quarter" idx="40"/>
          </p:nvPr>
        </p:nvSpPr>
        <p:spPr>
          <a:xfrm>
            <a:off x="1425612" y="5001208"/>
            <a:ext cx="9957735" cy="7497265"/>
          </a:xfrm>
          <a:prstGeom prst="rect">
            <a:avLst/>
          </a:prstGeom>
        </p:spPr>
        <p:txBody>
          <a:bodyPr/>
          <a:lstStyle/>
          <a:p>
            <a:endParaRPr lang="en-US"/>
          </a:p>
        </p:txBody>
      </p:sp>
      <p:sp>
        <p:nvSpPr>
          <p:cNvPr id="2" name="Chart Placeholder 5">
            <a:extLst>
              <a:ext uri="{FF2B5EF4-FFF2-40B4-BE49-F238E27FC236}">
                <a16:creationId xmlns:a16="http://schemas.microsoft.com/office/drawing/2014/main" id="{541DDA29-5B43-D83A-A059-815796CF95E2}"/>
              </a:ext>
            </a:extLst>
          </p:cNvPr>
          <p:cNvSpPr>
            <a:spLocks noGrp="1"/>
          </p:cNvSpPr>
          <p:nvPr>
            <p:ph type="chart" sz="quarter" idx="56"/>
          </p:nvPr>
        </p:nvSpPr>
        <p:spPr>
          <a:xfrm>
            <a:off x="12514684" y="5001208"/>
            <a:ext cx="10049847" cy="7497265"/>
          </a:xfrm>
          <a:prstGeom prst="rect">
            <a:avLst/>
          </a:prstGeom>
        </p:spPr>
        <p:txBody>
          <a:bodyPr/>
          <a:lstStyle/>
          <a:p>
            <a:endParaRPr lang="en-US"/>
          </a:p>
        </p:txBody>
      </p:sp>
      <p:sp>
        <p:nvSpPr>
          <p:cNvPr id="12" name="Text Placeholder 20">
            <a:extLst>
              <a:ext uri="{FF2B5EF4-FFF2-40B4-BE49-F238E27FC236}">
                <a16:creationId xmlns:a16="http://schemas.microsoft.com/office/drawing/2014/main" id="{D382F9BF-6034-5458-D017-1B60923CA051}"/>
              </a:ext>
            </a:extLst>
          </p:cNvPr>
          <p:cNvSpPr>
            <a:spLocks noGrp="1"/>
          </p:cNvSpPr>
          <p:nvPr>
            <p:ph type="body" sz="quarter" idx="59"/>
          </p:nvPr>
        </p:nvSpPr>
        <p:spPr>
          <a:xfrm>
            <a:off x="2686989" y="3400548"/>
            <a:ext cx="8696357" cy="541884"/>
          </a:xfrm>
          <a:prstGeom prst="rect">
            <a:avLst/>
          </a:prstGeom>
        </p:spPr>
        <p:txBody>
          <a:bodyPr/>
          <a:lstStyle>
            <a:lvl1pPr algn="l">
              <a:spcBef>
                <a:spcPts val="0"/>
              </a:spcBef>
              <a:defRPr sz="2800" b="1">
                <a:solidFill>
                  <a:srgbClr val="555559"/>
                </a:solidFill>
                <a:latin typeface="Neo Tech Std" panose="020B0504030504040204" pitchFamily="34" charset="0"/>
              </a:defRPr>
            </a:lvl1pPr>
            <a:lvl2pPr>
              <a:defRPr sz="2400">
                <a:latin typeface="Neo Tech Std" panose="020B0504030504040204" pitchFamily="34" charset="0"/>
              </a:defRPr>
            </a:lvl2pPr>
            <a:lvl3pPr>
              <a:defRPr sz="2400">
                <a:latin typeface="Neo Tech Std" panose="020B0504030504040204" pitchFamily="34" charset="0"/>
              </a:defRPr>
            </a:lvl3pPr>
            <a:lvl4pPr>
              <a:defRPr sz="2400">
                <a:latin typeface="Neo Tech Std" panose="020B0504030504040204" pitchFamily="34" charset="0"/>
              </a:defRPr>
            </a:lvl4pPr>
            <a:lvl5pPr>
              <a:defRPr sz="2400">
                <a:latin typeface="Neo Tech Std" panose="020B0504030504040204" pitchFamily="34" charset="0"/>
              </a:defRPr>
            </a:lvl5pPr>
          </a:lstStyle>
          <a:p>
            <a:pPr lvl="0"/>
            <a:r>
              <a:rPr lang="en-US"/>
              <a:t>Click to edit Master text styles</a:t>
            </a:r>
          </a:p>
        </p:txBody>
      </p:sp>
      <p:sp>
        <p:nvSpPr>
          <p:cNvPr id="13" name="Text Placeholder 22">
            <a:extLst>
              <a:ext uri="{FF2B5EF4-FFF2-40B4-BE49-F238E27FC236}">
                <a16:creationId xmlns:a16="http://schemas.microsoft.com/office/drawing/2014/main" id="{C51A207E-8BEC-D015-A019-DF3A2734C3A7}"/>
              </a:ext>
            </a:extLst>
          </p:cNvPr>
          <p:cNvSpPr>
            <a:spLocks noGrp="1"/>
          </p:cNvSpPr>
          <p:nvPr>
            <p:ph type="body" sz="quarter" idx="15"/>
          </p:nvPr>
        </p:nvSpPr>
        <p:spPr>
          <a:xfrm>
            <a:off x="2686990" y="3968719"/>
            <a:ext cx="8696358" cy="844550"/>
          </a:xfrm>
          <a:prstGeom prst="rect">
            <a:avLst/>
          </a:prstGeom>
        </p:spPr>
        <p:txBody>
          <a:bodyPr/>
          <a:lstStyle>
            <a:lvl1pPr algn="l">
              <a:spcBef>
                <a:spcPts val="0"/>
              </a:spcBef>
              <a:defRPr sz="2600">
                <a:solidFill>
                  <a:srgbClr val="555559"/>
                </a:solidFill>
              </a:defRPr>
            </a:lvl1pPr>
          </a:lstStyle>
          <a:p>
            <a:pPr lvl="0"/>
            <a:r>
              <a:rPr lang="en-US"/>
              <a:t>Click to edit Master text styles</a:t>
            </a:r>
          </a:p>
        </p:txBody>
      </p:sp>
      <p:sp>
        <p:nvSpPr>
          <p:cNvPr id="14" name="Text Placeholder 20">
            <a:extLst>
              <a:ext uri="{FF2B5EF4-FFF2-40B4-BE49-F238E27FC236}">
                <a16:creationId xmlns:a16="http://schemas.microsoft.com/office/drawing/2014/main" id="{EE6F8DC6-3CCB-7A1B-E1FC-5B9B85EF5B6D}"/>
              </a:ext>
            </a:extLst>
          </p:cNvPr>
          <p:cNvSpPr>
            <a:spLocks noGrp="1"/>
          </p:cNvSpPr>
          <p:nvPr>
            <p:ph type="body" sz="quarter" idx="54" hasCustomPrompt="1"/>
          </p:nvPr>
        </p:nvSpPr>
        <p:spPr>
          <a:xfrm>
            <a:off x="1259812" y="3398445"/>
            <a:ext cx="1427177" cy="1219199"/>
          </a:xfrm>
          <a:prstGeom prst="rect">
            <a:avLst/>
          </a:prstGeom>
        </p:spPr>
        <p:txBody>
          <a:bodyPr/>
          <a:lstStyle>
            <a:lvl1pPr algn="l">
              <a:defRPr sz="6000" b="1">
                <a:solidFill>
                  <a:schemeClr val="accent1"/>
                </a:solidFill>
                <a:latin typeface="Neo Tech Std" panose="020B0504030504040204" pitchFamily="34" charset="0"/>
              </a:defRPr>
            </a:lvl1pPr>
            <a:lvl2pPr>
              <a:defRPr sz="2400">
                <a:latin typeface="Neo Tech Std" panose="020B0504030504040204" pitchFamily="34" charset="0"/>
              </a:defRPr>
            </a:lvl2pPr>
            <a:lvl3pPr>
              <a:defRPr sz="2400">
                <a:latin typeface="Neo Tech Std" panose="020B0504030504040204" pitchFamily="34" charset="0"/>
              </a:defRPr>
            </a:lvl3pPr>
            <a:lvl4pPr>
              <a:defRPr sz="2400">
                <a:latin typeface="Neo Tech Std" panose="020B0504030504040204" pitchFamily="34" charset="0"/>
              </a:defRPr>
            </a:lvl4pPr>
            <a:lvl5pPr>
              <a:defRPr sz="2400">
                <a:latin typeface="Neo Tech Std" panose="020B0504030504040204" pitchFamily="34" charset="0"/>
              </a:defRPr>
            </a:lvl5pPr>
          </a:lstStyle>
          <a:p>
            <a:pPr lvl="0"/>
            <a:r>
              <a:rPr lang="en-US"/>
              <a:t>00.</a:t>
            </a:r>
          </a:p>
        </p:txBody>
      </p:sp>
      <p:sp>
        <p:nvSpPr>
          <p:cNvPr id="8" name="Footer Placeholder 7">
            <a:extLst>
              <a:ext uri="{FF2B5EF4-FFF2-40B4-BE49-F238E27FC236}">
                <a16:creationId xmlns:a16="http://schemas.microsoft.com/office/drawing/2014/main" id="{6E66107D-50F3-D1F7-A826-6C887E656DC7}"/>
              </a:ext>
            </a:extLst>
          </p:cNvPr>
          <p:cNvSpPr>
            <a:spLocks noGrp="1"/>
          </p:cNvSpPr>
          <p:nvPr>
            <p:ph type="ftr" sz="quarter" idx="63"/>
          </p:nvPr>
        </p:nvSpPr>
        <p:spPr/>
        <p:txBody>
          <a:bodyPr/>
          <a:lstStyle/>
          <a:p>
            <a:r>
              <a:rPr lang="en-US"/>
              <a:t>2024 © Retail Consult - All rights reserved</a:t>
            </a:r>
          </a:p>
        </p:txBody>
      </p:sp>
      <p:sp>
        <p:nvSpPr>
          <p:cNvPr id="9" name="Slide Number Placeholder 8">
            <a:extLst>
              <a:ext uri="{FF2B5EF4-FFF2-40B4-BE49-F238E27FC236}">
                <a16:creationId xmlns:a16="http://schemas.microsoft.com/office/drawing/2014/main" id="{81A5FC8C-9C41-C73C-EC8F-CB5EC9E504E0}"/>
              </a:ext>
            </a:extLst>
          </p:cNvPr>
          <p:cNvSpPr>
            <a:spLocks noGrp="1"/>
          </p:cNvSpPr>
          <p:nvPr>
            <p:ph type="sldNum" sz="quarter" idx="64"/>
          </p:nvPr>
        </p:nvSpPr>
        <p:spPr/>
        <p:txBody>
          <a:bodyPr/>
          <a:lstStyle/>
          <a:p>
            <a:fld id="{9A4417C4-43A3-444C-837D-103BA5C8224B}" type="slidenum">
              <a:rPr lang="en-US" smtClean="0"/>
              <a:pPr/>
              <a:t>‹#›</a:t>
            </a:fld>
            <a:endParaRPr lang="en-US"/>
          </a:p>
        </p:txBody>
      </p:sp>
      <p:sp>
        <p:nvSpPr>
          <p:cNvPr id="18" name="Text Placeholder 20">
            <a:extLst>
              <a:ext uri="{FF2B5EF4-FFF2-40B4-BE49-F238E27FC236}">
                <a16:creationId xmlns:a16="http://schemas.microsoft.com/office/drawing/2014/main" id="{A93A1246-A6A8-430D-8A45-37CA23069EB0}"/>
              </a:ext>
            </a:extLst>
          </p:cNvPr>
          <p:cNvSpPr>
            <a:spLocks noGrp="1"/>
          </p:cNvSpPr>
          <p:nvPr>
            <p:ph type="body" sz="quarter" idx="65"/>
          </p:nvPr>
        </p:nvSpPr>
        <p:spPr>
          <a:xfrm>
            <a:off x="13812189" y="3420674"/>
            <a:ext cx="8696357" cy="541884"/>
          </a:xfrm>
          <a:prstGeom prst="rect">
            <a:avLst/>
          </a:prstGeom>
        </p:spPr>
        <p:txBody>
          <a:bodyPr/>
          <a:lstStyle>
            <a:lvl1pPr algn="l">
              <a:spcBef>
                <a:spcPts val="0"/>
              </a:spcBef>
              <a:defRPr sz="2800" b="1">
                <a:solidFill>
                  <a:srgbClr val="555559"/>
                </a:solidFill>
                <a:latin typeface="Neo Tech Std" panose="020B0504030504040204" pitchFamily="34" charset="0"/>
              </a:defRPr>
            </a:lvl1pPr>
            <a:lvl2pPr>
              <a:defRPr sz="2400">
                <a:latin typeface="Neo Tech Std" panose="020B0504030504040204" pitchFamily="34" charset="0"/>
              </a:defRPr>
            </a:lvl2pPr>
            <a:lvl3pPr>
              <a:defRPr sz="2400">
                <a:latin typeface="Neo Tech Std" panose="020B0504030504040204" pitchFamily="34" charset="0"/>
              </a:defRPr>
            </a:lvl3pPr>
            <a:lvl4pPr>
              <a:defRPr sz="2400">
                <a:latin typeface="Neo Tech Std" panose="020B0504030504040204" pitchFamily="34" charset="0"/>
              </a:defRPr>
            </a:lvl4pPr>
            <a:lvl5pPr>
              <a:defRPr sz="2400">
                <a:latin typeface="Neo Tech Std" panose="020B0504030504040204" pitchFamily="34" charset="0"/>
              </a:defRPr>
            </a:lvl5pPr>
          </a:lstStyle>
          <a:p>
            <a:pPr lvl="0"/>
            <a:r>
              <a:rPr lang="en-US"/>
              <a:t>Click to edit Master text styles</a:t>
            </a:r>
          </a:p>
        </p:txBody>
      </p:sp>
      <p:sp>
        <p:nvSpPr>
          <p:cNvPr id="19" name="Text Placeholder 22">
            <a:extLst>
              <a:ext uri="{FF2B5EF4-FFF2-40B4-BE49-F238E27FC236}">
                <a16:creationId xmlns:a16="http://schemas.microsoft.com/office/drawing/2014/main" id="{0F0EC58E-3D65-C502-5B1B-12790267D626}"/>
              </a:ext>
            </a:extLst>
          </p:cNvPr>
          <p:cNvSpPr>
            <a:spLocks noGrp="1"/>
          </p:cNvSpPr>
          <p:nvPr>
            <p:ph type="body" sz="quarter" idx="66"/>
          </p:nvPr>
        </p:nvSpPr>
        <p:spPr>
          <a:xfrm>
            <a:off x="13812190" y="3988845"/>
            <a:ext cx="8696358" cy="844550"/>
          </a:xfrm>
          <a:prstGeom prst="rect">
            <a:avLst/>
          </a:prstGeom>
        </p:spPr>
        <p:txBody>
          <a:bodyPr/>
          <a:lstStyle>
            <a:lvl1pPr algn="l">
              <a:spcBef>
                <a:spcPts val="0"/>
              </a:spcBef>
              <a:defRPr sz="2600">
                <a:solidFill>
                  <a:srgbClr val="555559"/>
                </a:solidFill>
              </a:defRPr>
            </a:lvl1pPr>
          </a:lstStyle>
          <a:p>
            <a:pPr lvl="0"/>
            <a:r>
              <a:rPr lang="en-US"/>
              <a:t>Click to edit Master text styles</a:t>
            </a:r>
          </a:p>
        </p:txBody>
      </p:sp>
      <p:sp>
        <p:nvSpPr>
          <p:cNvPr id="20" name="Text Placeholder 20">
            <a:extLst>
              <a:ext uri="{FF2B5EF4-FFF2-40B4-BE49-F238E27FC236}">
                <a16:creationId xmlns:a16="http://schemas.microsoft.com/office/drawing/2014/main" id="{4BE7D42F-CAA2-BCA6-2184-3DD18EE11AE0}"/>
              </a:ext>
            </a:extLst>
          </p:cNvPr>
          <p:cNvSpPr>
            <a:spLocks noGrp="1"/>
          </p:cNvSpPr>
          <p:nvPr>
            <p:ph type="body" sz="quarter" idx="67" hasCustomPrompt="1"/>
          </p:nvPr>
        </p:nvSpPr>
        <p:spPr>
          <a:xfrm>
            <a:off x="12385012" y="3418571"/>
            <a:ext cx="1427177" cy="1219199"/>
          </a:xfrm>
          <a:prstGeom prst="rect">
            <a:avLst/>
          </a:prstGeom>
        </p:spPr>
        <p:txBody>
          <a:bodyPr/>
          <a:lstStyle>
            <a:lvl1pPr algn="l">
              <a:defRPr sz="6000" b="1">
                <a:solidFill>
                  <a:schemeClr val="accent1"/>
                </a:solidFill>
                <a:latin typeface="Neo Tech Std" panose="020B0504030504040204" pitchFamily="34" charset="0"/>
              </a:defRPr>
            </a:lvl1pPr>
            <a:lvl2pPr>
              <a:defRPr sz="2400">
                <a:latin typeface="Neo Tech Std" panose="020B0504030504040204" pitchFamily="34" charset="0"/>
              </a:defRPr>
            </a:lvl2pPr>
            <a:lvl3pPr>
              <a:defRPr sz="2400">
                <a:latin typeface="Neo Tech Std" panose="020B0504030504040204" pitchFamily="34" charset="0"/>
              </a:defRPr>
            </a:lvl3pPr>
            <a:lvl4pPr>
              <a:defRPr sz="2400">
                <a:latin typeface="Neo Tech Std" panose="020B0504030504040204" pitchFamily="34" charset="0"/>
              </a:defRPr>
            </a:lvl4pPr>
            <a:lvl5pPr>
              <a:defRPr sz="2400">
                <a:latin typeface="Neo Tech Std" panose="020B0504030504040204" pitchFamily="34" charset="0"/>
              </a:defRPr>
            </a:lvl5pPr>
          </a:lstStyle>
          <a:p>
            <a:pPr lvl="0"/>
            <a:r>
              <a:rPr lang="en-US"/>
              <a:t>00.</a:t>
            </a:r>
          </a:p>
        </p:txBody>
      </p:sp>
      <p:sp>
        <p:nvSpPr>
          <p:cNvPr id="4" name="Text Placeholder 32">
            <a:extLst>
              <a:ext uri="{FF2B5EF4-FFF2-40B4-BE49-F238E27FC236}">
                <a16:creationId xmlns:a16="http://schemas.microsoft.com/office/drawing/2014/main" id="{6DAA2603-2269-F69E-0598-988A8FAAD833}"/>
              </a:ext>
            </a:extLst>
          </p:cNvPr>
          <p:cNvSpPr>
            <a:spLocks noGrp="1"/>
          </p:cNvSpPr>
          <p:nvPr>
            <p:ph type="body" sz="quarter" idx="24" hasCustomPrompt="1"/>
          </p:nvPr>
        </p:nvSpPr>
        <p:spPr>
          <a:xfrm>
            <a:off x="1427163" y="1312863"/>
            <a:ext cx="17103516" cy="1025946"/>
          </a:xfrm>
          <a:prstGeom prst="rect">
            <a:avLst/>
          </a:prstGeom>
        </p:spPr>
        <p:txBody>
          <a:bodyPr/>
          <a:lstStyle>
            <a:lvl1pPr>
              <a:spcBef>
                <a:spcPts val="0"/>
              </a:spcBef>
              <a:defRPr sz="6000" b="1">
                <a:solidFill>
                  <a:srgbClr val="FF6B00"/>
                </a:solidFill>
                <a:latin typeface="Neo Tech Std" panose="020B0504030504040204" pitchFamily="34" charset="0"/>
              </a:defRPr>
            </a:lvl1pPr>
          </a:lstStyle>
          <a:p>
            <a:pPr lvl="0"/>
            <a:r>
              <a:rPr lang="en-US"/>
              <a:t>Click to add title here</a:t>
            </a:r>
          </a:p>
        </p:txBody>
      </p:sp>
      <p:sp>
        <p:nvSpPr>
          <p:cNvPr id="15" name="Text Placeholder 34">
            <a:extLst>
              <a:ext uri="{FF2B5EF4-FFF2-40B4-BE49-F238E27FC236}">
                <a16:creationId xmlns:a16="http://schemas.microsoft.com/office/drawing/2014/main" id="{199653FD-A97D-2A85-D4D0-9CE19382BEF1}"/>
              </a:ext>
            </a:extLst>
          </p:cNvPr>
          <p:cNvSpPr>
            <a:spLocks noGrp="1"/>
          </p:cNvSpPr>
          <p:nvPr>
            <p:ph type="body" sz="quarter" idx="25" hasCustomPrompt="1"/>
          </p:nvPr>
        </p:nvSpPr>
        <p:spPr>
          <a:xfrm>
            <a:off x="1427163" y="2338809"/>
            <a:ext cx="18391140" cy="844550"/>
          </a:xfrm>
          <a:prstGeom prst="rect">
            <a:avLst/>
          </a:prstGeom>
        </p:spPr>
        <p:txBody>
          <a:bodyPr/>
          <a:lstStyle>
            <a:lvl1pPr>
              <a:spcBef>
                <a:spcPts val="0"/>
              </a:spcBef>
              <a:defRPr sz="3600">
                <a:solidFill>
                  <a:srgbClr val="555559"/>
                </a:solidFill>
              </a:defRPr>
            </a:lvl1pPr>
          </a:lstStyle>
          <a:p>
            <a:pPr lvl="0"/>
            <a:r>
              <a:rPr lang="en-US"/>
              <a:t>Your subtitle</a:t>
            </a:r>
          </a:p>
        </p:txBody>
      </p:sp>
      <p:pic>
        <p:nvPicPr>
          <p:cNvPr id="5" name="Picture 4">
            <a:extLst>
              <a:ext uri="{FF2B5EF4-FFF2-40B4-BE49-F238E27FC236}">
                <a16:creationId xmlns:a16="http://schemas.microsoft.com/office/drawing/2014/main" id="{8BFCCC5A-C555-8B8D-8D3F-BF71C31FBF4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4764" t="55302" r="45710" b="1985"/>
          <a:stretch/>
        </p:blipFill>
        <p:spPr>
          <a:xfrm>
            <a:off x="-736428" y="0"/>
            <a:ext cx="1413659" cy="13716000"/>
          </a:xfrm>
          <a:prstGeom prst="rect">
            <a:avLst/>
          </a:prstGeom>
        </p:spPr>
      </p:pic>
    </p:spTree>
    <p:extLst>
      <p:ext uri="{BB962C8B-B14F-4D97-AF65-F5344CB8AC3E}">
        <p14:creationId xmlns:p14="http://schemas.microsoft.com/office/powerpoint/2010/main" val="3815528803"/>
      </p:ext>
    </p:extLst>
  </p:cSld>
  <p:clrMapOvr>
    <a:masterClrMapping/>
  </p:clrMapOvr>
  <p:transition spd="med"/>
  <p:extLst>
    <p:ext uri="{DCECCB84-F9BA-43D5-87BE-67443E8EF086}">
      <p15:sldGuideLst xmlns:p15="http://schemas.microsoft.com/office/powerpoint/2012/main">
        <p15:guide id="1" orient="horz" pos="3141" userDrawn="1">
          <p15:clr>
            <a:srgbClr val="FBAE40"/>
          </p15:clr>
        </p15:guide>
        <p15:guide id="2" pos="7861"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harts_3Charts">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C1103630-C083-FE82-A79E-E79109E25F3E}"/>
              </a:ext>
            </a:extLst>
          </p:cNvPr>
          <p:cNvSpPr>
            <a:spLocks noGrp="1"/>
          </p:cNvSpPr>
          <p:nvPr>
            <p:ph type="chart" sz="quarter" idx="40"/>
          </p:nvPr>
        </p:nvSpPr>
        <p:spPr>
          <a:xfrm>
            <a:off x="960274" y="5635273"/>
            <a:ext cx="7246470" cy="6176444"/>
          </a:xfrm>
          <a:prstGeom prst="rect">
            <a:avLst/>
          </a:prstGeom>
        </p:spPr>
        <p:txBody>
          <a:bodyPr/>
          <a:lstStyle/>
          <a:p>
            <a:endParaRPr lang="en-US"/>
          </a:p>
        </p:txBody>
      </p:sp>
      <p:sp>
        <p:nvSpPr>
          <p:cNvPr id="2" name="Chart Placeholder 5">
            <a:extLst>
              <a:ext uri="{FF2B5EF4-FFF2-40B4-BE49-F238E27FC236}">
                <a16:creationId xmlns:a16="http://schemas.microsoft.com/office/drawing/2014/main" id="{541DDA29-5B43-D83A-A059-815796CF95E2}"/>
              </a:ext>
            </a:extLst>
          </p:cNvPr>
          <p:cNvSpPr>
            <a:spLocks noGrp="1"/>
          </p:cNvSpPr>
          <p:nvPr>
            <p:ph type="chart" sz="quarter" idx="56"/>
          </p:nvPr>
        </p:nvSpPr>
        <p:spPr>
          <a:xfrm>
            <a:off x="8577299" y="5635273"/>
            <a:ext cx="7321113" cy="6176444"/>
          </a:xfrm>
          <a:prstGeom prst="rect">
            <a:avLst/>
          </a:prstGeom>
        </p:spPr>
        <p:txBody>
          <a:bodyPr/>
          <a:lstStyle/>
          <a:p>
            <a:endParaRPr lang="en-US"/>
          </a:p>
        </p:txBody>
      </p:sp>
      <p:sp>
        <p:nvSpPr>
          <p:cNvPr id="12" name="Chart Placeholder 5">
            <a:extLst>
              <a:ext uri="{FF2B5EF4-FFF2-40B4-BE49-F238E27FC236}">
                <a16:creationId xmlns:a16="http://schemas.microsoft.com/office/drawing/2014/main" id="{659BFF38-DE7D-67B6-2A04-55C10BBE0634}"/>
              </a:ext>
            </a:extLst>
          </p:cNvPr>
          <p:cNvSpPr>
            <a:spLocks noGrp="1"/>
          </p:cNvSpPr>
          <p:nvPr>
            <p:ph type="chart" sz="quarter" idx="59"/>
          </p:nvPr>
        </p:nvSpPr>
        <p:spPr>
          <a:xfrm>
            <a:off x="16251120" y="5625942"/>
            <a:ext cx="7321112" cy="6176444"/>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18F857E4-2DA4-1B19-F660-1B541405DCE5}"/>
              </a:ext>
            </a:extLst>
          </p:cNvPr>
          <p:cNvSpPr>
            <a:spLocks noGrp="1"/>
          </p:cNvSpPr>
          <p:nvPr>
            <p:ph type="ftr" sz="quarter" idx="67"/>
          </p:nvPr>
        </p:nvSpPr>
        <p:spPr/>
        <p:txBody>
          <a:bodyPr/>
          <a:lstStyle/>
          <a:p>
            <a:r>
              <a:rPr lang="en-US"/>
              <a:t>2024 © Retail Consult - All rights reserved</a:t>
            </a:r>
          </a:p>
        </p:txBody>
      </p:sp>
      <p:sp>
        <p:nvSpPr>
          <p:cNvPr id="7" name="Slide Number Placeholder 6">
            <a:extLst>
              <a:ext uri="{FF2B5EF4-FFF2-40B4-BE49-F238E27FC236}">
                <a16:creationId xmlns:a16="http://schemas.microsoft.com/office/drawing/2014/main" id="{8C404FAE-A72F-7264-FFEF-E0AD10E76811}"/>
              </a:ext>
            </a:extLst>
          </p:cNvPr>
          <p:cNvSpPr>
            <a:spLocks noGrp="1"/>
          </p:cNvSpPr>
          <p:nvPr>
            <p:ph type="sldNum" sz="quarter" idx="68"/>
          </p:nvPr>
        </p:nvSpPr>
        <p:spPr/>
        <p:txBody>
          <a:bodyPr/>
          <a:lstStyle/>
          <a:p>
            <a:fld id="{9A4417C4-43A3-444C-837D-103BA5C8224B}" type="slidenum">
              <a:rPr lang="en-US" smtClean="0"/>
              <a:pPr/>
              <a:t>‹#›</a:t>
            </a:fld>
            <a:endParaRPr lang="en-US"/>
          </a:p>
        </p:txBody>
      </p:sp>
      <p:sp>
        <p:nvSpPr>
          <p:cNvPr id="22" name="Text Placeholder 20">
            <a:extLst>
              <a:ext uri="{FF2B5EF4-FFF2-40B4-BE49-F238E27FC236}">
                <a16:creationId xmlns:a16="http://schemas.microsoft.com/office/drawing/2014/main" id="{CD94F178-497A-5E59-3440-D5542050B8BD}"/>
              </a:ext>
            </a:extLst>
          </p:cNvPr>
          <p:cNvSpPr>
            <a:spLocks noGrp="1"/>
          </p:cNvSpPr>
          <p:nvPr>
            <p:ph type="body" sz="quarter" idx="69"/>
          </p:nvPr>
        </p:nvSpPr>
        <p:spPr>
          <a:xfrm>
            <a:off x="1972329" y="3400547"/>
            <a:ext cx="6234415" cy="568171"/>
          </a:xfrm>
          <a:prstGeom prst="rect">
            <a:avLst/>
          </a:prstGeom>
        </p:spPr>
        <p:txBody>
          <a:bodyPr/>
          <a:lstStyle>
            <a:lvl1pPr algn="l">
              <a:spcBef>
                <a:spcPts val="0"/>
              </a:spcBef>
              <a:defRPr sz="2800" b="1">
                <a:solidFill>
                  <a:srgbClr val="555559"/>
                </a:solidFill>
                <a:latin typeface="Neo Tech Std" panose="020B0504030504040204" pitchFamily="34" charset="0"/>
              </a:defRPr>
            </a:lvl1pPr>
            <a:lvl2pPr>
              <a:defRPr sz="2400">
                <a:latin typeface="Neo Tech Std" panose="020B0504030504040204" pitchFamily="34" charset="0"/>
              </a:defRPr>
            </a:lvl2pPr>
            <a:lvl3pPr>
              <a:defRPr sz="2400">
                <a:latin typeface="Neo Tech Std" panose="020B0504030504040204" pitchFamily="34" charset="0"/>
              </a:defRPr>
            </a:lvl3pPr>
            <a:lvl4pPr>
              <a:defRPr sz="2400">
                <a:latin typeface="Neo Tech Std" panose="020B0504030504040204" pitchFamily="34" charset="0"/>
              </a:defRPr>
            </a:lvl4pPr>
            <a:lvl5pPr>
              <a:defRPr sz="2400">
                <a:latin typeface="Neo Tech Std" panose="020B0504030504040204" pitchFamily="34" charset="0"/>
              </a:defRPr>
            </a:lvl5pPr>
          </a:lstStyle>
          <a:p>
            <a:pPr lvl="0"/>
            <a:r>
              <a:rPr lang="en-US"/>
              <a:t>Click to edit Master text styles</a:t>
            </a:r>
          </a:p>
        </p:txBody>
      </p:sp>
      <p:sp>
        <p:nvSpPr>
          <p:cNvPr id="23" name="Text Placeholder 22">
            <a:extLst>
              <a:ext uri="{FF2B5EF4-FFF2-40B4-BE49-F238E27FC236}">
                <a16:creationId xmlns:a16="http://schemas.microsoft.com/office/drawing/2014/main" id="{CA63DAE5-6DB5-6A39-456B-3A907DCA3109}"/>
              </a:ext>
            </a:extLst>
          </p:cNvPr>
          <p:cNvSpPr>
            <a:spLocks noGrp="1"/>
          </p:cNvSpPr>
          <p:nvPr>
            <p:ph type="body" sz="quarter" idx="15"/>
          </p:nvPr>
        </p:nvSpPr>
        <p:spPr>
          <a:xfrm>
            <a:off x="1972328" y="3968718"/>
            <a:ext cx="6234415" cy="1452327"/>
          </a:xfrm>
          <a:prstGeom prst="rect">
            <a:avLst/>
          </a:prstGeom>
        </p:spPr>
        <p:txBody>
          <a:bodyPr/>
          <a:lstStyle>
            <a:lvl1pPr algn="l">
              <a:spcBef>
                <a:spcPts val="0"/>
              </a:spcBef>
              <a:defRPr sz="2600">
                <a:solidFill>
                  <a:srgbClr val="555559"/>
                </a:solidFill>
              </a:defRPr>
            </a:lvl1pPr>
          </a:lstStyle>
          <a:p>
            <a:pPr lvl="0"/>
            <a:r>
              <a:rPr lang="en-US"/>
              <a:t>Click to edit Master text styles</a:t>
            </a:r>
          </a:p>
        </p:txBody>
      </p:sp>
      <p:sp>
        <p:nvSpPr>
          <p:cNvPr id="24" name="Text Placeholder 20">
            <a:extLst>
              <a:ext uri="{FF2B5EF4-FFF2-40B4-BE49-F238E27FC236}">
                <a16:creationId xmlns:a16="http://schemas.microsoft.com/office/drawing/2014/main" id="{3AC0C3E4-C20B-41B2-B815-F273DCD04EBB}"/>
              </a:ext>
            </a:extLst>
          </p:cNvPr>
          <p:cNvSpPr>
            <a:spLocks noGrp="1"/>
          </p:cNvSpPr>
          <p:nvPr>
            <p:ph type="body" sz="quarter" idx="54" hasCustomPrompt="1"/>
          </p:nvPr>
        </p:nvSpPr>
        <p:spPr>
          <a:xfrm>
            <a:off x="774619" y="3398445"/>
            <a:ext cx="1197709" cy="1219199"/>
          </a:xfrm>
          <a:prstGeom prst="rect">
            <a:avLst/>
          </a:prstGeom>
        </p:spPr>
        <p:txBody>
          <a:bodyPr/>
          <a:lstStyle>
            <a:lvl1pPr algn="l">
              <a:defRPr sz="4800" b="1">
                <a:solidFill>
                  <a:schemeClr val="accent1"/>
                </a:solidFill>
                <a:latin typeface="Neo Tech Std" panose="020B0504030504040204" pitchFamily="34" charset="0"/>
              </a:defRPr>
            </a:lvl1pPr>
            <a:lvl2pPr>
              <a:defRPr sz="2400">
                <a:latin typeface="Neo Tech Std" panose="020B0504030504040204" pitchFamily="34" charset="0"/>
              </a:defRPr>
            </a:lvl2pPr>
            <a:lvl3pPr>
              <a:defRPr sz="2400">
                <a:latin typeface="Neo Tech Std" panose="020B0504030504040204" pitchFamily="34" charset="0"/>
              </a:defRPr>
            </a:lvl3pPr>
            <a:lvl4pPr>
              <a:defRPr sz="2400">
                <a:latin typeface="Neo Tech Std" panose="020B0504030504040204" pitchFamily="34" charset="0"/>
              </a:defRPr>
            </a:lvl4pPr>
            <a:lvl5pPr>
              <a:defRPr sz="2400">
                <a:latin typeface="Neo Tech Std" panose="020B0504030504040204" pitchFamily="34" charset="0"/>
              </a:defRPr>
            </a:lvl5pPr>
          </a:lstStyle>
          <a:p>
            <a:pPr lvl="0"/>
            <a:r>
              <a:rPr lang="en-US"/>
              <a:t>00.</a:t>
            </a:r>
          </a:p>
        </p:txBody>
      </p:sp>
      <p:sp>
        <p:nvSpPr>
          <p:cNvPr id="25" name="Text Placeholder 20">
            <a:extLst>
              <a:ext uri="{FF2B5EF4-FFF2-40B4-BE49-F238E27FC236}">
                <a16:creationId xmlns:a16="http://schemas.microsoft.com/office/drawing/2014/main" id="{A851C9C1-B47E-EAC7-2A7E-217040546EC9}"/>
              </a:ext>
            </a:extLst>
          </p:cNvPr>
          <p:cNvSpPr>
            <a:spLocks noGrp="1"/>
          </p:cNvSpPr>
          <p:nvPr>
            <p:ph type="body" sz="quarter" idx="70"/>
          </p:nvPr>
        </p:nvSpPr>
        <p:spPr>
          <a:xfrm>
            <a:off x="9663999" y="3406894"/>
            <a:ext cx="6234415" cy="568171"/>
          </a:xfrm>
          <a:prstGeom prst="rect">
            <a:avLst/>
          </a:prstGeom>
        </p:spPr>
        <p:txBody>
          <a:bodyPr/>
          <a:lstStyle>
            <a:lvl1pPr algn="l">
              <a:spcBef>
                <a:spcPts val="0"/>
              </a:spcBef>
              <a:defRPr sz="2800" b="1">
                <a:solidFill>
                  <a:srgbClr val="555559"/>
                </a:solidFill>
                <a:latin typeface="Neo Tech Std" panose="020B0504030504040204" pitchFamily="34" charset="0"/>
              </a:defRPr>
            </a:lvl1pPr>
            <a:lvl2pPr>
              <a:defRPr sz="2400">
                <a:latin typeface="Neo Tech Std" panose="020B0504030504040204" pitchFamily="34" charset="0"/>
              </a:defRPr>
            </a:lvl2pPr>
            <a:lvl3pPr>
              <a:defRPr sz="2400">
                <a:latin typeface="Neo Tech Std" panose="020B0504030504040204" pitchFamily="34" charset="0"/>
              </a:defRPr>
            </a:lvl3pPr>
            <a:lvl4pPr>
              <a:defRPr sz="2400">
                <a:latin typeface="Neo Tech Std" panose="020B0504030504040204" pitchFamily="34" charset="0"/>
              </a:defRPr>
            </a:lvl4pPr>
            <a:lvl5pPr>
              <a:defRPr sz="2400">
                <a:latin typeface="Neo Tech Std" panose="020B0504030504040204" pitchFamily="34" charset="0"/>
              </a:defRPr>
            </a:lvl5pPr>
          </a:lstStyle>
          <a:p>
            <a:pPr lvl="0"/>
            <a:r>
              <a:rPr lang="en-US"/>
              <a:t>Click to edit Master text styles</a:t>
            </a:r>
          </a:p>
        </p:txBody>
      </p:sp>
      <p:sp>
        <p:nvSpPr>
          <p:cNvPr id="26" name="Text Placeholder 22">
            <a:extLst>
              <a:ext uri="{FF2B5EF4-FFF2-40B4-BE49-F238E27FC236}">
                <a16:creationId xmlns:a16="http://schemas.microsoft.com/office/drawing/2014/main" id="{40DC91D9-EDEF-3301-C3FD-3E62D107008E}"/>
              </a:ext>
            </a:extLst>
          </p:cNvPr>
          <p:cNvSpPr>
            <a:spLocks noGrp="1"/>
          </p:cNvSpPr>
          <p:nvPr>
            <p:ph type="body" sz="quarter" idx="71"/>
          </p:nvPr>
        </p:nvSpPr>
        <p:spPr>
          <a:xfrm>
            <a:off x="9663998" y="3975065"/>
            <a:ext cx="6234415" cy="1452327"/>
          </a:xfrm>
          <a:prstGeom prst="rect">
            <a:avLst/>
          </a:prstGeom>
        </p:spPr>
        <p:txBody>
          <a:bodyPr/>
          <a:lstStyle>
            <a:lvl1pPr algn="l">
              <a:spcBef>
                <a:spcPts val="0"/>
              </a:spcBef>
              <a:defRPr sz="2600">
                <a:solidFill>
                  <a:srgbClr val="555559"/>
                </a:solidFill>
              </a:defRPr>
            </a:lvl1pPr>
          </a:lstStyle>
          <a:p>
            <a:pPr lvl="0"/>
            <a:r>
              <a:rPr lang="en-US"/>
              <a:t>Click to edit Master text styles</a:t>
            </a:r>
          </a:p>
        </p:txBody>
      </p:sp>
      <p:sp>
        <p:nvSpPr>
          <p:cNvPr id="27" name="Text Placeholder 20">
            <a:extLst>
              <a:ext uri="{FF2B5EF4-FFF2-40B4-BE49-F238E27FC236}">
                <a16:creationId xmlns:a16="http://schemas.microsoft.com/office/drawing/2014/main" id="{8A621B76-53E2-004B-FEA0-6CCFAD3A7B1A}"/>
              </a:ext>
            </a:extLst>
          </p:cNvPr>
          <p:cNvSpPr>
            <a:spLocks noGrp="1"/>
          </p:cNvSpPr>
          <p:nvPr>
            <p:ph type="body" sz="quarter" idx="72" hasCustomPrompt="1"/>
          </p:nvPr>
        </p:nvSpPr>
        <p:spPr>
          <a:xfrm>
            <a:off x="8466289" y="3404792"/>
            <a:ext cx="1197709" cy="1219199"/>
          </a:xfrm>
          <a:prstGeom prst="rect">
            <a:avLst/>
          </a:prstGeom>
        </p:spPr>
        <p:txBody>
          <a:bodyPr/>
          <a:lstStyle>
            <a:lvl1pPr algn="l">
              <a:defRPr sz="4800" b="1">
                <a:solidFill>
                  <a:schemeClr val="accent1"/>
                </a:solidFill>
                <a:latin typeface="Neo Tech Std" panose="020B0504030504040204" pitchFamily="34" charset="0"/>
              </a:defRPr>
            </a:lvl1pPr>
            <a:lvl2pPr>
              <a:defRPr sz="2400">
                <a:latin typeface="Neo Tech Std" panose="020B0504030504040204" pitchFamily="34" charset="0"/>
              </a:defRPr>
            </a:lvl2pPr>
            <a:lvl3pPr>
              <a:defRPr sz="2400">
                <a:latin typeface="Neo Tech Std" panose="020B0504030504040204" pitchFamily="34" charset="0"/>
              </a:defRPr>
            </a:lvl3pPr>
            <a:lvl4pPr>
              <a:defRPr sz="2400">
                <a:latin typeface="Neo Tech Std" panose="020B0504030504040204" pitchFamily="34" charset="0"/>
              </a:defRPr>
            </a:lvl4pPr>
            <a:lvl5pPr>
              <a:defRPr sz="2400">
                <a:latin typeface="Neo Tech Std" panose="020B0504030504040204" pitchFamily="34" charset="0"/>
              </a:defRPr>
            </a:lvl5pPr>
          </a:lstStyle>
          <a:p>
            <a:pPr lvl="0"/>
            <a:r>
              <a:rPr lang="en-US"/>
              <a:t>00.</a:t>
            </a:r>
          </a:p>
        </p:txBody>
      </p:sp>
      <p:sp>
        <p:nvSpPr>
          <p:cNvPr id="28" name="Text Placeholder 20">
            <a:extLst>
              <a:ext uri="{FF2B5EF4-FFF2-40B4-BE49-F238E27FC236}">
                <a16:creationId xmlns:a16="http://schemas.microsoft.com/office/drawing/2014/main" id="{EC16920F-F61C-4700-A904-B8EC1822D89F}"/>
              </a:ext>
            </a:extLst>
          </p:cNvPr>
          <p:cNvSpPr>
            <a:spLocks noGrp="1"/>
          </p:cNvSpPr>
          <p:nvPr>
            <p:ph type="body" sz="quarter" idx="73"/>
          </p:nvPr>
        </p:nvSpPr>
        <p:spPr>
          <a:xfrm>
            <a:off x="17337819" y="3406894"/>
            <a:ext cx="6234415" cy="568171"/>
          </a:xfrm>
          <a:prstGeom prst="rect">
            <a:avLst/>
          </a:prstGeom>
        </p:spPr>
        <p:txBody>
          <a:bodyPr/>
          <a:lstStyle>
            <a:lvl1pPr algn="l">
              <a:spcBef>
                <a:spcPts val="0"/>
              </a:spcBef>
              <a:defRPr sz="2800" b="1">
                <a:solidFill>
                  <a:srgbClr val="555559"/>
                </a:solidFill>
                <a:latin typeface="Neo Tech Std" panose="020B0504030504040204" pitchFamily="34" charset="0"/>
              </a:defRPr>
            </a:lvl1pPr>
            <a:lvl2pPr>
              <a:defRPr sz="2400">
                <a:latin typeface="Neo Tech Std" panose="020B0504030504040204" pitchFamily="34" charset="0"/>
              </a:defRPr>
            </a:lvl2pPr>
            <a:lvl3pPr>
              <a:defRPr sz="2400">
                <a:latin typeface="Neo Tech Std" panose="020B0504030504040204" pitchFamily="34" charset="0"/>
              </a:defRPr>
            </a:lvl3pPr>
            <a:lvl4pPr>
              <a:defRPr sz="2400">
                <a:latin typeface="Neo Tech Std" panose="020B0504030504040204" pitchFamily="34" charset="0"/>
              </a:defRPr>
            </a:lvl4pPr>
            <a:lvl5pPr>
              <a:defRPr sz="2400">
                <a:latin typeface="Neo Tech Std" panose="020B0504030504040204" pitchFamily="34" charset="0"/>
              </a:defRPr>
            </a:lvl5pPr>
          </a:lstStyle>
          <a:p>
            <a:pPr lvl="0"/>
            <a:r>
              <a:rPr lang="en-US"/>
              <a:t>Click to edit Master text styles</a:t>
            </a:r>
          </a:p>
        </p:txBody>
      </p:sp>
      <p:sp>
        <p:nvSpPr>
          <p:cNvPr id="29" name="Text Placeholder 22">
            <a:extLst>
              <a:ext uri="{FF2B5EF4-FFF2-40B4-BE49-F238E27FC236}">
                <a16:creationId xmlns:a16="http://schemas.microsoft.com/office/drawing/2014/main" id="{6A221711-DEB1-9268-1FCD-6FCF69AAF1A0}"/>
              </a:ext>
            </a:extLst>
          </p:cNvPr>
          <p:cNvSpPr>
            <a:spLocks noGrp="1"/>
          </p:cNvSpPr>
          <p:nvPr>
            <p:ph type="body" sz="quarter" idx="74"/>
          </p:nvPr>
        </p:nvSpPr>
        <p:spPr>
          <a:xfrm>
            <a:off x="17337818" y="3975065"/>
            <a:ext cx="6234415" cy="1452327"/>
          </a:xfrm>
          <a:prstGeom prst="rect">
            <a:avLst/>
          </a:prstGeom>
        </p:spPr>
        <p:txBody>
          <a:bodyPr/>
          <a:lstStyle>
            <a:lvl1pPr algn="l">
              <a:spcBef>
                <a:spcPts val="0"/>
              </a:spcBef>
              <a:defRPr sz="2600">
                <a:solidFill>
                  <a:srgbClr val="555559"/>
                </a:solidFill>
              </a:defRPr>
            </a:lvl1pPr>
          </a:lstStyle>
          <a:p>
            <a:pPr lvl="0"/>
            <a:r>
              <a:rPr lang="en-US"/>
              <a:t>Click to edit Master text styles</a:t>
            </a:r>
          </a:p>
        </p:txBody>
      </p:sp>
      <p:sp>
        <p:nvSpPr>
          <p:cNvPr id="30" name="Text Placeholder 20">
            <a:extLst>
              <a:ext uri="{FF2B5EF4-FFF2-40B4-BE49-F238E27FC236}">
                <a16:creationId xmlns:a16="http://schemas.microsoft.com/office/drawing/2014/main" id="{4FA2B640-9010-7640-735E-13C95A465EC6}"/>
              </a:ext>
            </a:extLst>
          </p:cNvPr>
          <p:cNvSpPr>
            <a:spLocks noGrp="1"/>
          </p:cNvSpPr>
          <p:nvPr>
            <p:ph type="body" sz="quarter" idx="75" hasCustomPrompt="1"/>
          </p:nvPr>
        </p:nvSpPr>
        <p:spPr>
          <a:xfrm>
            <a:off x="16140109" y="3404792"/>
            <a:ext cx="1197709" cy="1219199"/>
          </a:xfrm>
          <a:prstGeom prst="rect">
            <a:avLst/>
          </a:prstGeom>
        </p:spPr>
        <p:txBody>
          <a:bodyPr/>
          <a:lstStyle>
            <a:lvl1pPr algn="l">
              <a:defRPr sz="4800" b="1">
                <a:solidFill>
                  <a:schemeClr val="accent1"/>
                </a:solidFill>
                <a:latin typeface="Neo Tech Std" panose="020B0504030504040204" pitchFamily="34" charset="0"/>
              </a:defRPr>
            </a:lvl1pPr>
            <a:lvl2pPr>
              <a:defRPr sz="2400">
                <a:latin typeface="Neo Tech Std" panose="020B0504030504040204" pitchFamily="34" charset="0"/>
              </a:defRPr>
            </a:lvl2pPr>
            <a:lvl3pPr>
              <a:defRPr sz="2400">
                <a:latin typeface="Neo Tech Std" panose="020B0504030504040204" pitchFamily="34" charset="0"/>
              </a:defRPr>
            </a:lvl3pPr>
            <a:lvl4pPr>
              <a:defRPr sz="2400">
                <a:latin typeface="Neo Tech Std" panose="020B0504030504040204" pitchFamily="34" charset="0"/>
              </a:defRPr>
            </a:lvl4pPr>
            <a:lvl5pPr>
              <a:defRPr sz="2400">
                <a:latin typeface="Neo Tech Std" panose="020B0504030504040204" pitchFamily="34" charset="0"/>
              </a:defRPr>
            </a:lvl5pPr>
          </a:lstStyle>
          <a:p>
            <a:pPr lvl="0"/>
            <a:r>
              <a:rPr lang="en-US"/>
              <a:t>00.</a:t>
            </a:r>
          </a:p>
        </p:txBody>
      </p:sp>
      <p:sp>
        <p:nvSpPr>
          <p:cNvPr id="4" name="Text Placeholder 32">
            <a:extLst>
              <a:ext uri="{FF2B5EF4-FFF2-40B4-BE49-F238E27FC236}">
                <a16:creationId xmlns:a16="http://schemas.microsoft.com/office/drawing/2014/main" id="{94F4010E-96E9-92AA-E7F3-F8B03E58CF41}"/>
              </a:ext>
            </a:extLst>
          </p:cNvPr>
          <p:cNvSpPr>
            <a:spLocks noGrp="1"/>
          </p:cNvSpPr>
          <p:nvPr>
            <p:ph type="body" sz="quarter" idx="24" hasCustomPrompt="1"/>
          </p:nvPr>
        </p:nvSpPr>
        <p:spPr>
          <a:xfrm>
            <a:off x="1427163" y="1312863"/>
            <a:ext cx="17103516" cy="1025946"/>
          </a:xfrm>
          <a:prstGeom prst="rect">
            <a:avLst/>
          </a:prstGeom>
        </p:spPr>
        <p:txBody>
          <a:bodyPr/>
          <a:lstStyle>
            <a:lvl1pPr>
              <a:spcBef>
                <a:spcPts val="0"/>
              </a:spcBef>
              <a:defRPr sz="6000" b="1">
                <a:solidFill>
                  <a:srgbClr val="FF6B00"/>
                </a:solidFill>
                <a:latin typeface="Neo Tech Std" panose="020B0504030504040204" pitchFamily="34" charset="0"/>
              </a:defRPr>
            </a:lvl1pPr>
          </a:lstStyle>
          <a:p>
            <a:pPr lvl="0"/>
            <a:r>
              <a:rPr lang="en-US"/>
              <a:t>Click to add title here</a:t>
            </a:r>
          </a:p>
        </p:txBody>
      </p:sp>
      <p:sp>
        <p:nvSpPr>
          <p:cNvPr id="13" name="Text Placeholder 34">
            <a:extLst>
              <a:ext uri="{FF2B5EF4-FFF2-40B4-BE49-F238E27FC236}">
                <a16:creationId xmlns:a16="http://schemas.microsoft.com/office/drawing/2014/main" id="{C0B67ED4-E0B5-9E5F-3EAD-D217233E7CC3}"/>
              </a:ext>
            </a:extLst>
          </p:cNvPr>
          <p:cNvSpPr>
            <a:spLocks noGrp="1"/>
          </p:cNvSpPr>
          <p:nvPr>
            <p:ph type="body" sz="quarter" idx="25" hasCustomPrompt="1"/>
          </p:nvPr>
        </p:nvSpPr>
        <p:spPr>
          <a:xfrm>
            <a:off x="1427163" y="2338809"/>
            <a:ext cx="18391140" cy="844550"/>
          </a:xfrm>
          <a:prstGeom prst="rect">
            <a:avLst/>
          </a:prstGeom>
        </p:spPr>
        <p:txBody>
          <a:bodyPr/>
          <a:lstStyle>
            <a:lvl1pPr>
              <a:spcBef>
                <a:spcPts val="0"/>
              </a:spcBef>
              <a:defRPr sz="3600">
                <a:solidFill>
                  <a:srgbClr val="555559"/>
                </a:solidFill>
              </a:defRPr>
            </a:lvl1pPr>
          </a:lstStyle>
          <a:p>
            <a:pPr lvl="0"/>
            <a:r>
              <a:rPr lang="en-US"/>
              <a:t>Your subtitle</a:t>
            </a:r>
          </a:p>
        </p:txBody>
      </p:sp>
      <p:pic>
        <p:nvPicPr>
          <p:cNvPr id="8" name="Picture 7">
            <a:extLst>
              <a:ext uri="{FF2B5EF4-FFF2-40B4-BE49-F238E27FC236}">
                <a16:creationId xmlns:a16="http://schemas.microsoft.com/office/drawing/2014/main" id="{64EEA53E-35D4-C1C7-81A3-5705465B1F2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4764" t="55302" r="45710" b="1985"/>
          <a:stretch/>
        </p:blipFill>
        <p:spPr>
          <a:xfrm>
            <a:off x="-736428" y="0"/>
            <a:ext cx="1413659" cy="13716000"/>
          </a:xfrm>
          <a:prstGeom prst="rect">
            <a:avLst/>
          </a:prstGeom>
        </p:spPr>
      </p:pic>
    </p:spTree>
    <p:extLst>
      <p:ext uri="{BB962C8B-B14F-4D97-AF65-F5344CB8AC3E}">
        <p14:creationId xmlns:p14="http://schemas.microsoft.com/office/powerpoint/2010/main" val="396033808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10538"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_Pag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B7560CE5-842F-73E2-0F71-9C4FA14E0FDE}"/>
              </a:ext>
            </a:extLst>
          </p:cNvPr>
          <p:cNvSpPr>
            <a:spLocks noGrp="1"/>
          </p:cNvSpPr>
          <p:nvPr>
            <p:ph type="body" sz="quarter" idx="10" hasCustomPrompt="1"/>
          </p:nvPr>
        </p:nvSpPr>
        <p:spPr>
          <a:xfrm>
            <a:off x="2234266" y="5449928"/>
            <a:ext cx="16592996" cy="1494574"/>
          </a:xfrm>
          <a:prstGeom prst="rect">
            <a:avLst/>
          </a:prstGeom>
        </p:spPr>
        <p:txBody>
          <a:bodyPr/>
          <a:lstStyle>
            <a:lvl1pPr algn="l">
              <a:defRPr sz="8000">
                <a:solidFill>
                  <a:srgbClr val="FF6B00"/>
                </a:solidFill>
                <a:latin typeface="Neo Tech Std Medium" panose="020B0604030504040204" pitchFamily="34" charset="0"/>
              </a:defRPr>
            </a:lvl1pPr>
          </a:lstStyle>
          <a:p>
            <a:pPr lvl="0"/>
            <a:r>
              <a:rPr lang="en-US"/>
              <a:t>Thank You!</a:t>
            </a:r>
          </a:p>
        </p:txBody>
      </p:sp>
      <p:sp>
        <p:nvSpPr>
          <p:cNvPr id="13" name="Text Placeholder 10">
            <a:extLst>
              <a:ext uri="{FF2B5EF4-FFF2-40B4-BE49-F238E27FC236}">
                <a16:creationId xmlns:a16="http://schemas.microsoft.com/office/drawing/2014/main" id="{0C2F0C22-6C3E-C36B-4A85-5F1D99CD0827}"/>
              </a:ext>
            </a:extLst>
          </p:cNvPr>
          <p:cNvSpPr>
            <a:spLocks noGrp="1"/>
          </p:cNvSpPr>
          <p:nvPr>
            <p:ph type="body" sz="quarter" idx="11" hasCustomPrompt="1"/>
          </p:nvPr>
        </p:nvSpPr>
        <p:spPr>
          <a:xfrm>
            <a:off x="2234265" y="7212488"/>
            <a:ext cx="19015787" cy="1678045"/>
          </a:xfrm>
          <a:prstGeom prst="rect">
            <a:avLst/>
          </a:prstGeom>
        </p:spPr>
        <p:txBody>
          <a:bodyPr/>
          <a:lstStyle>
            <a:lvl1pPr algn="l">
              <a:defRPr sz="4000">
                <a:solidFill>
                  <a:srgbClr val="555559"/>
                </a:solidFill>
                <a:latin typeface="Neo Tech Std Light" panose="020B0304030504040204" pitchFamily="34" charset="0"/>
              </a:defRPr>
            </a:lvl1pPr>
          </a:lstStyle>
          <a:p>
            <a:pPr lvl="0"/>
            <a:r>
              <a:rPr lang="en-US"/>
              <a:t>Your name and contacts</a:t>
            </a:r>
          </a:p>
        </p:txBody>
      </p:sp>
      <p:pic>
        <p:nvPicPr>
          <p:cNvPr id="5" name="Picture 4">
            <a:extLst>
              <a:ext uri="{FF2B5EF4-FFF2-40B4-BE49-F238E27FC236}">
                <a16:creationId xmlns:a16="http://schemas.microsoft.com/office/drawing/2014/main" id="{C9134087-762D-8850-81F3-B58F3D1F393D}"/>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44764" t="55302" b="1985"/>
          <a:stretch/>
        </p:blipFill>
        <p:spPr>
          <a:xfrm>
            <a:off x="-736428" y="0"/>
            <a:ext cx="2066006" cy="13716000"/>
          </a:xfrm>
          <a:prstGeom prst="rect">
            <a:avLst/>
          </a:prstGeom>
        </p:spPr>
      </p:pic>
      <p:pic>
        <p:nvPicPr>
          <p:cNvPr id="8" name="Picture 7">
            <a:extLst>
              <a:ext uri="{FF2B5EF4-FFF2-40B4-BE49-F238E27FC236}">
                <a16:creationId xmlns:a16="http://schemas.microsoft.com/office/drawing/2014/main" id="{298C43BE-8D41-C07C-9C3B-AD2FC63B09B1}"/>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l="4470"/>
          <a:stretch/>
        </p:blipFill>
        <p:spPr bwMode="auto">
          <a:xfrm>
            <a:off x="2234266" y="1693997"/>
            <a:ext cx="8758672" cy="3221738"/>
          </a:xfrm>
          <a:prstGeom prst="rect">
            <a:avLst/>
          </a:prstGeom>
          <a:ln>
            <a:noFill/>
          </a:ln>
          <a:extLst>
            <a:ext uri="{53640926-AAD7-44D8-BBD7-CCE9431645EC}">
              <a14:shadowObscured xmlns:a14="http://schemas.microsoft.com/office/drawing/2010/main"/>
            </a:ext>
          </a:extLst>
        </p:spPr>
      </p:pic>
      <p:sp>
        <p:nvSpPr>
          <p:cNvPr id="2" name="TextBox 1">
            <a:extLst>
              <a:ext uri="{FF2B5EF4-FFF2-40B4-BE49-F238E27FC236}">
                <a16:creationId xmlns:a16="http://schemas.microsoft.com/office/drawing/2014/main" id="{B99885F3-8B5D-F143-161F-36BBCC045BF5}"/>
              </a:ext>
            </a:extLst>
          </p:cNvPr>
          <p:cNvSpPr txBox="1"/>
          <p:nvPr userDrawn="1"/>
        </p:nvSpPr>
        <p:spPr>
          <a:xfrm>
            <a:off x="2219325" y="10569775"/>
            <a:ext cx="5142767" cy="59503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825500" rtl="0" fontAlgn="auto" latinLnBrk="1" hangingPunct="0">
              <a:lnSpc>
                <a:spcPct val="100000"/>
              </a:lnSpc>
              <a:spcBef>
                <a:spcPts val="0"/>
              </a:spcBef>
              <a:spcAft>
                <a:spcPts val="0"/>
              </a:spcAft>
              <a:buClrTx/>
              <a:buSzTx/>
              <a:buFontTx/>
              <a:buNone/>
              <a:tabLst/>
            </a:pPr>
            <a:r>
              <a:rPr kumimoji="0" lang="en-US" sz="3200" b="1" i="0" u="none" strike="noStrike" cap="none" spc="0" normalizeH="0" baseline="0">
                <a:ln>
                  <a:noFill/>
                </a:ln>
                <a:solidFill>
                  <a:srgbClr val="FF6B00"/>
                </a:solidFill>
                <a:effectLst/>
                <a:uFillTx/>
                <a:latin typeface="+mj-lt"/>
                <a:ea typeface="Open Sans Light"/>
                <a:cs typeface="Open Sans Light"/>
                <a:sym typeface="Open Sans Light"/>
              </a:rPr>
              <a:t>GET IN TOUCH</a:t>
            </a:r>
          </a:p>
        </p:txBody>
      </p:sp>
      <p:sp>
        <p:nvSpPr>
          <p:cNvPr id="3" name="TextBox 2">
            <a:extLst>
              <a:ext uri="{FF2B5EF4-FFF2-40B4-BE49-F238E27FC236}">
                <a16:creationId xmlns:a16="http://schemas.microsoft.com/office/drawing/2014/main" id="{559CC3F3-A820-EC27-ED69-A0AE7B05A19B}"/>
              </a:ext>
            </a:extLst>
          </p:cNvPr>
          <p:cNvSpPr txBox="1"/>
          <p:nvPr userDrawn="1"/>
        </p:nvSpPr>
        <p:spPr>
          <a:xfrm>
            <a:off x="2219325" y="11946969"/>
            <a:ext cx="21344060" cy="1564531"/>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R="228600">
              <a:spcAft>
                <a:spcPts val="600"/>
              </a:spcAft>
              <a:tabLst>
                <a:tab pos="228600" algn="l"/>
              </a:tabLst>
            </a:pPr>
            <a:r>
              <a:rPr lang="en-US" sz="1800" b="1">
                <a:solidFill>
                  <a:srgbClr val="A6A6A6"/>
                </a:solidFill>
                <a:effectLst/>
                <a:latin typeface="Neo Tech Std" panose="020B0504030504040204" pitchFamily="34" charset="0"/>
                <a:ea typeface="Calibri" panose="020F0502020204030204" pitchFamily="34" charset="0"/>
                <a:cs typeface="Times New Roman" panose="02020603050405020304" pitchFamily="18" charset="0"/>
              </a:rPr>
              <a:t>Copyright © 2024 Retail Consult</a:t>
            </a:r>
            <a:br>
              <a:rPr lang="en-US" sz="1800" b="1">
                <a:solidFill>
                  <a:srgbClr val="A6A6A6"/>
                </a:solidFill>
                <a:effectLst/>
                <a:latin typeface="Neo Tech Std" panose="020B0504030504040204" pitchFamily="34" charset="0"/>
                <a:ea typeface="Calibri" panose="020F0502020204030204" pitchFamily="34" charset="0"/>
                <a:cs typeface="Times New Roman" panose="02020603050405020304" pitchFamily="18" charset="0"/>
              </a:rPr>
            </a:br>
            <a:r>
              <a:rPr lang="en-US" sz="1800" b="0">
                <a:solidFill>
                  <a:srgbClr val="A6A6A6"/>
                </a:solidFill>
                <a:effectLst/>
                <a:latin typeface="Neo Tech Std" panose="020B0504030504040204" pitchFamily="34" charset="0"/>
                <a:ea typeface="Calibri" panose="020F0502020204030204" pitchFamily="34" charset="0"/>
                <a:cs typeface="Times New Roman" panose="02020603050405020304" pitchFamily="18" charset="0"/>
              </a:rPr>
              <a:t>All rights reserved. This document is provided for information purposes only, and the contents hereof are subject to change without notice. This document is not warranted to be error-free, nor subject to any other warranties or conditions, whether expressed orally or implied in law, including implied warranties and conditions of merchantability or fitness for a particular purpose. We specifically disclaim any liability concerning this document, and no contractual obligations are formed either directly or indirectly by this document. This document may not be reproduced or transmitted in any form or by any means, electronic or mechanical, for any purpose, without our prior written permission.</a:t>
            </a:r>
            <a:endParaRPr lang="en-US" sz="1800" b="1">
              <a:solidFill>
                <a:srgbClr val="A6A6A6"/>
              </a:solidFill>
              <a:effectLst/>
              <a:latin typeface="Neo Tech Std" panose="020B050403050404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B3BD87C2-7C0C-F025-5426-477E9F2192C7}"/>
              </a:ext>
            </a:extLst>
          </p:cNvPr>
          <p:cNvSpPr txBox="1"/>
          <p:nvPr userDrawn="1"/>
        </p:nvSpPr>
        <p:spPr>
          <a:xfrm>
            <a:off x="2234265" y="11103968"/>
            <a:ext cx="6377354" cy="379591"/>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825500" rtl="0" fontAlgn="auto" latinLnBrk="1" hangingPunct="0">
              <a:lnSpc>
                <a:spcPct val="100000"/>
              </a:lnSpc>
              <a:spcBef>
                <a:spcPts val="0"/>
              </a:spcBef>
              <a:spcAft>
                <a:spcPts val="0"/>
              </a:spcAft>
              <a:buClrTx/>
              <a:buSzTx/>
              <a:buFontTx/>
              <a:buNone/>
              <a:tabLst/>
            </a:pPr>
            <a:r>
              <a:rPr lang="en-US" sz="1800" b="1">
                <a:solidFill>
                  <a:srgbClr val="555559"/>
                </a:solidFill>
                <a:effectLst/>
                <a:latin typeface="Neo Tech Std" panose="020B0504030504040204" pitchFamily="34" charset="0"/>
                <a:ea typeface="Calibri" panose="020F0502020204030204" pitchFamily="34" charset="0"/>
                <a:cs typeface="Times New Roman" panose="02020603050405020304" pitchFamily="18" charset="0"/>
              </a:rPr>
              <a:t>Visit www.retail-consult.com</a:t>
            </a:r>
            <a:endParaRPr kumimoji="0" lang="en-US" sz="3200" b="1" i="0" u="none" strike="noStrike" cap="none" spc="0" normalizeH="0" baseline="0">
              <a:ln>
                <a:noFill/>
              </a:ln>
              <a:solidFill>
                <a:srgbClr val="555559"/>
              </a:solidFill>
              <a:effectLst/>
              <a:uFillTx/>
              <a:latin typeface="+mj-lt"/>
              <a:ea typeface="Open Sans Light"/>
              <a:cs typeface="Open Sans Light"/>
              <a:sym typeface="Open Sans Light"/>
            </a:endParaRPr>
          </a:p>
        </p:txBody>
      </p:sp>
      <p:pic>
        <p:nvPicPr>
          <p:cNvPr id="6" name="Picture 5">
            <a:extLst>
              <a:ext uri="{FF2B5EF4-FFF2-40B4-BE49-F238E27FC236}">
                <a16:creationId xmlns:a16="http://schemas.microsoft.com/office/drawing/2014/main" id="{3081217C-C319-5778-DB6A-194ECEB8176A}"/>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2234265" y="11577295"/>
            <a:ext cx="5755278" cy="275938"/>
          </a:xfrm>
          <a:prstGeom prst="rect">
            <a:avLst/>
          </a:prstGeom>
          <a:noFill/>
          <a:ln>
            <a:noFill/>
          </a:ln>
        </p:spPr>
      </p:pic>
    </p:spTree>
    <p:custDataLst>
      <p:tags r:id="rId1"/>
    </p:custDataLst>
    <p:extLst>
      <p:ext uri="{BB962C8B-B14F-4D97-AF65-F5344CB8AC3E}">
        <p14:creationId xmlns:p14="http://schemas.microsoft.com/office/powerpoint/2010/main" val="211075564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1398"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Plain Slide_Only Title">
    <p:spTree>
      <p:nvGrpSpPr>
        <p:cNvPr id="1" name=""/>
        <p:cNvGrpSpPr/>
        <p:nvPr/>
      </p:nvGrpSpPr>
      <p:grpSpPr>
        <a:xfrm>
          <a:off x="0" y="0"/>
          <a:ext cx="0" cy="0"/>
          <a:chOff x="0" y="0"/>
          <a:chExt cx="0" cy="0"/>
        </a:xfrm>
      </p:grpSpPr>
      <p:sp>
        <p:nvSpPr>
          <p:cNvPr id="8" name="Text Placeholder 32">
            <a:extLst>
              <a:ext uri="{FF2B5EF4-FFF2-40B4-BE49-F238E27FC236}">
                <a16:creationId xmlns:a16="http://schemas.microsoft.com/office/drawing/2014/main" id="{D6945944-F2F6-11BE-6721-1CDD531C64D1}"/>
              </a:ext>
            </a:extLst>
          </p:cNvPr>
          <p:cNvSpPr>
            <a:spLocks noGrp="1"/>
          </p:cNvSpPr>
          <p:nvPr>
            <p:ph type="body" sz="quarter" idx="24" hasCustomPrompt="1"/>
          </p:nvPr>
        </p:nvSpPr>
        <p:spPr>
          <a:xfrm>
            <a:off x="1427163" y="840177"/>
            <a:ext cx="17103516" cy="1025946"/>
          </a:xfrm>
          <a:prstGeom prst="rect">
            <a:avLst/>
          </a:prstGeom>
        </p:spPr>
        <p:txBody>
          <a:bodyPr/>
          <a:lstStyle>
            <a:lvl1pPr>
              <a:spcBef>
                <a:spcPts val="0"/>
              </a:spcBef>
              <a:defRPr sz="6000" b="1">
                <a:solidFill>
                  <a:srgbClr val="FF6B00"/>
                </a:solidFill>
                <a:latin typeface="Neo Tech Std" panose="020B0504030504040204" pitchFamily="34" charset="0"/>
              </a:defRPr>
            </a:lvl1pPr>
          </a:lstStyle>
          <a:p>
            <a:pPr lvl="0"/>
            <a:r>
              <a:rPr lang="en-US"/>
              <a:t>Your slide title here</a:t>
            </a:r>
          </a:p>
        </p:txBody>
      </p:sp>
      <p:sp>
        <p:nvSpPr>
          <p:cNvPr id="9" name="Text Placeholder 34">
            <a:extLst>
              <a:ext uri="{FF2B5EF4-FFF2-40B4-BE49-F238E27FC236}">
                <a16:creationId xmlns:a16="http://schemas.microsoft.com/office/drawing/2014/main" id="{2BA9AC61-2F08-B021-FC95-9916E6E452EB}"/>
              </a:ext>
            </a:extLst>
          </p:cNvPr>
          <p:cNvSpPr>
            <a:spLocks noGrp="1"/>
          </p:cNvSpPr>
          <p:nvPr>
            <p:ph type="body" sz="quarter" idx="25" hasCustomPrompt="1"/>
          </p:nvPr>
        </p:nvSpPr>
        <p:spPr>
          <a:xfrm>
            <a:off x="1427163" y="1866123"/>
            <a:ext cx="18391140" cy="844550"/>
          </a:xfrm>
          <a:prstGeom prst="rect">
            <a:avLst/>
          </a:prstGeom>
        </p:spPr>
        <p:txBody>
          <a:bodyPr/>
          <a:lstStyle>
            <a:lvl1pPr>
              <a:spcBef>
                <a:spcPts val="0"/>
              </a:spcBef>
              <a:defRPr sz="3600">
                <a:solidFill>
                  <a:srgbClr val="555559"/>
                </a:solidFill>
              </a:defRPr>
            </a:lvl1pPr>
          </a:lstStyle>
          <a:p>
            <a:pPr lvl="0"/>
            <a:r>
              <a:rPr lang="en-US"/>
              <a:t>Your subtitle</a:t>
            </a:r>
          </a:p>
        </p:txBody>
      </p:sp>
      <p:sp>
        <p:nvSpPr>
          <p:cNvPr id="11" name="Footer Placeholder 10">
            <a:extLst>
              <a:ext uri="{FF2B5EF4-FFF2-40B4-BE49-F238E27FC236}">
                <a16:creationId xmlns:a16="http://schemas.microsoft.com/office/drawing/2014/main" id="{F2B939A4-CB31-B2EA-DCD1-AE1A454833C9}"/>
              </a:ext>
            </a:extLst>
          </p:cNvPr>
          <p:cNvSpPr>
            <a:spLocks noGrp="1"/>
          </p:cNvSpPr>
          <p:nvPr>
            <p:ph type="ftr" sz="quarter" idx="27"/>
          </p:nvPr>
        </p:nvSpPr>
        <p:spPr/>
        <p:txBody>
          <a:bodyPr/>
          <a:lstStyle/>
          <a:p>
            <a:r>
              <a:rPr lang="en-US"/>
              <a:t>2024 © Retail Consult - All rights reserved</a:t>
            </a:r>
          </a:p>
        </p:txBody>
      </p:sp>
      <p:sp>
        <p:nvSpPr>
          <p:cNvPr id="12" name="Slide Number Placeholder 11">
            <a:extLst>
              <a:ext uri="{FF2B5EF4-FFF2-40B4-BE49-F238E27FC236}">
                <a16:creationId xmlns:a16="http://schemas.microsoft.com/office/drawing/2014/main" id="{B057D50C-7BD2-641B-BD06-BC27E8066629}"/>
              </a:ext>
            </a:extLst>
          </p:cNvPr>
          <p:cNvSpPr>
            <a:spLocks noGrp="1"/>
          </p:cNvSpPr>
          <p:nvPr>
            <p:ph type="sldNum" sz="quarter" idx="28"/>
          </p:nvPr>
        </p:nvSpPr>
        <p:spPr/>
        <p:txBody>
          <a:bodyPr/>
          <a:lstStyle/>
          <a:p>
            <a:fld id="{9A4417C4-43A3-444C-837D-103BA5C8224B}" type="slidenum">
              <a:rPr lang="en-US" smtClean="0"/>
              <a:pPr/>
              <a:t>‹#›</a:t>
            </a:fld>
            <a:endParaRPr lang="en-US"/>
          </a:p>
        </p:txBody>
      </p:sp>
      <p:pic>
        <p:nvPicPr>
          <p:cNvPr id="2" name="Picture 1">
            <a:extLst>
              <a:ext uri="{FF2B5EF4-FFF2-40B4-BE49-F238E27FC236}">
                <a16:creationId xmlns:a16="http://schemas.microsoft.com/office/drawing/2014/main" id="{AE08F45B-F9A1-C361-B0AE-6868DA974CC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4764" t="55302" r="45710" b="1985"/>
          <a:stretch/>
        </p:blipFill>
        <p:spPr>
          <a:xfrm>
            <a:off x="-736428" y="0"/>
            <a:ext cx="1413659" cy="13716000"/>
          </a:xfrm>
          <a:prstGeom prst="rect">
            <a:avLst/>
          </a:prstGeom>
        </p:spPr>
      </p:pic>
    </p:spTree>
    <p:extLst>
      <p:ext uri="{BB962C8B-B14F-4D97-AF65-F5344CB8AC3E}">
        <p14:creationId xmlns:p14="http://schemas.microsoft.com/office/powerpoint/2010/main" val="3875868031"/>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899">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Plain_Slide_Only_Text">
    <p:spTree>
      <p:nvGrpSpPr>
        <p:cNvPr id="1" name=""/>
        <p:cNvGrpSpPr/>
        <p:nvPr/>
      </p:nvGrpSpPr>
      <p:grpSpPr>
        <a:xfrm>
          <a:off x="0" y="0"/>
          <a:ext cx="0" cy="0"/>
          <a:chOff x="0" y="0"/>
          <a:chExt cx="0" cy="0"/>
        </a:xfrm>
      </p:grpSpPr>
      <p:sp>
        <p:nvSpPr>
          <p:cNvPr id="8" name="Text Placeholder 7"/>
          <p:cNvSpPr>
            <a:spLocks noGrp="1"/>
          </p:cNvSpPr>
          <p:nvPr>
            <p:ph type="body" sz="quarter" idx="14"/>
          </p:nvPr>
        </p:nvSpPr>
        <p:spPr>
          <a:xfrm>
            <a:off x="1445740" y="3022788"/>
            <a:ext cx="22100992" cy="9903842"/>
          </a:xfrm>
          <a:prstGeom prst="rect">
            <a:avLst/>
          </a:prstGeom>
        </p:spPr>
        <p:txBody>
          <a:bodyPr/>
          <a:lstStyle>
            <a:lvl1pPr marL="228600" indent="-228600">
              <a:spcBef>
                <a:spcPts val="1200"/>
              </a:spcBef>
              <a:buClr>
                <a:srgbClr val="FF6B00"/>
              </a:buClr>
              <a:buFont typeface="Neo Tech Std" panose="020B0504030504040204" pitchFamily="34" charset="0"/>
              <a:buChar char="›"/>
              <a:defRPr sz="3200">
                <a:solidFill>
                  <a:srgbClr val="555559"/>
                </a:solidFill>
                <a:latin typeface="Neo Tech Std" panose="020B0504030504040204" pitchFamily="34" charset="0"/>
              </a:defRPr>
            </a:lvl1pPr>
            <a:lvl2pPr marL="685800" indent="-228600">
              <a:spcBef>
                <a:spcPts val="1200"/>
              </a:spcBef>
              <a:buClr>
                <a:srgbClr val="FF6B00"/>
              </a:buClr>
              <a:buFont typeface="Neo Tech Std" panose="020B0504030504040204" pitchFamily="34" charset="0"/>
              <a:buChar char="›"/>
              <a:defRPr sz="2800">
                <a:solidFill>
                  <a:srgbClr val="555559"/>
                </a:solidFill>
                <a:latin typeface="Neo Tech Std" panose="020B0504030504040204" pitchFamily="34" charset="0"/>
              </a:defRPr>
            </a:lvl2pPr>
            <a:lvl3pPr marL="1143000" indent="-228600">
              <a:spcBef>
                <a:spcPts val="1200"/>
              </a:spcBef>
              <a:buClr>
                <a:srgbClr val="FF6B00"/>
              </a:buClr>
              <a:buFont typeface="Neo Tech Std" panose="020B0504030504040204" pitchFamily="34" charset="0"/>
              <a:buChar char="›"/>
              <a:defRPr sz="2400">
                <a:solidFill>
                  <a:srgbClr val="555559"/>
                </a:solidFill>
              </a:defRPr>
            </a:lvl3pPr>
            <a:lvl4pPr marL="1600200" indent="-228600">
              <a:spcBef>
                <a:spcPts val="1200"/>
              </a:spcBef>
              <a:buClr>
                <a:srgbClr val="FF6B00"/>
              </a:buClr>
              <a:buFont typeface="Neo Tech Std" panose="020B0504030504040204" pitchFamily="34" charset="0"/>
              <a:buChar char="›"/>
              <a:defRPr>
                <a:solidFill>
                  <a:srgbClr val="555559"/>
                </a:solidFill>
                <a:latin typeface="Neo Tech Std" panose="020B0504030504040204" pitchFamily="34" charset="0"/>
              </a:defRPr>
            </a:lvl4pPr>
            <a:lvl5pPr marL="2057400" indent="-228600">
              <a:spcBef>
                <a:spcPts val="1200"/>
              </a:spcBef>
              <a:buClr>
                <a:srgbClr val="FF6B00"/>
              </a:buClr>
              <a:buFont typeface="Neo Tech Std" panose="020B0504030504040204" pitchFamily="34" charset="0"/>
              <a:buChar char="›"/>
              <a:defRPr sz="2000">
                <a:solidFill>
                  <a:srgbClr val="555559"/>
                </a:solidFill>
                <a:latin typeface="Neo Tech Std" panose="020B050403050404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A550B624-A5E6-1C4D-9142-39C94C6A4E17}"/>
              </a:ext>
            </a:extLst>
          </p:cNvPr>
          <p:cNvSpPr>
            <a:spLocks noGrp="1"/>
          </p:cNvSpPr>
          <p:nvPr>
            <p:ph type="ftr" sz="quarter" idx="26"/>
          </p:nvPr>
        </p:nvSpPr>
        <p:spPr/>
        <p:txBody>
          <a:bodyPr/>
          <a:lstStyle/>
          <a:p>
            <a:r>
              <a:rPr lang="en-US"/>
              <a:t>2024 © Retail Consult - All rights reserved</a:t>
            </a:r>
          </a:p>
        </p:txBody>
      </p:sp>
      <p:sp>
        <p:nvSpPr>
          <p:cNvPr id="7" name="Slide Number Placeholder 6">
            <a:extLst>
              <a:ext uri="{FF2B5EF4-FFF2-40B4-BE49-F238E27FC236}">
                <a16:creationId xmlns:a16="http://schemas.microsoft.com/office/drawing/2014/main" id="{BACFA259-4E62-B15F-2C7F-63A7DDD0D46E}"/>
              </a:ext>
            </a:extLst>
          </p:cNvPr>
          <p:cNvSpPr>
            <a:spLocks noGrp="1"/>
          </p:cNvSpPr>
          <p:nvPr>
            <p:ph type="sldNum" sz="quarter" idx="27"/>
          </p:nvPr>
        </p:nvSpPr>
        <p:spPr/>
        <p:txBody>
          <a:bodyPr/>
          <a:lstStyle/>
          <a:p>
            <a:fld id="{9A4417C4-43A3-444C-837D-103BA5C8224B}" type="slidenum">
              <a:rPr lang="en-US" smtClean="0"/>
              <a:pPr/>
              <a:t>‹#›</a:t>
            </a:fld>
            <a:endParaRPr lang="en-US"/>
          </a:p>
        </p:txBody>
      </p:sp>
      <p:sp>
        <p:nvSpPr>
          <p:cNvPr id="9" name="Text Placeholder 32">
            <a:extLst>
              <a:ext uri="{FF2B5EF4-FFF2-40B4-BE49-F238E27FC236}">
                <a16:creationId xmlns:a16="http://schemas.microsoft.com/office/drawing/2014/main" id="{CA721233-2A7D-89CE-94B4-579B2F4FCA5A}"/>
              </a:ext>
            </a:extLst>
          </p:cNvPr>
          <p:cNvSpPr>
            <a:spLocks noGrp="1"/>
          </p:cNvSpPr>
          <p:nvPr>
            <p:ph type="body" sz="quarter" idx="24" hasCustomPrompt="1"/>
          </p:nvPr>
        </p:nvSpPr>
        <p:spPr>
          <a:xfrm>
            <a:off x="1427163" y="840177"/>
            <a:ext cx="17103516" cy="1025946"/>
          </a:xfrm>
          <a:prstGeom prst="rect">
            <a:avLst/>
          </a:prstGeom>
        </p:spPr>
        <p:txBody>
          <a:bodyPr/>
          <a:lstStyle>
            <a:lvl1pPr>
              <a:spcBef>
                <a:spcPts val="0"/>
              </a:spcBef>
              <a:defRPr sz="6000" b="1">
                <a:solidFill>
                  <a:srgbClr val="FF6B00"/>
                </a:solidFill>
                <a:latin typeface="Neo Tech Std" panose="020B0504030504040204" pitchFamily="34" charset="0"/>
              </a:defRPr>
            </a:lvl1pPr>
          </a:lstStyle>
          <a:p>
            <a:pPr lvl="0"/>
            <a:r>
              <a:rPr lang="en-US"/>
              <a:t>Your slide title here</a:t>
            </a:r>
          </a:p>
        </p:txBody>
      </p:sp>
      <p:sp>
        <p:nvSpPr>
          <p:cNvPr id="10" name="Text Placeholder 34">
            <a:extLst>
              <a:ext uri="{FF2B5EF4-FFF2-40B4-BE49-F238E27FC236}">
                <a16:creationId xmlns:a16="http://schemas.microsoft.com/office/drawing/2014/main" id="{322BF6AC-84B4-E9B1-6D67-4447D83504B5}"/>
              </a:ext>
            </a:extLst>
          </p:cNvPr>
          <p:cNvSpPr>
            <a:spLocks noGrp="1"/>
          </p:cNvSpPr>
          <p:nvPr>
            <p:ph type="body" sz="quarter" idx="25" hasCustomPrompt="1"/>
          </p:nvPr>
        </p:nvSpPr>
        <p:spPr>
          <a:xfrm>
            <a:off x="1427163" y="1866123"/>
            <a:ext cx="18391140" cy="844550"/>
          </a:xfrm>
          <a:prstGeom prst="rect">
            <a:avLst/>
          </a:prstGeom>
        </p:spPr>
        <p:txBody>
          <a:bodyPr/>
          <a:lstStyle>
            <a:lvl1pPr>
              <a:spcBef>
                <a:spcPts val="0"/>
              </a:spcBef>
              <a:defRPr sz="3600">
                <a:solidFill>
                  <a:srgbClr val="555559"/>
                </a:solidFill>
              </a:defRPr>
            </a:lvl1pPr>
          </a:lstStyle>
          <a:p>
            <a:pPr lvl="0"/>
            <a:r>
              <a:rPr lang="en-US"/>
              <a:t>Your subtitle</a:t>
            </a:r>
          </a:p>
        </p:txBody>
      </p:sp>
      <p:pic>
        <p:nvPicPr>
          <p:cNvPr id="2" name="Picture 1">
            <a:extLst>
              <a:ext uri="{FF2B5EF4-FFF2-40B4-BE49-F238E27FC236}">
                <a16:creationId xmlns:a16="http://schemas.microsoft.com/office/drawing/2014/main" id="{37EA4364-2F53-4C57-D379-78BF75DA8B94}"/>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44764" t="55302" r="45710" b="1985"/>
          <a:stretch/>
        </p:blipFill>
        <p:spPr>
          <a:xfrm>
            <a:off x="-736428" y="0"/>
            <a:ext cx="1413659" cy="13716000"/>
          </a:xfrm>
          <a:prstGeom prst="rect">
            <a:avLst/>
          </a:prstGeom>
        </p:spPr>
      </p:pic>
    </p:spTree>
    <p:custDataLst>
      <p:tags r:id="rId1"/>
    </p:custDataLst>
    <p:extLst>
      <p:ext uri="{BB962C8B-B14F-4D97-AF65-F5344CB8AC3E}">
        <p14:creationId xmlns:p14="http://schemas.microsoft.com/office/powerpoint/2010/main" val="3525637804"/>
      </p:ext>
    </p:extLst>
  </p:cSld>
  <p:clrMapOvr>
    <a:masterClrMapping/>
  </p:clrMapOvr>
  <p:transition spd="med"/>
  <p:extLst>
    <p:ext uri="{DCECCB84-F9BA-43D5-87BE-67443E8EF086}">
      <p15:sldGuideLst xmlns:p15="http://schemas.microsoft.com/office/powerpoint/2012/main">
        <p15:guide id="1" orient="horz" pos="1916">
          <p15:clr>
            <a:srgbClr val="FBAE40"/>
          </p15:clr>
        </p15:guide>
        <p15:guide id="2" pos="768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F29E180-AB0C-A673-DBD0-33D9DFA55276}"/>
              </a:ext>
            </a:extLst>
          </p:cNvPr>
          <p:cNvSpPr>
            <a:spLocks noGrp="1"/>
          </p:cNvSpPr>
          <p:nvPr>
            <p:ph type="ftr" sz="quarter" idx="3"/>
          </p:nvPr>
        </p:nvSpPr>
        <p:spPr>
          <a:xfrm>
            <a:off x="1427163" y="12712700"/>
            <a:ext cx="9957735" cy="730250"/>
          </a:xfrm>
          <a:prstGeom prst="rect">
            <a:avLst/>
          </a:prstGeom>
        </p:spPr>
        <p:txBody>
          <a:bodyPr vert="horz" lIns="91440" tIns="45720" rIns="91440" bIns="45720" rtlCol="0" anchor="ctr"/>
          <a:lstStyle>
            <a:lvl1pPr algn="l">
              <a:defRPr sz="2000">
                <a:solidFill>
                  <a:schemeClr val="tx1">
                    <a:tint val="75000"/>
                  </a:schemeClr>
                </a:solidFill>
                <a:latin typeface="Neo Tech Std" panose="020B0504030504040204" pitchFamily="34" charset="0"/>
              </a:defRPr>
            </a:lvl1pPr>
          </a:lstStyle>
          <a:p>
            <a:r>
              <a:rPr lang="en-US"/>
              <a:t>2024 © Retail Consult - All rights reserved</a:t>
            </a:r>
          </a:p>
        </p:txBody>
      </p:sp>
      <p:sp>
        <p:nvSpPr>
          <p:cNvPr id="4" name="Slide Number Placeholder 3">
            <a:extLst>
              <a:ext uri="{FF2B5EF4-FFF2-40B4-BE49-F238E27FC236}">
                <a16:creationId xmlns:a16="http://schemas.microsoft.com/office/drawing/2014/main" id="{E0B365ED-71BA-7008-7FC8-FE08D278B90C}"/>
              </a:ext>
            </a:extLst>
          </p:cNvPr>
          <p:cNvSpPr>
            <a:spLocks noGrp="1"/>
          </p:cNvSpPr>
          <p:nvPr>
            <p:ph type="sldNum" sz="quarter" idx="4"/>
          </p:nvPr>
        </p:nvSpPr>
        <p:spPr>
          <a:xfrm>
            <a:off x="18220369" y="12712700"/>
            <a:ext cx="5486400" cy="730250"/>
          </a:xfrm>
          <a:prstGeom prst="rect">
            <a:avLst/>
          </a:prstGeom>
        </p:spPr>
        <p:txBody>
          <a:bodyPr vert="horz" lIns="91440" tIns="45720" rIns="91440" bIns="45720" rtlCol="0" anchor="ctr"/>
          <a:lstStyle>
            <a:lvl1pPr algn="r">
              <a:defRPr sz="2000">
                <a:solidFill>
                  <a:schemeClr val="tx1">
                    <a:tint val="75000"/>
                  </a:schemeClr>
                </a:solidFill>
                <a:latin typeface="Neo Tech Std" panose="020B0504030504040204" pitchFamily="34" charset="0"/>
              </a:defRPr>
            </a:lvl1pPr>
          </a:lstStyle>
          <a:p>
            <a:fld id="{9A4417C4-43A3-444C-837D-103BA5C8224B}" type="slidenum">
              <a:rPr lang="en-US" smtClean="0"/>
              <a:pPr/>
              <a:t>‹#›</a:t>
            </a:fld>
            <a:endParaRPr lang="en-US"/>
          </a:p>
        </p:txBody>
      </p:sp>
    </p:spTree>
    <p:extLst>
      <p:ext uri="{BB962C8B-B14F-4D97-AF65-F5344CB8AC3E}">
        <p14:creationId xmlns:p14="http://schemas.microsoft.com/office/powerpoint/2010/main" val="826527270"/>
      </p:ext>
    </p:extLst>
  </p:cSld>
  <p:clrMap bg1="dk1" tx1="lt1" bg2="dk2" tx2="lt2" accent1="accent1" accent2="accent2" accent3="accent3" accent4="accent4" accent5="accent5" accent6="accent6" hlink="hlink" folHlink="folHlink"/>
  <p:sldLayoutIdLst>
    <p:sldLayoutId id="2147483733" r:id="rId1"/>
    <p:sldLayoutId id="2147483732" r:id="rId2"/>
    <p:sldLayoutId id="2147483731" r:id="rId3"/>
    <p:sldLayoutId id="2147483738" r:id="rId4"/>
    <p:sldLayoutId id="2147483727" r:id="rId5"/>
    <p:sldLayoutId id="2147483726" r:id="rId6"/>
    <p:sldLayoutId id="2147483728" r:id="rId7"/>
    <p:sldLayoutId id="2147483729" r:id="rId8"/>
    <p:sldLayoutId id="2147483710" r:id="rId9"/>
    <p:sldLayoutId id="2147483704" r:id="rId10"/>
    <p:sldLayoutId id="2147483713" r:id="rId11"/>
    <p:sldLayoutId id="2147483714" r:id="rId12"/>
    <p:sldLayoutId id="2147483715" r:id="rId13"/>
    <p:sldLayoutId id="2147483735" r:id="rId14"/>
    <p:sldLayoutId id="2147483736" r:id="rId15"/>
    <p:sldLayoutId id="2147483737" r:id="rId16"/>
  </p:sldLayoutIdLst>
  <p:transition spd="med"/>
  <p:hf hdr="0"/>
  <p:txStyles>
    <p:titleStyle>
      <a:lvl1pPr defTabSz="825500" eaLnBrk="1" hangingPunct="1">
        <a:defRPr sz="5400">
          <a:solidFill>
            <a:schemeClr val="tx1"/>
          </a:solidFill>
          <a:latin typeface="Neo Tech Std" charset="0"/>
          <a:ea typeface="Neo Tech Std" charset="0"/>
          <a:cs typeface="Neo Tech Std" charset="0"/>
          <a:sym typeface="Open Sans Light"/>
        </a:defRPr>
      </a:lvl1pPr>
      <a:lvl2pPr indent="228600" defTabSz="825500" eaLnBrk="1" hangingPunct="1">
        <a:defRPr sz="5400">
          <a:solidFill>
            <a:srgbClr val="687189"/>
          </a:solidFill>
          <a:latin typeface="Open Sans Light"/>
          <a:ea typeface="Open Sans Light"/>
          <a:cs typeface="Open Sans Light"/>
          <a:sym typeface="Open Sans Light"/>
        </a:defRPr>
      </a:lvl2pPr>
      <a:lvl3pPr indent="457200" defTabSz="825500" eaLnBrk="1" hangingPunct="1">
        <a:defRPr sz="5400">
          <a:solidFill>
            <a:srgbClr val="687189"/>
          </a:solidFill>
          <a:latin typeface="Open Sans Light"/>
          <a:ea typeface="Open Sans Light"/>
          <a:cs typeface="Open Sans Light"/>
          <a:sym typeface="Open Sans Light"/>
        </a:defRPr>
      </a:lvl3pPr>
      <a:lvl4pPr indent="685800" defTabSz="825500" eaLnBrk="1" hangingPunct="1">
        <a:defRPr sz="5400">
          <a:solidFill>
            <a:srgbClr val="687189"/>
          </a:solidFill>
          <a:latin typeface="Open Sans Light"/>
          <a:ea typeface="Open Sans Light"/>
          <a:cs typeface="Open Sans Light"/>
          <a:sym typeface="Open Sans Light"/>
        </a:defRPr>
      </a:lvl4pPr>
      <a:lvl5pPr indent="914400" defTabSz="825500" eaLnBrk="1" hangingPunct="1">
        <a:defRPr sz="5400">
          <a:solidFill>
            <a:srgbClr val="687189"/>
          </a:solidFill>
          <a:latin typeface="Open Sans Light"/>
          <a:ea typeface="Open Sans Light"/>
          <a:cs typeface="Open Sans Light"/>
          <a:sym typeface="Open Sans Light"/>
        </a:defRPr>
      </a:lvl5pPr>
      <a:lvl6pPr indent="1143000" defTabSz="825500" eaLnBrk="1" hangingPunct="1">
        <a:defRPr sz="5400">
          <a:solidFill>
            <a:srgbClr val="687189"/>
          </a:solidFill>
          <a:latin typeface="Open Sans Light"/>
          <a:ea typeface="Open Sans Light"/>
          <a:cs typeface="Open Sans Light"/>
          <a:sym typeface="Open Sans Light"/>
        </a:defRPr>
      </a:lvl6pPr>
      <a:lvl7pPr indent="1371600" defTabSz="825500" eaLnBrk="1" hangingPunct="1">
        <a:defRPr sz="5400">
          <a:solidFill>
            <a:srgbClr val="687189"/>
          </a:solidFill>
          <a:latin typeface="Open Sans Light"/>
          <a:ea typeface="Open Sans Light"/>
          <a:cs typeface="Open Sans Light"/>
          <a:sym typeface="Open Sans Light"/>
        </a:defRPr>
      </a:lvl7pPr>
      <a:lvl8pPr indent="1600200" defTabSz="825500" eaLnBrk="1" hangingPunct="1">
        <a:defRPr sz="5400">
          <a:solidFill>
            <a:srgbClr val="687189"/>
          </a:solidFill>
          <a:latin typeface="Open Sans Light"/>
          <a:ea typeface="Open Sans Light"/>
          <a:cs typeface="Open Sans Light"/>
          <a:sym typeface="Open Sans Light"/>
        </a:defRPr>
      </a:lvl8pPr>
      <a:lvl9pPr indent="1828800" defTabSz="825500" eaLnBrk="1" hangingPunct="1">
        <a:defRPr sz="5400">
          <a:solidFill>
            <a:srgbClr val="687189"/>
          </a:solidFill>
          <a:latin typeface="Open Sans Light"/>
          <a:ea typeface="Open Sans Light"/>
          <a:cs typeface="Open Sans Light"/>
          <a:sym typeface="Open Sans Light"/>
        </a:defRPr>
      </a:lvl9pPr>
    </p:titleStyle>
    <p:bodyStyle>
      <a:lvl1pPr defTabSz="825500" eaLnBrk="1" hangingPunct="1">
        <a:spcBef>
          <a:spcPts val="5200"/>
        </a:spcBef>
        <a:defRPr sz="2200">
          <a:solidFill>
            <a:srgbClr val="68718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p:bodyStyle>
    <p:otherStyle>
      <a:lvl1pPr algn="ctr" defTabSz="825500" eaLnBrk="1" hangingPunct="1">
        <a:defRPr sz="2400">
          <a:solidFill>
            <a:schemeClr val="tx1"/>
          </a:solidFill>
          <a:latin typeface="+mn-lt"/>
          <a:ea typeface="+mn-ea"/>
          <a:cs typeface="+mn-cs"/>
          <a:sym typeface="Helvetica Light"/>
        </a:defRPr>
      </a:lvl1pPr>
      <a:lvl2pPr indent="228600" algn="ctr" defTabSz="825500" eaLnBrk="1" hangingPunct="1">
        <a:defRPr sz="2400">
          <a:solidFill>
            <a:schemeClr val="tx1"/>
          </a:solidFill>
          <a:latin typeface="+mn-lt"/>
          <a:ea typeface="+mn-ea"/>
          <a:cs typeface="+mn-cs"/>
          <a:sym typeface="Helvetica Light"/>
        </a:defRPr>
      </a:lvl2pPr>
      <a:lvl3pPr indent="457200" algn="ctr" defTabSz="825500" eaLnBrk="1" hangingPunct="1">
        <a:defRPr sz="2400">
          <a:solidFill>
            <a:schemeClr val="tx1"/>
          </a:solidFill>
          <a:latin typeface="+mn-lt"/>
          <a:ea typeface="+mn-ea"/>
          <a:cs typeface="+mn-cs"/>
          <a:sym typeface="Helvetica Light"/>
        </a:defRPr>
      </a:lvl3pPr>
      <a:lvl4pPr indent="685800" algn="ctr" defTabSz="825500" eaLnBrk="1" hangingPunct="1">
        <a:defRPr sz="2400">
          <a:solidFill>
            <a:schemeClr val="tx1"/>
          </a:solidFill>
          <a:latin typeface="+mn-lt"/>
          <a:ea typeface="+mn-ea"/>
          <a:cs typeface="+mn-cs"/>
          <a:sym typeface="Helvetica Light"/>
        </a:defRPr>
      </a:lvl4pPr>
      <a:lvl5pPr indent="914400" algn="ctr" defTabSz="825500" eaLnBrk="1" hangingPunct="1">
        <a:defRPr sz="2400">
          <a:solidFill>
            <a:schemeClr val="tx1"/>
          </a:solidFill>
          <a:latin typeface="+mn-lt"/>
          <a:ea typeface="+mn-ea"/>
          <a:cs typeface="+mn-cs"/>
          <a:sym typeface="Helvetica Light"/>
        </a:defRPr>
      </a:lvl5pPr>
      <a:lvl6pPr indent="1143000" algn="ctr" defTabSz="825500" eaLnBrk="1" hangingPunct="1">
        <a:defRPr sz="2400">
          <a:solidFill>
            <a:schemeClr val="tx1"/>
          </a:solidFill>
          <a:latin typeface="+mn-lt"/>
          <a:ea typeface="+mn-ea"/>
          <a:cs typeface="+mn-cs"/>
          <a:sym typeface="Helvetica Light"/>
        </a:defRPr>
      </a:lvl6pPr>
      <a:lvl7pPr indent="1371600" algn="ctr" defTabSz="825500" eaLnBrk="1" hangingPunct="1">
        <a:defRPr sz="2400">
          <a:solidFill>
            <a:schemeClr val="tx1"/>
          </a:solidFill>
          <a:latin typeface="+mn-lt"/>
          <a:ea typeface="+mn-ea"/>
          <a:cs typeface="+mn-cs"/>
          <a:sym typeface="Helvetica Light"/>
        </a:defRPr>
      </a:lvl7pPr>
      <a:lvl8pPr indent="1600200" algn="ctr" defTabSz="825500" eaLnBrk="1" hangingPunct="1">
        <a:defRPr sz="2400">
          <a:solidFill>
            <a:schemeClr val="tx1"/>
          </a:solidFill>
          <a:latin typeface="+mn-lt"/>
          <a:ea typeface="+mn-ea"/>
          <a:cs typeface="+mn-cs"/>
          <a:sym typeface="Helvetica Light"/>
        </a:defRPr>
      </a:lvl8pPr>
      <a:lvl9pPr indent="1828800" algn="ctr" defTabSz="825500" eaLnBrk="1" hangingPunct="1">
        <a:defRPr sz="2400">
          <a:solidFill>
            <a:schemeClr val="tx1"/>
          </a:solidFill>
          <a:latin typeface="+mn-lt"/>
          <a:ea typeface="+mn-ea"/>
          <a:cs typeface="+mn-cs"/>
          <a:sym typeface="Helvetica Light"/>
        </a:defRPr>
      </a:lvl9pPr>
    </p:otherStyle>
  </p:txStyles>
  <p:extLst>
    <p:ext uri="{27BBF7A9-308A-43DC-89C8-2F10F3537804}">
      <p15:sldGuideLst xmlns:p15="http://schemas.microsoft.com/office/powerpoint/2012/main">
        <p15:guide id="3" orient="horz" pos="4320" userDrawn="1">
          <p15:clr>
            <a:srgbClr val="F26B43"/>
          </p15:clr>
        </p15:guide>
        <p15:guide id="4" pos="89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9.png"/><Relationship Id="rId2" Type="http://schemas.openxmlformats.org/officeDocument/2006/relationships/hyperlink" Target="https://ksrsa.sharepoint.com/:b:/r/sites/isms/Documents/ISMS.PR.11.02%20-%20Information%20Classification%20Procedure.pdf?csf=1&amp;web=1&amp;e=75hD0D" TargetMode="External"/><Relationship Id="rId1" Type="http://schemas.openxmlformats.org/officeDocument/2006/relationships/slideLayout" Target="../slideLayouts/slideLayout15.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5.xml"/><Relationship Id="rId4" Type="http://schemas.openxmlformats.org/officeDocument/2006/relationships/hyperlink" Target="https://ksrsa.sharepoint.com/:f:/g/corpinfo/EkrZVf80Q8lFhoUMhuT3hgEBfMVJwJZyMoSIStVEnR7_Pw?e=SCl3zI"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5.xml"/><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5.xml"/><Relationship Id="rId5" Type="http://schemas.openxmlformats.org/officeDocument/2006/relationships/image" Target="../media/image1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5.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6.png"/><Relationship Id="rId1" Type="http://schemas.openxmlformats.org/officeDocument/2006/relationships/slideLayout" Target="../slideLayouts/slideLayout15.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 Target="slide14.xml"/><Relationship Id="rId1" Type="http://schemas.openxmlformats.org/officeDocument/2006/relationships/slideLayout" Target="../slideLayouts/slideLayout15.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5.xml"/><Relationship Id="rId4" Type="http://schemas.openxmlformats.org/officeDocument/2006/relationships/image" Target="../media/image36.png"/></Relationships>
</file>

<file path=ppt/slides/_rels/slide1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5.xml"/><Relationship Id="rId5" Type="http://schemas.openxmlformats.org/officeDocument/2006/relationships/image" Target="../media/image25.svg"/><Relationship Id="rId4" Type="http://schemas.openxmlformats.org/officeDocument/2006/relationships/image" Target="../media/image39.png"/></Relationships>
</file>

<file path=ppt/slides/_rels/slide12.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40.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slide" Target="slide9.xml"/><Relationship Id="rId1" Type="http://schemas.openxmlformats.org/officeDocument/2006/relationships/slideLayout" Target="../slideLayouts/slideLayout15.xml"/><Relationship Id="rId4" Type="http://schemas.openxmlformats.org/officeDocument/2006/relationships/image" Target="../media/image1.jpeg"/></Relationships>
</file>

<file path=ppt/slides/_rels/slide3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slide" Target="slide9.xml"/><Relationship Id="rId1" Type="http://schemas.openxmlformats.org/officeDocument/2006/relationships/slideLayout" Target="../slideLayouts/slideLayout15.xml"/><Relationship Id="rId4" Type="http://schemas.openxmlformats.org/officeDocument/2006/relationships/image" Target="../media/image1.jpeg"/></Relationships>
</file>

<file path=ppt/slides/_rels/slide3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slide" Target="slide9.xml"/><Relationship Id="rId1" Type="http://schemas.openxmlformats.org/officeDocument/2006/relationships/slideLayout" Target="../slideLayouts/slideLayout15.xml"/><Relationship Id="rId4" Type="http://schemas.openxmlformats.org/officeDocument/2006/relationships/image" Target="../media/image1.jpeg"/></Relationships>
</file>

<file path=ppt/slides/_rels/slide3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slide" Target="slide9.xml"/><Relationship Id="rId1" Type="http://schemas.openxmlformats.org/officeDocument/2006/relationships/slideLayout" Target="../slideLayouts/slideLayout15.xml"/><Relationship Id="rId4" Type="http://schemas.openxmlformats.org/officeDocument/2006/relationships/image" Target="../media/image1.jpeg"/></Relationships>
</file>

<file path=ppt/slides/_rels/slide3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slide" Target="slide9.xml"/><Relationship Id="rId1" Type="http://schemas.openxmlformats.org/officeDocument/2006/relationships/slideLayout" Target="../slideLayouts/slideLayout15.xml"/><Relationship Id="rId4" Type="http://schemas.openxmlformats.org/officeDocument/2006/relationships/image" Target="../media/image1.jpeg"/></Relationships>
</file>

<file path=ppt/slides/_rels/slide3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slide" Target="slide9.xml"/><Relationship Id="rId1" Type="http://schemas.openxmlformats.org/officeDocument/2006/relationships/slideLayout" Target="../slideLayouts/slideLayout15.xml"/><Relationship Id="rId4" Type="http://schemas.openxmlformats.org/officeDocument/2006/relationships/image" Target="../media/image1.jpeg"/></Relationships>
</file>

<file path=ppt/slides/_rels/slide3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slide" Target="slide9.xml"/><Relationship Id="rId1" Type="http://schemas.openxmlformats.org/officeDocument/2006/relationships/slideLayout" Target="../slideLayouts/slideLayout15.xml"/><Relationship Id="rId4" Type="http://schemas.openxmlformats.org/officeDocument/2006/relationships/image" Target="../media/image1.jpeg"/></Relationships>
</file>

<file path=ppt/slides/_rels/slide3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slide" Target="slide9.xml"/><Relationship Id="rId1" Type="http://schemas.openxmlformats.org/officeDocument/2006/relationships/slideLayout" Target="../slideLayouts/slideLayout15.xml"/><Relationship Id="rId4" Type="http://schemas.openxmlformats.org/officeDocument/2006/relationships/image" Target="../media/image1.jpeg"/></Relationships>
</file>

<file path=ppt/slides/_rels/slide4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slide" Target="slide9.xml"/><Relationship Id="rId1" Type="http://schemas.openxmlformats.org/officeDocument/2006/relationships/slideLayout" Target="../slideLayouts/slideLayout15.xml"/><Relationship Id="rId4" Type="http://schemas.openxmlformats.org/officeDocument/2006/relationships/image" Target="../media/image1.jpeg"/></Relationships>
</file>

<file path=ppt/slides/_rels/slide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D8E51F2-A086-06EA-919F-D951F26AD288}"/>
              </a:ext>
            </a:extLst>
          </p:cNvPr>
          <p:cNvSpPr>
            <a:spLocks noGrp="1"/>
          </p:cNvSpPr>
          <p:nvPr>
            <p:ph type="body" sz="quarter" idx="24"/>
          </p:nvPr>
        </p:nvSpPr>
        <p:spPr>
          <a:xfrm>
            <a:off x="1427163" y="840177"/>
            <a:ext cx="19271528" cy="1025946"/>
          </a:xfrm>
        </p:spPr>
        <p:txBody>
          <a:bodyPr/>
          <a:lstStyle/>
          <a:p>
            <a:r>
              <a:rPr lang="en-US"/>
              <a:t>Retail Consult PowerPoint </a:t>
            </a:r>
            <a:br>
              <a:rPr lang="en-US"/>
            </a:br>
            <a:r>
              <a:rPr lang="en-US"/>
              <a:t>Presentation Template</a:t>
            </a:r>
          </a:p>
          <a:p>
            <a:endParaRPr lang="en-US"/>
          </a:p>
        </p:txBody>
      </p:sp>
      <p:sp>
        <p:nvSpPr>
          <p:cNvPr id="4" name="Footer Placeholder 3">
            <a:extLst>
              <a:ext uri="{FF2B5EF4-FFF2-40B4-BE49-F238E27FC236}">
                <a16:creationId xmlns:a16="http://schemas.microsoft.com/office/drawing/2014/main" id="{28314708-23C6-5EE5-1992-47C06937EAEE}"/>
              </a:ext>
            </a:extLst>
          </p:cNvPr>
          <p:cNvSpPr>
            <a:spLocks noGrp="1"/>
          </p:cNvSpPr>
          <p:nvPr>
            <p:ph type="ftr" sz="quarter" idx="27"/>
          </p:nvPr>
        </p:nvSpPr>
        <p:spPr/>
        <p:txBody>
          <a:bodyPr/>
          <a:lstStyle/>
          <a:p>
            <a:r>
              <a:rPr lang="en-US"/>
              <a:t>2024 © Retail Consult - All rights reserved</a:t>
            </a:r>
          </a:p>
        </p:txBody>
      </p:sp>
      <p:sp>
        <p:nvSpPr>
          <p:cNvPr id="5" name="Slide Number Placeholder 4">
            <a:extLst>
              <a:ext uri="{FF2B5EF4-FFF2-40B4-BE49-F238E27FC236}">
                <a16:creationId xmlns:a16="http://schemas.microsoft.com/office/drawing/2014/main" id="{CD6E9D60-1249-4CBE-0B9A-BBD16AB7C956}"/>
              </a:ext>
            </a:extLst>
          </p:cNvPr>
          <p:cNvSpPr>
            <a:spLocks noGrp="1"/>
          </p:cNvSpPr>
          <p:nvPr>
            <p:ph type="sldNum" sz="quarter" idx="28"/>
          </p:nvPr>
        </p:nvSpPr>
        <p:spPr/>
        <p:txBody>
          <a:bodyPr/>
          <a:lstStyle/>
          <a:p>
            <a:fld id="{9A4417C4-43A3-444C-837D-103BA5C8224B}" type="slidenum">
              <a:rPr lang="en-US" smtClean="0"/>
              <a:pPr/>
              <a:t>1</a:t>
            </a:fld>
            <a:endParaRPr lang="en-US"/>
          </a:p>
        </p:txBody>
      </p:sp>
      <p:sp>
        <p:nvSpPr>
          <p:cNvPr id="7" name="AutoShape 2" descr="Rectangle: Rounded Corners 14">
            <a:extLst>
              <a:ext uri="{FF2B5EF4-FFF2-40B4-BE49-F238E27FC236}">
                <a16:creationId xmlns:a16="http://schemas.microsoft.com/office/drawing/2014/main" id="{2A3C4880-05AD-EA34-5E8E-31C80DAD801B}"/>
              </a:ext>
            </a:extLst>
          </p:cNvPr>
          <p:cNvSpPr>
            <a:spLocks/>
          </p:cNvSpPr>
          <p:nvPr/>
        </p:nvSpPr>
        <p:spPr bwMode="auto">
          <a:xfrm>
            <a:off x="4679373" y="4337050"/>
            <a:ext cx="15025255" cy="7503724"/>
          </a:xfrm>
          <a:prstGeom prst="roundRect">
            <a:avLst>
              <a:gd name="adj" fmla="val 5491"/>
            </a:avLst>
          </a:prstGeom>
          <a:solidFill>
            <a:srgbClr val="FFFFFF"/>
          </a:solidFill>
          <a:ln>
            <a:noFill/>
          </a:ln>
          <a:effectLst>
            <a:outerShdw blurRad="787400" dist="368300" dir="5100000" algn="ctr" rotWithShape="0">
              <a:schemeClr val="tx1">
                <a:lumMod val="75000"/>
                <a:alpha val="25000"/>
              </a:schemeClr>
            </a:outerShdw>
          </a:effectLst>
          <a:extLst>
            <a:ext uri="{91240B29-F687-4F45-9708-019B960494DF}">
              <a14:hiddenLine xmlns:a14="http://schemas.microsoft.com/office/drawing/2010/main" w="25400" cap="flat" cmpd="sng">
                <a:solidFill>
                  <a:srgbClr val="000000"/>
                </a:solidFill>
                <a:prstDash val="solid"/>
                <a:miter lim="400000"/>
                <a:headEnd type="none" w="med" len="med"/>
                <a:tailEnd type="none" w="med" len="med"/>
              </a14:hiddenLine>
            </a:ext>
          </a:extLst>
        </p:spPr>
        <p:txBody>
          <a:bodyPr tIns="91440" bIns="91440" anchor="ctr"/>
          <a:lstStyle/>
          <a:p>
            <a:pPr algn="ctr"/>
            <a:endParaRPr lang="en-US" altLang="en-US">
              <a:solidFill>
                <a:srgbClr val="FFFFFF"/>
              </a:solidFill>
            </a:endParaRPr>
          </a:p>
        </p:txBody>
      </p:sp>
      <p:sp>
        <p:nvSpPr>
          <p:cNvPr id="8" name="Oval 7">
            <a:extLst>
              <a:ext uri="{FF2B5EF4-FFF2-40B4-BE49-F238E27FC236}">
                <a16:creationId xmlns:a16="http://schemas.microsoft.com/office/drawing/2014/main" id="{251BD606-4631-5361-4D37-6A1F1BF0E53B}"/>
              </a:ext>
            </a:extLst>
          </p:cNvPr>
          <p:cNvSpPr/>
          <p:nvPr/>
        </p:nvSpPr>
        <p:spPr>
          <a:xfrm>
            <a:off x="10634145" y="2962310"/>
            <a:ext cx="3115711" cy="3115711"/>
          </a:xfrm>
          <a:prstGeom prst="ellipse">
            <a:avLst/>
          </a:prstGeom>
          <a:solidFill>
            <a:srgbClr val="FF6B00"/>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sp>
        <p:nvSpPr>
          <p:cNvPr id="14" name="Text Placeholder 1">
            <a:extLst>
              <a:ext uri="{FF2B5EF4-FFF2-40B4-BE49-F238E27FC236}">
                <a16:creationId xmlns:a16="http://schemas.microsoft.com/office/drawing/2014/main" id="{25BF1F26-D65E-C6E3-CAC1-9CBE0ACC113B}"/>
              </a:ext>
            </a:extLst>
          </p:cNvPr>
          <p:cNvSpPr txBox="1">
            <a:spLocks/>
          </p:cNvSpPr>
          <p:nvPr/>
        </p:nvSpPr>
        <p:spPr>
          <a:xfrm>
            <a:off x="6079787" y="6586029"/>
            <a:ext cx="12224427" cy="2611946"/>
          </a:xfrm>
          <a:prstGeom prst="rect">
            <a:avLst/>
          </a:prstGeom>
        </p:spPr>
        <p:txBody>
          <a:bodyPr/>
          <a:lstStyle>
            <a:lvl1pPr defTabSz="825500" eaLnBrk="1" hangingPunct="1">
              <a:spcBef>
                <a:spcPts val="5200"/>
              </a:spcBef>
              <a:defRPr sz="2200">
                <a:solidFill>
                  <a:srgbClr val="68718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lgn="ctr"/>
            <a:r>
              <a:rPr lang="en-US" sz="3200">
                <a:solidFill>
                  <a:srgbClr val="555559"/>
                </a:solidFill>
              </a:rPr>
              <a:t>Introducing our new corporate PowerPoint document template, designed to spruce up your presentations with various editing options. </a:t>
            </a:r>
          </a:p>
          <a:p>
            <a:pPr algn="ctr"/>
            <a:r>
              <a:rPr lang="en-US" sz="3200">
                <a:solidFill>
                  <a:srgbClr val="555559"/>
                </a:solidFill>
              </a:rPr>
              <a:t>To see what you can do with it, please read and consult the following slides whenever necessary.</a:t>
            </a:r>
          </a:p>
        </p:txBody>
      </p:sp>
      <p:pic>
        <p:nvPicPr>
          <p:cNvPr id="17" name="Graphic 16">
            <a:extLst>
              <a:ext uri="{FF2B5EF4-FFF2-40B4-BE49-F238E27FC236}">
                <a16:creationId xmlns:a16="http://schemas.microsoft.com/office/drawing/2014/main" id="{E543DBDA-89BB-B6DD-9644-5FFEC350D01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8900000">
            <a:off x="11090563" y="3418728"/>
            <a:ext cx="2202873" cy="2202873"/>
          </a:xfrm>
          <a:prstGeom prst="rect">
            <a:avLst/>
          </a:prstGeom>
        </p:spPr>
      </p:pic>
    </p:spTree>
    <p:extLst>
      <p:ext uri="{BB962C8B-B14F-4D97-AF65-F5344CB8AC3E}">
        <p14:creationId xmlns:p14="http://schemas.microsoft.com/office/powerpoint/2010/main" val="322159173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15E8ADC-E04F-1E3A-C994-1C347C6FC167}"/>
              </a:ext>
            </a:extLst>
          </p:cNvPr>
          <p:cNvSpPr>
            <a:spLocks noGrp="1"/>
          </p:cNvSpPr>
          <p:nvPr>
            <p:ph type="body" sz="quarter" idx="24"/>
          </p:nvPr>
        </p:nvSpPr>
        <p:spPr/>
        <p:txBody>
          <a:bodyPr lIns="91440" tIns="45720" rIns="91440" bIns="45720" anchor="t"/>
          <a:lstStyle/>
          <a:p>
            <a:r>
              <a:rPr lang="en-US" dirty="0">
                <a:latin typeface="Neo Tech Std"/>
              </a:rPr>
              <a:t>Information Classification</a:t>
            </a:r>
            <a:endParaRPr lang="pt-PT" dirty="0"/>
          </a:p>
        </p:txBody>
      </p:sp>
      <p:sp>
        <p:nvSpPr>
          <p:cNvPr id="3" name="Text Placeholder 2">
            <a:extLst>
              <a:ext uri="{FF2B5EF4-FFF2-40B4-BE49-F238E27FC236}">
                <a16:creationId xmlns:a16="http://schemas.microsoft.com/office/drawing/2014/main" id="{D4668BFA-36DF-CB68-BFE0-BC10B84D7D52}"/>
              </a:ext>
            </a:extLst>
          </p:cNvPr>
          <p:cNvSpPr>
            <a:spLocks noGrp="1"/>
          </p:cNvSpPr>
          <p:nvPr>
            <p:ph type="body" sz="quarter" idx="25"/>
          </p:nvPr>
        </p:nvSpPr>
        <p:spPr/>
        <p:txBody>
          <a:bodyPr lIns="91440" tIns="45720" rIns="91440" bIns="45720" anchor="t"/>
          <a:lstStyle/>
          <a:p>
            <a:r>
              <a:rPr lang="en-US" dirty="0">
                <a:latin typeface="Neo Tech Std"/>
              </a:rPr>
              <a:t>Guidelines for Information Classification</a:t>
            </a:r>
            <a:endParaRPr lang="en-US" dirty="0"/>
          </a:p>
        </p:txBody>
      </p:sp>
      <p:sp>
        <p:nvSpPr>
          <p:cNvPr id="4" name="Footer Placeholder 3">
            <a:extLst>
              <a:ext uri="{FF2B5EF4-FFF2-40B4-BE49-F238E27FC236}">
                <a16:creationId xmlns:a16="http://schemas.microsoft.com/office/drawing/2014/main" id="{ADD9FC82-5A4E-BCFC-7532-8B9CB5C3B717}"/>
              </a:ext>
            </a:extLst>
          </p:cNvPr>
          <p:cNvSpPr>
            <a:spLocks noGrp="1"/>
          </p:cNvSpPr>
          <p:nvPr>
            <p:ph type="ftr" sz="quarter" idx="27"/>
          </p:nvPr>
        </p:nvSpPr>
        <p:spPr>
          <a:xfrm>
            <a:off x="1427163" y="12712700"/>
            <a:ext cx="9957735" cy="730250"/>
          </a:xfrm>
        </p:spPr>
        <p:txBody>
          <a:bodyPr/>
          <a:lstStyle/>
          <a:p>
            <a:r>
              <a:rPr lang="en-US"/>
              <a:t>2024 © Retail Consult - All rights reserved</a:t>
            </a:r>
          </a:p>
        </p:txBody>
      </p:sp>
      <p:sp>
        <p:nvSpPr>
          <p:cNvPr id="5" name="Slide Number Placeholder 4">
            <a:extLst>
              <a:ext uri="{FF2B5EF4-FFF2-40B4-BE49-F238E27FC236}">
                <a16:creationId xmlns:a16="http://schemas.microsoft.com/office/drawing/2014/main" id="{2BF6F47C-1A3D-D5D5-6F1D-8CCB987BEA8D}"/>
              </a:ext>
            </a:extLst>
          </p:cNvPr>
          <p:cNvSpPr>
            <a:spLocks noGrp="1"/>
          </p:cNvSpPr>
          <p:nvPr>
            <p:ph type="sldNum" sz="quarter" idx="28"/>
          </p:nvPr>
        </p:nvSpPr>
        <p:spPr/>
        <p:txBody>
          <a:bodyPr/>
          <a:lstStyle/>
          <a:p>
            <a:fld id="{9A4417C4-43A3-444C-837D-103BA5C8224B}" type="slidenum">
              <a:rPr lang="en-US" smtClean="0"/>
              <a:pPr/>
              <a:t>2</a:t>
            </a:fld>
            <a:endParaRPr lang="en-US"/>
          </a:p>
        </p:txBody>
      </p:sp>
      <p:sp>
        <p:nvSpPr>
          <p:cNvPr id="10" name="TextBox 14">
            <a:extLst>
              <a:ext uri="{FF2B5EF4-FFF2-40B4-BE49-F238E27FC236}">
                <a16:creationId xmlns:a16="http://schemas.microsoft.com/office/drawing/2014/main" id="{442CE1BD-2D20-9826-57C0-E68D9C447A6E}"/>
              </a:ext>
            </a:extLst>
          </p:cNvPr>
          <p:cNvSpPr txBox="1"/>
          <p:nvPr/>
        </p:nvSpPr>
        <p:spPr>
          <a:xfrm>
            <a:off x="1425289" y="2613732"/>
            <a:ext cx="21014975" cy="19492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rtl="0" hangingPunct="0"/>
            <a:r>
              <a:rPr lang="en-US" sz="2400" dirty="0">
                <a:solidFill>
                  <a:srgbClr val="555559"/>
                </a:solidFill>
                <a:latin typeface="Neo Tech Std"/>
              </a:rPr>
              <a:t>At Retail Consult, information is classified in order to indicate needs, priorities, and the expected level of protection when labeling and handling it. Information has varying levels of sensitivity and criticality. An information classification scheme that defines a set of appropriate protection levels is used. Depending on the classification of the information associated with them. Some assets may need an additional level of protection or special treatment. Needs for special labeling and handling measures are properly defined and communicated.</a:t>
            </a:r>
            <a:endParaRPr lang="en-US" dirty="0">
              <a:latin typeface="Neo Tech Std"/>
            </a:endParaRPr>
          </a:p>
          <a:p>
            <a:pPr algn="l"/>
            <a:endParaRPr lang="en-US" sz="2400" b="0" i="0" u="none" strike="noStrike" cap="none" spc="0" normalizeH="0" baseline="0" dirty="0">
              <a:ln>
                <a:noFill/>
              </a:ln>
              <a:solidFill>
                <a:srgbClr val="555559"/>
              </a:solidFill>
              <a:effectLst/>
              <a:uFillTx/>
              <a:latin typeface="+mn-lt"/>
              <a:ea typeface="Open Sans Light"/>
              <a:cs typeface="Open Sans Light"/>
            </a:endParaRPr>
          </a:p>
        </p:txBody>
      </p:sp>
      <p:sp>
        <p:nvSpPr>
          <p:cNvPr id="11" name="TextBox 14">
            <a:extLst>
              <a:ext uri="{FF2B5EF4-FFF2-40B4-BE49-F238E27FC236}">
                <a16:creationId xmlns:a16="http://schemas.microsoft.com/office/drawing/2014/main" id="{6687E0F1-C335-899A-BB2F-21D883881677}"/>
              </a:ext>
            </a:extLst>
          </p:cNvPr>
          <p:cNvSpPr txBox="1"/>
          <p:nvPr/>
        </p:nvSpPr>
        <p:spPr>
          <a:xfrm>
            <a:off x="1427075" y="4372683"/>
            <a:ext cx="21014975" cy="114903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rtl="0" hangingPunct="0"/>
            <a:r>
              <a:rPr lang="en-US" sz="2400" b="1" i="1">
                <a:solidFill>
                  <a:srgbClr val="FF6B00"/>
                </a:solidFill>
                <a:latin typeface="Neo Tech Std"/>
              </a:rPr>
              <a:t>Information is classified based on its value, legal requirements, sensitivity and criticality. There are four levels of classification and should be introduced on the cover of the document:</a:t>
            </a:r>
            <a:endParaRPr lang="en-US" b="1" i="1">
              <a:solidFill>
                <a:srgbClr val="FF6B00"/>
              </a:solidFill>
              <a:latin typeface="Neo Tech Std"/>
            </a:endParaRPr>
          </a:p>
          <a:p>
            <a:pPr algn="l" rtl="0" hangingPunct="0"/>
            <a:endParaRPr lang="en-US"/>
          </a:p>
        </p:txBody>
      </p:sp>
      <p:sp>
        <p:nvSpPr>
          <p:cNvPr id="27" name="AutoShape 2" descr="Rectangle: Rounded Corners 14">
            <a:extLst>
              <a:ext uri="{FF2B5EF4-FFF2-40B4-BE49-F238E27FC236}">
                <a16:creationId xmlns:a16="http://schemas.microsoft.com/office/drawing/2014/main" id="{2C60FD6B-BB25-0D5B-E51C-593D16E707CB}"/>
              </a:ext>
            </a:extLst>
          </p:cNvPr>
          <p:cNvSpPr>
            <a:spLocks/>
          </p:cNvSpPr>
          <p:nvPr/>
        </p:nvSpPr>
        <p:spPr bwMode="auto">
          <a:xfrm>
            <a:off x="1520120" y="6174300"/>
            <a:ext cx="4492662" cy="6447317"/>
          </a:xfrm>
          <a:prstGeom prst="roundRect">
            <a:avLst>
              <a:gd name="adj" fmla="val 5491"/>
            </a:avLst>
          </a:prstGeom>
          <a:solidFill>
            <a:srgbClr val="FFFFFF"/>
          </a:solidFill>
          <a:ln>
            <a:noFill/>
          </a:ln>
          <a:effectLst>
            <a:outerShdw blurRad="787400" dist="368300" dir="5100000" algn="ctr" rotWithShape="0">
              <a:schemeClr val="tx1">
                <a:lumMod val="75000"/>
                <a:alpha val="25000"/>
              </a:schemeClr>
            </a:outerShdw>
          </a:effectLst>
          <a:extLst>
            <a:ext uri="{91240B29-F687-4F45-9708-019B960494DF}">
              <a14:hiddenLine xmlns:a14="http://schemas.microsoft.com/office/drawing/2010/main" w="25400" cap="flat" cmpd="sng">
                <a:solidFill>
                  <a:srgbClr val="000000"/>
                </a:solidFill>
                <a:prstDash val="solid"/>
                <a:miter lim="400000"/>
                <a:headEnd type="none" w="med" len="med"/>
                <a:tailEnd type="none" w="med" len="med"/>
              </a14:hiddenLine>
            </a:ext>
          </a:extLst>
        </p:spPr>
        <p:txBody>
          <a:bodyPr tIns="91440" bIns="91440" anchor="ctr"/>
          <a:lstStyle/>
          <a:p>
            <a:pPr algn="ctr"/>
            <a:endParaRPr lang="en-US" altLang="en-US">
              <a:solidFill>
                <a:srgbClr val="FFFFFF"/>
              </a:solidFill>
            </a:endParaRPr>
          </a:p>
        </p:txBody>
      </p:sp>
      <p:sp>
        <p:nvSpPr>
          <p:cNvPr id="29" name="Oval 28">
            <a:extLst>
              <a:ext uri="{FF2B5EF4-FFF2-40B4-BE49-F238E27FC236}">
                <a16:creationId xmlns:a16="http://schemas.microsoft.com/office/drawing/2014/main" id="{A5778E9A-477C-AA69-9EDE-BBCB844204DB}"/>
              </a:ext>
            </a:extLst>
          </p:cNvPr>
          <p:cNvSpPr/>
          <p:nvPr/>
        </p:nvSpPr>
        <p:spPr>
          <a:xfrm>
            <a:off x="2817374" y="5772463"/>
            <a:ext cx="1930871" cy="1930871"/>
          </a:xfrm>
          <a:prstGeom prst="ellipse">
            <a:avLst/>
          </a:prstGeom>
          <a:solidFill>
            <a:srgbClr val="FF6B00"/>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sp>
        <p:nvSpPr>
          <p:cNvPr id="31" name="Text Placeholder 29">
            <a:extLst>
              <a:ext uri="{FF2B5EF4-FFF2-40B4-BE49-F238E27FC236}">
                <a16:creationId xmlns:a16="http://schemas.microsoft.com/office/drawing/2014/main" id="{201E79D5-31D9-FB7F-6512-A4EE45B72D1E}"/>
              </a:ext>
            </a:extLst>
          </p:cNvPr>
          <p:cNvSpPr txBox="1">
            <a:spLocks/>
          </p:cNvSpPr>
          <p:nvPr/>
        </p:nvSpPr>
        <p:spPr>
          <a:xfrm>
            <a:off x="1711037" y="7996037"/>
            <a:ext cx="4081454" cy="1041988"/>
          </a:xfrm>
          <a:prstGeom prst="rect">
            <a:avLst/>
          </a:prstGeom>
        </p:spPr>
        <p:txBody>
          <a:bodyPr lIns="91440" tIns="45720" rIns="91440" bIns="45720" anchor="t"/>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latin typeface="Neo Tech Std"/>
              </a:rPr>
              <a:t>Confidential</a:t>
            </a:r>
            <a:endParaRPr lang="pt-PT"/>
          </a:p>
        </p:txBody>
      </p:sp>
      <p:sp>
        <p:nvSpPr>
          <p:cNvPr id="33" name="Text Placeholder 22">
            <a:extLst>
              <a:ext uri="{FF2B5EF4-FFF2-40B4-BE49-F238E27FC236}">
                <a16:creationId xmlns:a16="http://schemas.microsoft.com/office/drawing/2014/main" id="{55C25F3A-4A2D-B05C-A54A-EDE04EB61A28}"/>
              </a:ext>
            </a:extLst>
          </p:cNvPr>
          <p:cNvSpPr txBox="1">
            <a:spLocks/>
          </p:cNvSpPr>
          <p:nvPr/>
        </p:nvSpPr>
        <p:spPr>
          <a:xfrm>
            <a:off x="1800140" y="9175361"/>
            <a:ext cx="3997324" cy="2669248"/>
          </a:xfrm>
          <a:prstGeom prst="rect">
            <a:avLst/>
          </a:prstGeom>
        </p:spPr>
        <p:txBody>
          <a:bodyPr lIns="91440" tIns="45720" rIns="91440" bIns="45720" anchor="t"/>
          <a:lstStyle>
            <a:lvl1pPr algn="ctr"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r>
              <a:rPr lang="en-US" sz="2000">
                <a:latin typeface="Neo Tech Std"/>
              </a:rPr>
              <a:t>This level covers information, documents and matters whose disclosure or knowledge by unauthorized persons could have serious consequences.</a:t>
            </a:r>
            <a:endParaRPr lang="en-US" sz="2000"/>
          </a:p>
        </p:txBody>
      </p:sp>
      <p:sp>
        <p:nvSpPr>
          <p:cNvPr id="59" name="AutoShape 2" descr="Rectangle: Rounded Corners 14">
            <a:extLst>
              <a:ext uri="{FF2B5EF4-FFF2-40B4-BE49-F238E27FC236}">
                <a16:creationId xmlns:a16="http://schemas.microsoft.com/office/drawing/2014/main" id="{3875A523-F807-A44F-AEE2-6321B28600EB}"/>
              </a:ext>
            </a:extLst>
          </p:cNvPr>
          <p:cNvSpPr>
            <a:spLocks/>
          </p:cNvSpPr>
          <p:nvPr/>
        </p:nvSpPr>
        <p:spPr bwMode="auto">
          <a:xfrm>
            <a:off x="6232193" y="6175199"/>
            <a:ext cx="4492662" cy="6447317"/>
          </a:xfrm>
          <a:prstGeom prst="roundRect">
            <a:avLst>
              <a:gd name="adj" fmla="val 5491"/>
            </a:avLst>
          </a:prstGeom>
          <a:solidFill>
            <a:srgbClr val="FFFFFF"/>
          </a:solidFill>
          <a:ln>
            <a:noFill/>
          </a:ln>
          <a:effectLst>
            <a:outerShdw blurRad="787400" dist="368300" dir="5100000" algn="ctr" rotWithShape="0">
              <a:schemeClr val="tx1">
                <a:lumMod val="75000"/>
                <a:alpha val="25000"/>
              </a:schemeClr>
            </a:outerShdw>
          </a:effectLst>
          <a:extLst>
            <a:ext uri="{91240B29-F687-4F45-9708-019B960494DF}">
              <a14:hiddenLine xmlns:a14="http://schemas.microsoft.com/office/drawing/2010/main" w="25400" cap="flat" cmpd="sng">
                <a:solidFill>
                  <a:srgbClr val="000000"/>
                </a:solidFill>
                <a:prstDash val="solid"/>
                <a:miter lim="400000"/>
                <a:headEnd type="none" w="med" len="med"/>
                <a:tailEnd type="none" w="med" len="med"/>
              </a14:hiddenLine>
            </a:ext>
          </a:extLst>
        </p:spPr>
        <p:txBody>
          <a:bodyPr tIns="91440" bIns="91440" anchor="ctr"/>
          <a:lstStyle/>
          <a:p>
            <a:pPr algn="ctr"/>
            <a:endParaRPr lang="en-US" altLang="en-US">
              <a:solidFill>
                <a:srgbClr val="FFFFFF"/>
              </a:solidFill>
            </a:endParaRPr>
          </a:p>
        </p:txBody>
      </p:sp>
      <p:sp>
        <p:nvSpPr>
          <p:cNvPr id="60" name="Oval 59">
            <a:extLst>
              <a:ext uri="{FF2B5EF4-FFF2-40B4-BE49-F238E27FC236}">
                <a16:creationId xmlns:a16="http://schemas.microsoft.com/office/drawing/2014/main" id="{293CFB27-F8D8-0A7E-F0A1-96933740A625}"/>
              </a:ext>
            </a:extLst>
          </p:cNvPr>
          <p:cNvSpPr/>
          <p:nvPr/>
        </p:nvSpPr>
        <p:spPr>
          <a:xfrm>
            <a:off x="7508181" y="5794628"/>
            <a:ext cx="1930871" cy="1930871"/>
          </a:xfrm>
          <a:prstGeom prst="ellipse">
            <a:avLst/>
          </a:prstGeom>
          <a:solidFill>
            <a:srgbClr val="FF6B00"/>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sp>
        <p:nvSpPr>
          <p:cNvPr id="61" name="Text Placeholder 29">
            <a:extLst>
              <a:ext uri="{FF2B5EF4-FFF2-40B4-BE49-F238E27FC236}">
                <a16:creationId xmlns:a16="http://schemas.microsoft.com/office/drawing/2014/main" id="{B2929579-26AD-1B74-A769-CCCE7DEB4D8B}"/>
              </a:ext>
            </a:extLst>
          </p:cNvPr>
          <p:cNvSpPr txBox="1">
            <a:spLocks/>
          </p:cNvSpPr>
          <p:nvPr/>
        </p:nvSpPr>
        <p:spPr>
          <a:xfrm>
            <a:off x="6508169" y="7954407"/>
            <a:ext cx="4081454" cy="1041988"/>
          </a:xfrm>
          <a:prstGeom prst="rect">
            <a:avLst/>
          </a:prstGeom>
        </p:spPr>
        <p:txBody>
          <a:bodyPr lIns="91440" tIns="45720" rIns="91440" bIns="45720" anchor="t"/>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latin typeface="Neo Tech Std"/>
              </a:rPr>
              <a:t>Restricted</a:t>
            </a:r>
            <a:endParaRPr lang="pt-PT"/>
          </a:p>
        </p:txBody>
      </p:sp>
      <p:sp>
        <p:nvSpPr>
          <p:cNvPr id="62" name="Text Placeholder 22">
            <a:extLst>
              <a:ext uri="{FF2B5EF4-FFF2-40B4-BE49-F238E27FC236}">
                <a16:creationId xmlns:a16="http://schemas.microsoft.com/office/drawing/2014/main" id="{768513B1-DDE6-A701-0509-2761CC1DABCC}"/>
              </a:ext>
            </a:extLst>
          </p:cNvPr>
          <p:cNvSpPr txBox="1">
            <a:spLocks/>
          </p:cNvSpPr>
          <p:nvPr/>
        </p:nvSpPr>
        <p:spPr>
          <a:xfrm>
            <a:off x="6469681" y="9154995"/>
            <a:ext cx="3997324" cy="2669248"/>
          </a:xfrm>
          <a:prstGeom prst="rect">
            <a:avLst/>
          </a:prstGeom>
        </p:spPr>
        <p:txBody>
          <a:bodyPr lIns="91440" tIns="45720" rIns="91440" bIns="45720" anchor="t"/>
          <a:lstStyle>
            <a:lvl1pPr algn="ctr"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r>
              <a:rPr lang="en-US" sz="2000">
                <a:latin typeface="Neo Tech Std"/>
              </a:rPr>
              <a:t>This level is for information that, when disclosed, could have a significant short-term impact on Retail Consult's operations and tactical objectives. </a:t>
            </a:r>
            <a:br>
              <a:rPr lang="en-US" sz="2000">
                <a:latin typeface="Neo Tech Std"/>
              </a:rPr>
            </a:br>
            <a:br>
              <a:rPr lang="en-US" sz="2000">
                <a:latin typeface="Neo Tech Std"/>
              </a:rPr>
            </a:br>
            <a:r>
              <a:rPr lang="en-US" sz="2000">
                <a:latin typeface="Neo Tech Std"/>
              </a:rPr>
              <a:t>This information may only be disclosed to certain groups, areas or functions.</a:t>
            </a:r>
            <a:endParaRPr lang="pt-PT" sz="2000"/>
          </a:p>
          <a:p>
            <a:endParaRPr lang="en-US"/>
          </a:p>
        </p:txBody>
      </p:sp>
      <p:sp>
        <p:nvSpPr>
          <p:cNvPr id="67" name="AutoShape 2" descr="Rectangle: Rounded Corners 14">
            <a:extLst>
              <a:ext uri="{FF2B5EF4-FFF2-40B4-BE49-F238E27FC236}">
                <a16:creationId xmlns:a16="http://schemas.microsoft.com/office/drawing/2014/main" id="{973F9A93-74C3-FE80-BA06-640E880D6205}"/>
              </a:ext>
            </a:extLst>
          </p:cNvPr>
          <p:cNvSpPr>
            <a:spLocks/>
          </p:cNvSpPr>
          <p:nvPr/>
        </p:nvSpPr>
        <p:spPr bwMode="auto">
          <a:xfrm>
            <a:off x="10957758" y="6178771"/>
            <a:ext cx="4492662" cy="6447317"/>
          </a:xfrm>
          <a:prstGeom prst="roundRect">
            <a:avLst>
              <a:gd name="adj" fmla="val 5491"/>
            </a:avLst>
          </a:prstGeom>
          <a:solidFill>
            <a:srgbClr val="FFFFFF"/>
          </a:solidFill>
          <a:ln>
            <a:noFill/>
          </a:ln>
          <a:effectLst>
            <a:outerShdw blurRad="787400" dist="368300" dir="5100000" algn="ctr" rotWithShape="0">
              <a:schemeClr val="tx1">
                <a:lumMod val="75000"/>
                <a:alpha val="25000"/>
              </a:schemeClr>
            </a:outerShdw>
          </a:effectLst>
          <a:extLst>
            <a:ext uri="{91240B29-F687-4F45-9708-019B960494DF}">
              <a14:hiddenLine xmlns:a14="http://schemas.microsoft.com/office/drawing/2010/main" w="25400" cap="flat" cmpd="sng">
                <a:solidFill>
                  <a:srgbClr val="000000"/>
                </a:solidFill>
                <a:prstDash val="solid"/>
                <a:miter lim="400000"/>
                <a:headEnd type="none" w="med" len="med"/>
                <a:tailEnd type="none" w="med" len="med"/>
              </a14:hiddenLine>
            </a:ext>
          </a:extLst>
        </p:spPr>
        <p:txBody>
          <a:bodyPr tIns="91440" bIns="91440" anchor="ctr"/>
          <a:lstStyle/>
          <a:p>
            <a:pPr algn="ctr"/>
            <a:endParaRPr lang="en-US" altLang="en-US">
              <a:solidFill>
                <a:srgbClr val="FFFFFF"/>
              </a:solidFill>
            </a:endParaRPr>
          </a:p>
        </p:txBody>
      </p:sp>
      <p:sp>
        <p:nvSpPr>
          <p:cNvPr id="68" name="Oval 67">
            <a:extLst>
              <a:ext uri="{FF2B5EF4-FFF2-40B4-BE49-F238E27FC236}">
                <a16:creationId xmlns:a16="http://schemas.microsoft.com/office/drawing/2014/main" id="{33166E40-7399-EC85-7C8C-83C1543E142C}"/>
              </a:ext>
            </a:extLst>
          </p:cNvPr>
          <p:cNvSpPr/>
          <p:nvPr/>
        </p:nvSpPr>
        <p:spPr>
          <a:xfrm>
            <a:off x="12239094" y="5795528"/>
            <a:ext cx="1930871" cy="1930871"/>
          </a:xfrm>
          <a:prstGeom prst="ellipse">
            <a:avLst/>
          </a:prstGeom>
          <a:solidFill>
            <a:srgbClr val="FF6B00"/>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sp>
        <p:nvSpPr>
          <p:cNvPr id="69" name="Text Placeholder 29">
            <a:extLst>
              <a:ext uri="{FF2B5EF4-FFF2-40B4-BE49-F238E27FC236}">
                <a16:creationId xmlns:a16="http://schemas.microsoft.com/office/drawing/2014/main" id="{4125228E-9461-FD2F-C3FD-D00BD9516404}"/>
              </a:ext>
            </a:extLst>
          </p:cNvPr>
          <p:cNvSpPr txBox="1">
            <a:spLocks/>
          </p:cNvSpPr>
          <p:nvPr/>
        </p:nvSpPr>
        <p:spPr>
          <a:xfrm>
            <a:off x="11169939" y="7942062"/>
            <a:ext cx="4081454" cy="1041988"/>
          </a:xfrm>
          <a:prstGeom prst="rect">
            <a:avLst/>
          </a:prstGeom>
        </p:spPr>
        <p:txBody>
          <a:bodyPr lIns="91440" tIns="45720" rIns="91440" bIns="45720" anchor="t"/>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latin typeface="Neo Tech Std"/>
              </a:rPr>
              <a:t>Internal Use</a:t>
            </a:r>
            <a:endParaRPr lang="pt-PT"/>
          </a:p>
        </p:txBody>
      </p:sp>
      <p:sp>
        <p:nvSpPr>
          <p:cNvPr id="70" name="Text Placeholder 22">
            <a:extLst>
              <a:ext uri="{FF2B5EF4-FFF2-40B4-BE49-F238E27FC236}">
                <a16:creationId xmlns:a16="http://schemas.microsoft.com/office/drawing/2014/main" id="{3436BF80-71E5-9D42-827F-A8EE94FD5704}"/>
              </a:ext>
            </a:extLst>
          </p:cNvPr>
          <p:cNvSpPr txBox="1">
            <a:spLocks/>
          </p:cNvSpPr>
          <p:nvPr/>
        </p:nvSpPr>
        <p:spPr>
          <a:xfrm>
            <a:off x="11221859" y="9158567"/>
            <a:ext cx="3997324" cy="2669248"/>
          </a:xfrm>
          <a:prstGeom prst="rect">
            <a:avLst/>
          </a:prstGeom>
        </p:spPr>
        <p:txBody>
          <a:bodyPr lIns="91440" tIns="45720" rIns="91440" bIns="45720" anchor="t"/>
          <a:lstStyle>
            <a:lvl1pPr algn="ctr"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r>
              <a:rPr lang="en-US" sz="2000">
                <a:latin typeface="Neo Tech Std"/>
              </a:rPr>
              <a:t>This level is intended for information whose sensitivity characteristics recommend restrictions on its use. </a:t>
            </a:r>
            <a:br>
              <a:rPr lang="en-US" sz="2000">
                <a:latin typeface="Neo Tech Std"/>
              </a:rPr>
            </a:br>
            <a:br>
              <a:rPr lang="en-US" sz="2000">
                <a:latin typeface="Neo Tech Std"/>
              </a:rPr>
            </a:br>
            <a:r>
              <a:rPr lang="en-US" sz="2000">
                <a:latin typeface="Neo Tech Std"/>
              </a:rPr>
              <a:t>Although its disclosure will not cause immediate damage, this information must not be disclosed to the outside of Retail Consult.</a:t>
            </a:r>
            <a:endParaRPr lang="en-US"/>
          </a:p>
          <a:p>
            <a:endParaRPr lang="en-US" sz="2000"/>
          </a:p>
          <a:p>
            <a:endParaRPr lang="en-US"/>
          </a:p>
        </p:txBody>
      </p:sp>
      <p:sp>
        <p:nvSpPr>
          <p:cNvPr id="71" name="AutoShape 2" descr="Rectangle: Rounded Corners 14">
            <a:extLst>
              <a:ext uri="{FF2B5EF4-FFF2-40B4-BE49-F238E27FC236}">
                <a16:creationId xmlns:a16="http://schemas.microsoft.com/office/drawing/2014/main" id="{F28FBB1E-5E03-3F33-B142-90ED9EF68EFC}"/>
              </a:ext>
            </a:extLst>
          </p:cNvPr>
          <p:cNvSpPr>
            <a:spLocks/>
          </p:cNvSpPr>
          <p:nvPr/>
        </p:nvSpPr>
        <p:spPr bwMode="auto">
          <a:xfrm>
            <a:off x="15676312" y="6183231"/>
            <a:ext cx="5151180" cy="6447317"/>
          </a:xfrm>
          <a:prstGeom prst="roundRect">
            <a:avLst>
              <a:gd name="adj" fmla="val 5491"/>
            </a:avLst>
          </a:prstGeom>
          <a:solidFill>
            <a:srgbClr val="FFFFFF"/>
          </a:solidFill>
          <a:ln>
            <a:noFill/>
          </a:ln>
          <a:effectLst>
            <a:outerShdw blurRad="787400" dist="368300" dir="5100000" algn="ctr" rotWithShape="0">
              <a:schemeClr val="tx1">
                <a:lumMod val="75000"/>
                <a:alpha val="25000"/>
              </a:schemeClr>
            </a:outerShdw>
          </a:effectLst>
          <a:extLst>
            <a:ext uri="{91240B29-F687-4F45-9708-019B960494DF}">
              <a14:hiddenLine xmlns:a14="http://schemas.microsoft.com/office/drawing/2010/main" w="25400" cap="flat" cmpd="sng">
                <a:solidFill>
                  <a:srgbClr val="000000"/>
                </a:solidFill>
                <a:prstDash val="solid"/>
                <a:miter lim="400000"/>
                <a:headEnd type="none" w="med" len="med"/>
                <a:tailEnd type="none" w="med" len="med"/>
              </a14:hiddenLine>
            </a:ext>
          </a:extLst>
        </p:spPr>
        <p:txBody>
          <a:bodyPr tIns="91440" bIns="91440" anchor="ctr"/>
          <a:lstStyle/>
          <a:p>
            <a:pPr algn="ctr"/>
            <a:endParaRPr lang="en-US" altLang="en-US">
              <a:solidFill>
                <a:srgbClr val="FFFFFF"/>
              </a:solidFill>
            </a:endParaRPr>
          </a:p>
        </p:txBody>
      </p:sp>
      <p:sp>
        <p:nvSpPr>
          <p:cNvPr id="72" name="Oval 71">
            <a:extLst>
              <a:ext uri="{FF2B5EF4-FFF2-40B4-BE49-F238E27FC236}">
                <a16:creationId xmlns:a16="http://schemas.microsoft.com/office/drawing/2014/main" id="{0F75547B-EDD8-EBCF-D33C-B3478E7AE380}"/>
              </a:ext>
            </a:extLst>
          </p:cNvPr>
          <p:cNvSpPr/>
          <p:nvPr/>
        </p:nvSpPr>
        <p:spPr>
          <a:xfrm>
            <a:off x="17255112" y="5799987"/>
            <a:ext cx="1930871" cy="1930871"/>
          </a:xfrm>
          <a:prstGeom prst="ellipse">
            <a:avLst/>
          </a:prstGeom>
          <a:solidFill>
            <a:srgbClr val="FF6B00"/>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sp>
        <p:nvSpPr>
          <p:cNvPr id="73" name="Text Placeholder 29">
            <a:extLst>
              <a:ext uri="{FF2B5EF4-FFF2-40B4-BE49-F238E27FC236}">
                <a16:creationId xmlns:a16="http://schemas.microsoft.com/office/drawing/2014/main" id="{143E67CB-7F28-ADFA-1E98-3095A0122A78}"/>
              </a:ext>
            </a:extLst>
          </p:cNvPr>
          <p:cNvSpPr txBox="1">
            <a:spLocks/>
          </p:cNvSpPr>
          <p:nvPr/>
        </p:nvSpPr>
        <p:spPr>
          <a:xfrm>
            <a:off x="16204548" y="7949195"/>
            <a:ext cx="4081454" cy="1041988"/>
          </a:xfrm>
          <a:prstGeom prst="rect">
            <a:avLst/>
          </a:prstGeom>
        </p:spPr>
        <p:txBody>
          <a:bodyPr lIns="91440" tIns="45720" rIns="91440" bIns="45720" anchor="t"/>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latin typeface="Neo Tech Std"/>
              </a:rPr>
              <a:t>Public</a:t>
            </a:r>
            <a:endParaRPr lang="pt-PT"/>
          </a:p>
        </p:txBody>
      </p:sp>
      <p:sp>
        <p:nvSpPr>
          <p:cNvPr id="74" name="Text Placeholder 22">
            <a:extLst>
              <a:ext uri="{FF2B5EF4-FFF2-40B4-BE49-F238E27FC236}">
                <a16:creationId xmlns:a16="http://schemas.microsoft.com/office/drawing/2014/main" id="{8625B18F-2DE2-7139-58C9-2C5E00AF7F26}"/>
              </a:ext>
            </a:extLst>
          </p:cNvPr>
          <p:cNvSpPr txBox="1">
            <a:spLocks/>
          </p:cNvSpPr>
          <p:nvPr/>
        </p:nvSpPr>
        <p:spPr>
          <a:xfrm>
            <a:off x="15865378" y="8961194"/>
            <a:ext cx="4768730" cy="2669248"/>
          </a:xfrm>
          <a:prstGeom prst="rect">
            <a:avLst/>
          </a:prstGeom>
        </p:spPr>
        <p:txBody>
          <a:bodyPr lIns="91440" tIns="45720" rIns="91440" bIns="45720" anchor="t"/>
          <a:lstStyle>
            <a:lvl1pPr algn="ctr"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r>
              <a:rPr lang="en-US" sz="2000">
                <a:latin typeface="Neo Tech Std"/>
              </a:rPr>
              <a:t>This level is intended for the remaining information, which, as it belongs to Retail Consult, can be disclosed without prejudice. However, its modification or destruction can cause inconvenience, especially due to loss of business opportunity or delay of services. It cannot be considered null and void, and there must always be a minimum set of protection measures to guarantee its integrity and availability.</a:t>
            </a:r>
            <a:endParaRPr lang="pt-PT"/>
          </a:p>
          <a:p>
            <a:endParaRPr lang="en-US" sz="2000"/>
          </a:p>
          <a:p>
            <a:endParaRPr lang="en-US"/>
          </a:p>
        </p:txBody>
      </p:sp>
      <p:grpSp>
        <p:nvGrpSpPr>
          <p:cNvPr id="85" name="Group 6">
            <a:extLst>
              <a:ext uri="{FF2B5EF4-FFF2-40B4-BE49-F238E27FC236}">
                <a16:creationId xmlns:a16="http://schemas.microsoft.com/office/drawing/2014/main" id="{B1903F4D-DFAA-2576-3483-EF9E4874259B}"/>
              </a:ext>
            </a:extLst>
          </p:cNvPr>
          <p:cNvGrpSpPr/>
          <p:nvPr/>
        </p:nvGrpSpPr>
        <p:grpSpPr>
          <a:xfrm>
            <a:off x="21107141" y="8539573"/>
            <a:ext cx="3075961" cy="4029423"/>
            <a:chOff x="21107141" y="8539573"/>
            <a:chExt cx="3075961" cy="4029423"/>
          </a:xfrm>
        </p:grpSpPr>
        <p:grpSp>
          <p:nvGrpSpPr>
            <p:cNvPr id="78" name="Group 25">
              <a:extLst>
                <a:ext uri="{FF2B5EF4-FFF2-40B4-BE49-F238E27FC236}">
                  <a16:creationId xmlns:a16="http://schemas.microsoft.com/office/drawing/2014/main" id="{C5A4C966-D3E1-7718-B8A1-7B0B9EDDC78C}"/>
                </a:ext>
              </a:extLst>
            </p:cNvPr>
            <p:cNvGrpSpPr/>
            <p:nvPr/>
          </p:nvGrpSpPr>
          <p:grpSpPr>
            <a:xfrm>
              <a:off x="21107141" y="8539573"/>
              <a:ext cx="3075961" cy="4029423"/>
              <a:chOff x="2306670" y="3269946"/>
              <a:chExt cx="3761622" cy="4927619"/>
            </a:xfrm>
          </p:grpSpPr>
          <p:sp>
            <p:nvSpPr>
              <p:cNvPr id="80" name="AutoShape 2" descr="Rectangle: Rounded Corners 14">
                <a:extLst>
                  <a:ext uri="{FF2B5EF4-FFF2-40B4-BE49-F238E27FC236}">
                    <a16:creationId xmlns:a16="http://schemas.microsoft.com/office/drawing/2014/main" id="{CC152C30-7B15-6542-7663-A9624E72AE06}"/>
                  </a:ext>
                </a:extLst>
              </p:cNvPr>
              <p:cNvSpPr>
                <a:spLocks/>
              </p:cNvSpPr>
              <p:nvPr/>
            </p:nvSpPr>
            <p:spPr bwMode="auto">
              <a:xfrm>
                <a:off x="2306670" y="3269946"/>
                <a:ext cx="3761622" cy="4927619"/>
              </a:xfrm>
              <a:prstGeom prst="roundRect">
                <a:avLst>
                  <a:gd name="adj" fmla="val 5491"/>
                </a:avLst>
              </a:prstGeom>
              <a:solidFill>
                <a:srgbClr val="FF0000"/>
              </a:solidFill>
              <a:ln>
                <a:noFill/>
              </a:ln>
              <a:effectLst>
                <a:outerShdw blurRad="787400" dist="368300" dir="5100000" algn="ctr" rotWithShape="0">
                  <a:schemeClr val="tx1">
                    <a:lumMod val="75000"/>
                    <a:alpha val="25000"/>
                  </a:schemeClr>
                </a:outerShdw>
              </a:effectLst>
              <a:extLst>
                <a:ext uri="{91240B29-F687-4F45-9708-019B960494DF}">
                  <a14:hiddenLine xmlns:a14="http://schemas.microsoft.com/office/drawing/2010/main" w="25400" cap="flat" cmpd="sng">
                    <a:solidFill>
                      <a:srgbClr val="000000"/>
                    </a:solidFill>
                    <a:prstDash val="solid"/>
                    <a:miter lim="400000"/>
                    <a:headEnd type="none" w="med" len="med"/>
                    <a:tailEnd type="none" w="med" len="med"/>
                  </a14:hiddenLine>
                </a:ext>
              </a:extLst>
            </p:spPr>
            <p:txBody>
              <a:bodyPr tIns="91440" bIns="91440" anchor="ctr"/>
              <a:lstStyle/>
              <a:p>
                <a:pPr algn="ctr"/>
                <a:endParaRPr lang="en-US" altLang="en-US">
                  <a:solidFill>
                    <a:srgbClr val="FFFFFF"/>
                  </a:solidFill>
                </a:endParaRPr>
              </a:p>
            </p:txBody>
          </p:sp>
          <p:sp>
            <p:nvSpPr>
              <p:cNvPr id="81" name="Oval 80">
                <a:extLst>
                  <a:ext uri="{FF2B5EF4-FFF2-40B4-BE49-F238E27FC236}">
                    <a16:creationId xmlns:a16="http://schemas.microsoft.com/office/drawing/2014/main" id="{5DE64D4A-D808-CF24-771B-BBC42B57483E}"/>
                  </a:ext>
                </a:extLst>
              </p:cNvPr>
              <p:cNvSpPr/>
              <p:nvPr/>
            </p:nvSpPr>
            <p:spPr>
              <a:xfrm>
                <a:off x="3477866" y="3581085"/>
                <a:ext cx="1419229" cy="1419229"/>
              </a:xfrm>
              <a:prstGeom prst="ellipse">
                <a:avLst/>
              </a:prstGeom>
              <a:solidFill>
                <a:schemeClr val="bg2"/>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sp>
            <p:nvSpPr>
              <p:cNvPr id="82" name="Text Placeholder 29">
                <a:extLst>
                  <a:ext uri="{FF2B5EF4-FFF2-40B4-BE49-F238E27FC236}">
                    <a16:creationId xmlns:a16="http://schemas.microsoft.com/office/drawing/2014/main" id="{0DE84119-8C28-9D36-DF51-53D7B54EBFF8}"/>
                  </a:ext>
                </a:extLst>
              </p:cNvPr>
              <p:cNvSpPr txBox="1">
                <a:spLocks/>
              </p:cNvSpPr>
              <p:nvPr/>
            </p:nvSpPr>
            <p:spPr>
              <a:xfrm>
                <a:off x="2984121" y="5154914"/>
                <a:ext cx="2813497" cy="769659"/>
              </a:xfrm>
              <a:prstGeom prst="rect">
                <a:avLst/>
              </a:prstGeom>
            </p:spPr>
            <p:txBody>
              <a:bodyPr/>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lgn="l">
                  <a:spcBef>
                    <a:spcPts val="0"/>
                  </a:spcBef>
                </a:pPr>
                <a:r>
                  <a:rPr lang="en-US" sz="2400">
                    <a:solidFill>
                      <a:schemeClr val="bg1"/>
                    </a:solidFill>
                  </a:rPr>
                  <a:t>PLEASE NOTE</a:t>
                </a:r>
              </a:p>
            </p:txBody>
          </p:sp>
          <p:sp>
            <p:nvSpPr>
              <p:cNvPr id="83" name="Text Placeholder 22">
                <a:extLst>
                  <a:ext uri="{FF2B5EF4-FFF2-40B4-BE49-F238E27FC236}">
                    <a16:creationId xmlns:a16="http://schemas.microsoft.com/office/drawing/2014/main" id="{59B8721E-901C-62C3-5C04-D1A8F9DE0F95}"/>
                  </a:ext>
                </a:extLst>
              </p:cNvPr>
              <p:cNvSpPr txBox="1">
                <a:spLocks/>
              </p:cNvSpPr>
              <p:nvPr/>
            </p:nvSpPr>
            <p:spPr>
              <a:xfrm>
                <a:off x="2546822" y="5713107"/>
                <a:ext cx="3281316" cy="2361757"/>
              </a:xfrm>
              <a:prstGeom prst="rect">
                <a:avLst/>
              </a:prstGeom>
            </p:spPr>
            <p:txBody>
              <a:bodyPr lIns="91440" tIns="45720" rIns="91440" bIns="45720" anchor="t"/>
              <a:lstStyle>
                <a:lvl1pPr algn="ctr"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sz="1800">
                    <a:solidFill>
                      <a:schemeClr val="bg1"/>
                    </a:solidFill>
                    <a:latin typeface="Neo Tech Std"/>
                  </a:rPr>
                  <a:t>For further information about "Information Classification Procedures", please read the </a:t>
                </a:r>
                <a:endParaRPr lang="en-US" sz="1800" b="1">
                  <a:solidFill>
                    <a:schemeClr val="bg1"/>
                  </a:solidFill>
                </a:endParaRPr>
              </a:p>
              <a:p>
                <a:pPr>
                  <a:spcBef>
                    <a:spcPts val="0"/>
                  </a:spcBef>
                </a:pPr>
                <a:r>
                  <a:rPr lang="en-US" sz="1800">
                    <a:solidFill>
                      <a:schemeClr val="bg1"/>
                    </a:solidFill>
                    <a:latin typeface="Neo Tech Std"/>
                  </a:rPr>
                  <a:t>document </a:t>
                </a:r>
                <a:r>
                  <a:rPr lang="en-US" sz="1800" b="1" u="sng">
                    <a:solidFill>
                      <a:schemeClr val="bg1"/>
                    </a:solidFill>
                    <a:latin typeface="Neo Tech Std"/>
                    <a:hlinkClick r:id="rId2">
                      <a:extLst>
                        <a:ext uri="{A12FA001-AC4F-418D-AE19-62706E023703}">
                          <ahyp:hlinkClr xmlns:ahyp="http://schemas.microsoft.com/office/drawing/2018/hyperlinkcolor" val="tx"/>
                        </a:ext>
                      </a:extLst>
                    </a:hlinkClick>
                  </a:rPr>
                  <a:t>here</a:t>
                </a:r>
                <a:r>
                  <a:rPr lang="en-US" sz="1800">
                    <a:solidFill>
                      <a:schemeClr val="bg1"/>
                    </a:solidFill>
                    <a:latin typeface="Neo Tech Std"/>
                  </a:rPr>
                  <a:t>. </a:t>
                </a:r>
                <a:endParaRPr lang="en-US" sz="1800" b="1">
                  <a:solidFill>
                    <a:schemeClr val="bg1"/>
                  </a:solidFill>
                </a:endParaRPr>
              </a:p>
            </p:txBody>
          </p:sp>
        </p:grpSp>
        <p:pic>
          <p:nvPicPr>
            <p:cNvPr id="79" name="Graphic 2">
              <a:extLst>
                <a:ext uri="{FF2B5EF4-FFF2-40B4-BE49-F238E27FC236}">
                  <a16:creationId xmlns:a16="http://schemas.microsoft.com/office/drawing/2014/main" id="{4A33EAB2-076F-32B0-95CC-76868D82DB8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293365" y="8990513"/>
              <a:ext cx="703511" cy="663840"/>
            </a:xfrm>
            <a:prstGeom prst="rect">
              <a:avLst/>
            </a:prstGeom>
          </p:spPr>
        </p:pic>
      </p:grpSp>
      <p:pic>
        <p:nvPicPr>
          <p:cNvPr id="86" name="Imagem 85" descr="Uma imagem com símbolo, logótipo, Gráficos, Tipo de letra&#10;&#10;Descrição gerada automaticamente">
            <a:extLst>
              <a:ext uri="{FF2B5EF4-FFF2-40B4-BE49-F238E27FC236}">
                <a16:creationId xmlns:a16="http://schemas.microsoft.com/office/drawing/2014/main" id="{5C2D9FCE-0BFB-808E-639B-19668C0FC515}"/>
              </a:ext>
            </a:extLst>
          </p:cNvPr>
          <p:cNvPicPr>
            <a:picLocks noChangeAspect="1"/>
          </p:cNvPicPr>
          <p:nvPr/>
        </p:nvPicPr>
        <p:blipFill>
          <a:blip r:embed="rId4"/>
          <a:stretch>
            <a:fillRect/>
          </a:stretch>
        </p:blipFill>
        <p:spPr>
          <a:xfrm>
            <a:off x="3133060" y="6135434"/>
            <a:ext cx="1292181" cy="1249253"/>
          </a:xfrm>
          <a:prstGeom prst="rect">
            <a:avLst/>
          </a:prstGeom>
        </p:spPr>
      </p:pic>
      <p:pic>
        <p:nvPicPr>
          <p:cNvPr id="87" name="Imagem 86" descr="Uma imagem com Tipo de letra, Gráficos, símbolo, logótipo&#10;&#10;Descrição gerada automaticamente">
            <a:extLst>
              <a:ext uri="{FF2B5EF4-FFF2-40B4-BE49-F238E27FC236}">
                <a16:creationId xmlns:a16="http://schemas.microsoft.com/office/drawing/2014/main" id="{37965DE6-7D68-EA36-3AF0-E218502AE00F}"/>
              </a:ext>
            </a:extLst>
          </p:cNvPr>
          <p:cNvPicPr>
            <a:picLocks noChangeAspect="1"/>
          </p:cNvPicPr>
          <p:nvPr/>
        </p:nvPicPr>
        <p:blipFill>
          <a:blip r:embed="rId5"/>
          <a:stretch>
            <a:fillRect/>
          </a:stretch>
        </p:blipFill>
        <p:spPr>
          <a:xfrm>
            <a:off x="7833049" y="6097397"/>
            <a:ext cx="1335112" cy="1335111"/>
          </a:xfrm>
          <a:prstGeom prst="rect">
            <a:avLst/>
          </a:prstGeom>
        </p:spPr>
      </p:pic>
      <p:pic>
        <p:nvPicPr>
          <p:cNvPr id="6" name="Imagem 5" descr="Uma imagem com símbolo, clipart, Gráficos, branco&#10;&#10;Descrição gerada automaticamente">
            <a:extLst>
              <a:ext uri="{FF2B5EF4-FFF2-40B4-BE49-F238E27FC236}">
                <a16:creationId xmlns:a16="http://schemas.microsoft.com/office/drawing/2014/main" id="{372FCC72-8BAE-BB98-D550-446430347D5E}"/>
              </a:ext>
            </a:extLst>
          </p:cNvPr>
          <p:cNvPicPr>
            <a:picLocks noChangeAspect="1"/>
          </p:cNvPicPr>
          <p:nvPr/>
        </p:nvPicPr>
        <p:blipFill>
          <a:blip r:embed="rId6"/>
          <a:stretch>
            <a:fillRect/>
          </a:stretch>
        </p:blipFill>
        <p:spPr>
          <a:xfrm>
            <a:off x="12483936" y="5977073"/>
            <a:ext cx="1433689" cy="1433689"/>
          </a:xfrm>
          <a:prstGeom prst="rect">
            <a:avLst/>
          </a:prstGeom>
        </p:spPr>
      </p:pic>
      <p:pic>
        <p:nvPicPr>
          <p:cNvPr id="8" name="Imagem 7" descr="Uma imagem com símbolo, logótipo, Tipo de letra, Gráficos&#10;&#10;Descrição gerada automaticamente">
            <a:extLst>
              <a:ext uri="{FF2B5EF4-FFF2-40B4-BE49-F238E27FC236}">
                <a16:creationId xmlns:a16="http://schemas.microsoft.com/office/drawing/2014/main" id="{62355041-2D37-52D8-05DC-3F4B8629D9B7}"/>
              </a:ext>
            </a:extLst>
          </p:cNvPr>
          <p:cNvPicPr>
            <a:picLocks noChangeAspect="1"/>
          </p:cNvPicPr>
          <p:nvPr/>
        </p:nvPicPr>
        <p:blipFill>
          <a:blip r:embed="rId7"/>
          <a:stretch>
            <a:fillRect/>
          </a:stretch>
        </p:blipFill>
        <p:spPr>
          <a:xfrm>
            <a:off x="17564913" y="6079061"/>
            <a:ext cx="1339616" cy="1339615"/>
          </a:xfrm>
          <a:prstGeom prst="rect">
            <a:avLst/>
          </a:prstGeom>
        </p:spPr>
      </p:pic>
    </p:spTree>
    <p:extLst>
      <p:ext uri="{BB962C8B-B14F-4D97-AF65-F5344CB8AC3E}">
        <p14:creationId xmlns:p14="http://schemas.microsoft.com/office/powerpoint/2010/main" val="935278125"/>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15E8ADC-E04F-1E3A-C994-1C347C6FC167}"/>
              </a:ext>
            </a:extLst>
          </p:cNvPr>
          <p:cNvSpPr>
            <a:spLocks noGrp="1"/>
          </p:cNvSpPr>
          <p:nvPr>
            <p:ph type="body" sz="quarter" idx="24"/>
          </p:nvPr>
        </p:nvSpPr>
        <p:spPr/>
        <p:txBody>
          <a:bodyPr/>
          <a:lstStyle/>
          <a:p>
            <a:r>
              <a:rPr lang="en-US"/>
              <a:t>Font &amp; Corporate Color Scheme</a:t>
            </a:r>
          </a:p>
        </p:txBody>
      </p:sp>
      <p:sp>
        <p:nvSpPr>
          <p:cNvPr id="3" name="Text Placeholder 2">
            <a:extLst>
              <a:ext uri="{FF2B5EF4-FFF2-40B4-BE49-F238E27FC236}">
                <a16:creationId xmlns:a16="http://schemas.microsoft.com/office/drawing/2014/main" id="{D4668BFA-36DF-CB68-BFE0-BC10B84D7D52}"/>
              </a:ext>
            </a:extLst>
          </p:cNvPr>
          <p:cNvSpPr>
            <a:spLocks noGrp="1"/>
          </p:cNvSpPr>
          <p:nvPr>
            <p:ph type="body" sz="quarter" idx="25"/>
          </p:nvPr>
        </p:nvSpPr>
        <p:spPr/>
        <p:txBody>
          <a:bodyPr/>
          <a:lstStyle/>
          <a:p>
            <a:r>
              <a:rPr lang="en-US"/>
              <a:t>Guidelines</a:t>
            </a:r>
          </a:p>
        </p:txBody>
      </p:sp>
      <p:sp>
        <p:nvSpPr>
          <p:cNvPr id="4" name="Footer Placeholder 3">
            <a:extLst>
              <a:ext uri="{FF2B5EF4-FFF2-40B4-BE49-F238E27FC236}">
                <a16:creationId xmlns:a16="http://schemas.microsoft.com/office/drawing/2014/main" id="{ADD9FC82-5A4E-BCFC-7532-8B9CB5C3B717}"/>
              </a:ext>
            </a:extLst>
          </p:cNvPr>
          <p:cNvSpPr>
            <a:spLocks noGrp="1"/>
          </p:cNvSpPr>
          <p:nvPr>
            <p:ph type="ftr" sz="quarter" idx="27"/>
          </p:nvPr>
        </p:nvSpPr>
        <p:spPr/>
        <p:txBody>
          <a:bodyPr/>
          <a:lstStyle/>
          <a:p>
            <a:r>
              <a:rPr lang="en-US"/>
              <a:t>2024 © Retail Consult - All rights reserved</a:t>
            </a:r>
          </a:p>
        </p:txBody>
      </p:sp>
      <p:sp>
        <p:nvSpPr>
          <p:cNvPr id="5" name="Slide Number Placeholder 4">
            <a:extLst>
              <a:ext uri="{FF2B5EF4-FFF2-40B4-BE49-F238E27FC236}">
                <a16:creationId xmlns:a16="http://schemas.microsoft.com/office/drawing/2014/main" id="{2BF6F47C-1A3D-D5D5-6F1D-8CCB987BEA8D}"/>
              </a:ext>
            </a:extLst>
          </p:cNvPr>
          <p:cNvSpPr>
            <a:spLocks noGrp="1"/>
          </p:cNvSpPr>
          <p:nvPr>
            <p:ph type="sldNum" sz="quarter" idx="28"/>
          </p:nvPr>
        </p:nvSpPr>
        <p:spPr/>
        <p:txBody>
          <a:bodyPr/>
          <a:lstStyle/>
          <a:p>
            <a:fld id="{9A4417C4-43A3-444C-837D-103BA5C8224B}" type="slidenum">
              <a:rPr lang="en-US" smtClean="0"/>
              <a:pPr/>
              <a:t>3</a:t>
            </a:fld>
            <a:endParaRPr lang="en-US"/>
          </a:p>
        </p:txBody>
      </p:sp>
      <p:sp>
        <p:nvSpPr>
          <p:cNvPr id="6" name="Text Placeholder 4">
            <a:extLst>
              <a:ext uri="{FF2B5EF4-FFF2-40B4-BE49-F238E27FC236}">
                <a16:creationId xmlns:a16="http://schemas.microsoft.com/office/drawing/2014/main" id="{49397A4A-D8EA-36F9-5A7D-49297ADE2779}"/>
              </a:ext>
            </a:extLst>
          </p:cNvPr>
          <p:cNvSpPr txBox="1">
            <a:spLocks/>
          </p:cNvSpPr>
          <p:nvPr/>
        </p:nvSpPr>
        <p:spPr>
          <a:xfrm>
            <a:off x="1447945" y="6234959"/>
            <a:ext cx="18391140" cy="4092912"/>
          </a:xfrm>
          <a:prstGeom prst="rect">
            <a:avLst/>
          </a:prstGeom>
        </p:spPr>
        <p:txBody>
          <a:bodyPr>
            <a:noAutofit/>
          </a:bodyPr>
          <a:lstStyle>
            <a:lvl1pPr defTabSz="825500" eaLnBrk="1" hangingPunct="1">
              <a:spcBef>
                <a:spcPts val="5200"/>
              </a:spcBef>
              <a:defRPr sz="2200">
                <a:solidFill>
                  <a:srgbClr val="68718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endParaRPr lang="en-US" sz="1000" dirty="0">
              <a:solidFill>
                <a:srgbClr val="555559"/>
              </a:solidFill>
            </a:endParaRPr>
          </a:p>
          <a:p>
            <a:endParaRPr lang="en-US" sz="1000" dirty="0">
              <a:solidFill>
                <a:srgbClr val="555559"/>
              </a:solidFill>
            </a:endParaRPr>
          </a:p>
          <a:p>
            <a:pPr>
              <a:spcBef>
                <a:spcPts val="0"/>
              </a:spcBef>
            </a:pPr>
            <a:r>
              <a:rPr lang="en-US" sz="2000" b="1" dirty="0">
                <a:solidFill>
                  <a:srgbClr val="555559"/>
                </a:solidFill>
              </a:rPr>
              <a:t>GRAY</a:t>
            </a:r>
          </a:p>
          <a:p>
            <a:pPr>
              <a:spcBef>
                <a:spcPts val="0"/>
              </a:spcBef>
            </a:pPr>
            <a:r>
              <a:rPr lang="en-US" sz="2000" dirty="0">
                <a:solidFill>
                  <a:srgbClr val="555559"/>
                </a:solidFill>
              </a:rPr>
              <a:t>Pantone® Coated Cool Gray 11 C</a:t>
            </a:r>
          </a:p>
          <a:p>
            <a:pPr>
              <a:spcBef>
                <a:spcPts val="0"/>
              </a:spcBef>
            </a:pPr>
            <a:r>
              <a:rPr lang="en-US" sz="2000" dirty="0">
                <a:solidFill>
                  <a:srgbClr val="555559"/>
                </a:solidFill>
              </a:rPr>
              <a:t>Process: C00 M00 Y00 K80</a:t>
            </a:r>
          </a:p>
          <a:p>
            <a:pPr>
              <a:spcBef>
                <a:spcPts val="0"/>
              </a:spcBef>
            </a:pPr>
            <a:r>
              <a:rPr lang="en-US" sz="2000" dirty="0">
                <a:solidFill>
                  <a:srgbClr val="555559"/>
                </a:solidFill>
              </a:rPr>
              <a:t>Screen: R85 G85 B89</a:t>
            </a:r>
          </a:p>
          <a:p>
            <a:pPr>
              <a:spcBef>
                <a:spcPts val="0"/>
              </a:spcBef>
            </a:pPr>
            <a:r>
              <a:rPr lang="en-US" sz="2000" dirty="0">
                <a:solidFill>
                  <a:srgbClr val="555559"/>
                </a:solidFill>
              </a:rPr>
              <a:t>Web: #666666</a:t>
            </a:r>
            <a:endParaRPr lang="en-US" sz="1050" dirty="0">
              <a:solidFill>
                <a:srgbClr val="555559"/>
              </a:solidFill>
            </a:endParaRPr>
          </a:p>
          <a:p>
            <a:pPr>
              <a:spcBef>
                <a:spcPts val="0"/>
              </a:spcBef>
            </a:pPr>
            <a:endParaRPr lang="en-US" sz="2000" dirty="0">
              <a:solidFill>
                <a:srgbClr val="555559"/>
              </a:solidFill>
            </a:endParaRPr>
          </a:p>
          <a:p>
            <a:pPr>
              <a:spcBef>
                <a:spcPts val="0"/>
              </a:spcBef>
            </a:pPr>
            <a:endParaRPr lang="en-US" sz="2000" dirty="0">
              <a:solidFill>
                <a:srgbClr val="555559"/>
              </a:solidFill>
            </a:endParaRPr>
          </a:p>
          <a:p>
            <a:pPr>
              <a:spcBef>
                <a:spcPts val="0"/>
              </a:spcBef>
            </a:pPr>
            <a:r>
              <a:rPr lang="en-US" sz="2000" b="1" dirty="0">
                <a:solidFill>
                  <a:srgbClr val="555559"/>
                </a:solidFill>
              </a:rPr>
              <a:t>ORANGE</a:t>
            </a:r>
          </a:p>
          <a:p>
            <a:pPr>
              <a:spcBef>
                <a:spcPts val="0"/>
              </a:spcBef>
            </a:pPr>
            <a:r>
              <a:rPr lang="en-US" sz="2000" dirty="0">
                <a:solidFill>
                  <a:srgbClr val="555559"/>
                </a:solidFill>
              </a:rPr>
              <a:t>Pantone® Coated:1505 C</a:t>
            </a:r>
          </a:p>
          <a:p>
            <a:pPr>
              <a:spcBef>
                <a:spcPts val="0"/>
              </a:spcBef>
            </a:pPr>
            <a:r>
              <a:rPr lang="en-US" sz="2000" dirty="0">
                <a:solidFill>
                  <a:srgbClr val="555559"/>
                </a:solidFill>
              </a:rPr>
              <a:t>Process: </a:t>
            </a:r>
            <a:r>
              <a:rPr lang="en-US" sz="2000" b="1" dirty="0">
                <a:solidFill>
                  <a:srgbClr val="555559"/>
                </a:solidFill>
              </a:rPr>
              <a:t>C00</a:t>
            </a:r>
            <a:r>
              <a:rPr lang="en-US" sz="2000" dirty="0">
                <a:solidFill>
                  <a:srgbClr val="555559"/>
                </a:solidFill>
              </a:rPr>
              <a:t> M59 Y87 K00</a:t>
            </a:r>
          </a:p>
          <a:p>
            <a:pPr>
              <a:spcBef>
                <a:spcPts val="0"/>
              </a:spcBef>
            </a:pPr>
            <a:r>
              <a:rPr lang="en-US" sz="2000" dirty="0">
                <a:solidFill>
                  <a:srgbClr val="555559"/>
                </a:solidFill>
              </a:rPr>
              <a:t>Screen: R255 G107 B00</a:t>
            </a:r>
          </a:p>
          <a:p>
            <a:pPr>
              <a:spcBef>
                <a:spcPts val="0"/>
              </a:spcBef>
            </a:pPr>
            <a:r>
              <a:rPr lang="en-US" sz="2000" dirty="0">
                <a:solidFill>
                  <a:srgbClr val="555559"/>
                </a:solidFill>
              </a:rPr>
              <a:t>Web #FF6B00</a:t>
            </a:r>
          </a:p>
          <a:p>
            <a:pPr>
              <a:spcBef>
                <a:spcPts val="0"/>
              </a:spcBef>
            </a:pPr>
            <a:endParaRPr lang="en-US" sz="2000" dirty="0">
              <a:solidFill>
                <a:srgbClr val="555559"/>
              </a:solidFill>
            </a:endParaRPr>
          </a:p>
          <a:p>
            <a:pPr>
              <a:spcBef>
                <a:spcPts val="0"/>
              </a:spcBef>
            </a:pPr>
            <a:endParaRPr lang="en-US" sz="2000" dirty="0">
              <a:solidFill>
                <a:srgbClr val="555559"/>
              </a:solidFill>
            </a:endParaRPr>
          </a:p>
          <a:p>
            <a:endParaRPr lang="en-US" sz="1050" dirty="0">
              <a:solidFill>
                <a:srgbClr val="555559"/>
              </a:solidFill>
            </a:endParaRPr>
          </a:p>
          <a:p>
            <a:pPr>
              <a:spcBef>
                <a:spcPts val="0"/>
              </a:spcBef>
            </a:pPr>
            <a:endParaRPr lang="en-US" sz="2000" dirty="0">
              <a:solidFill>
                <a:srgbClr val="555559"/>
              </a:solidFill>
            </a:endParaRPr>
          </a:p>
          <a:p>
            <a:endParaRPr lang="en-US" sz="1050" dirty="0">
              <a:solidFill>
                <a:srgbClr val="555559"/>
              </a:solidFill>
            </a:endParaRPr>
          </a:p>
          <a:p>
            <a:endParaRPr lang="en-US" sz="1050" dirty="0">
              <a:solidFill>
                <a:srgbClr val="555559"/>
              </a:solidFill>
            </a:endParaRPr>
          </a:p>
          <a:p>
            <a:endParaRPr lang="en-US" sz="1050" dirty="0">
              <a:solidFill>
                <a:srgbClr val="555559"/>
              </a:solidFill>
            </a:endParaRPr>
          </a:p>
        </p:txBody>
      </p:sp>
      <p:pic>
        <p:nvPicPr>
          <p:cNvPr id="7" name="Picture 6">
            <a:extLst>
              <a:ext uri="{FF2B5EF4-FFF2-40B4-BE49-F238E27FC236}">
                <a16:creationId xmlns:a16="http://schemas.microsoft.com/office/drawing/2014/main" id="{B06B454B-F7F9-8674-CCCE-EC313EE0F44F}"/>
              </a:ext>
            </a:extLst>
          </p:cNvPr>
          <p:cNvPicPr>
            <a:picLocks noChangeAspect="1"/>
          </p:cNvPicPr>
          <p:nvPr/>
        </p:nvPicPr>
        <p:blipFill>
          <a:blip r:embed="rId2"/>
          <a:stretch>
            <a:fillRect/>
          </a:stretch>
        </p:blipFill>
        <p:spPr>
          <a:xfrm>
            <a:off x="6738354" y="7125207"/>
            <a:ext cx="15697052" cy="1551027"/>
          </a:xfrm>
          <a:prstGeom prst="rect">
            <a:avLst/>
          </a:prstGeom>
        </p:spPr>
      </p:pic>
      <p:pic>
        <p:nvPicPr>
          <p:cNvPr id="9" name="Picture 8">
            <a:extLst>
              <a:ext uri="{FF2B5EF4-FFF2-40B4-BE49-F238E27FC236}">
                <a16:creationId xmlns:a16="http://schemas.microsoft.com/office/drawing/2014/main" id="{8DDF1A91-7E74-8357-64D4-EA51A73EB16E}"/>
              </a:ext>
            </a:extLst>
          </p:cNvPr>
          <p:cNvPicPr>
            <a:picLocks noChangeAspect="1"/>
          </p:cNvPicPr>
          <p:nvPr/>
        </p:nvPicPr>
        <p:blipFill>
          <a:blip r:embed="rId3"/>
          <a:stretch>
            <a:fillRect/>
          </a:stretch>
        </p:blipFill>
        <p:spPr>
          <a:xfrm>
            <a:off x="6738354" y="9521888"/>
            <a:ext cx="15697052" cy="1549152"/>
          </a:xfrm>
          <a:prstGeom prst="rect">
            <a:avLst/>
          </a:prstGeom>
        </p:spPr>
      </p:pic>
      <p:sp>
        <p:nvSpPr>
          <p:cNvPr id="15" name="TextBox 14">
            <a:extLst>
              <a:ext uri="{FF2B5EF4-FFF2-40B4-BE49-F238E27FC236}">
                <a16:creationId xmlns:a16="http://schemas.microsoft.com/office/drawing/2014/main" id="{647F0161-9E3C-06D2-1FF1-25AA16614B8A}"/>
              </a:ext>
            </a:extLst>
          </p:cNvPr>
          <p:cNvSpPr txBox="1"/>
          <p:nvPr/>
        </p:nvSpPr>
        <p:spPr>
          <a:xfrm>
            <a:off x="3526128" y="4019629"/>
            <a:ext cx="7675272" cy="157992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825500" rtl="0" fontAlgn="auto" hangingPunct="0">
              <a:lnSpc>
                <a:spcPct val="100000"/>
              </a:lnSpc>
              <a:spcBef>
                <a:spcPts val="0"/>
              </a:spcBef>
              <a:spcAft>
                <a:spcPts val="0"/>
              </a:spcAft>
              <a:buClrTx/>
              <a:buSzTx/>
              <a:buFontTx/>
              <a:buNone/>
              <a:tabLst/>
            </a:pPr>
            <a:r>
              <a:rPr kumimoji="0" lang="en-US" sz="2400" b="1" i="0" u="none" strike="noStrike" cap="none" spc="0" normalizeH="0" baseline="0">
                <a:ln>
                  <a:noFill/>
                </a:ln>
                <a:solidFill>
                  <a:srgbClr val="555559"/>
                </a:solidFill>
                <a:effectLst/>
                <a:uFillTx/>
                <a:latin typeface="+mn-lt"/>
                <a:ea typeface="Open Sans Light"/>
                <a:cs typeface="Open Sans Light"/>
                <a:sym typeface="Open Sans Light"/>
              </a:rPr>
              <a:t>NeoTech® </a:t>
            </a:r>
            <a:r>
              <a:rPr kumimoji="0" lang="en-US" sz="2400" b="0" i="0" u="none" strike="noStrike" cap="none" spc="0" normalizeH="0" baseline="0">
                <a:ln>
                  <a:noFill/>
                </a:ln>
                <a:solidFill>
                  <a:srgbClr val="555559"/>
                </a:solidFill>
                <a:effectLst/>
                <a:uFillTx/>
                <a:latin typeface="+mn-lt"/>
                <a:ea typeface="Open Sans Light"/>
                <a:cs typeface="Open Sans Light"/>
                <a:sym typeface="Open Sans Light"/>
              </a:rPr>
              <a:t>is the official font of the Retail Consult Brand. Please use it as always as possible and respect the formatting of the typeface. If you haven't already installed it on your computer, you can download it </a:t>
            </a:r>
            <a:r>
              <a:rPr kumimoji="0" lang="en-US" sz="2400" b="1" i="0" u="sng" strike="noStrike" cap="none" spc="0" normalizeH="0" baseline="0">
                <a:ln>
                  <a:noFill/>
                </a:ln>
                <a:solidFill>
                  <a:schemeClr val="accent1"/>
                </a:solidFill>
                <a:effectLst/>
                <a:uFillTx/>
                <a:latin typeface="+mn-lt"/>
                <a:ea typeface="Open Sans Light"/>
                <a:cs typeface="Open Sans Light"/>
                <a:sym typeface="Open Sans Light"/>
                <a:hlinkClick r:id="rId4"/>
              </a:rPr>
              <a:t>here</a:t>
            </a:r>
            <a:r>
              <a:rPr kumimoji="0" lang="en-US" sz="2400" b="0" i="0" u="none" strike="noStrike" cap="none" spc="0" normalizeH="0" baseline="0">
                <a:ln>
                  <a:noFill/>
                </a:ln>
                <a:solidFill>
                  <a:srgbClr val="555559"/>
                </a:solidFill>
                <a:effectLst/>
                <a:uFillTx/>
                <a:latin typeface="+mn-lt"/>
                <a:ea typeface="Open Sans Light"/>
                <a:cs typeface="Open Sans Light"/>
                <a:sym typeface="Open Sans Light"/>
              </a:rPr>
              <a:t>.</a:t>
            </a:r>
          </a:p>
        </p:txBody>
      </p:sp>
      <p:sp>
        <p:nvSpPr>
          <p:cNvPr id="16" name="TextBox 15">
            <a:extLst>
              <a:ext uri="{FF2B5EF4-FFF2-40B4-BE49-F238E27FC236}">
                <a16:creationId xmlns:a16="http://schemas.microsoft.com/office/drawing/2014/main" id="{B6F580D1-ED77-EA1F-DA90-DBF120F6D6FA}"/>
              </a:ext>
            </a:extLst>
          </p:cNvPr>
          <p:cNvSpPr txBox="1"/>
          <p:nvPr/>
        </p:nvSpPr>
        <p:spPr>
          <a:xfrm>
            <a:off x="14977061" y="4014525"/>
            <a:ext cx="7476540" cy="19492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825500" rtl="0" fontAlgn="auto" hangingPunct="0">
              <a:lnSpc>
                <a:spcPct val="100000"/>
              </a:lnSpc>
              <a:spcBef>
                <a:spcPts val="0"/>
              </a:spcBef>
              <a:spcAft>
                <a:spcPts val="0"/>
              </a:spcAft>
              <a:buClrTx/>
              <a:buSzTx/>
              <a:buFontTx/>
              <a:buNone/>
              <a:tabLst/>
            </a:pPr>
            <a:r>
              <a:rPr kumimoji="0" lang="en-US" sz="2400" b="1" i="0" u="none" strike="noStrike" cap="none" spc="0" normalizeH="0" baseline="0">
                <a:ln>
                  <a:noFill/>
                </a:ln>
                <a:solidFill>
                  <a:srgbClr val="555559"/>
                </a:solidFill>
                <a:effectLst/>
                <a:uFillTx/>
                <a:latin typeface="+mn-lt"/>
                <a:ea typeface="Open Sans Light"/>
                <a:cs typeface="Open Sans Light"/>
                <a:sym typeface="Open Sans Light"/>
              </a:rPr>
              <a:t>Arial ®</a:t>
            </a:r>
            <a:r>
              <a:rPr kumimoji="0" lang="en-US" sz="2400" i="0" u="none" strike="noStrike" cap="none" spc="0" normalizeH="0" baseline="0">
                <a:ln>
                  <a:noFill/>
                </a:ln>
                <a:solidFill>
                  <a:srgbClr val="555559"/>
                </a:solidFill>
                <a:effectLst/>
                <a:uFillTx/>
                <a:latin typeface="+mn-lt"/>
                <a:ea typeface="Open Sans Light"/>
                <a:cs typeface="Open Sans Light"/>
                <a:sym typeface="Open Sans Light"/>
              </a:rPr>
              <a:t> is the optional font, which should be used whenever an editable document is shared with external entities, or when it is known that a recipient of a document or communication cannot correctly visualize the NeoTech® font.</a:t>
            </a:r>
          </a:p>
        </p:txBody>
      </p:sp>
      <p:sp>
        <p:nvSpPr>
          <p:cNvPr id="10" name="TextBox 9">
            <a:extLst>
              <a:ext uri="{FF2B5EF4-FFF2-40B4-BE49-F238E27FC236}">
                <a16:creationId xmlns:a16="http://schemas.microsoft.com/office/drawing/2014/main" id="{9CD6DE96-72FC-E7A7-418D-148E773EBDB8}"/>
              </a:ext>
            </a:extLst>
          </p:cNvPr>
          <p:cNvSpPr txBox="1"/>
          <p:nvPr/>
        </p:nvSpPr>
        <p:spPr>
          <a:xfrm>
            <a:off x="1634981" y="3937594"/>
            <a:ext cx="1891147" cy="157992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825500" rtl="0" fontAlgn="auto" hangingPunct="0">
              <a:lnSpc>
                <a:spcPct val="100000"/>
              </a:lnSpc>
              <a:spcBef>
                <a:spcPts val="0"/>
              </a:spcBef>
              <a:spcAft>
                <a:spcPts val="0"/>
              </a:spcAft>
              <a:buClrTx/>
              <a:buSzTx/>
              <a:buFontTx/>
              <a:buNone/>
              <a:tabLst/>
            </a:pPr>
            <a:r>
              <a:rPr kumimoji="0" lang="en-US" sz="9600" i="0" u="none" strike="noStrike" cap="none" spc="0" normalizeH="0" baseline="0">
                <a:ln>
                  <a:noFill/>
                </a:ln>
                <a:solidFill>
                  <a:schemeClr val="accent1"/>
                </a:solidFill>
                <a:effectLst/>
                <a:uFillTx/>
                <a:latin typeface="+mn-lt"/>
                <a:ea typeface="Open Sans Light"/>
                <a:cs typeface="Open Sans Light"/>
                <a:sym typeface="Open Sans Light"/>
              </a:rPr>
              <a:t>Aa</a:t>
            </a:r>
          </a:p>
        </p:txBody>
      </p:sp>
      <p:sp>
        <p:nvSpPr>
          <p:cNvPr id="11" name="TextBox 10">
            <a:extLst>
              <a:ext uri="{FF2B5EF4-FFF2-40B4-BE49-F238E27FC236}">
                <a16:creationId xmlns:a16="http://schemas.microsoft.com/office/drawing/2014/main" id="{13D484AD-C8D1-B551-287C-AED46CD6E539}"/>
              </a:ext>
            </a:extLst>
          </p:cNvPr>
          <p:cNvSpPr txBox="1"/>
          <p:nvPr/>
        </p:nvSpPr>
        <p:spPr>
          <a:xfrm>
            <a:off x="12829311" y="3928773"/>
            <a:ext cx="1891147" cy="157992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825500" rtl="0" fontAlgn="auto" hangingPunct="0">
              <a:lnSpc>
                <a:spcPct val="100000"/>
              </a:lnSpc>
              <a:spcBef>
                <a:spcPts val="0"/>
              </a:spcBef>
              <a:spcAft>
                <a:spcPts val="0"/>
              </a:spcAft>
              <a:buClrTx/>
              <a:buSzTx/>
              <a:buFontTx/>
              <a:buNone/>
              <a:tabLst/>
            </a:pPr>
            <a:r>
              <a:rPr kumimoji="0" lang="en-US" sz="9600" i="0" u="none" strike="noStrike" cap="none" spc="0" normalizeH="0" baseline="0">
                <a:ln>
                  <a:noFill/>
                </a:ln>
                <a:solidFill>
                  <a:schemeClr val="accent1"/>
                </a:solidFill>
                <a:effectLst/>
                <a:uFillTx/>
                <a:latin typeface="Arial" panose="020B0604020202020204" pitchFamily="34" charset="0"/>
                <a:cs typeface="Arial" panose="020B0604020202020204" pitchFamily="34" charset="0"/>
                <a:sym typeface="Open Sans Light"/>
              </a:rPr>
              <a:t>Aa</a:t>
            </a:r>
          </a:p>
        </p:txBody>
      </p:sp>
      <p:sp>
        <p:nvSpPr>
          <p:cNvPr id="12" name="Text Placeholder 29">
            <a:extLst>
              <a:ext uri="{FF2B5EF4-FFF2-40B4-BE49-F238E27FC236}">
                <a16:creationId xmlns:a16="http://schemas.microsoft.com/office/drawing/2014/main" id="{5BA5A9DF-A1CB-1CD9-D5B2-942D40C1C027}"/>
              </a:ext>
            </a:extLst>
          </p:cNvPr>
          <p:cNvSpPr txBox="1">
            <a:spLocks/>
          </p:cNvSpPr>
          <p:nvPr/>
        </p:nvSpPr>
        <p:spPr>
          <a:xfrm>
            <a:off x="3484564" y="3485120"/>
            <a:ext cx="4435485" cy="410910"/>
          </a:xfrm>
          <a:prstGeom prst="rect">
            <a:avLst/>
          </a:prstGeom>
        </p:spPr>
        <p:txBody>
          <a:bodyPr/>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lgn="l">
              <a:spcBef>
                <a:spcPts val="0"/>
              </a:spcBef>
            </a:pPr>
            <a:r>
              <a:rPr lang="en-US" sz="2800"/>
              <a:t>Official Font</a:t>
            </a:r>
          </a:p>
        </p:txBody>
      </p:sp>
      <p:sp>
        <p:nvSpPr>
          <p:cNvPr id="13" name="Text Placeholder 29">
            <a:extLst>
              <a:ext uri="{FF2B5EF4-FFF2-40B4-BE49-F238E27FC236}">
                <a16:creationId xmlns:a16="http://schemas.microsoft.com/office/drawing/2014/main" id="{3D4A690C-8754-D365-1F95-82EA2A2BD680}"/>
              </a:ext>
            </a:extLst>
          </p:cNvPr>
          <p:cNvSpPr txBox="1">
            <a:spLocks/>
          </p:cNvSpPr>
          <p:nvPr/>
        </p:nvSpPr>
        <p:spPr>
          <a:xfrm>
            <a:off x="14956279" y="3469880"/>
            <a:ext cx="4435485" cy="410910"/>
          </a:xfrm>
          <a:prstGeom prst="rect">
            <a:avLst/>
          </a:prstGeom>
        </p:spPr>
        <p:txBody>
          <a:bodyPr/>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lgn="l">
              <a:spcBef>
                <a:spcPts val="0"/>
              </a:spcBef>
            </a:pPr>
            <a:r>
              <a:rPr lang="en-US" sz="2800"/>
              <a:t>Optional Font</a:t>
            </a:r>
          </a:p>
        </p:txBody>
      </p:sp>
    </p:spTree>
    <p:extLst>
      <p:ext uri="{BB962C8B-B14F-4D97-AF65-F5344CB8AC3E}">
        <p14:creationId xmlns:p14="http://schemas.microsoft.com/office/powerpoint/2010/main" val="245589355"/>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15E8ADC-E04F-1E3A-C994-1C347C6FC167}"/>
              </a:ext>
            </a:extLst>
          </p:cNvPr>
          <p:cNvSpPr>
            <a:spLocks noGrp="1"/>
          </p:cNvSpPr>
          <p:nvPr>
            <p:ph type="body" sz="quarter" idx="24"/>
          </p:nvPr>
        </p:nvSpPr>
        <p:spPr/>
        <p:txBody>
          <a:bodyPr/>
          <a:lstStyle/>
          <a:p>
            <a:r>
              <a:rPr lang="en-US"/>
              <a:t>Font &amp; Corporate Color Scheme</a:t>
            </a:r>
          </a:p>
        </p:txBody>
      </p:sp>
      <p:sp>
        <p:nvSpPr>
          <p:cNvPr id="3" name="Text Placeholder 2">
            <a:extLst>
              <a:ext uri="{FF2B5EF4-FFF2-40B4-BE49-F238E27FC236}">
                <a16:creationId xmlns:a16="http://schemas.microsoft.com/office/drawing/2014/main" id="{D4668BFA-36DF-CB68-BFE0-BC10B84D7D52}"/>
              </a:ext>
            </a:extLst>
          </p:cNvPr>
          <p:cNvSpPr>
            <a:spLocks noGrp="1"/>
          </p:cNvSpPr>
          <p:nvPr>
            <p:ph type="body" sz="quarter" idx="25"/>
          </p:nvPr>
        </p:nvSpPr>
        <p:spPr/>
        <p:txBody>
          <a:bodyPr/>
          <a:lstStyle/>
          <a:p>
            <a:r>
              <a:rPr lang="en-US"/>
              <a:t>Guidelines - Secondary Color Scheme</a:t>
            </a:r>
          </a:p>
        </p:txBody>
      </p:sp>
      <p:sp>
        <p:nvSpPr>
          <p:cNvPr id="4" name="Footer Placeholder 3">
            <a:extLst>
              <a:ext uri="{FF2B5EF4-FFF2-40B4-BE49-F238E27FC236}">
                <a16:creationId xmlns:a16="http://schemas.microsoft.com/office/drawing/2014/main" id="{ADD9FC82-5A4E-BCFC-7532-8B9CB5C3B717}"/>
              </a:ext>
            </a:extLst>
          </p:cNvPr>
          <p:cNvSpPr>
            <a:spLocks noGrp="1"/>
          </p:cNvSpPr>
          <p:nvPr>
            <p:ph type="ftr" sz="quarter" idx="27"/>
          </p:nvPr>
        </p:nvSpPr>
        <p:spPr/>
        <p:txBody>
          <a:bodyPr/>
          <a:lstStyle/>
          <a:p>
            <a:r>
              <a:rPr lang="en-US"/>
              <a:t>2024 © Retail Consult - All rights reserved</a:t>
            </a:r>
          </a:p>
        </p:txBody>
      </p:sp>
      <p:sp>
        <p:nvSpPr>
          <p:cNvPr id="5" name="Slide Number Placeholder 4">
            <a:extLst>
              <a:ext uri="{FF2B5EF4-FFF2-40B4-BE49-F238E27FC236}">
                <a16:creationId xmlns:a16="http://schemas.microsoft.com/office/drawing/2014/main" id="{2BF6F47C-1A3D-D5D5-6F1D-8CCB987BEA8D}"/>
              </a:ext>
            </a:extLst>
          </p:cNvPr>
          <p:cNvSpPr>
            <a:spLocks noGrp="1"/>
          </p:cNvSpPr>
          <p:nvPr>
            <p:ph type="sldNum" sz="quarter" idx="28"/>
          </p:nvPr>
        </p:nvSpPr>
        <p:spPr/>
        <p:txBody>
          <a:bodyPr/>
          <a:lstStyle/>
          <a:p>
            <a:fld id="{9A4417C4-43A3-444C-837D-103BA5C8224B}" type="slidenum">
              <a:rPr lang="en-US" smtClean="0"/>
              <a:pPr/>
              <a:t>4</a:t>
            </a:fld>
            <a:endParaRPr lang="en-US"/>
          </a:p>
        </p:txBody>
      </p:sp>
      <p:sp>
        <p:nvSpPr>
          <p:cNvPr id="6" name="Text Placeholder 4">
            <a:extLst>
              <a:ext uri="{FF2B5EF4-FFF2-40B4-BE49-F238E27FC236}">
                <a16:creationId xmlns:a16="http://schemas.microsoft.com/office/drawing/2014/main" id="{49397A4A-D8EA-36F9-5A7D-49297ADE2779}"/>
              </a:ext>
            </a:extLst>
          </p:cNvPr>
          <p:cNvSpPr txBox="1">
            <a:spLocks/>
          </p:cNvSpPr>
          <p:nvPr/>
        </p:nvSpPr>
        <p:spPr>
          <a:xfrm>
            <a:off x="1427163" y="2886294"/>
            <a:ext cx="18391140" cy="9345440"/>
          </a:xfrm>
          <a:prstGeom prst="rect">
            <a:avLst/>
          </a:prstGeom>
        </p:spPr>
        <p:txBody>
          <a:bodyPr>
            <a:noAutofit/>
          </a:bodyPr>
          <a:lstStyle>
            <a:lvl1pPr defTabSz="825500" eaLnBrk="1" hangingPunct="1">
              <a:spcBef>
                <a:spcPts val="5200"/>
              </a:spcBef>
              <a:defRPr sz="2200">
                <a:solidFill>
                  <a:srgbClr val="68718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endParaRPr lang="en-US" sz="1000">
              <a:solidFill>
                <a:srgbClr val="555559"/>
              </a:solidFill>
            </a:endParaRPr>
          </a:p>
          <a:p>
            <a:pPr>
              <a:spcBef>
                <a:spcPts val="0"/>
              </a:spcBef>
            </a:pPr>
            <a:r>
              <a:rPr lang="en-US" sz="2000" b="1">
                <a:solidFill>
                  <a:srgbClr val="555559"/>
                </a:solidFill>
              </a:rPr>
              <a:t>LIGHT ORANGE</a:t>
            </a:r>
          </a:p>
          <a:p>
            <a:pPr>
              <a:spcBef>
                <a:spcPts val="0"/>
              </a:spcBef>
            </a:pPr>
            <a:r>
              <a:rPr lang="en-US" sz="2000">
                <a:solidFill>
                  <a:srgbClr val="555559"/>
                </a:solidFill>
              </a:rPr>
              <a:t>Pantone® 136 C</a:t>
            </a:r>
          </a:p>
          <a:p>
            <a:pPr>
              <a:spcBef>
                <a:spcPts val="0"/>
              </a:spcBef>
            </a:pPr>
            <a:r>
              <a:rPr lang="en-US" sz="2000">
                <a:solidFill>
                  <a:srgbClr val="555559"/>
                </a:solidFill>
              </a:rPr>
              <a:t>Process: C00 M28 Y86 K00</a:t>
            </a:r>
          </a:p>
          <a:p>
            <a:pPr>
              <a:spcBef>
                <a:spcPts val="0"/>
              </a:spcBef>
            </a:pPr>
            <a:r>
              <a:rPr lang="en-US" sz="2000">
                <a:solidFill>
                  <a:srgbClr val="555559"/>
                </a:solidFill>
              </a:rPr>
              <a:t>Screen: R255 G191 B59</a:t>
            </a:r>
          </a:p>
          <a:p>
            <a:pPr>
              <a:spcBef>
                <a:spcPts val="0"/>
              </a:spcBef>
            </a:pPr>
            <a:r>
              <a:rPr lang="en-US" sz="2000">
                <a:solidFill>
                  <a:srgbClr val="555559"/>
                </a:solidFill>
              </a:rPr>
              <a:t>Web: #FFBF3B</a:t>
            </a:r>
          </a:p>
          <a:p>
            <a:pPr>
              <a:spcBef>
                <a:spcPts val="0"/>
              </a:spcBef>
            </a:pPr>
            <a:endParaRPr lang="en-US" sz="2000">
              <a:solidFill>
                <a:srgbClr val="555559"/>
              </a:solidFill>
            </a:endParaRPr>
          </a:p>
          <a:p>
            <a:pPr>
              <a:spcBef>
                <a:spcPts val="0"/>
              </a:spcBef>
            </a:pPr>
            <a:endParaRPr lang="en-US" sz="2000" b="1">
              <a:solidFill>
                <a:srgbClr val="555559"/>
              </a:solidFill>
            </a:endParaRPr>
          </a:p>
          <a:p>
            <a:pPr>
              <a:spcBef>
                <a:spcPts val="0"/>
              </a:spcBef>
            </a:pPr>
            <a:endParaRPr lang="en-US" sz="2000" b="1">
              <a:solidFill>
                <a:srgbClr val="555559"/>
              </a:solidFill>
            </a:endParaRPr>
          </a:p>
          <a:p>
            <a:pPr>
              <a:spcBef>
                <a:spcPts val="0"/>
              </a:spcBef>
            </a:pPr>
            <a:r>
              <a:rPr lang="en-US" sz="2000" b="1">
                <a:solidFill>
                  <a:srgbClr val="555559"/>
                </a:solidFill>
              </a:rPr>
              <a:t>MEDIUM ORANGE</a:t>
            </a:r>
          </a:p>
          <a:p>
            <a:pPr>
              <a:spcBef>
                <a:spcPts val="0"/>
              </a:spcBef>
            </a:pPr>
            <a:r>
              <a:rPr lang="en-US" sz="2000">
                <a:solidFill>
                  <a:srgbClr val="555559"/>
                </a:solidFill>
              </a:rPr>
              <a:t>Pantone® 1375 C</a:t>
            </a:r>
          </a:p>
          <a:p>
            <a:pPr>
              <a:spcBef>
                <a:spcPts val="0"/>
              </a:spcBef>
            </a:pPr>
            <a:r>
              <a:rPr lang="en-US" sz="2000">
                <a:solidFill>
                  <a:srgbClr val="555559"/>
                </a:solidFill>
              </a:rPr>
              <a:t>Process: C00 M45 Y96 K00</a:t>
            </a:r>
          </a:p>
          <a:p>
            <a:pPr>
              <a:spcBef>
                <a:spcPts val="0"/>
              </a:spcBef>
            </a:pPr>
            <a:r>
              <a:rPr lang="en-US" sz="2000">
                <a:solidFill>
                  <a:srgbClr val="555559"/>
                </a:solidFill>
              </a:rPr>
              <a:t>Screen: R255 G158 B22</a:t>
            </a:r>
          </a:p>
          <a:p>
            <a:pPr>
              <a:spcBef>
                <a:spcPts val="0"/>
              </a:spcBef>
            </a:pPr>
            <a:r>
              <a:rPr lang="en-US" sz="2000">
                <a:solidFill>
                  <a:srgbClr val="555559"/>
                </a:solidFill>
              </a:rPr>
              <a:t>Web: #FF9E16</a:t>
            </a:r>
          </a:p>
          <a:p>
            <a:pPr>
              <a:spcBef>
                <a:spcPts val="0"/>
              </a:spcBef>
            </a:pPr>
            <a:endParaRPr lang="en-US" sz="2000">
              <a:solidFill>
                <a:srgbClr val="555559"/>
              </a:solidFill>
            </a:endParaRPr>
          </a:p>
          <a:p>
            <a:pPr>
              <a:spcBef>
                <a:spcPts val="0"/>
              </a:spcBef>
            </a:pPr>
            <a:endParaRPr lang="en-US" sz="2000" b="1">
              <a:solidFill>
                <a:srgbClr val="555559"/>
              </a:solidFill>
            </a:endParaRPr>
          </a:p>
          <a:p>
            <a:pPr>
              <a:spcBef>
                <a:spcPts val="0"/>
              </a:spcBef>
            </a:pPr>
            <a:r>
              <a:rPr lang="en-US" sz="2000" b="1">
                <a:solidFill>
                  <a:srgbClr val="555559"/>
                </a:solidFill>
              </a:rPr>
              <a:t>RED</a:t>
            </a:r>
          </a:p>
          <a:p>
            <a:pPr>
              <a:spcBef>
                <a:spcPts val="0"/>
              </a:spcBef>
            </a:pPr>
            <a:r>
              <a:rPr lang="en-US" sz="2000">
                <a:solidFill>
                  <a:srgbClr val="555559"/>
                </a:solidFill>
              </a:rPr>
              <a:t>Pantone® 186 C</a:t>
            </a:r>
          </a:p>
          <a:p>
            <a:pPr>
              <a:spcBef>
                <a:spcPts val="0"/>
              </a:spcBef>
            </a:pPr>
            <a:r>
              <a:rPr lang="en-US" sz="2000">
                <a:solidFill>
                  <a:srgbClr val="555559"/>
                </a:solidFill>
              </a:rPr>
              <a:t>Process: C12 M100 Y91 K3</a:t>
            </a:r>
          </a:p>
          <a:p>
            <a:pPr>
              <a:spcBef>
                <a:spcPts val="0"/>
              </a:spcBef>
            </a:pPr>
            <a:r>
              <a:rPr lang="en-US" sz="2000">
                <a:solidFill>
                  <a:srgbClr val="555559"/>
                </a:solidFill>
              </a:rPr>
              <a:t>Screen: R207 G10 B44</a:t>
            </a:r>
          </a:p>
          <a:p>
            <a:pPr>
              <a:spcBef>
                <a:spcPts val="0"/>
              </a:spcBef>
            </a:pPr>
            <a:r>
              <a:rPr lang="en-US" sz="2000">
                <a:solidFill>
                  <a:srgbClr val="555559"/>
                </a:solidFill>
              </a:rPr>
              <a:t>Web: #CF0A2C</a:t>
            </a:r>
          </a:p>
          <a:p>
            <a:pPr>
              <a:spcBef>
                <a:spcPts val="0"/>
              </a:spcBef>
            </a:pPr>
            <a:endParaRPr lang="en-US" sz="2000">
              <a:solidFill>
                <a:srgbClr val="555559"/>
              </a:solidFill>
            </a:endParaRPr>
          </a:p>
          <a:p>
            <a:pPr>
              <a:spcBef>
                <a:spcPts val="0"/>
              </a:spcBef>
            </a:pPr>
            <a:endParaRPr lang="en-US" sz="2000">
              <a:solidFill>
                <a:srgbClr val="555559"/>
              </a:solidFill>
            </a:endParaRPr>
          </a:p>
          <a:p>
            <a:pPr>
              <a:spcBef>
                <a:spcPts val="0"/>
              </a:spcBef>
            </a:pPr>
            <a:endParaRPr lang="en-US" sz="2000" b="1">
              <a:solidFill>
                <a:srgbClr val="555559"/>
              </a:solidFill>
            </a:endParaRPr>
          </a:p>
          <a:p>
            <a:pPr>
              <a:spcBef>
                <a:spcPts val="0"/>
              </a:spcBef>
            </a:pPr>
            <a:r>
              <a:rPr lang="en-US" sz="2000" b="1">
                <a:solidFill>
                  <a:srgbClr val="555559"/>
                </a:solidFill>
              </a:rPr>
              <a:t>DARK RED</a:t>
            </a:r>
          </a:p>
          <a:p>
            <a:pPr>
              <a:spcBef>
                <a:spcPts val="0"/>
              </a:spcBef>
            </a:pPr>
            <a:r>
              <a:rPr lang="en-US" sz="2000">
                <a:solidFill>
                  <a:srgbClr val="555559"/>
                </a:solidFill>
              </a:rPr>
              <a:t>Pantone® 202 C</a:t>
            </a:r>
          </a:p>
          <a:p>
            <a:pPr>
              <a:spcBef>
                <a:spcPts val="0"/>
              </a:spcBef>
            </a:pPr>
            <a:r>
              <a:rPr lang="en-US" sz="2000">
                <a:solidFill>
                  <a:srgbClr val="555559"/>
                </a:solidFill>
              </a:rPr>
              <a:t>Process: C29 M96 Y76 K29</a:t>
            </a:r>
          </a:p>
          <a:p>
            <a:pPr>
              <a:spcBef>
                <a:spcPts val="0"/>
              </a:spcBef>
            </a:pPr>
            <a:r>
              <a:rPr lang="en-US" sz="2000">
                <a:solidFill>
                  <a:srgbClr val="555559"/>
                </a:solidFill>
              </a:rPr>
              <a:t>Screen: R139 G35 B50</a:t>
            </a:r>
          </a:p>
          <a:p>
            <a:pPr>
              <a:spcBef>
                <a:spcPts val="0"/>
              </a:spcBef>
            </a:pPr>
            <a:r>
              <a:rPr lang="en-US" sz="2000">
                <a:solidFill>
                  <a:srgbClr val="555559"/>
                </a:solidFill>
              </a:rPr>
              <a:t>Web: #8B2332</a:t>
            </a:r>
          </a:p>
          <a:p>
            <a:endParaRPr lang="en-US" sz="1050">
              <a:solidFill>
                <a:srgbClr val="555559"/>
              </a:solidFill>
            </a:endParaRPr>
          </a:p>
          <a:p>
            <a:endParaRPr lang="en-US" sz="1050">
              <a:solidFill>
                <a:srgbClr val="555559"/>
              </a:solidFill>
            </a:endParaRPr>
          </a:p>
          <a:p>
            <a:endParaRPr lang="en-US" sz="1050">
              <a:solidFill>
                <a:srgbClr val="555559"/>
              </a:solidFill>
            </a:endParaRPr>
          </a:p>
        </p:txBody>
      </p:sp>
      <p:pic>
        <p:nvPicPr>
          <p:cNvPr id="15" name="Picture 14">
            <a:extLst>
              <a:ext uri="{FF2B5EF4-FFF2-40B4-BE49-F238E27FC236}">
                <a16:creationId xmlns:a16="http://schemas.microsoft.com/office/drawing/2014/main" id="{F2091187-1A1B-FD1D-1052-0CCE2D3F7DDC}"/>
              </a:ext>
            </a:extLst>
          </p:cNvPr>
          <p:cNvPicPr>
            <a:picLocks noChangeAspect="1"/>
          </p:cNvPicPr>
          <p:nvPr/>
        </p:nvPicPr>
        <p:blipFill>
          <a:blip r:embed="rId2"/>
          <a:stretch>
            <a:fillRect/>
          </a:stretch>
        </p:blipFill>
        <p:spPr>
          <a:xfrm>
            <a:off x="6712286" y="5398727"/>
            <a:ext cx="15741314" cy="1550281"/>
          </a:xfrm>
          <a:prstGeom prst="rect">
            <a:avLst/>
          </a:prstGeom>
        </p:spPr>
      </p:pic>
      <p:pic>
        <p:nvPicPr>
          <p:cNvPr id="16" name="Picture 15">
            <a:extLst>
              <a:ext uri="{FF2B5EF4-FFF2-40B4-BE49-F238E27FC236}">
                <a16:creationId xmlns:a16="http://schemas.microsoft.com/office/drawing/2014/main" id="{59CA99F4-563E-E72B-DF3D-2EE3EC941797}"/>
              </a:ext>
            </a:extLst>
          </p:cNvPr>
          <p:cNvPicPr>
            <a:picLocks noChangeAspect="1"/>
          </p:cNvPicPr>
          <p:nvPr/>
        </p:nvPicPr>
        <p:blipFill>
          <a:blip r:embed="rId3"/>
          <a:stretch>
            <a:fillRect/>
          </a:stretch>
        </p:blipFill>
        <p:spPr>
          <a:xfrm>
            <a:off x="6712286" y="7930627"/>
            <a:ext cx="15741314" cy="1550281"/>
          </a:xfrm>
          <a:prstGeom prst="rect">
            <a:avLst/>
          </a:prstGeom>
        </p:spPr>
      </p:pic>
      <p:pic>
        <p:nvPicPr>
          <p:cNvPr id="17" name="Picture 16">
            <a:extLst>
              <a:ext uri="{FF2B5EF4-FFF2-40B4-BE49-F238E27FC236}">
                <a16:creationId xmlns:a16="http://schemas.microsoft.com/office/drawing/2014/main" id="{F250DAC0-CB3F-D849-08D5-FB69F448F2A5}"/>
              </a:ext>
            </a:extLst>
          </p:cNvPr>
          <p:cNvPicPr>
            <a:picLocks noChangeAspect="1"/>
          </p:cNvPicPr>
          <p:nvPr/>
        </p:nvPicPr>
        <p:blipFill>
          <a:blip r:embed="rId4"/>
          <a:stretch>
            <a:fillRect/>
          </a:stretch>
        </p:blipFill>
        <p:spPr>
          <a:xfrm>
            <a:off x="6712286" y="10200486"/>
            <a:ext cx="15741314" cy="1550281"/>
          </a:xfrm>
          <a:prstGeom prst="rect">
            <a:avLst/>
          </a:prstGeom>
        </p:spPr>
      </p:pic>
      <p:pic>
        <p:nvPicPr>
          <p:cNvPr id="18" name="Picture 17">
            <a:extLst>
              <a:ext uri="{FF2B5EF4-FFF2-40B4-BE49-F238E27FC236}">
                <a16:creationId xmlns:a16="http://schemas.microsoft.com/office/drawing/2014/main" id="{125E3CB6-EDE9-40D1-FEC0-B908F2F4F54B}"/>
              </a:ext>
            </a:extLst>
          </p:cNvPr>
          <p:cNvPicPr>
            <a:picLocks noChangeAspect="1"/>
          </p:cNvPicPr>
          <p:nvPr/>
        </p:nvPicPr>
        <p:blipFill>
          <a:blip r:embed="rId5"/>
          <a:stretch>
            <a:fillRect/>
          </a:stretch>
        </p:blipFill>
        <p:spPr>
          <a:xfrm>
            <a:off x="6712286" y="3002272"/>
            <a:ext cx="15697052" cy="1549152"/>
          </a:xfrm>
          <a:prstGeom prst="rect">
            <a:avLst/>
          </a:prstGeom>
        </p:spPr>
      </p:pic>
    </p:spTree>
    <p:extLst>
      <p:ext uri="{BB962C8B-B14F-4D97-AF65-F5344CB8AC3E}">
        <p14:creationId xmlns:p14="http://schemas.microsoft.com/office/powerpoint/2010/main" val="3117811076"/>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78C09C2-FB1E-1068-557C-280FB197F77A}"/>
              </a:ext>
            </a:extLst>
          </p:cNvPr>
          <p:cNvPicPr>
            <a:picLocks noChangeAspect="1"/>
          </p:cNvPicPr>
          <p:nvPr/>
        </p:nvPicPr>
        <p:blipFill>
          <a:blip r:embed="rId2"/>
          <a:stretch>
            <a:fillRect/>
          </a:stretch>
        </p:blipFill>
        <p:spPr>
          <a:xfrm>
            <a:off x="6712286" y="5830315"/>
            <a:ext cx="15741314" cy="1550281"/>
          </a:xfrm>
          <a:prstGeom prst="rect">
            <a:avLst/>
          </a:prstGeom>
        </p:spPr>
      </p:pic>
      <p:pic>
        <p:nvPicPr>
          <p:cNvPr id="19" name="Picture 18">
            <a:extLst>
              <a:ext uri="{FF2B5EF4-FFF2-40B4-BE49-F238E27FC236}">
                <a16:creationId xmlns:a16="http://schemas.microsoft.com/office/drawing/2014/main" id="{DC99508E-A0B6-9CD8-385B-FDB5FC9A79F8}"/>
              </a:ext>
            </a:extLst>
          </p:cNvPr>
          <p:cNvPicPr>
            <a:picLocks noChangeAspect="1"/>
          </p:cNvPicPr>
          <p:nvPr/>
        </p:nvPicPr>
        <p:blipFill>
          <a:blip r:embed="rId3"/>
          <a:stretch>
            <a:fillRect/>
          </a:stretch>
        </p:blipFill>
        <p:spPr>
          <a:xfrm>
            <a:off x="6671420" y="8079142"/>
            <a:ext cx="15782180" cy="1550280"/>
          </a:xfrm>
          <a:prstGeom prst="rect">
            <a:avLst/>
          </a:prstGeom>
        </p:spPr>
      </p:pic>
      <p:sp>
        <p:nvSpPr>
          <p:cNvPr id="2" name="Text Placeholder 1">
            <a:extLst>
              <a:ext uri="{FF2B5EF4-FFF2-40B4-BE49-F238E27FC236}">
                <a16:creationId xmlns:a16="http://schemas.microsoft.com/office/drawing/2014/main" id="{D15E8ADC-E04F-1E3A-C994-1C347C6FC167}"/>
              </a:ext>
            </a:extLst>
          </p:cNvPr>
          <p:cNvSpPr>
            <a:spLocks noGrp="1"/>
          </p:cNvSpPr>
          <p:nvPr>
            <p:ph type="body" sz="quarter" idx="24"/>
          </p:nvPr>
        </p:nvSpPr>
        <p:spPr/>
        <p:txBody>
          <a:bodyPr/>
          <a:lstStyle/>
          <a:p>
            <a:r>
              <a:rPr lang="en-US"/>
              <a:t>Font &amp; Corporate Color Scheme</a:t>
            </a:r>
          </a:p>
        </p:txBody>
      </p:sp>
      <p:sp>
        <p:nvSpPr>
          <p:cNvPr id="3" name="Text Placeholder 2">
            <a:extLst>
              <a:ext uri="{FF2B5EF4-FFF2-40B4-BE49-F238E27FC236}">
                <a16:creationId xmlns:a16="http://schemas.microsoft.com/office/drawing/2014/main" id="{D4668BFA-36DF-CB68-BFE0-BC10B84D7D52}"/>
              </a:ext>
            </a:extLst>
          </p:cNvPr>
          <p:cNvSpPr>
            <a:spLocks noGrp="1"/>
          </p:cNvSpPr>
          <p:nvPr>
            <p:ph type="body" sz="quarter" idx="25"/>
          </p:nvPr>
        </p:nvSpPr>
        <p:spPr/>
        <p:txBody>
          <a:bodyPr/>
          <a:lstStyle/>
          <a:p>
            <a:r>
              <a:rPr lang="en-US"/>
              <a:t>Guidelines - Secondary Color Scheme</a:t>
            </a:r>
          </a:p>
        </p:txBody>
      </p:sp>
      <p:sp>
        <p:nvSpPr>
          <p:cNvPr id="4" name="Footer Placeholder 3">
            <a:extLst>
              <a:ext uri="{FF2B5EF4-FFF2-40B4-BE49-F238E27FC236}">
                <a16:creationId xmlns:a16="http://schemas.microsoft.com/office/drawing/2014/main" id="{ADD9FC82-5A4E-BCFC-7532-8B9CB5C3B717}"/>
              </a:ext>
            </a:extLst>
          </p:cNvPr>
          <p:cNvSpPr>
            <a:spLocks noGrp="1"/>
          </p:cNvSpPr>
          <p:nvPr>
            <p:ph type="ftr" sz="quarter" idx="27"/>
          </p:nvPr>
        </p:nvSpPr>
        <p:spPr/>
        <p:txBody>
          <a:bodyPr/>
          <a:lstStyle/>
          <a:p>
            <a:r>
              <a:rPr lang="en-US"/>
              <a:t>2024 © Retail Consult - All rights reserved</a:t>
            </a:r>
          </a:p>
        </p:txBody>
      </p:sp>
      <p:sp>
        <p:nvSpPr>
          <p:cNvPr id="5" name="Slide Number Placeholder 4">
            <a:extLst>
              <a:ext uri="{FF2B5EF4-FFF2-40B4-BE49-F238E27FC236}">
                <a16:creationId xmlns:a16="http://schemas.microsoft.com/office/drawing/2014/main" id="{2BF6F47C-1A3D-D5D5-6F1D-8CCB987BEA8D}"/>
              </a:ext>
            </a:extLst>
          </p:cNvPr>
          <p:cNvSpPr>
            <a:spLocks noGrp="1"/>
          </p:cNvSpPr>
          <p:nvPr>
            <p:ph type="sldNum" sz="quarter" idx="28"/>
          </p:nvPr>
        </p:nvSpPr>
        <p:spPr/>
        <p:txBody>
          <a:bodyPr/>
          <a:lstStyle/>
          <a:p>
            <a:fld id="{9A4417C4-43A3-444C-837D-103BA5C8224B}" type="slidenum">
              <a:rPr lang="en-US" smtClean="0"/>
              <a:pPr/>
              <a:t>5</a:t>
            </a:fld>
            <a:endParaRPr lang="en-US"/>
          </a:p>
        </p:txBody>
      </p:sp>
      <p:sp>
        <p:nvSpPr>
          <p:cNvPr id="6" name="Text Placeholder 4">
            <a:extLst>
              <a:ext uri="{FF2B5EF4-FFF2-40B4-BE49-F238E27FC236}">
                <a16:creationId xmlns:a16="http://schemas.microsoft.com/office/drawing/2014/main" id="{49397A4A-D8EA-36F9-5A7D-49297ADE2779}"/>
              </a:ext>
            </a:extLst>
          </p:cNvPr>
          <p:cNvSpPr txBox="1">
            <a:spLocks/>
          </p:cNvSpPr>
          <p:nvPr/>
        </p:nvSpPr>
        <p:spPr>
          <a:xfrm>
            <a:off x="1427163" y="2522710"/>
            <a:ext cx="18391140" cy="9345440"/>
          </a:xfrm>
          <a:prstGeom prst="rect">
            <a:avLst/>
          </a:prstGeom>
        </p:spPr>
        <p:txBody>
          <a:bodyPr lIns="91440" tIns="45720" rIns="91440" bIns="45720" anchor="t">
            <a:noAutofit/>
          </a:bodyPr>
          <a:lstStyle>
            <a:lvl1pPr defTabSz="825500" eaLnBrk="1" hangingPunct="1">
              <a:spcBef>
                <a:spcPts val="5200"/>
              </a:spcBef>
              <a:defRPr sz="2200">
                <a:solidFill>
                  <a:srgbClr val="68718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endParaRPr lang="en-US" sz="1000">
              <a:solidFill>
                <a:srgbClr val="555559"/>
              </a:solidFill>
            </a:endParaRPr>
          </a:p>
          <a:p>
            <a:endParaRPr lang="en-US" sz="1000" b="1">
              <a:solidFill>
                <a:srgbClr val="555559"/>
              </a:solidFill>
            </a:endParaRPr>
          </a:p>
          <a:p>
            <a:pPr>
              <a:spcBef>
                <a:spcPts val="0"/>
              </a:spcBef>
            </a:pPr>
            <a:r>
              <a:rPr lang="en-US" sz="2000" b="1">
                <a:solidFill>
                  <a:srgbClr val="555559"/>
                </a:solidFill>
              </a:rPr>
              <a:t>DARK BLUE</a:t>
            </a:r>
          </a:p>
          <a:p>
            <a:pPr>
              <a:spcBef>
                <a:spcPts val="0"/>
              </a:spcBef>
            </a:pPr>
            <a:r>
              <a:rPr lang="en-US" sz="2000">
                <a:solidFill>
                  <a:srgbClr val="555559"/>
                </a:solidFill>
              </a:rPr>
              <a:t>Pantone® Coated 5395 C</a:t>
            </a:r>
          </a:p>
          <a:p>
            <a:pPr>
              <a:spcBef>
                <a:spcPts val="0"/>
              </a:spcBef>
            </a:pPr>
            <a:r>
              <a:rPr lang="en-US" sz="2000">
                <a:solidFill>
                  <a:srgbClr val="555559"/>
                </a:solidFill>
              </a:rPr>
              <a:t>Process C89 M73 Y56 K67</a:t>
            </a:r>
          </a:p>
          <a:p>
            <a:pPr>
              <a:spcBef>
                <a:spcPts val="0"/>
              </a:spcBef>
            </a:pPr>
            <a:r>
              <a:rPr lang="en-US" sz="2000">
                <a:solidFill>
                  <a:srgbClr val="555559"/>
                </a:solidFill>
              </a:rPr>
              <a:t>Screen R11 G31 B44</a:t>
            </a:r>
          </a:p>
          <a:p>
            <a:pPr>
              <a:spcBef>
                <a:spcPts val="0"/>
              </a:spcBef>
            </a:pPr>
            <a:r>
              <a:rPr lang="en-US" sz="2000">
                <a:solidFill>
                  <a:srgbClr val="555559"/>
                </a:solidFill>
              </a:rPr>
              <a:t>Web #0B1F2C</a:t>
            </a:r>
          </a:p>
          <a:p>
            <a:pPr>
              <a:spcBef>
                <a:spcPts val="0"/>
              </a:spcBef>
            </a:pPr>
            <a:endParaRPr lang="en-US" sz="2000">
              <a:solidFill>
                <a:srgbClr val="555559"/>
              </a:solidFill>
            </a:endParaRPr>
          </a:p>
          <a:p>
            <a:pPr>
              <a:spcBef>
                <a:spcPts val="0"/>
              </a:spcBef>
            </a:pPr>
            <a:endParaRPr lang="en-US" sz="1050">
              <a:solidFill>
                <a:srgbClr val="555559"/>
              </a:solidFill>
            </a:endParaRPr>
          </a:p>
          <a:p>
            <a:pPr>
              <a:spcBef>
                <a:spcPts val="0"/>
              </a:spcBef>
            </a:pPr>
            <a:endParaRPr lang="en-US" sz="1050">
              <a:solidFill>
                <a:srgbClr val="555559"/>
              </a:solidFill>
            </a:endParaRPr>
          </a:p>
          <a:p>
            <a:pPr>
              <a:spcBef>
                <a:spcPts val="0"/>
              </a:spcBef>
            </a:pPr>
            <a:endParaRPr lang="en-US" sz="1050">
              <a:solidFill>
                <a:srgbClr val="555559"/>
              </a:solidFill>
            </a:endParaRPr>
          </a:p>
          <a:p>
            <a:pPr>
              <a:spcBef>
                <a:spcPts val="0"/>
              </a:spcBef>
            </a:pPr>
            <a:endParaRPr lang="en-US" sz="1050">
              <a:solidFill>
                <a:srgbClr val="555559"/>
              </a:solidFill>
            </a:endParaRPr>
          </a:p>
          <a:p>
            <a:pPr>
              <a:spcBef>
                <a:spcPts val="0"/>
              </a:spcBef>
            </a:pPr>
            <a:r>
              <a:rPr lang="en-US" sz="2000" b="1">
                <a:solidFill>
                  <a:srgbClr val="555559"/>
                </a:solidFill>
              </a:rPr>
              <a:t>MEDIUM BLUE</a:t>
            </a:r>
          </a:p>
          <a:p>
            <a:pPr>
              <a:spcBef>
                <a:spcPts val="0"/>
              </a:spcBef>
            </a:pPr>
            <a:r>
              <a:rPr lang="en-US" sz="2000">
                <a:solidFill>
                  <a:srgbClr val="555559"/>
                </a:solidFill>
              </a:rPr>
              <a:t>Pantone® Coated 7545 C</a:t>
            </a:r>
          </a:p>
          <a:p>
            <a:pPr>
              <a:spcBef>
                <a:spcPts val="0"/>
              </a:spcBef>
            </a:pPr>
            <a:r>
              <a:rPr lang="en-US" sz="2000">
                <a:solidFill>
                  <a:srgbClr val="555559"/>
                </a:solidFill>
              </a:rPr>
              <a:t>Process C77 M60 Y44 K26</a:t>
            </a:r>
          </a:p>
          <a:p>
            <a:pPr>
              <a:spcBef>
                <a:spcPts val="0"/>
              </a:spcBef>
            </a:pPr>
            <a:r>
              <a:rPr lang="en-US" sz="2000">
                <a:solidFill>
                  <a:srgbClr val="555559"/>
                </a:solidFill>
              </a:rPr>
              <a:t>Screen R67 G83 B99</a:t>
            </a:r>
          </a:p>
          <a:p>
            <a:pPr>
              <a:spcBef>
                <a:spcPts val="0"/>
              </a:spcBef>
            </a:pPr>
            <a:r>
              <a:rPr lang="en-US" sz="2000">
                <a:solidFill>
                  <a:srgbClr val="555559"/>
                </a:solidFill>
              </a:rPr>
              <a:t>WEB #435363</a:t>
            </a:r>
          </a:p>
          <a:p>
            <a:pPr>
              <a:spcBef>
                <a:spcPts val="0"/>
              </a:spcBef>
            </a:pPr>
            <a:endParaRPr lang="en-US" sz="2000">
              <a:solidFill>
                <a:srgbClr val="555559"/>
              </a:solidFill>
            </a:endParaRPr>
          </a:p>
          <a:p>
            <a:pPr>
              <a:spcBef>
                <a:spcPts val="0"/>
              </a:spcBef>
            </a:pPr>
            <a:endParaRPr lang="en-US" sz="1050">
              <a:solidFill>
                <a:srgbClr val="555559"/>
              </a:solidFill>
            </a:endParaRPr>
          </a:p>
          <a:p>
            <a:pPr>
              <a:spcBef>
                <a:spcPts val="0"/>
              </a:spcBef>
            </a:pPr>
            <a:endParaRPr lang="en-US" sz="1050">
              <a:solidFill>
                <a:srgbClr val="555559"/>
              </a:solidFill>
            </a:endParaRPr>
          </a:p>
          <a:p>
            <a:pPr>
              <a:spcBef>
                <a:spcPts val="0"/>
              </a:spcBef>
            </a:pPr>
            <a:r>
              <a:rPr lang="en-US" sz="2000" b="1">
                <a:solidFill>
                  <a:srgbClr val="555559"/>
                </a:solidFill>
              </a:rPr>
              <a:t>BLUE</a:t>
            </a:r>
          </a:p>
          <a:p>
            <a:pPr>
              <a:spcBef>
                <a:spcPts val="0"/>
              </a:spcBef>
            </a:pPr>
            <a:r>
              <a:rPr lang="en-US" sz="2000">
                <a:solidFill>
                  <a:srgbClr val="555559"/>
                </a:solidFill>
              </a:rPr>
              <a:t>Pantone® Coated 5425 C</a:t>
            </a:r>
          </a:p>
          <a:p>
            <a:pPr>
              <a:spcBef>
                <a:spcPts val="0"/>
              </a:spcBef>
            </a:pPr>
            <a:r>
              <a:rPr lang="en-US" sz="2000">
                <a:solidFill>
                  <a:srgbClr val="555559"/>
                </a:solidFill>
              </a:rPr>
              <a:t>Process C55 M32 Y24 K00</a:t>
            </a:r>
          </a:p>
          <a:p>
            <a:pPr>
              <a:spcBef>
                <a:spcPts val="0"/>
              </a:spcBef>
            </a:pPr>
            <a:r>
              <a:rPr lang="en-US" sz="2000">
                <a:solidFill>
                  <a:srgbClr val="555559"/>
                </a:solidFill>
              </a:rPr>
              <a:t>Screen R124 G152 B171</a:t>
            </a:r>
          </a:p>
          <a:p>
            <a:pPr>
              <a:spcBef>
                <a:spcPts val="0"/>
              </a:spcBef>
            </a:pPr>
            <a:r>
              <a:rPr lang="en-US" sz="2000">
                <a:solidFill>
                  <a:srgbClr val="555559"/>
                </a:solidFill>
                <a:latin typeface="Neo Tech Std"/>
              </a:rPr>
              <a:t>WEB #7C98AB</a:t>
            </a:r>
            <a:endParaRPr lang="en-US" sz="2000">
              <a:solidFill>
                <a:srgbClr val="555559"/>
              </a:solidFill>
            </a:endParaRPr>
          </a:p>
          <a:p>
            <a:pPr>
              <a:spcBef>
                <a:spcPts val="0"/>
              </a:spcBef>
            </a:pPr>
            <a:endParaRPr lang="en-US" sz="2000">
              <a:solidFill>
                <a:srgbClr val="555559"/>
              </a:solidFill>
            </a:endParaRPr>
          </a:p>
          <a:p>
            <a:pPr>
              <a:spcBef>
                <a:spcPts val="0"/>
              </a:spcBef>
            </a:pPr>
            <a:endParaRPr lang="en-US" sz="2000">
              <a:solidFill>
                <a:srgbClr val="555559"/>
              </a:solidFill>
            </a:endParaRPr>
          </a:p>
          <a:p>
            <a:pPr>
              <a:spcBef>
                <a:spcPts val="0"/>
              </a:spcBef>
            </a:pPr>
            <a:r>
              <a:rPr lang="en-US" sz="2000" b="1">
                <a:solidFill>
                  <a:srgbClr val="555559"/>
                </a:solidFill>
              </a:rPr>
              <a:t>LIGHT BLUE</a:t>
            </a:r>
          </a:p>
          <a:p>
            <a:pPr>
              <a:spcBef>
                <a:spcPts val="0"/>
              </a:spcBef>
            </a:pPr>
            <a:r>
              <a:rPr lang="en-US" sz="2000">
                <a:solidFill>
                  <a:srgbClr val="555559"/>
                </a:solidFill>
              </a:rPr>
              <a:t>Pantone® Coated 5455 C</a:t>
            </a:r>
          </a:p>
          <a:p>
            <a:pPr>
              <a:spcBef>
                <a:spcPts val="0"/>
              </a:spcBef>
            </a:pPr>
            <a:r>
              <a:rPr lang="en-US" sz="2000">
                <a:solidFill>
                  <a:srgbClr val="555559"/>
                </a:solidFill>
              </a:rPr>
              <a:t>Process C24 M13 Y11 K00</a:t>
            </a:r>
          </a:p>
          <a:p>
            <a:pPr>
              <a:spcBef>
                <a:spcPts val="0"/>
              </a:spcBef>
            </a:pPr>
            <a:r>
              <a:rPr lang="en-US" sz="2000">
                <a:solidFill>
                  <a:srgbClr val="555559"/>
                </a:solidFill>
              </a:rPr>
              <a:t>Screen R192 G205 B213</a:t>
            </a:r>
          </a:p>
          <a:p>
            <a:pPr>
              <a:spcBef>
                <a:spcPts val="0"/>
              </a:spcBef>
            </a:pPr>
            <a:r>
              <a:rPr lang="en-US" sz="2000">
                <a:solidFill>
                  <a:srgbClr val="555559"/>
                </a:solidFill>
              </a:rPr>
              <a:t>WEB #C0CDD5</a:t>
            </a:r>
          </a:p>
          <a:p>
            <a:pPr>
              <a:spcBef>
                <a:spcPts val="0"/>
              </a:spcBef>
            </a:pPr>
            <a:endParaRPr lang="en-US" sz="2000">
              <a:solidFill>
                <a:srgbClr val="555559"/>
              </a:solidFill>
            </a:endParaRPr>
          </a:p>
          <a:p>
            <a:pPr>
              <a:spcBef>
                <a:spcPts val="0"/>
              </a:spcBef>
            </a:pPr>
            <a:endParaRPr lang="en-US" sz="1050">
              <a:solidFill>
                <a:srgbClr val="555559"/>
              </a:solidFill>
            </a:endParaRPr>
          </a:p>
          <a:p>
            <a:endParaRPr lang="en-US" sz="1050">
              <a:solidFill>
                <a:srgbClr val="555559"/>
              </a:solidFill>
            </a:endParaRPr>
          </a:p>
          <a:p>
            <a:endParaRPr lang="en-US" sz="1050">
              <a:solidFill>
                <a:srgbClr val="555559"/>
              </a:solidFill>
            </a:endParaRPr>
          </a:p>
        </p:txBody>
      </p:sp>
      <p:pic>
        <p:nvPicPr>
          <p:cNvPr id="8" name="Picture 7">
            <a:extLst>
              <a:ext uri="{FF2B5EF4-FFF2-40B4-BE49-F238E27FC236}">
                <a16:creationId xmlns:a16="http://schemas.microsoft.com/office/drawing/2014/main" id="{45A30521-3477-A8EB-BC13-F72F0CF7D6EB}"/>
              </a:ext>
            </a:extLst>
          </p:cNvPr>
          <p:cNvPicPr>
            <a:picLocks noChangeAspect="1"/>
          </p:cNvPicPr>
          <p:nvPr/>
        </p:nvPicPr>
        <p:blipFill>
          <a:blip r:embed="rId4"/>
          <a:stretch>
            <a:fillRect/>
          </a:stretch>
        </p:blipFill>
        <p:spPr>
          <a:xfrm>
            <a:off x="6712286" y="3401372"/>
            <a:ext cx="15741314" cy="1550281"/>
          </a:xfrm>
          <a:prstGeom prst="rect">
            <a:avLst/>
          </a:prstGeom>
        </p:spPr>
      </p:pic>
      <p:pic>
        <p:nvPicPr>
          <p:cNvPr id="21" name="Picture 20">
            <a:extLst>
              <a:ext uri="{FF2B5EF4-FFF2-40B4-BE49-F238E27FC236}">
                <a16:creationId xmlns:a16="http://schemas.microsoft.com/office/drawing/2014/main" id="{E67C215F-00AB-8339-4D34-AFDA892790EE}"/>
              </a:ext>
            </a:extLst>
          </p:cNvPr>
          <p:cNvPicPr>
            <a:picLocks noChangeAspect="1"/>
          </p:cNvPicPr>
          <p:nvPr/>
        </p:nvPicPr>
        <p:blipFill>
          <a:blip r:embed="rId5"/>
          <a:stretch>
            <a:fillRect/>
          </a:stretch>
        </p:blipFill>
        <p:spPr>
          <a:xfrm>
            <a:off x="6671419" y="10275258"/>
            <a:ext cx="15782181" cy="1545232"/>
          </a:xfrm>
          <a:prstGeom prst="rect">
            <a:avLst/>
          </a:prstGeom>
        </p:spPr>
      </p:pic>
    </p:spTree>
    <p:extLst>
      <p:ext uri="{BB962C8B-B14F-4D97-AF65-F5344CB8AC3E}">
        <p14:creationId xmlns:p14="http://schemas.microsoft.com/office/powerpoint/2010/main" val="2236475873"/>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01D5C04-3864-F2BE-FD34-B9F16542DA80}"/>
              </a:ext>
            </a:extLst>
          </p:cNvPr>
          <p:cNvSpPr>
            <a:spLocks noGrp="1"/>
          </p:cNvSpPr>
          <p:nvPr>
            <p:ph type="ftr" sz="quarter" idx="26"/>
          </p:nvPr>
        </p:nvSpPr>
        <p:spPr/>
        <p:txBody>
          <a:bodyPr/>
          <a:lstStyle/>
          <a:p>
            <a:r>
              <a:rPr lang="en-US"/>
              <a:t>2024 © Retail Consult - All rights reserved</a:t>
            </a:r>
          </a:p>
        </p:txBody>
      </p:sp>
      <p:sp>
        <p:nvSpPr>
          <p:cNvPr id="4" name="Slide Number Placeholder 3">
            <a:extLst>
              <a:ext uri="{FF2B5EF4-FFF2-40B4-BE49-F238E27FC236}">
                <a16:creationId xmlns:a16="http://schemas.microsoft.com/office/drawing/2014/main" id="{1DBB9AEC-FCBA-BC91-A703-6D973A1C5C9E}"/>
              </a:ext>
            </a:extLst>
          </p:cNvPr>
          <p:cNvSpPr>
            <a:spLocks noGrp="1"/>
          </p:cNvSpPr>
          <p:nvPr>
            <p:ph type="sldNum" sz="quarter" idx="27"/>
          </p:nvPr>
        </p:nvSpPr>
        <p:spPr/>
        <p:txBody>
          <a:bodyPr/>
          <a:lstStyle/>
          <a:p>
            <a:fld id="{9A4417C4-43A3-444C-837D-103BA5C8224B}" type="slidenum">
              <a:rPr lang="en-US" smtClean="0"/>
              <a:pPr/>
              <a:t>6</a:t>
            </a:fld>
            <a:endParaRPr lang="en-US"/>
          </a:p>
        </p:txBody>
      </p:sp>
      <p:sp>
        <p:nvSpPr>
          <p:cNvPr id="5" name="Text Placeholder 4">
            <a:extLst>
              <a:ext uri="{FF2B5EF4-FFF2-40B4-BE49-F238E27FC236}">
                <a16:creationId xmlns:a16="http://schemas.microsoft.com/office/drawing/2014/main" id="{A1CAF1F4-46E1-C691-DB73-DC8A97C4737B}"/>
              </a:ext>
            </a:extLst>
          </p:cNvPr>
          <p:cNvSpPr>
            <a:spLocks noGrp="1"/>
          </p:cNvSpPr>
          <p:nvPr>
            <p:ph type="body" sz="quarter" idx="24"/>
          </p:nvPr>
        </p:nvSpPr>
        <p:spPr/>
        <p:txBody>
          <a:bodyPr/>
          <a:lstStyle/>
          <a:p>
            <a:r>
              <a:rPr lang="en-US"/>
              <a:t>Template Composition</a:t>
            </a:r>
          </a:p>
        </p:txBody>
      </p:sp>
      <p:sp>
        <p:nvSpPr>
          <p:cNvPr id="6" name="Text Placeholder 5">
            <a:extLst>
              <a:ext uri="{FF2B5EF4-FFF2-40B4-BE49-F238E27FC236}">
                <a16:creationId xmlns:a16="http://schemas.microsoft.com/office/drawing/2014/main" id="{15F5856E-B29E-DC01-626B-EBC4BB34B48A}"/>
              </a:ext>
            </a:extLst>
          </p:cNvPr>
          <p:cNvSpPr>
            <a:spLocks noGrp="1"/>
          </p:cNvSpPr>
          <p:nvPr>
            <p:ph type="body" sz="quarter" idx="25"/>
          </p:nvPr>
        </p:nvSpPr>
        <p:spPr/>
        <p:txBody>
          <a:bodyPr/>
          <a:lstStyle/>
          <a:p>
            <a:r>
              <a:rPr lang="en-US"/>
              <a:t>Guidelines</a:t>
            </a:r>
          </a:p>
        </p:txBody>
      </p:sp>
      <p:sp>
        <p:nvSpPr>
          <p:cNvPr id="12" name="AutoShape 1" descr="Rectangle: Rounded Corners 47">
            <a:extLst>
              <a:ext uri="{FF2B5EF4-FFF2-40B4-BE49-F238E27FC236}">
                <a16:creationId xmlns:a16="http://schemas.microsoft.com/office/drawing/2014/main" id="{6926EFB7-B9E9-4AF1-D934-B30A516583BA}"/>
              </a:ext>
            </a:extLst>
          </p:cNvPr>
          <p:cNvSpPr>
            <a:spLocks/>
          </p:cNvSpPr>
          <p:nvPr/>
        </p:nvSpPr>
        <p:spPr bwMode="auto">
          <a:xfrm>
            <a:off x="5644942" y="4965700"/>
            <a:ext cx="16808658" cy="6902450"/>
          </a:xfrm>
          <a:prstGeom prst="roundRect">
            <a:avLst>
              <a:gd name="adj" fmla="val 2977"/>
            </a:avLst>
          </a:prstGeom>
          <a:solidFill>
            <a:srgbClr val="FF6B00"/>
          </a:solidFill>
          <a:ln>
            <a:noFill/>
          </a:ln>
          <a:effectLst/>
        </p:spPr>
        <p:txBody>
          <a:bodyPr tIns="91440" bIns="91440" anchor="ctr"/>
          <a:lstStyle/>
          <a:p>
            <a:pPr algn="ctr"/>
            <a:endParaRPr lang="en-US" altLang="en-US">
              <a:solidFill>
                <a:srgbClr val="FFFFFF"/>
              </a:solidFill>
            </a:endParaRPr>
          </a:p>
        </p:txBody>
      </p:sp>
      <p:sp>
        <p:nvSpPr>
          <p:cNvPr id="2" name="Text Placeholder 1">
            <a:extLst>
              <a:ext uri="{FF2B5EF4-FFF2-40B4-BE49-F238E27FC236}">
                <a16:creationId xmlns:a16="http://schemas.microsoft.com/office/drawing/2014/main" id="{62F37F58-270F-81F2-9EB7-D25A64B81F0E}"/>
              </a:ext>
            </a:extLst>
          </p:cNvPr>
          <p:cNvSpPr>
            <a:spLocks noGrp="1"/>
          </p:cNvSpPr>
          <p:nvPr>
            <p:ph type="body" sz="quarter" idx="14"/>
          </p:nvPr>
        </p:nvSpPr>
        <p:spPr>
          <a:xfrm>
            <a:off x="7378906" y="7173847"/>
            <a:ext cx="14795294" cy="2875852"/>
          </a:xfrm>
        </p:spPr>
        <p:txBody>
          <a:bodyPr/>
          <a:lstStyle/>
          <a:p>
            <a:pPr marL="0" indent="0">
              <a:buNone/>
            </a:pPr>
            <a:r>
              <a:rPr lang="en-US">
                <a:solidFill>
                  <a:schemeClr val="bg1"/>
                </a:solidFill>
              </a:rPr>
              <a:t>This PowerPoint Document is divided into sections as shown in the image on the left. Each section refers to template slides that you can use for whatever purpose you need. To view them, simply click on the triangular icon next to the section name.</a:t>
            </a:r>
          </a:p>
        </p:txBody>
      </p:sp>
      <p:grpSp>
        <p:nvGrpSpPr>
          <p:cNvPr id="9" name="Group 8">
            <a:extLst>
              <a:ext uri="{FF2B5EF4-FFF2-40B4-BE49-F238E27FC236}">
                <a16:creationId xmlns:a16="http://schemas.microsoft.com/office/drawing/2014/main" id="{70DB7396-3621-FAA7-D1AA-DA2919C4759C}"/>
              </a:ext>
            </a:extLst>
          </p:cNvPr>
          <p:cNvGrpSpPr/>
          <p:nvPr/>
        </p:nvGrpSpPr>
        <p:grpSpPr>
          <a:xfrm>
            <a:off x="2209800" y="3041650"/>
            <a:ext cx="4878403" cy="8532638"/>
            <a:chOff x="7851408" y="3041650"/>
            <a:chExt cx="4878403" cy="8532638"/>
          </a:xfrm>
        </p:grpSpPr>
        <p:pic>
          <p:nvPicPr>
            <p:cNvPr id="8" name="Picture 7">
              <a:extLst>
                <a:ext uri="{FF2B5EF4-FFF2-40B4-BE49-F238E27FC236}">
                  <a16:creationId xmlns:a16="http://schemas.microsoft.com/office/drawing/2014/main" id="{11C2C8B6-61C6-0619-496F-3D6760ED50C8}"/>
                </a:ext>
              </a:extLst>
            </p:cNvPr>
            <p:cNvPicPr>
              <a:picLocks noChangeAspect="1"/>
            </p:cNvPicPr>
            <p:nvPr/>
          </p:nvPicPr>
          <p:blipFill>
            <a:blip r:embed="rId2"/>
            <a:stretch>
              <a:fillRect/>
            </a:stretch>
          </p:blipFill>
          <p:spPr>
            <a:xfrm>
              <a:off x="7851408" y="3041650"/>
              <a:ext cx="4878403" cy="8532638"/>
            </a:xfrm>
            <a:prstGeom prst="rect">
              <a:avLst/>
            </a:prstGeom>
          </p:spPr>
        </p:pic>
        <p:sp>
          <p:nvSpPr>
            <p:cNvPr id="11" name="Oval 10">
              <a:extLst>
                <a:ext uri="{FF2B5EF4-FFF2-40B4-BE49-F238E27FC236}">
                  <a16:creationId xmlns:a16="http://schemas.microsoft.com/office/drawing/2014/main" id="{1F3842DF-3741-679A-7E81-5FCE02D5C5F9}"/>
                </a:ext>
              </a:extLst>
            </p:cNvPr>
            <p:cNvSpPr/>
            <p:nvPr/>
          </p:nvSpPr>
          <p:spPr>
            <a:xfrm>
              <a:off x="7957175" y="4605415"/>
              <a:ext cx="313405" cy="313405"/>
            </a:xfrm>
            <a:prstGeom prst="ellipse">
              <a:avLst/>
            </a:prstGeom>
            <a:noFill/>
            <a:ln w="44450" cap="flat">
              <a:solidFill>
                <a:schemeClr val="accent1"/>
              </a:solid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grpSp>
    </p:spTree>
    <p:extLst>
      <p:ext uri="{BB962C8B-B14F-4D97-AF65-F5344CB8AC3E}">
        <p14:creationId xmlns:p14="http://schemas.microsoft.com/office/powerpoint/2010/main" val="576733015"/>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4CB2C3C-50AE-C4E3-5E37-3A0A1E4F3F87}"/>
              </a:ext>
            </a:extLst>
          </p:cNvPr>
          <p:cNvSpPr>
            <a:spLocks noGrp="1"/>
          </p:cNvSpPr>
          <p:nvPr>
            <p:ph type="body" sz="quarter" idx="24"/>
          </p:nvPr>
        </p:nvSpPr>
        <p:spPr/>
        <p:txBody>
          <a:bodyPr/>
          <a:lstStyle/>
          <a:p>
            <a:r>
              <a:rPr lang="en-US"/>
              <a:t>Template Composition</a:t>
            </a:r>
          </a:p>
        </p:txBody>
      </p:sp>
      <p:sp>
        <p:nvSpPr>
          <p:cNvPr id="3" name="Text Placeholder 2">
            <a:extLst>
              <a:ext uri="{FF2B5EF4-FFF2-40B4-BE49-F238E27FC236}">
                <a16:creationId xmlns:a16="http://schemas.microsoft.com/office/drawing/2014/main" id="{75DFDE7B-3E38-C1B7-C033-8E427EBBF5DE}"/>
              </a:ext>
            </a:extLst>
          </p:cNvPr>
          <p:cNvSpPr>
            <a:spLocks noGrp="1"/>
          </p:cNvSpPr>
          <p:nvPr>
            <p:ph type="body" sz="quarter" idx="25"/>
          </p:nvPr>
        </p:nvSpPr>
        <p:spPr/>
        <p:txBody>
          <a:bodyPr/>
          <a:lstStyle/>
          <a:p>
            <a:r>
              <a:rPr lang="en-US"/>
              <a:t>Guide to inserting images in placeholder shapes</a:t>
            </a:r>
          </a:p>
        </p:txBody>
      </p:sp>
      <p:sp>
        <p:nvSpPr>
          <p:cNvPr id="4" name="Footer Placeholder 3">
            <a:extLst>
              <a:ext uri="{FF2B5EF4-FFF2-40B4-BE49-F238E27FC236}">
                <a16:creationId xmlns:a16="http://schemas.microsoft.com/office/drawing/2014/main" id="{F118966F-6A7E-DB42-2547-F8632F36C9D1}"/>
              </a:ext>
            </a:extLst>
          </p:cNvPr>
          <p:cNvSpPr>
            <a:spLocks noGrp="1"/>
          </p:cNvSpPr>
          <p:nvPr>
            <p:ph type="ftr" sz="quarter" idx="27"/>
          </p:nvPr>
        </p:nvSpPr>
        <p:spPr>
          <a:xfrm>
            <a:off x="1427163" y="13014251"/>
            <a:ext cx="9957735" cy="730250"/>
          </a:xfrm>
        </p:spPr>
        <p:txBody>
          <a:bodyPr/>
          <a:lstStyle/>
          <a:p>
            <a:r>
              <a:rPr lang="en-US"/>
              <a:t>2024 © Retail Consult - All rights reserved</a:t>
            </a:r>
          </a:p>
        </p:txBody>
      </p:sp>
      <p:sp>
        <p:nvSpPr>
          <p:cNvPr id="5" name="Slide Number Placeholder 4">
            <a:extLst>
              <a:ext uri="{FF2B5EF4-FFF2-40B4-BE49-F238E27FC236}">
                <a16:creationId xmlns:a16="http://schemas.microsoft.com/office/drawing/2014/main" id="{A726C5DB-1C47-D6B2-BC86-FAE71938DA3D}"/>
              </a:ext>
            </a:extLst>
          </p:cNvPr>
          <p:cNvSpPr>
            <a:spLocks noGrp="1"/>
          </p:cNvSpPr>
          <p:nvPr>
            <p:ph type="sldNum" sz="quarter" idx="28"/>
          </p:nvPr>
        </p:nvSpPr>
        <p:spPr/>
        <p:txBody>
          <a:bodyPr/>
          <a:lstStyle/>
          <a:p>
            <a:fld id="{9A4417C4-43A3-444C-837D-103BA5C8224B}" type="slidenum">
              <a:rPr lang="en-US" smtClean="0"/>
              <a:pPr/>
              <a:t>7</a:t>
            </a:fld>
            <a:endParaRPr lang="en-US"/>
          </a:p>
        </p:txBody>
      </p:sp>
      <p:grpSp>
        <p:nvGrpSpPr>
          <p:cNvPr id="14" name="Group 13">
            <a:extLst>
              <a:ext uri="{FF2B5EF4-FFF2-40B4-BE49-F238E27FC236}">
                <a16:creationId xmlns:a16="http://schemas.microsoft.com/office/drawing/2014/main" id="{8E8561DE-07AA-4FAF-539D-421139A62820}"/>
              </a:ext>
            </a:extLst>
          </p:cNvPr>
          <p:cNvGrpSpPr/>
          <p:nvPr/>
        </p:nvGrpSpPr>
        <p:grpSpPr>
          <a:xfrm>
            <a:off x="1458466" y="3135303"/>
            <a:ext cx="5316407" cy="9617172"/>
            <a:chOff x="1333774" y="2266590"/>
            <a:chExt cx="8037592" cy="11283873"/>
          </a:xfrm>
        </p:grpSpPr>
        <p:sp>
          <p:nvSpPr>
            <p:cNvPr id="15" name="AutoShape 2" descr="Rectangle: Rounded Corners 22">
              <a:extLst>
                <a:ext uri="{FF2B5EF4-FFF2-40B4-BE49-F238E27FC236}">
                  <a16:creationId xmlns:a16="http://schemas.microsoft.com/office/drawing/2014/main" id="{7B4CC009-6D41-D525-4B33-3BDFE4B893BD}"/>
                </a:ext>
              </a:extLst>
            </p:cNvPr>
            <p:cNvSpPr>
              <a:spLocks/>
            </p:cNvSpPr>
            <p:nvPr userDrawn="1"/>
          </p:nvSpPr>
          <p:spPr bwMode="auto">
            <a:xfrm>
              <a:off x="1333774" y="2266590"/>
              <a:ext cx="8037592" cy="11283873"/>
            </a:xfrm>
            <a:prstGeom prst="roundRect">
              <a:avLst>
                <a:gd name="adj" fmla="val 5491"/>
              </a:avLst>
            </a:prstGeom>
            <a:solidFill>
              <a:srgbClr val="FFFFFF"/>
            </a:solidFill>
            <a:ln>
              <a:noFill/>
            </a:ln>
            <a:effectLst>
              <a:outerShdw blurRad="787400" dist="101600" dir="5400000" algn="ctr" rotWithShape="0">
                <a:srgbClr val="000000">
                  <a:alpha val="25000"/>
                </a:srgbClr>
              </a:outerShdw>
            </a:effectLst>
            <a:extLst>
              <a:ext uri="{91240B29-F687-4F45-9708-019B960494DF}">
                <a14:hiddenLine xmlns:a14="http://schemas.microsoft.com/office/drawing/2010/main" w="25400" cap="flat" cmpd="sng">
                  <a:solidFill>
                    <a:srgbClr val="000000"/>
                  </a:solidFill>
                  <a:prstDash val="solid"/>
                  <a:miter lim="400000"/>
                  <a:headEnd type="none" w="med" len="med"/>
                  <a:tailEnd type="none" w="med" len="med"/>
                </a14:hiddenLine>
              </a:ext>
            </a:extLst>
          </p:spPr>
          <p:txBody>
            <a:bodyPr tIns="91440" bIns="91440" anchor="ctr"/>
            <a:lstStyle/>
            <a:p>
              <a:pPr algn="ctr"/>
              <a:r>
                <a:rPr lang="en-US" altLang="en-US">
                  <a:solidFill>
                    <a:srgbClr val="FFFFFF"/>
                  </a:solidFill>
                </a:rPr>
                <a:t>z</a:t>
              </a:r>
            </a:p>
          </p:txBody>
        </p:sp>
        <p:sp>
          <p:nvSpPr>
            <p:cNvPr id="16" name="Rectangle: Top Corners Rounded 15">
              <a:extLst>
                <a:ext uri="{FF2B5EF4-FFF2-40B4-BE49-F238E27FC236}">
                  <a16:creationId xmlns:a16="http://schemas.microsoft.com/office/drawing/2014/main" id="{1F51C6E5-7332-6EFE-E700-FD42F48B6461}"/>
                </a:ext>
              </a:extLst>
            </p:cNvPr>
            <p:cNvSpPr/>
            <p:nvPr userDrawn="1"/>
          </p:nvSpPr>
          <p:spPr>
            <a:xfrm rot="10800000">
              <a:off x="1333774" y="11680218"/>
              <a:ext cx="8037592" cy="1870245"/>
            </a:xfrm>
            <a:prstGeom prst="round2SameRect">
              <a:avLst/>
            </a:prstGeom>
            <a:solidFill>
              <a:srgbClr val="FF6B00"/>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grpSp>
      <p:sp>
        <p:nvSpPr>
          <p:cNvPr id="21" name="Text Placeholder 29">
            <a:extLst>
              <a:ext uri="{FF2B5EF4-FFF2-40B4-BE49-F238E27FC236}">
                <a16:creationId xmlns:a16="http://schemas.microsoft.com/office/drawing/2014/main" id="{62D8EE80-206D-ACA8-3A78-0F8A6ADE7DB4}"/>
              </a:ext>
            </a:extLst>
          </p:cNvPr>
          <p:cNvSpPr txBox="1">
            <a:spLocks/>
          </p:cNvSpPr>
          <p:nvPr/>
        </p:nvSpPr>
        <p:spPr>
          <a:xfrm>
            <a:off x="1884205" y="3513576"/>
            <a:ext cx="4225650" cy="1640315"/>
          </a:xfrm>
          <a:prstGeom prst="rect">
            <a:avLst/>
          </a:prstGeom>
        </p:spPr>
        <p:txBody>
          <a:bodyPr/>
          <a:lstStyle>
            <a:lvl1pPr algn="l" defTabSz="825500" eaLnBrk="1" hangingPunct="1">
              <a:spcBef>
                <a:spcPts val="5200"/>
              </a:spcBef>
              <a:defRPr sz="4400" b="1">
                <a:solidFill>
                  <a:srgbClr val="555559"/>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Image </a:t>
            </a:r>
          </a:p>
          <a:p>
            <a:pPr>
              <a:spcBef>
                <a:spcPts val="0"/>
              </a:spcBef>
            </a:pPr>
            <a:r>
              <a:rPr lang="en-US"/>
              <a:t>Placeholders</a:t>
            </a:r>
            <a:endParaRPr lang="en-US">
              <a:solidFill>
                <a:schemeClr val="accent1"/>
              </a:solidFill>
            </a:endParaRPr>
          </a:p>
        </p:txBody>
      </p:sp>
      <p:sp>
        <p:nvSpPr>
          <p:cNvPr id="22" name="Text Placeholder 22">
            <a:extLst>
              <a:ext uri="{FF2B5EF4-FFF2-40B4-BE49-F238E27FC236}">
                <a16:creationId xmlns:a16="http://schemas.microsoft.com/office/drawing/2014/main" id="{6D19336F-8E07-6271-60D9-37F823507820}"/>
              </a:ext>
            </a:extLst>
          </p:cNvPr>
          <p:cNvSpPr txBox="1">
            <a:spLocks/>
          </p:cNvSpPr>
          <p:nvPr/>
        </p:nvSpPr>
        <p:spPr>
          <a:xfrm>
            <a:off x="1884205" y="5832189"/>
            <a:ext cx="4641286" cy="4523300"/>
          </a:xfrm>
          <a:prstGeom prst="rect">
            <a:avLst/>
          </a:prstGeom>
        </p:spPr>
        <p:txBody>
          <a:bodyPr/>
          <a:lstStyle>
            <a:lvl1pPr algn="l"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Image placeholders are pre-created shapes in which you can easily add your images or pictograms quickly and easily! </a:t>
            </a:r>
          </a:p>
          <a:p>
            <a:pPr>
              <a:spcBef>
                <a:spcPts val="0"/>
              </a:spcBef>
            </a:pPr>
            <a:endParaRPr lang="en-US"/>
          </a:p>
          <a:p>
            <a:pPr>
              <a:spcBef>
                <a:spcPts val="0"/>
              </a:spcBef>
            </a:pPr>
            <a:endParaRPr lang="en-US"/>
          </a:p>
          <a:p>
            <a:pPr>
              <a:spcBef>
                <a:spcPts val="0"/>
              </a:spcBef>
            </a:pPr>
            <a:r>
              <a:rPr lang="en-US" b="1">
                <a:solidFill>
                  <a:schemeClr val="accent1"/>
                </a:solidFill>
              </a:rPr>
              <a:t>How?</a:t>
            </a:r>
          </a:p>
          <a:p>
            <a:pPr>
              <a:spcBef>
                <a:spcPts val="0"/>
              </a:spcBef>
            </a:pPr>
            <a:r>
              <a:rPr lang="en-US"/>
              <a:t>Just click on the image icon and insert the image you want.</a:t>
            </a:r>
          </a:p>
        </p:txBody>
      </p:sp>
      <p:pic>
        <p:nvPicPr>
          <p:cNvPr id="7" name="Picture 6">
            <a:extLst>
              <a:ext uri="{FF2B5EF4-FFF2-40B4-BE49-F238E27FC236}">
                <a16:creationId xmlns:a16="http://schemas.microsoft.com/office/drawing/2014/main" id="{1155A46A-AE77-F6C6-FACA-849BC3D5FA8C}"/>
              </a:ext>
            </a:extLst>
          </p:cNvPr>
          <p:cNvPicPr>
            <a:picLocks noChangeAspect="1"/>
          </p:cNvPicPr>
          <p:nvPr/>
        </p:nvPicPr>
        <p:blipFill rotWithShape="1">
          <a:blip r:embed="rId2"/>
          <a:srcRect r="51193" b="37695"/>
          <a:stretch/>
        </p:blipFill>
        <p:spPr>
          <a:xfrm>
            <a:off x="7375125" y="3962533"/>
            <a:ext cx="6778501" cy="3123823"/>
          </a:xfrm>
          <a:prstGeom prst="rect">
            <a:avLst/>
          </a:prstGeom>
        </p:spPr>
      </p:pic>
      <p:pic>
        <p:nvPicPr>
          <p:cNvPr id="10" name="Picture 9">
            <a:extLst>
              <a:ext uri="{FF2B5EF4-FFF2-40B4-BE49-F238E27FC236}">
                <a16:creationId xmlns:a16="http://schemas.microsoft.com/office/drawing/2014/main" id="{F5C86680-CDC5-03C0-4ACC-FEF2FCBBEF57}"/>
              </a:ext>
            </a:extLst>
          </p:cNvPr>
          <p:cNvPicPr>
            <a:picLocks noChangeAspect="1"/>
          </p:cNvPicPr>
          <p:nvPr/>
        </p:nvPicPr>
        <p:blipFill>
          <a:blip r:embed="rId3"/>
          <a:stretch>
            <a:fillRect/>
          </a:stretch>
        </p:blipFill>
        <p:spPr>
          <a:xfrm>
            <a:off x="7623287" y="7943889"/>
            <a:ext cx="7069458" cy="4436029"/>
          </a:xfrm>
          <a:prstGeom prst="rect">
            <a:avLst/>
          </a:prstGeom>
        </p:spPr>
      </p:pic>
      <p:pic>
        <p:nvPicPr>
          <p:cNvPr id="12" name="Picture 11">
            <a:extLst>
              <a:ext uri="{FF2B5EF4-FFF2-40B4-BE49-F238E27FC236}">
                <a16:creationId xmlns:a16="http://schemas.microsoft.com/office/drawing/2014/main" id="{EB08AA36-2270-04A9-716D-C0D5303282DA}"/>
              </a:ext>
            </a:extLst>
          </p:cNvPr>
          <p:cNvPicPr>
            <a:picLocks noChangeAspect="1"/>
          </p:cNvPicPr>
          <p:nvPr/>
        </p:nvPicPr>
        <p:blipFill rotWithShape="1">
          <a:blip r:embed="rId4"/>
          <a:srcRect r="48009" b="43316"/>
          <a:stretch/>
        </p:blipFill>
        <p:spPr>
          <a:xfrm>
            <a:off x="14692745" y="7525631"/>
            <a:ext cx="8061837" cy="4730280"/>
          </a:xfrm>
          <a:prstGeom prst="rect">
            <a:avLst/>
          </a:prstGeom>
        </p:spPr>
      </p:pic>
      <p:pic>
        <p:nvPicPr>
          <p:cNvPr id="27" name="Picture 26">
            <a:extLst>
              <a:ext uri="{FF2B5EF4-FFF2-40B4-BE49-F238E27FC236}">
                <a16:creationId xmlns:a16="http://schemas.microsoft.com/office/drawing/2014/main" id="{8E060140-4F8C-8B99-2E0C-C46D85CD8C4F}"/>
              </a:ext>
            </a:extLst>
          </p:cNvPr>
          <p:cNvPicPr>
            <a:picLocks noChangeAspect="1"/>
          </p:cNvPicPr>
          <p:nvPr/>
        </p:nvPicPr>
        <p:blipFill>
          <a:blip r:embed="rId5"/>
          <a:stretch>
            <a:fillRect/>
          </a:stretch>
        </p:blipFill>
        <p:spPr>
          <a:xfrm>
            <a:off x="14595478" y="3592541"/>
            <a:ext cx="7870402" cy="3308270"/>
          </a:xfrm>
          <a:prstGeom prst="rect">
            <a:avLst/>
          </a:prstGeom>
        </p:spPr>
      </p:pic>
      <p:pic>
        <p:nvPicPr>
          <p:cNvPr id="29" name="Graphic 28">
            <a:extLst>
              <a:ext uri="{FF2B5EF4-FFF2-40B4-BE49-F238E27FC236}">
                <a16:creationId xmlns:a16="http://schemas.microsoft.com/office/drawing/2014/main" id="{3274F1A1-FF63-EC3A-F270-6A620252CAD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382000" y="4667556"/>
            <a:ext cx="579120" cy="579120"/>
          </a:xfrm>
          <a:prstGeom prst="rect">
            <a:avLst/>
          </a:prstGeom>
        </p:spPr>
      </p:pic>
      <p:pic>
        <p:nvPicPr>
          <p:cNvPr id="30" name="Graphic 29">
            <a:extLst>
              <a:ext uri="{FF2B5EF4-FFF2-40B4-BE49-F238E27FC236}">
                <a16:creationId xmlns:a16="http://schemas.microsoft.com/office/drawing/2014/main" id="{949E6C34-3566-B234-0DC5-856C5109E7A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6234653" y="5524444"/>
            <a:ext cx="579120" cy="579120"/>
          </a:xfrm>
          <a:prstGeom prst="rect">
            <a:avLst/>
          </a:prstGeom>
        </p:spPr>
      </p:pic>
      <p:pic>
        <p:nvPicPr>
          <p:cNvPr id="31" name="Graphic 30">
            <a:extLst>
              <a:ext uri="{FF2B5EF4-FFF2-40B4-BE49-F238E27FC236}">
                <a16:creationId xmlns:a16="http://schemas.microsoft.com/office/drawing/2014/main" id="{30B296A3-FCDE-443B-6796-37B61B38ED1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0967915" y="5524444"/>
            <a:ext cx="579120" cy="579120"/>
          </a:xfrm>
          <a:prstGeom prst="rect">
            <a:avLst/>
          </a:prstGeom>
        </p:spPr>
      </p:pic>
      <p:pic>
        <p:nvPicPr>
          <p:cNvPr id="32" name="Graphic 31">
            <a:extLst>
              <a:ext uri="{FF2B5EF4-FFF2-40B4-BE49-F238E27FC236}">
                <a16:creationId xmlns:a16="http://schemas.microsoft.com/office/drawing/2014/main" id="{090FCB2B-E7BC-F837-9512-E30B454DE81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937111" y="9744462"/>
            <a:ext cx="579120" cy="579120"/>
          </a:xfrm>
          <a:prstGeom prst="rect">
            <a:avLst/>
          </a:prstGeom>
        </p:spPr>
      </p:pic>
      <p:pic>
        <p:nvPicPr>
          <p:cNvPr id="33" name="Graphic 32">
            <a:extLst>
              <a:ext uri="{FF2B5EF4-FFF2-40B4-BE49-F238E27FC236}">
                <a16:creationId xmlns:a16="http://schemas.microsoft.com/office/drawing/2014/main" id="{4DCD5BE4-A5B6-AD54-9351-DF850E93848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3265211" y="12054460"/>
            <a:ext cx="579120" cy="579120"/>
          </a:xfrm>
          <a:prstGeom prst="rect">
            <a:avLst/>
          </a:prstGeom>
        </p:spPr>
      </p:pic>
      <p:sp>
        <p:nvSpPr>
          <p:cNvPr id="34" name="TextBox 33">
            <a:extLst>
              <a:ext uri="{FF2B5EF4-FFF2-40B4-BE49-F238E27FC236}">
                <a16:creationId xmlns:a16="http://schemas.microsoft.com/office/drawing/2014/main" id="{DCFD24D5-D623-F252-14D6-1DCB4D194C70}"/>
              </a:ext>
            </a:extLst>
          </p:cNvPr>
          <p:cNvSpPr txBox="1"/>
          <p:nvPr/>
        </p:nvSpPr>
        <p:spPr>
          <a:xfrm>
            <a:off x="7623287" y="3236249"/>
            <a:ext cx="1188204" cy="59503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825500" rtl="0" fontAlgn="auto" latinLnBrk="1" hangingPunct="0">
              <a:lnSpc>
                <a:spcPct val="100000"/>
              </a:lnSpc>
              <a:spcBef>
                <a:spcPts val="0"/>
              </a:spcBef>
              <a:spcAft>
                <a:spcPts val="0"/>
              </a:spcAft>
              <a:buClrTx/>
              <a:buSzTx/>
              <a:buFontTx/>
              <a:buNone/>
              <a:tabLst/>
            </a:pPr>
            <a:r>
              <a:rPr kumimoji="0" lang="en-US" sz="3200" b="1" i="0" u="none" strike="noStrike" cap="none" spc="0" normalizeH="0" baseline="0">
                <a:ln>
                  <a:noFill/>
                </a:ln>
                <a:solidFill>
                  <a:schemeClr val="accent1"/>
                </a:solidFill>
                <a:effectLst/>
                <a:uFillTx/>
                <a:latin typeface="+mj-lt"/>
                <a:ea typeface="Open Sans Light"/>
                <a:cs typeface="Open Sans Light"/>
                <a:sym typeface="Open Sans Light"/>
              </a:rPr>
              <a:t>1.</a:t>
            </a:r>
          </a:p>
        </p:txBody>
      </p:sp>
      <p:sp>
        <p:nvSpPr>
          <p:cNvPr id="35" name="TextBox 34">
            <a:extLst>
              <a:ext uri="{FF2B5EF4-FFF2-40B4-BE49-F238E27FC236}">
                <a16:creationId xmlns:a16="http://schemas.microsoft.com/office/drawing/2014/main" id="{D2CB44B5-F00D-0F51-AF51-DC8A984DDED6}"/>
              </a:ext>
            </a:extLst>
          </p:cNvPr>
          <p:cNvSpPr txBox="1"/>
          <p:nvPr/>
        </p:nvSpPr>
        <p:spPr>
          <a:xfrm>
            <a:off x="7572025" y="7348854"/>
            <a:ext cx="1188204" cy="59503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825500" rtl="0" fontAlgn="auto" latinLnBrk="1" hangingPunct="0">
              <a:lnSpc>
                <a:spcPct val="100000"/>
              </a:lnSpc>
              <a:spcBef>
                <a:spcPts val="0"/>
              </a:spcBef>
              <a:spcAft>
                <a:spcPts val="0"/>
              </a:spcAft>
              <a:buClrTx/>
              <a:buSzTx/>
              <a:buFontTx/>
              <a:buNone/>
              <a:tabLst/>
            </a:pPr>
            <a:r>
              <a:rPr kumimoji="0" lang="en-US" sz="3200" b="1" i="0" u="none" strike="noStrike" cap="none" spc="0" normalizeH="0" baseline="0">
                <a:ln>
                  <a:noFill/>
                </a:ln>
                <a:solidFill>
                  <a:schemeClr val="accent1"/>
                </a:solidFill>
                <a:effectLst/>
                <a:uFillTx/>
                <a:latin typeface="+mj-lt"/>
                <a:ea typeface="Open Sans Light"/>
                <a:cs typeface="Open Sans Light"/>
                <a:sym typeface="Open Sans Light"/>
              </a:rPr>
              <a:t>2.</a:t>
            </a:r>
          </a:p>
        </p:txBody>
      </p:sp>
      <p:sp>
        <p:nvSpPr>
          <p:cNvPr id="36" name="TextBox 35">
            <a:extLst>
              <a:ext uri="{FF2B5EF4-FFF2-40B4-BE49-F238E27FC236}">
                <a16:creationId xmlns:a16="http://schemas.microsoft.com/office/drawing/2014/main" id="{731CB26F-A131-0396-C82B-A69C4665F073}"/>
              </a:ext>
            </a:extLst>
          </p:cNvPr>
          <p:cNvSpPr txBox="1"/>
          <p:nvPr/>
        </p:nvSpPr>
        <p:spPr>
          <a:xfrm>
            <a:off x="15336009" y="7331583"/>
            <a:ext cx="1188204" cy="59503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825500" rtl="0" fontAlgn="auto" latinLnBrk="1" hangingPunct="0">
              <a:lnSpc>
                <a:spcPct val="100000"/>
              </a:lnSpc>
              <a:spcBef>
                <a:spcPts val="0"/>
              </a:spcBef>
              <a:spcAft>
                <a:spcPts val="0"/>
              </a:spcAft>
              <a:buClrTx/>
              <a:buSzTx/>
              <a:buFontTx/>
              <a:buNone/>
              <a:tabLst/>
            </a:pPr>
            <a:r>
              <a:rPr kumimoji="0" lang="en-US" sz="3200" b="1" i="0" u="none" strike="noStrike" cap="none" spc="0" normalizeH="0" baseline="0">
                <a:ln>
                  <a:noFill/>
                </a:ln>
                <a:solidFill>
                  <a:schemeClr val="accent1"/>
                </a:solidFill>
                <a:effectLst/>
                <a:uFillTx/>
                <a:latin typeface="+mj-lt"/>
                <a:ea typeface="Open Sans Light"/>
                <a:cs typeface="Open Sans Light"/>
                <a:sym typeface="Open Sans Light"/>
              </a:rPr>
              <a:t>3.</a:t>
            </a:r>
          </a:p>
        </p:txBody>
      </p:sp>
    </p:spTree>
    <p:extLst>
      <p:ext uri="{BB962C8B-B14F-4D97-AF65-F5344CB8AC3E}">
        <p14:creationId xmlns:p14="http://schemas.microsoft.com/office/powerpoint/2010/main" val="124427548"/>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9DA4AFF-FE4F-DD01-DEFE-D66FCA0A655D}"/>
              </a:ext>
            </a:extLst>
          </p:cNvPr>
          <p:cNvPicPr>
            <a:picLocks noChangeAspect="1"/>
          </p:cNvPicPr>
          <p:nvPr/>
        </p:nvPicPr>
        <p:blipFill rotWithShape="1">
          <a:blip r:embed="rId2"/>
          <a:srcRect b="25765"/>
          <a:stretch/>
        </p:blipFill>
        <p:spPr>
          <a:xfrm>
            <a:off x="8290883" y="3736619"/>
            <a:ext cx="6601175" cy="4189999"/>
          </a:xfrm>
          <a:prstGeom prst="rect">
            <a:avLst/>
          </a:prstGeom>
        </p:spPr>
      </p:pic>
      <p:sp>
        <p:nvSpPr>
          <p:cNvPr id="2" name="Text Placeholder 1">
            <a:extLst>
              <a:ext uri="{FF2B5EF4-FFF2-40B4-BE49-F238E27FC236}">
                <a16:creationId xmlns:a16="http://schemas.microsoft.com/office/drawing/2014/main" id="{94CB2C3C-50AE-C4E3-5E37-3A0A1E4F3F87}"/>
              </a:ext>
            </a:extLst>
          </p:cNvPr>
          <p:cNvSpPr>
            <a:spLocks noGrp="1"/>
          </p:cNvSpPr>
          <p:nvPr>
            <p:ph type="body" sz="quarter" idx="24"/>
          </p:nvPr>
        </p:nvSpPr>
        <p:spPr/>
        <p:txBody>
          <a:bodyPr/>
          <a:lstStyle/>
          <a:p>
            <a:r>
              <a:rPr lang="en-US"/>
              <a:t>Template Composition</a:t>
            </a:r>
          </a:p>
        </p:txBody>
      </p:sp>
      <p:sp>
        <p:nvSpPr>
          <p:cNvPr id="3" name="Text Placeholder 2">
            <a:extLst>
              <a:ext uri="{FF2B5EF4-FFF2-40B4-BE49-F238E27FC236}">
                <a16:creationId xmlns:a16="http://schemas.microsoft.com/office/drawing/2014/main" id="{75DFDE7B-3E38-C1B7-C033-8E427EBBF5DE}"/>
              </a:ext>
            </a:extLst>
          </p:cNvPr>
          <p:cNvSpPr>
            <a:spLocks noGrp="1"/>
          </p:cNvSpPr>
          <p:nvPr>
            <p:ph type="body" sz="quarter" idx="25"/>
          </p:nvPr>
        </p:nvSpPr>
        <p:spPr/>
        <p:txBody>
          <a:bodyPr/>
          <a:lstStyle/>
          <a:p>
            <a:r>
              <a:rPr lang="en-US"/>
              <a:t>Guide to inserting charts in placeholder charts</a:t>
            </a:r>
          </a:p>
        </p:txBody>
      </p:sp>
      <p:sp>
        <p:nvSpPr>
          <p:cNvPr id="4" name="Footer Placeholder 3">
            <a:extLst>
              <a:ext uri="{FF2B5EF4-FFF2-40B4-BE49-F238E27FC236}">
                <a16:creationId xmlns:a16="http://schemas.microsoft.com/office/drawing/2014/main" id="{F118966F-6A7E-DB42-2547-F8632F36C9D1}"/>
              </a:ext>
            </a:extLst>
          </p:cNvPr>
          <p:cNvSpPr>
            <a:spLocks noGrp="1"/>
          </p:cNvSpPr>
          <p:nvPr>
            <p:ph type="ftr" sz="quarter" idx="27"/>
          </p:nvPr>
        </p:nvSpPr>
        <p:spPr>
          <a:xfrm>
            <a:off x="1427163" y="13014251"/>
            <a:ext cx="9957735" cy="730250"/>
          </a:xfrm>
        </p:spPr>
        <p:txBody>
          <a:bodyPr/>
          <a:lstStyle/>
          <a:p>
            <a:r>
              <a:rPr lang="en-US"/>
              <a:t>2024 © Retail Consult - All rights reserved</a:t>
            </a:r>
          </a:p>
        </p:txBody>
      </p:sp>
      <p:sp>
        <p:nvSpPr>
          <p:cNvPr id="5" name="Slide Number Placeholder 4">
            <a:extLst>
              <a:ext uri="{FF2B5EF4-FFF2-40B4-BE49-F238E27FC236}">
                <a16:creationId xmlns:a16="http://schemas.microsoft.com/office/drawing/2014/main" id="{A726C5DB-1C47-D6B2-BC86-FAE71938DA3D}"/>
              </a:ext>
            </a:extLst>
          </p:cNvPr>
          <p:cNvSpPr>
            <a:spLocks noGrp="1"/>
          </p:cNvSpPr>
          <p:nvPr>
            <p:ph type="sldNum" sz="quarter" idx="28"/>
          </p:nvPr>
        </p:nvSpPr>
        <p:spPr/>
        <p:txBody>
          <a:bodyPr/>
          <a:lstStyle/>
          <a:p>
            <a:fld id="{9A4417C4-43A3-444C-837D-103BA5C8224B}" type="slidenum">
              <a:rPr lang="en-US" smtClean="0"/>
              <a:pPr/>
              <a:t>8</a:t>
            </a:fld>
            <a:endParaRPr lang="en-US"/>
          </a:p>
        </p:txBody>
      </p:sp>
      <p:grpSp>
        <p:nvGrpSpPr>
          <p:cNvPr id="14" name="Group 13">
            <a:extLst>
              <a:ext uri="{FF2B5EF4-FFF2-40B4-BE49-F238E27FC236}">
                <a16:creationId xmlns:a16="http://schemas.microsoft.com/office/drawing/2014/main" id="{8E8561DE-07AA-4FAF-539D-421139A62820}"/>
              </a:ext>
            </a:extLst>
          </p:cNvPr>
          <p:cNvGrpSpPr/>
          <p:nvPr/>
        </p:nvGrpSpPr>
        <p:grpSpPr>
          <a:xfrm>
            <a:off x="1458466" y="3135303"/>
            <a:ext cx="6601174" cy="9617172"/>
            <a:chOff x="1333774" y="2266590"/>
            <a:chExt cx="8037592" cy="11283873"/>
          </a:xfrm>
        </p:grpSpPr>
        <p:sp>
          <p:nvSpPr>
            <p:cNvPr id="15" name="AutoShape 2" descr="Rectangle: Rounded Corners 22">
              <a:extLst>
                <a:ext uri="{FF2B5EF4-FFF2-40B4-BE49-F238E27FC236}">
                  <a16:creationId xmlns:a16="http://schemas.microsoft.com/office/drawing/2014/main" id="{7B4CC009-6D41-D525-4B33-3BDFE4B893BD}"/>
                </a:ext>
              </a:extLst>
            </p:cNvPr>
            <p:cNvSpPr>
              <a:spLocks/>
            </p:cNvSpPr>
            <p:nvPr userDrawn="1"/>
          </p:nvSpPr>
          <p:spPr bwMode="auto">
            <a:xfrm>
              <a:off x="1333774" y="2266590"/>
              <a:ext cx="8037592" cy="11283873"/>
            </a:xfrm>
            <a:prstGeom prst="roundRect">
              <a:avLst>
                <a:gd name="adj" fmla="val 5491"/>
              </a:avLst>
            </a:prstGeom>
            <a:solidFill>
              <a:srgbClr val="FFFFFF"/>
            </a:solidFill>
            <a:ln>
              <a:noFill/>
            </a:ln>
            <a:effectLst>
              <a:outerShdw blurRad="787400" dist="101600" dir="5400000" algn="ctr" rotWithShape="0">
                <a:srgbClr val="000000">
                  <a:alpha val="25000"/>
                </a:srgbClr>
              </a:outerShdw>
            </a:effectLst>
            <a:extLst>
              <a:ext uri="{91240B29-F687-4F45-9708-019B960494DF}">
                <a14:hiddenLine xmlns:a14="http://schemas.microsoft.com/office/drawing/2010/main" w="25400" cap="flat" cmpd="sng">
                  <a:solidFill>
                    <a:srgbClr val="000000"/>
                  </a:solidFill>
                  <a:prstDash val="solid"/>
                  <a:miter lim="400000"/>
                  <a:headEnd type="none" w="med" len="med"/>
                  <a:tailEnd type="none" w="med" len="med"/>
                </a14:hiddenLine>
              </a:ext>
            </a:extLst>
          </p:spPr>
          <p:txBody>
            <a:bodyPr tIns="91440" bIns="91440" anchor="ctr"/>
            <a:lstStyle/>
            <a:p>
              <a:pPr algn="ctr"/>
              <a:r>
                <a:rPr lang="en-US" altLang="en-US">
                  <a:solidFill>
                    <a:srgbClr val="FFFFFF"/>
                  </a:solidFill>
                </a:rPr>
                <a:t>z</a:t>
              </a:r>
            </a:p>
          </p:txBody>
        </p:sp>
        <p:sp>
          <p:nvSpPr>
            <p:cNvPr id="16" name="Rectangle: Top Corners Rounded 15">
              <a:extLst>
                <a:ext uri="{FF2B5EF4-FFF2-40B4-BE49-F238E27FC236}">
                  <a16:creationId xmlns:a16="http://schemas.microsoft.com/office/drawing/2014/main" id="{1F51C6E5-7332-6EFE-E700-FD42F48B6461}"/>
                </a:ext>
              </a:extLst>
            </p:cNvPr>
            <p:cNvSpPr/>
            <p:nvPr userDrawn="1"/>
          </p:nvSpPr>
          <p:spPr>
            <a:xfrm rot="10800000">
              <a:off x="1333774" y="11680218"/>
              <a:ext cx="8037592" cy="1870245"/>
            </a:xfrm>
            <a:prstGeom prst="round2SameRect">
              <a:avLst/>
            </a:prstGeom>
            <a:solidFill>
              <a:srgbClr val="FF6B00"/>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grpSp>
      <p:sp>
        <p:nvSpPr>
          <p:cNvPr id="21" name="Text Placeholder 29">
            <a:extLst>
              <a:ext uri="{FF2B5EF4-FFF2-40B4-BE49-F238E27FC236}">
                <a16:creationId xmlns:a16="http://schemas.microsoft.com/office/drawing/2014/main" id="{62D8EE80-206D-ACA8-3A78-0F8A6ADE7DB4}"/>
              </a:ext>
            </a:extLst>
          </p:cNvPr>
          <p:cNvSpPr txBox="1">
            <a:spLocks/>
          </p:cNvSpPr>
          <p:nvPr/>
        </p:nvSpPr>
        <p:spPr>
          <a:xfrm>
            <a:off x="1884205" y="3513576"/>
            <a:ext cx="4225650" cy="1640315"/>
          </a:xfrm>
          <a:prstGeom prst="rect">
            <a:avLst/>
          </a:prstGeom>
        </p:spPr>
        <p:txBody>
          <a:bodyPr/>
          <a:lstStyle>
            <a:lvl1pPr algn="l" defTabSz="825500" eaLnBrk="1" hangingPunct="1">
              <a:spcBef>
                <a:spcPts val="5200"/>
              </a:spcBef>
              <a:defRPr sz="4400" b="1">
                <a:solidFill>
                  <a:srgbClr val="555559"/>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Chart</a:t>
            </a:r>
          </a:p>
          <a:p>
            <a:pPr>
              <a:spcBef>
                <a:spcPts val="0"/>
              </a:spcBef>
            </a:pPr>
            <a:r>
              <a:rPr lang="en-US"/>
              <a:t>Placeholders</a:t>
            </a:r>
            <a:endParaRPr lang="en-US">
              <a:solidFill>
                <a:schemeClr val="accent1"/>
              </a:solidFill>
            </a:endParaRPr>
          </a:p>
        </p:txBody>
      </p:sp>
      <p:sp>
        <p:nvSpPr>
          <p:cNvPr id="22" name="Text Placeholder 22">
            <a:extLst>
              <a:ext uri="{FF2B5EF4-FFF2-40B4-BE49-F238E27FC236}">
                <a16:creationId xmlns:a16="http://schemas.microsoft.com/office/drawing/2014/main" id="{6D19336F-8E07-6271-60D9-37F823507820}"/>
              </a:ext>
            </a:extLst>
          </p:cNvPr>
          <p:cNvSpPr txBox="1">
            <a:spLocks/>
          </p:cNvSpPr>
          <p:nvPr/>
        </p:nvSpPr>
        <p:spPr>
          <a:xfrm>
            <a:off x="1884204" y="5153892"/>
            <a:ext cx="5687820" cy="6192982"/>
          </a:xfrm>
          <a:prstGeom prst="rect">
            <a:avLst/>
          </a:prstGeom>
        </p:spPr>
        <p:txBody>
          <a:bodyPr/>
          <a:lstStyle>
            <a:lvl1pPr algn="l"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Graphs are good visual solutions for expressing financial data, statistics and even project progress. </a:t>
            </a:r>
          </a:p>
          <a:p>
            <a:pPr>
              <a:spcBef>
                <a:spcPts val="0"/>
              </a:spcBef>
            </a:pPr>
            <a:endParaRPr lang="en-US"/>
          </a:p>
          <a:p>
            <a:pPr>
              <a:spcBef>
                <a:spcPts val="0"/>
              </a:spcBef>
            </a:pPr>
            <a:r>
              <a:rPr lang="en-US" b="1">
                <a:solidFill>
                  <a:schemeClr val="accent1"/>
                </a:solidFill>
              </a:rPr>
              <a:t>How?</a:t>
            </a:r>
          </a:p>
          <a:p>
            <a:pPr marL="457200" indent="-457200">
              <a:spcBef>
                <a:spcPts val="1200"/>
              </a:spcBef>
              <a:buClr>
                <a:srgbClr val="FF7A19"/>
              </a:buClr>
              <a:buFont typeface="Neo Tech Std Medium" panose="020B0604030504040204" pitchFamily="34" charset="0"/>
              <a:buChar char="›"/>
            </a:pPr>
            <a:r>
              <a:rPr lang="en-US"/>
              <a:t>Click on the chart icon.</a:t>
            </a:r>
          </a:p>
          <a:p>
            <a:pPr marL="457200" indent="-457200">
              <a:spcBef>
                <a:spcPts val="1200"/>
              </a:spcBef>
              <a:buClr>
                <a:srgbClr val="FF7A19"/>
              </a:buClr>
              <a:buFont typeface="Neo Tech Std Medium" panose="020B0604030504040204" pitchFamily="34" charset="0"/>
              <a:buChar char="›"/>
            </a:pPr>
            <a:r>
              <a:rPr lang="en-US"/>
              <a:t>Choose the type of chart that best suits your purpose.</a:t>
            </a:r>
          </a:p>
          <a:p>
            <a:pPr marL="457200" indent="-457200">
              <a:spcBef>
                <a:spcPts val="1200"/>
              </a:spcBef>
              <a:buClr>
                <a:srgbClr val="FF7A19"/>
              </a:buClr>
              <a:buFont typeface="Neo Tech Std Medium" panose="020B0604030504040204" pitchFamily="34" charset="0"/>
              <a:buChar char="›"/>
            </a:pPr>
            <a:r>
              <a:rPr lang="en-US"/>
              <a:t>A small Excel window will appear so that you can enter your data.</a:t>
            </a:r>
          </a:p>
          <a:p>
            <a:pPr marL="457200" indent="-457200">
              <a:spcBef>
                <a:spcPts val="1200"/>
              </a:spcBef>
              <a:buClr>
                <a:srgbClr val="FF7A19"/>
              </a:buClr>
              <a:buFont typeface="Neo Tech Std Medium" panose="020B0604030504040204" pitchFamily="34" charset="0"/>
              <a:buChar char="›"/>
            </a:pPr>
            <a:r>
              <a:rPr lang="en-US"/>
              <a:t>You can also customize the chart in Format Chat Area by right-clicking on the graph.</a:t>
            </a:r>
          </a:p>
        </p:txBody>
      </p:sp>
      <p:sp>
        <p:nvSpPr>
          <p:cNvPr id="34" name="TextBox 33">
            <a:extLst>
              <a:ext uri="{FF2B5EF4-FFF2-40B4-BE49-F238E27FC236}">
                <a16:creationId xmlns:a16="http://schemas.microsoft.com/office/drawing/2014/main" id="{DCFD24D5-D623-F252-14D6-1DCB4D194C70}"/>
              </a:ext>
            </a:extLst>
          </p:cNvPr>
          <p:cNvSpPr txBox="1"/>
          <p:nvPr/>
        </p:nvSpPr>
        <p:spPr>
          <a:xfrm>
            <a:off x="8797114" y="3236249"/>
            <a:ext cx="1188204" cy="59503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825500" rtl="0" fontAlgn="auto" latinLnBrk="1" hangingPunct="0">
              <a:lnSpc>
                <a:spcPct val="100000"/>
              </a:lnSpc>
              <a:spcBef>
                <a:spcPts val="0"/>
              </a:spcBef>
              <a:spcAft>
                <a:spcPts val="0"/>
              </a:spcAft>
              <a:buClrTx/>
              <a:buSzTx/>
              <a:buFontTx/>
              <a:buNone/>
              <a:tabLst/>
            </a:pPr>
            <a:r>
              <a:rPr kumimoji="0" lang="en-US" sz="3200" b="1" i="0" u="none" strike="noStrike" cap="none" spc="0" normalizeH="0" baseline="0">
                <a:ln>
                  <a:noFill/>
                </a:ln>
                <a:solidFill>
                  <a:schemeClr val="accent1"/>
                </a:solidFill>
                <a:effectLst/>
                <a:uFillTx/>
                <a:latin typeface="+mj-lt"/>
                <a:ea typeface="Open Sans Light"/>
                <a:cs typeface="Open Sans Light"/>
                <a:sym typeface="Open Sans Light"/>
              </a:rPr>
              <a:t>1.</a:t>
            </a:r>
          </a:p>
        </p:txBody>
      </p:sp>
      <p:sp>
        <p:nvSpPr>
          <p:cNvPr id="35" name="TextBox 34">
            <a:extLst>
              <a:ext uri="{FF2B5EF4-FFF2-40B4-BE49-F238E27FC236}">
                <a16:creationId xmlns:a16="http://schemas.microsoft.com/office/drawing/2014/main" id="{D2CB44B5-F00D-0F51-AF51-DC8A984DDED6}"/>
              </a:ext>
            </a:extLst>
          </p:cNvPr>
          <p:cNvSpPr txBox="1"/>
          <p:nvPr/>
        </p:nvSpPr>
        <p:spPr>
          <a:xfrm>
            <a:off x="15398289" y="3252632"/>
            <a:ext cx="1188204" cy="59503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825500" rtl="0" fontAlgn="auto" latinLnBrk="1" hangingPunct="0">
              <a:lnSpc>
                <a:spcPct val="100000"/>
              </a:lnSpc>
              <a:spcBef>
                <a:spcPts val="0"/>
              </a:spcBef>
              <a:spcAft>
                <a:spcPts val="0"/>
              </a:spcAft>
              <a:buClrTx/>
              <a:buSzTx/>
              <a:buFontTx/>
              <a:buNone/>
              <a:tabLst/>
            </a:pPr>
            <a:r>
              <a:rPr kumimoji="0" lang="en-US" sz="3200" b="1" i="0" u="none" strike="noStrike" cap="none" spc="0" normalizeH="0" baseline="0">
                <a:ln>
                  <a:noFill/>
                </a:ln>
                <a:solidFill>
                  <a:schemeClr val="accent1"/>
                </a:solidFill>
                <a:effectLst/>
                <a:uFillTx/>
                <a:latin typeface="+mj-lt"/>
                <a:ea typeface="Open Sans Light"/>
                <a:cs typeface="Open Sans Light"/>
                <a:sym typeface="Open Sans Light"/>
              </a:rPr>
              <a:t>2.</a:t>
            </a:r>
          </a:p>
        </p:txBody>
      </p:sp>
      <p:sp>
        <p:nvSpPr>
          <p:cNvPr id="36" name="TextBox 35">
            <a:extLst>
              <a:ext uri="{FF2B5EF4-FFF2-40B4-BE49-F238E27FC236}">
                <a16:creationId xmlns:a16="http://schemas.microsoft.com/office/drawing/2014/main" id="{731CB26F-A131-0396-C82B-A69C4665F073}"/>
              </a:ext>
            </a:extLst>
          </p:cNvPr>
          <p:cNvSpPr txBox="1"/>
          <p:nvPr/>
        </p:nvSpPr>
        <p:spPr>
          <a:xfrm>
            <a:off x="8790717" y="8242525"/>
            <a:ext cx="1188204" cy="59503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825500" rtl="0" fontAlgn="auto" latinLnBrk="1" hangingPunct="0">
              <a:lnSpc>
                <a:spcPct val="100000"/>
              </a:lnSpc>
              <a:spcBef>
                <a:spcPts val="0"/>
              </a:spcBef>
              <a:spcAft>
                <a:spcPts val="0"/>
              </a:spcAft>
              <a:buClrTx/>
              <a:buSzTx/>
              <a:buFontTx/>
              <a:buNone/>
              <a:tabLst/>
            </a:pPr>
            <a:r>
              <a:rPr kumimoji="0" lang="en-US" sz="3200" b="1" i="0" u="none" strike="noStrike" cap="none" spc="0" normalizeH="0" baseline="0">
                <a:ln>
                  <a:noFill/>
                </a:ln>
                <a:solidFill>
                  <a:schemeClr val="accent1"/>
                </a:solidFill>
                <a:effectLst/>
                <a:uFillTx/>
                <a:latin typeface="+mj-lt"/>
                <a:ea typeface="Open Sans Light"/>
                <a:cs typeface="Open Sans Light"/>
                <a:sym typeface="Open Sans Light"/>
              </a:rPr>
              <a:t>3.</a:t>
            </a:r>
          </a:p>
        </p:txBody>
      </p:sp>
      <p:pic>
        <p:nvPicPr>
          <p:cNvPr id="29" name="Graphic 28">
            <a:extLst>
              <a:ext uri="{FF2B5EF4-FFF2-40B4-BE49-F238E27FC236}">
                <a16:creationId xmlns:a16="http://schemas.microsoft.com/office/drawing/2014/main" id="{3274F1A1-FF63-EC3A-F270-6A620252CAD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03756" y="6752463"/>
            <a:ext cx="579120" cy="579120"/>
          </a:xfrm>
          <a:prstGeom prst="rect">
            <a:avLst/>
          </a:prstGeom>
        </p:spPr>
      </p:pic>
      <p:pic>
        <p:nvPicPr>
          <p:cNvPr id="11" name="Picture 10">
            <a:extLst>
              <a:ext uri="{FF2B5EF4-FFF2-40B4-BE49-F238E27FC236}">
                <a16:creationId xmlns:a16="http://schemas.microsoft.com/office/drawing/2014/main" id="{B0A1516A-2E11-B0C3-BD94-9149CA2EBF99}"/>
              </a:ext>
            </a:extLst>
          </p:cNvPr>
          <p:cNvPicPr>
            <a:picLocks noChangeAspect="1"/>
          </p:cNvPicPr>
          <p:nvPr/>
        </p:nvPicPr>
        <p:blipFill rotWithShape="1">
          <a:blip r:embed="rId4"/>
          <a:srcRect t="7315" b="30711"/>
          <a:stretch/>
        </p:blipFill>
        <p:spPr>
          <a:xfrm>
            <a:off x="16090889" y="3847667"/>
            <a:ext cx="7454828" cy="4355885"/>
          </a:xfrm>
          <a:prstGeom prst="rect">
            <a:avLst/>
          </a:prstGeom>
        </p:spPr>
      </p:pic>
      <p:pic>
        <p:nvPicPr>
          <p:cNvPr id="17" name="Picture 16">
            <a:extLst>
              <a:ext uri="{FF2B5EF4-FFF2-40B4-BE49-F238E27FC236}">
                <a16:creationId xmlns:a16="http://schemas.microsoft.com/office/drawing/2014/main" id="{4560D0ED-6F01-FD64-2099-A76C8B28846C}"/>
              </a:ext>
            </a:extLst>
          </p:cNvPr>
          <p:cNvPicPr>
            <a:picLocks noChangeAspect="1"/>
          </p:cNvPicPr>
          <p:nvPr/>
        </p:nvPicPr>
        <p:blipFill>
          <a:blip r:embed="rId5"/>
          <a:stretch>
            <a:fillRect/>
          </a:stretch>
        </p:blipFill>
        <p:spPr>
          <a:xfrm>
            <a:off x="8797114" y="8880418"/>
            <a:ext cx="5486400" cy="4835582"/>
          </a:xfrm>
          <a:prstGeom prst="rect">
            <a:avLst/>
          </a:prstGeom>
        </p:spPr>
      </p:pic>
      <p:pic>
        <p:nvPicPr>
          <p:cNvPr id="18" name="Graphic 17">
            <a:extLst>
              <a:ext uri="{FF2B5EF4-FFF2-40B4-BE49-F238E27FC236}">
                <a16:creationId xmlns:a16="http://schemas.microsoft.com/office/drawing/2014/main" id="{4B850995-08D0-245B-943D-9994515D05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30828" y="4831078"/>
            <a:ext cx="579120" cy="579120"/>
          </a:xfrm>
          <a:prstGeom prst="rect">
            <a:avLst/>
          </a:prstGeom>
        </p:spPr>
      </p:pic>
      <p:pic>
        <p:nvPicPr>
          <p:cNvPr id="25" name="Picture 24">
            <a:extLst>
              <a:ext uri="{FF2B5EF4-FFF2-40B4-BE49-F238E27FC236}">
                <a16:creationId xmlns:a16="http://schemas.microsoft.com/office/drawing/2014/main" id="{800141C6-9CA9-C51C-7ECA-3E80C20ED386}"/>
              </a:ext>
            </a:extLst>
          </p:cNvPr>
          <p:cNvPicPr>
            <a:picLocks noChangeAspect="1"/>
          </p:cNvPicPr>
          <p:nvPr/>
        </p:nvPicPr>
        <p:blipFill>
          <a:blip r:embed="rId6"/>
          <a:stretch>
            <a:fillRect/>
          </a:stretch>
        </p:blipFill>
        <p:spPr>
          <a:xfrm>
            <a:off x="15737149" y="9154930"/>
            <a:ext cx="8162307" cy="3153041"/>
          </a:xfrm>
          <a:prstGeom prst="rect">
            <a:avLst/>
          </a:prstGeom>
        </p:spPr>
      </p:pic>
      <p:sp>
        <p:nvSpPr>
          <p:cNvPr id="26" name="TextBox 25">
            <a:extLst>
              <a:ext uri="{FF2B5EF4-FFF2-40B4-BE49-F238E27FC236}">
                <a16:creationId xmlns:a16="http://schemas.microsoft.com/office/drawing/2014/main" id="{FEE16E6E-1F24-AE55-7EC3-6850CE80E769}"/>
              </a:ext>
            </a:extLst>
          </p:cNvPr>
          <p:cNvSpPr txBox="1"/>
          <p:nvPr/>
        </p:nvSpPr>
        <p:spPr>
          <a:xfrm>
            <a:off x="15544462" y="8250383"/>
            <a:ext cx="1188204" cy="59503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825500" rtl="0" fontAlgn="auto" latinLnBrk="1" hangingPunct="0">
              <a:lnSpc>
                <a:spcPct val="100000"/>
              </a:lnSpc>
              <a:spcBef>
                <a:spcPts val="0"/>
              </a:spcBef>
              <a:spcAft>
                <a:spcPts val="0"/>
              </a:spcAft>
              <a:buClrTx/>
              <a:buSzTx/>
              <a:buFontTx/>
              <a:buNone/>
              <a:tabLst/>
            </a:pPr>
            <a:r>
              <a:rPr kumimoji="0" lang="en-US" sz="3200" b="1" i="0" u="none" strike="noStrike" cap="none" spc="0" normalizeH="0" baseline="0">
                <a:ln>
                  <a:noFill/>
                </a:ln>
                <a:solidFill>
                  <a:schemeClr val="accent1"/>
                </a:solidFill>
                <a:effectLst/>
                <a:uFillTx/>
                <a:latin typeface="+mj-lt"/>
                <a:ea typeface="Open Sans Light"/>
                <a:cs typeface="Open Sans Light"/>
                <a:sym typeface="Open Sans Light"/>
              </a:rPr>
              <a:t>4.</a:t>
            </a:r>
          </a:p>
        </p:txBody>
      </p:sp>
      <p:pic>
        <p:nvPicPr>
          <p:cNvPr id="28" name="Graphic 27">
            <a:extLst>
              <a:ext uri="{FF2B5EF4-FFF2-40B4-BE49-F238E27FC236}">
                <a16:creationId xmlns:a16="http://schemas.microsoft.com/office/drawing/2014/main" id="{BB5B6573-0217-F0F7-DD21-9B14FDE55B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966597" y="11645724"/>
            <a:ext cx="579120" cy="579120"/>
          </a:xfrm>
          <a:prstGeom prst="rect">
            <a:avLst/>
          </a:prstGeom>
        </p:spPr>
      </p:pic>
    </p:spTree>
    <p:extLst>
      <p:ext uri="{BB962C8B-B14F-4D97-AF65-F5344CB8AC3E}">
        <p14:creationId xmlns:p14="http://schemas.microsoft.com/office/powerpoint/2010/main" val="1313607281"/>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4CB2C3C-50AE-C4E3-5E37-3A0A1E4F3F87}"/>
              </a:ext>
            </a:extLst>
          </p:cNvPr>
          <p:cNvSpPr>
            <a:spLocks noGrp="1"/>
          </p:cNvSpPr>
          <p:nvPr>
            <p:ph type="body" sz="quarter" idx="24"/>
          </p:nvPr>
        </p:nvSpPr>
        <p:spPr/>
        <p:txBody>
          <a:bodyPr/>
          <a:lstStyle/>
          <a:p>
            <a:r>
              <a:rPr lang="en-US"/>
              <a:t>Template Composition</a:t>
            </a:r>
          </a:p>
        </p:txBody>
      </p:sp>
      <p:sp>
        <p:nvSpPr>
          <p:cNvPr id="3" name="Text Placeholder 2">
            <a:extLst>
              <a:ext uri="{FF2B5EF4-FFF2-40B4-BE49-F238E27FC236}">
                <a16:creationId xmlns:a16="http://schemas.microsoft.com/office/drawing/2014/main" id="{75DFDE7B-3E38-C1B7-C033-8E427EBBF5DE}"/>
              </a:ext>
            </a:extLst>
          </p:cNvPr>
          <p:cNvSpPr>
            <a:spLocks noGrp="1"/>
          </p:cNvSpPr>
          <p:nvPr>
            <p:ph type="body" sz="quarter" idx="25"/>
          </p:nvPr>
        </p:nvSpPr>
        <p:spPr/>
        <p:txBody>
          <a:bodyPr/>
          <a:lstStyle/>
          <a:p>
            <a:r>
              <a:rPr lang="en-US"/>
              <a:t>Guide to tables and columns</a:t>
            </a:r>
          </a:p>
        </p:txBody>
      </p:sp>
      <p:sp>
        <p:nvSpPr>
          <p:cNvPr id="4" name="Footer Placeholder 3">
            <a:extLst>
              <a:ext uri="{FF2B5EF4-FFF2-40B4-BE49-F238E27FC236}">
                <a16:creationId xmlns:a16="http://schemas.microsoft.com/office/drawing/2014/main" id="{F118966F-6A7E-DB42-2547-F8632F36C9D1}"/>
              </a:ext>
            </a:extLst>
          </p:cNvPr>
          <p:cNvSpPr>
            <a:spLocks noGrp="1"/>
          </p:cNvSpPr>
          <p:nvPr>
            <p:ph type="ftr" sz="quarter" idx="27"/>
          </p:nvPr>
        </p:nvSpPr>
        <p:spPr>
          <a:xfrm>
            <a:off x="1427163" y="13014251"/>
            <a:ext cx="9957735" cy="730250"/>
          </a:xfrm>
        </p:spPr>
        <p:txBody>
          <a:bodyPr/>
          <a:lstStyle/>
          <a:p>
            <a:r>
              <a:rPr lang="en-US"/>
              <a:t>2024 © Retail Consult - All rights reserved</a:t>
            </a:r>
          </a:p>
        </p:txBody>
      </p:sp>
      <p:sp>
        <p:nvSpPr>
          <p:cNvPr id="5" name="Slide Number Placeholder 4">
            <a:extLst>
              <a:ext uri="{FF2B5EF4-FFF2-40B4-BE49-F238E27FC236}">
                <a16:creationId xmlns:a16="http://schemas.microsoft.com/office/drawing/2014/main" id="{A726C5DB-1C47-D6B2-BC86-FAE71938DA3D}"/>
              </a:ext>
            </a:extLst>
          </p:cNvPr>
          <p:cNvSpPr>
            <a:spLocks noGrp="1"/>
          </p:cNvSpPr>
          <p:nvPr>
            <p:ph type="sldNum" sz="quarter" idx="28"/>
          </p:nvPr>
        </p:nvSpPr>
        <p:spPr/>
        <p:txBody>
          <a:bodyPr/>
          <a:lstStyle/>
          <a:p>
            <a:fld id="{9A4417C4-43A3-444C-837D-103BA5C8224B}" type="slidenum">
              <a:rPr lang="en-US" smtClean="0"/>
              <a:pPr/>
              <a:t>9</a:t>
            </a:fld>
            <a:endParaRPr lang="en-US"/>
          </a:p>
        </p:txBody>
      </p:sp>
      <p:grpSp>
        <p:nvGrpSpPr>
          <p:cNvPr id="14" name="Group 13">
            <a:extLst>
              <a:ext uri="{FF2B5EF4-FFF2-40B4-BE49-F238E27FC236}">
                <a16:creationId xmlns:a16="http://schemas.microsoft.com/office/drawing/2014/main" id="{8E8561DE-07AA-4FAF-539D-421139A62820}"/>
              </a:ext>
            </a:extLst>
          </p:cNvPr>
          <p:cNvGrpSpPr/>
          <p:nvPr/>
        </p:nvGrpSpPr>
        <p:grpSpPr>
          <a:xfrm>
            <a:off x="1458466" y="3135303"/>
            <a:ext cx="6601174" cy="9617172"/>
            <a:chOff x="1333774" y="2266590"/>
            <a:chExt cx="8037592" cy="11283873"/>
          </a:xfrm>
        </p:grpSpPr>
        <p:sp>
          <p:nvSpPr>
            <p:cNvPr id="15" name="AutoShape 2" descr="Rectangle: Rounded Corners 22">
              <a:extLst>
                <a:ext uri="{FF2B5EF4-FFF2-40B4-BE49-F238E27FC236}">
                  <a16:creationId xmlns:a16="http://schemas.microsoft.com/office/drawing/2014/main" id="{7B4CC009-6D41-D525-4B33-3BDFE4B893BD}"/>
                </a:ext>
              </a:extLst>
            </p:cNvPr>
            <p:cNvSpPr>
              <a:spLocks/>
            </p:cNvSpPr>
            <p:nvPr userDrawn="1"/>
          </p:nvSpPr>
          <p:spPr bwMode="auto">
            <a:xfrm>
              <a:off x="1333774" y="2266590"/>
              <a:ext cx="8037592" cy="11283873"/>
            </a:xfrm>
            <a:prstGeom prst="roundRect">
              <a:avLst>
                <a:gd name="adj" fmla="val 5491"/>
              </a:avLst>
            </a:prstGeom>
            <a:solidFill>
              <a:srgbClr val="FFFFFF"/>
            </a:solidFill>
            <a:ln>
              <a:noFill/>
            </a:ln>
            <a:effectLst>
              <a:outerShdw blurRad="787400" dist="101600" dir="5400000" algn="ctr" rotWithShape="0">
                <a:srgbClr val="000000">
                  <a:alpha val="25000"/>
                </a:srgbClr>
              </a:outerShdw>
            </a:effectLst>
            <a:extLst>
              <a:ext uri="{91240B29-F687-4F45-9708-019B960494DF}">
                <a14:hiddenLine xmlns:a14="http://schemas.microsoft.com/office/drawing/2010/main" w="25400" cap="flat" cmpd="sng">
                  <a:solidFill>
                    <a:srgbClr val="000000"/>
                  </a:solidFill>
                  <a:prstDash val="solid"/>
                  <a:miter lim="400000"/>
                  <a:headEnd type="none" w="med" len="med"/>
                  <a:tailEnd type="none" w="med" len="med"/>
                </a14:hiddenLine>
              </a:ext>
            </a:extLst>
          </p:spPr>
          <p:txBody>
            <a:bodyPr tIns="91440" bIns="91440" anchor="ctr"/>
            <a:lstStyle/>
            <a:p>
              <a:pPr algn="ctr"/>
              <a:r>
                <a:rPr lang="en-US" altLang="en-US">
                  <a:solidFill>
                    <a:srgbClr val="FFFFFF"/>
                  </a:solidFill>
                </a:rPr>
                <a:t>z</a:t>
              </a:r>
            </a:p>
          </p:txBody>
        </p:sp>
        <p:sp>
          <p:nvSpPr>
            <p:cNvPr id="16" name="Rectangle: Top Corners Rounded 15">
              <a:extLst>
                <a:ext uri="{FF2B5EF4-FFF2-40B4-BE49-F238E27FC236}">
                  <a16:creationId xmlns:a16="http://schemas.microsoft.com/office/drawing/2014/main" id="{1F51C6E5-7332-6EFE-E700-FD42F48B6461}"/>
                </a:ext>
              </a:extLst>
            </p:cNvPr>
            <p:cNvSpPr/>
            <p:nvPr userDrawn="1"/>
          </p:nvSpPr>
          <p:spPr>
            <a:xfrm rot="10800000">
              <a:off x="1333774" y="11680218"/>
              <a:ext cx="8037592" cy="1870245"/>
            </a:xfrm>
            <a:prstGeom prst="round2SameRect">
              <a:avLst/>
            </a:prstGeom>
            <a:solidFill>
              <a:srgbClr val="FF6B00"/>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grpSp>
      <p:sp>
        <p:nvSpPr>
          <p:cNvPr id="21" name="Text Placeholder 29">
            <a:extLst>
              <a:ext uri="{FF2B5EF4-FFF2-40B4-BE49-F238E27FC236}">
                <a16:creationId xmlns:a16="http://schemas.microsoft.com/office/drawing/2014/main" id="{62D8EE80-206D-ACA8-3A78-0F8A6ADE7DB4}"/>
              </a:ext>
            </a:extLst>
          </p:cNvPr>
          <p:cNvSpPr txBox="1">
            <a:spLocks/>
          </p:cNvSpPr>
          <p:nvPr/>
        </p:nvSpPr>
        <p:spPr>
          <a:xfrm>
            <a:off x="1884205" y="3513577"/>
            <a:ext cx="5680526" cy="809042"/>
          </a:xfrm>
          <a:prstGeom prst="rect">
            <a:avLst/>
          </a:prstGeom>
        </p:spPr>
        <p:txBody>
          <a:bodyPr/>
          <a:lstStyle>
            <a:lvl1pPr algn="l" defTabSz="825500" eaLnBrk="1" hangingPunct="1">
              <a:spcBef>
                <a:spcPts val="5200"/>
              </a:spcBef>
              <a:defRPr sz="4400" b="1">
                <a:solidFill>
                  <a:srgbClr val="555559"/>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Agenda, lists or columns</a:t>
            </a:r>
            <a:endParaRPr lang="en-US">
              <a:solidFill>
                <a:schemeClr val="accent1"/>
              </a:solidFill>
            </a:endParaRPr>
          </a:p>
        </p:txBody>
      </p:sp>
      <p:sp>
        <p:nvSpPr>
          <p:cNvPr id="22" name="Text Placeholder 22">
            <a:extLst>
              <a:ext uri="{FF2B5EF4-FFF2-40B4-BE49-F238E27FC236}">
                <a16:creationId xmlns:a16="http://schemas.microsoft.com/office/drawing/2014/main" id="{6D19336F-8E07-6271-60D9-37F823507820}"/>
              </a:ext>
            </a:extLst>
          </p:cNvPr>
          <p:cNvSpPr txBox="1">
            <a:spLocks/>
          </p:cNvSpPr>
          <p:nvPr/>
        </p:nvSpPr>
        <p:spPr>
          <a:xfrm>
            <a:off x="1884204" y="5299363"/>
            <a:ext cx="5908978" cy="5434483"/>
          </a:xfrm>
          <a:prstGeom prst="rect">
            <a:avLst/>
          </a:prstGeom>
        </p:spPr>
        <p:txBody>
          <a:bodyPr/>
          <a:lstStyle>
            <a:lvl1pPr algn="l"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In the agenda and/or slides in which you use the list or columns template, you can add the pictogram you want. You can find some of the icons starting at </a:t>
            </a:r>
            <a:r>
              <a:rPr lang="en-US" b="1">
                <a:solidFill>
                  <a:srgbClr val="FF6B00"/>
                </a:solidFill>
                <a:hlinkClick r:id="rId2" action="ppaction://hlinksldjump"/>
              </a:rPr>
              <a:t>this</a:t>
            </a:r>
            <a:r>
              <a:rPr lang="en-US"/>
              <a:t> slide.</a:t>
            </a:r>
          </a:p>
          <a:p>
            <a:pPr>
              <a:spcBef>
                <a:spcPts val="0"/>
              </a:spcBef>
            </a:pPr>
            <a:endParaRPr lang="en-US"/>
          </a:p>
          <a:p>
            <a:pPr>
              <a:spcBef>
                <a:spcPts val="0"/>
              </a:spcBef>
            </a:pPr>
            <a:r>
              <a:rPr lang="en-US"/>
              <a:t>Just go to the slides with pictograms, choose the icon you want, copy and paste it. These pictograms can be resized and even color-modified.</a:t>
            </a:r>
          </a:p>
        </p:txBody>
      </p:sp>
      <p:pic>
        <p:nvPicPr>
          <p:cNvPr id="12" name="Picture 11">
            <a:extLst>
              <a:ext uri="{FF2B5EF4-FFF2-40B4-BE49-F238E27FC236}">
                <a16:creationId xmlns:a16="http://schemas.microsoft.com/office/drawing/2014/main" id="{BFA9B8CA-EA7D-C25C-C14A-DA2055F49657}"/>
              </a:ext>
            </a:extLst>
          </p:cNvPr>
          <p:cNvPicPr>
            <a:picLocks noChangeAspect="1"/>
          </p:cNvPicPr>
          <p:nvPr/>
        </p:nvPicPr>
        <p:blipFill>
          <a:blip r:embed="rId3"/>
          <a:stretch>
            <a:fillRect/>
          </a:stretch>
        </p:blipFill>
        <p:spPr>
          <a:xfrm>
            <a:off x="8485378" y="3135303"/>
            <a:ext cx="3868653" cy="5194807"/>
          </a:xfrm>
          <a:prstGeom prst="rect">
            <a:avLst/>
          </a:prstGeom>
        </p:spPr>
      </p:pic>
      <p:pic>
        <p:nvPicPr>
          <p:cNvPr id="18" name="Picture 17">
            <a:extLst>
              <a:ext uri="{FF2B5EF4-FFF2-40B4-BE49-F238E27FC236}">
                <a16:creationId xmlns:a16="http://schemas.microsoft.com/office/drawing/2014/main" id="{11BF25F5-FA18-7039-5BA0-2590BCBF2F95}"/>
              </a:ext>
            </a:extLst>
          </p:cNvPr>
          <p:cNvPicPr>
            <a:picLocks noChangeAspect="1"/>
          </p:cNvPicPr>
          <p:nvPr/>
        </p:nvPicPr>
        <p:blipFill>
          <a:blip r:embed="rId4"/>
          <a:stretch>
            <a:fillRect/>
          </a:stretch>
        </p:blipFill>
        <p:spPr>
          <a:xfrm>
            <a:off x="11044926" y="4017935"/>
            <a:ext cx="6398473" cy="5520920"/>
          </a:xfrm>
          <a:prstGeom prst="rect">
            <a:avLst/>
          </a:prstGeom>
        </p:spPr>
      </p:pic>
      <p:pic>
        <p:nvPicPr>
          <p:cNvPr id="20" name="Picture 19">
            <a:extLst>
              <a:ext uri="{FF2B5EF4-FFF2-40B4-BE49-F238E27FC236}">
                <a16:creationId xmlns:a16="http://schemas.microsoft.com/office/drawing/2014/main" id="{DBCB2B06-D6B4-B50D-272A-EE5EEB4862F2}"/>
              </a:ext>
            </a:extLst>
          </p:cNvPr>
          <p:cNvPicPr>
            <a:picLocks noChangeAspect="1"/>
          </p:cNvPicPr>
          <p:nvPr/>
        </p:nvPicPr>
        <p:blipFill>
          <a:blip r:embed="rId5"/>
          <a:stretch>
            <a:fillRect/>
          </a:stretch>
        </p:blipFill>
        <p:spPr>
          <a:xfrm>
            <a:off x="13586995" y="5916911"/>
            <a:ext cx="6152472" cy="4816935"/>
          </a:xfrm>
          <a:prstGeom prst="rect">
            <a:avLst/>
          </a:prstGeom>
        </p:spPr>
      </p:pic>
      <p:pic>
        <p:nvPicPr>
          <p:cNvPr id="24" name="Picture 23">
            <a:extLst>
              <a:ext uri="{FF2B5EF4-FFF2-40B4-BE49-F238E27FC236}">
                <a16:creationId xmlns:a16="http://schemas.microsoft.com/office/drawing/2014/main" id="{6B4EE75A-F335-006B-F1E8-199A639E1C08}"/>
              </a:ext>
            </a:extLst>
          </p:cNvPr>
          <p:cNvPicPr>
            <a:picLocks noChangeAspect="1"/>
          </p:cNvPicPr>
          <p:nvPr/>
        </p:nvPicPr>
        <p:blipFill>
          <a:blip r:embed="rId6"/>
          <a:stretch>
            <a:fillRect/>
          </a:stretch>
        </p:blipFill>
        <p:spPr>
          <a:xfrm>
            <a:off x="18216985" y="8386682"/>
            <a:ext cx="4282811" cy="4694327"/>
          </a:xfrm>
          <a:prstGeom prst="rect">
            <a:avLst/>
          </a:prstGeom>
        </p:spPr>
      </p:pic>
    </p:spTree>
    <p:extLst>
      <p:ext uri="{BB962C8B-B14F-4D97-AF65-F5344CB8AC3E}">
        <p14:creationId xmlns:p14="http://schemas.microsoft.com/office/powerpoint/2010/main" val="3670505908"/>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4CB2C3C-50AE-C4E3-5E37-3A0A1E4F3F87}"/>
              </a:ext>
            </a:extLst>
          </p:cNvPr>
          <p:cNvSpPr>
            <a:spLocks noGrp="1"/>
          </p:cNvSpPr>
          <p:nvPr>
            <p:ph type="body" sz="quarter" idx="24"/>
          </p:nvPr>
        </p:nvSpPr>
        <p:spPr/>
        <p:txBody>
          <a:bodyPr/>
          <a:lstStyle/>
          <a:p>
            <a:r>
              <a:rPr lang="en-US"/>
              <a:t>Template Composition</a:t>
            </a:r>
          </a:p>
        </p:txBody>
      </p:sp>
      <p:sp>
        <p:nvSpPr>
          <p:cNvPr id="3" name="Text Placeholder 2">
            <a:extLst>
              <a:ext uri="{FF2B5EF4-FFF2-40B4-BE49-F238E27FC236}">
                <a16:creationId xmlns:a16="http://schemas.microsoft.com/office/drawing/2014/main" id="{75DFDE7B-3E38-C1B7-C033-8E427EBBF5DE}"/>
              </a:ext>
            </a:extLst>
          </p:cNvPr>
          <p:cNvSpPr>
            <a:spLocks noGrp="1"/>
          </p:cNvSpPr>
          <p:nvPr>
            <p:ph type="body" sz="quarter" idx="25"/>
          </p:nvPr>
        </p:nvSpPr>
        <p:spPr/>
        <p:txBody>
          <a:bodyPr/>
          <a:lstStyle/>
          <a:p>
            <a:r>
              <a:rPr lang="en-US"/>
              <a:t>Guide to tables and columns</a:t>
            </a:r>
          </a:p>
        </p:txBody>
      </p:sp>
      <p:sp>
        <p:nvSpPr>
          <p:cNvPr id="4" name="Footer Placeholder 3">
            <a:extLst>
              <a:ext uri="{FF2B5EF4-FFF2-40B4-BE49-F238E27FC236}">
                <a16:creationId xmlns:a16="http://schemas.microsoft.com/office/drawing/2014/main" id="{F118966F-6A7E-DB42-2547-F8632F36C9D1}"/>
              </a:ext>
            </a:extLst>
          </p:cNvPr>
          <p:cNvSpPr>
            <a:spLocks noGrp="1"/>
          </p:cNvSpPr>
          <p:nvPr>
            <p:ph type="ftr" sz="quarter" idx="27"/>
          </p:nvPr>
        </p:nvSpPr>
        <p:spPr>
          <a:xfrm>
            <a:off x="1427163" y="13014251"/>
            <a:ext cx="9957735" cy="730250"/>
          </a:xfrm>
        </p:spPr>
        <p:txBody>
          <a:bodyPr/>
          <a:lstStyle/>
          <a:p>
            <a:r>
              <a:rPr lang="en-US"/>
              <a:t>2024 © Retail Consult - All rights reserved</a:t>
            </a:r>
          </a:p>
        </p:txBody>
      </p:sp>
      <p:sp>
        <p:nvSpPr>
          <p:cNvPr id="5" name="Slide Number Placeholder 4">
            <a:extLst>
              <a:ext uri="{FF2B5EF4-FFF2-40B4-BE49-F238E27FC236}">
                <a16:creationId xmlns:a16="http://schemas.microsoft.com/office/drawing/2014/main" id="{A726C5DB-1C47-D6B2-BC86-FAE71938DA3D}"/>
              </a:ext>
            </a:extLst>
          </p:cNvPr>
          <p:cNvSpPr>
            <a:spLocks noGrp="1"/>
          </p:cNvSpPr>
          <p:nvPr>
            <p:ph type="sldNum" sz="quarter" idx="28"/>
          </p:nvPr>
        </p:nvSpPr>
        <p:spPr/>
        <p:txBody>
          <a:bodyPr/>
          <a:lstStyle/>
          <a:p>
            <a:fld id="{9A4417C4-43A3-444C-837D-103BA5C8224B}" type="slidenum">
              <a:rPr lang="en-US" smtClean="0"/>
              <a:pPr/>
              <a:t>10</a:t>
            </a:fld>
            <a:endParaRPr lang="en-US"/>
          </a:p>
        </p:txBody>
      </p:sp>
      <p:grpSp>
        <p:nvGrpSpPr>
          <p:cNvPr id="14" name="Group 13">
            <a:extLst>
              <a:ext uri="{FF2B5EF4-FFF2-40B4-BE49-F238E27FC236}">
                <a16:creationId xmlns:a16="http://schemas.microsoft.com/office/drawing/2014/main" id="{8E8561DE-07AA-4FAF-539D-421139A62820}"/>
              </a:ext>
            </a:extLst>
          </p:cNvPr>
          <p:cNvGrpSpPr/>
          <p:nvPr/>
        </p:nvGrpSpPr>
        <p:grpSpPr>
          <a:xfrm>
            <a:off x="1458466" y="3135303"/>
            <a:ext cx="6601174" cy="9617172"/>
            <a:chOff x="1333774" y="2266590"/>
            <a:chExt cx="8037592" cy="11283873"/>
          </a:xfrm>
        </p:grpSpPr>
        <p:sp>
          <p:nvSpPr>
            <p:cNvPr id="15" name="AutoShape 2" descr="Rectangle: Rounded Corners 22">
              <a:extLst>
                <a:ext uri="{FF2B5EF4-FFF2-40B4-BE49-F238E27FC236}">
                  <a16:creationId xmlns:a16="http://schemas.microsoft.com/office/drawing/2014/main" id="{7B4CC009-6D41-D525-4B33-3BDFE4B893BD}"/>
                </a:ext>
              </a:extLst>
            </p:cNvPr>
            <p:cNvSpPr>
              <a:spLocks/>
            </p:cNvSpPr>
            <p:nvPr userDrawn="1"/>
          </p:nvSpPr>
          <p:spPr bwMode="auto">
            <a:xfrm>
              <a:off x="1333774" y="2266590"/>
              <a:ext cx="8037592" cy="11283873"/>
            </a:xfrm>
            <a:prstGeom prst="roundRect">
              <a:avLst>
                <a:gd name="adj" fmla="val 5491"/>
              </a:avLst>
            </a:prstGeom>
            <a:solidFill>
              <a:srgbClr val="FFFFFF"/>
            </a:solidFill>
            <a:ln>
              <a:noFill/>
            </a:ln>
            <a:effectLst>
              <a:outerShdw blurRad="787400" dist="101600" dir="5400000" algn="ctr" rotWithShape="0">
                <a:srgbClr val="000000">
                  <a:alpha val="25000"/>
                </a:srgbClr>
              </a:outerShdw>
            </a:effectLst>
            <a:extLst>
              <a:ext uri="{91240B29-F687-4F45-9708-019B960494DF}">
                <a14:hiddenLine xmlns:a14="http://schemas.microsoft.com/office/drawing/2010/main" w="25400" cap="flat" cmpd="sng">
                  <a:solidFill>
                    <a:srgbClr val="000000"/>
                  </a:solidFill>
                  <a:prstDash val="solid"/>
                  <a:miter lim="400000"/>
                  <a:headEnd type="none" w="med" len="med"/>
                  <a:tailEnd type="none" w="med" len="med"/>
                </a14:hiddenLine>
              </a:ext>
            </a:extLst>
          </p:spPr>
          <p:txBody>
            <a:bodyPr tIns="91440" bIns="91440" anchor="ctr"/>
            <a:lstStyle/>
            <a:p>
              <a:pPr algn="ctr"/>
              <a:r>
                <a:rPr lang="en-US" altLang="en-US">
                  <a:solidFill>
                    <a:srgbClr val="FFFFFF"/>
                  </a:solidFill>
                </a:rPr>
                <a:t>z</a:t>
              </a:r>
            </a:p>
          </p:txBody>
        </p:sp>
        <p:sp>
          <p:nvSpPr>
            <p:cNvPr id="16" name="Rectangle: Top Corners Rounded 15">
              <a:extLst>
                <a:ext uri="{FF2B5EF4-FFF2-40B4-BE49-F238E27FC236}">
                  <a16:creationId xmlns:a16="http://schemas.microsoft.com/office/drawing/2014/main" id="{1F51C6E5-7332-6EFE-E700-FD42F48B6461}"/>
                </a:ext>
              </a:extLst>
            </p:cNvPr>
            <p:cNvSpPr/>
            <p:nvPr userDrawn="1"/>
          </p:nvSpPr>
          <p:spPr>
            <a:xfrm rot="10800000">
              <a:off x="1333774" y="11680218"/>
              <a:ext cx="8037592" cy="1870245"/>
            </a:xfrm>
            <a:prstGeom prst="round2SameRect">
              <a:avLst/>
            </a:prstGeom>
            <a:solidFill>
              <a:srgbClr val="FF6B00"/>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grpSp>
      <p:sp>
        <p:nvSpPr>
          <p:cNvPr id="21" name="Text Placeholder 29">
            <a:extLst>
              <a:ext uri="{FF2B5EF4-FFF2-40B4-BE49-F238E27FC236}">
                <a16:creationId xmlns:a16="http://schemas.microsoft.com/office/drawing/2014/main" id="{62D8EE80-206D-ACA8-3A78-0F8A6ADE7DB4}"/>
              </a:ext>
            </a:extLst>
          </p:cNvPr>
          <p:cNvSpPr txBox="1">
            <a:spLocks/>
          </p:cNvSpPr>
          <p:nvPr/>
        </p:nvSpPr>
        <p:spPr>
          <a:xfrm>
            <a:off x="1884205" y="3513577"/>
            <a:ext cx="4225650" cy="809042"/>
          </a:xfrm>
          <a:prstGeom prst="rect">
            <a:avLst/>
          </a:prstGeom>
        </p:spPr>
        <p:txBody>
          <a:bodyPr/>
          <a:lstStyle>
            <a:lvl1pPr algn="l" defTabSz="825500" eaLnBrk="1" hangingPunct="1">
              <a:spcBef>
                <a:spcPts val="5200"/>
              </a:spcBef>
              <a:defRPr sz="4400" b="1">
                <a:solidFill>
                  <a:srgbClr val="555559"/>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Columns</a:t>
            </a:r>
            <a:endParaRPr lang="en-US">
              <a:solidFill>
                <a:schemeClr val="accent1"/>
              </a:solidFill>
            </a:endParaRPr>
          </a:p>
        </p:txBody>
      </p:sp>
      <p:sp>
        <p:nvSpPr>
          <p:cNvPr id="22" name="Text Placeholder 22">
            <a:extLst>
              <a:ext uri="{FF2B5EF4-FFF2-40B4-BE49-F238E27FC236}">
                <a16:creationId xmlns:a16="http://schemas.microsoft.com/office/drawing/2014/main" id="{6D19336F-8E07-6271-60D9-37F823507820}"/>
              </a:ext>
            </a:extLst>
          </p:cNvPr>
          <p:cNvSpPr txBox="1">
            <a:spLocks/>
          </p:cNvSpPr>
          <p:nvPr/>
        </p:nvSpPr>
        <p:spPr>
          <a:xfrm>
            <a:off x="1884204" y="4540865"/>
            <a:ext cx="5908978" cy="6192982"/>
          </a:xfrm>
          <a:prstGeom prst="rect">
            <a:avLst/>
          </a:prstGeom>
        </p:spPr>
        <p:txBody>
          <a:bodyPr/>
          <a:lstStyle>
            <a:lvl1pPr algn="l"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All the columns in the Tables &amp; Columns section are editable and can be customized as needed.</a:t>
            </a:r>
          </a:p>
        </p:txBody>
      </p:sp>
      <p:pic>
        <p:nvPicPr>
          <p:cNvPr id="7" name="Picture 6">
            <a:extLst>
              <a:ext uri="{FF2B5EF4-FFF2-40B4-BE49-F238E27FC236}">
                <a16:creationId xmlns:a16="http://schemas.microsoft.com/office/drawing/2014/main" id="{38D5EF8B-37B5-6E79-9572-016D4FE1CBC9}"/>
              </a:ext>
            </a:extLst>
          </p:cNvPr>
          <p:cNvPicPr>
            <a:picLocks noChangeAspect="1"/>
          </p:cNvPicPr>
          <p:nvPr/>
        </p:nvPicPr>
        <p:blipFill>
          <a:blip r:embed="rId2"/>
          <a:stretch>
            <a:fillRect/>
          </a:stretch>
        </p:blipFill>
        <p:spPr>
          <a:xfrm>
            <a:off x="8485378" y="2083272"/>
            <a:ext cx="10412278" cy="5477639"/>
          </a:xfrm>
          <a:prstGeom prst="rect">
            <a:avLst/>
          </a:prstGeom>
        </p:spPr>
      </p:pic>
      <p:pic>
        <p:nvPicPr>
          <p:cNvPr id="10" name="Picture 9">
            <a:extLst>
              <a:ext uri="{FF2B5EF4-FFF2-40B4-BE49-F238E27FC236}">
                <a16:creationId xmlns:a16="http://schemas.microsoft.com/office/drawing/2014/main" id="{78991273-564A-56C8-CF02-508153853D47}"/>
              </a:ext>
            </a:extLst>
          </p:cNvPr>
          <p:cNvPicPr>
            <a:picLocks noChangeAspect="1"/>
          </p:cNvPicPr>
          <p:nvPr/>
        </p:nvPicPr>
        <p:blipFill>
          <a:blip r:embed="rId3"/>
          <a:stretch>
            <a:fillRect/>
          </a:stretch>
        </p:blipFill>
        <p:spPr>
          <a:xfrm>
            <a:off x="10910823" y="5302506"/>
            <a:ext cx="8907480" cy="5755740"/>
          </a:xfrm>
          <a:prstGeom prst="rect">
            <a:avLst/>
          </a:prstGeom>
        </p:spPr>
      </p:pic>
      <p:pic>
        <p:nvPicPr>
          <p:cNvPr id="13" name="Picture 12">
            <a:extLst>
              <a:ext uri="{FF2B5EF4-FFF2-40B4-BE49-F238E27FC236}">
                <a16:creationId xmlns:a16="http://schemas.microsoft.com/office/drawing/2014/main" id="{E341FBA7-4DA1-4F45-2F05-4DAAE6195A63}"/>
              </a:ext>
            </a:extLst>
          </p:cNvPr>
          <p:cNvPicPr>
            <a:picLocks noChangeAspect="1"/>
          </p:cNvPicPr>
          <p:nvPr/>
        </p:nvPicPr>
        <p:blipFill>
          <a:blip r:embed="rId4"/>
          <a:stretch>
            <a:fillRect/>
          </a:stretch>
        </p:blipFill>
        <p:spPr>
          <a:xfrm>
            <a:off x="15041376" y="7924423"/>
            <a:ext cx="8665393" cy="5089828"/>
          </a:xfrm>
          <a:prstGeom prst="rect">
            <a:avLst/>
          </a:prstGeom>
        </p:spPr>
      </p:pic>
    </p:spTree>
    <p:extLst>
      <p:ext uri="{BB962C8B-B14F-4D97-AF65-F5344CB8AC3E}">
        <p14:creationId xmlns:p14="http://schemas.microsoft.com/office/powerpoint/2010/main" val="3185766169"/>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810BA6D-05D5-F926-0A9B-C7EAD6D96A25}"/>
              </a:ext>
            </a:extLst>
          </p:cNvPr>
          <p:cNvPicPr>
            <a:picLocks noChangeAspect="1"/>
          </p:cNvPicPr>
          <p:nvPr/>
        </p:nvPicPr>
        <p:blipFill>
          <a:blip r:embed="rId2"/>
          <a:stretch>
            <a:fillRect/>
          </a:stretch>
        </p:blipFill>
        <p:spPr>
          <a:xfrm>
            <a:off x="8485378" y="3135303"/>
            <a:ext cx="9734991" cy="5689280"/>
          </a:xfrm>
          <a:prstGeom prst="rect">
            <a:avLst/>
          </a:prstGeom>
        </p:spPr>
      </p:pic>
      <p:sp>
        <p:nvSpPr>
          <p:cNvPr id="2" name="Text Placeholder 1">
            <a:extLst>
              <a:ext uri="{FF2B5EF4-FFF2-40B4-BE49-F238E27FC236}">
                <a16:creationId xmlns:a16="http://schemas.microsoft.com/office/drawing/2014/main" id="{94CB2C3C-50AE-C4E3-5E37-3A0A1E4F3F87}"/>
              </a:ext>
            </a:extLst>
          </p:cNvPr>
          <p:cNvSpPr>
            <a:spLocks noGrp="1"/>
          </p:cNvSpPr>
          <p:nvPr>
            <p:ph type="body" sz="quarter" idx="24"/>
          </p:nvPr>
        </p:nvSpPr>
        <p:spPr/>
        <p:txBody>
          <a:bodyPr/>
          <a:lstStyle/>
          <a:p>
            <a:r>
              <a:rPr lang="en-US"/>
              <a:t>Template Composition</a:t>
            </a:r>
          </a:p>
        </p:txBody>
      </p:sp>
      <p:sp>
        <p:nvSpPr>
          <p:cNvPr id="3" name="Text Placeholder 2">
            <a:extLst>
              <a:ext uri="{FF2B5EF4-FFF2-40B4-BE49-F238E27FC236}">
                <a16:creationId xmlns:a16="http://schemas.microsoft.com/office/drawing/2014/main" id="{75DFDE7B-3E38-C1B7-C033-8E427EBBF5DE}"/>
              </a:ext>
            </a:extLst>
          </p:cNvPr>
          <p:cNvSpPr>
            <a:spLocks noGrp="1"/>
          </p:cNvSpPr>
          <p:nvPr>
            <p:ph type="body" sz="quarter" idx="25"/>
          </p:nvPr>
        </p:nvSpPr>
        <p:spPr/>
        <p:txBody>
          <a:bodyPr/>
          <a:lstStyle/>
          <a:p>
            <a:r>
              <a:rPr lang="en-US"/>
              <a:t>Guide to tables and columns</a:t>
            </a:r>
          </a:p>
        </p:txBody>
      </p:sp>
      <p:sp>
        <p:nvSpPr>
          <p:cNvPr id="4" name="Footer Placeholder 3">
            <a:extLst>
              <a:ext uri="{FF2B5EF4-FFF2-40B4-BE49-F238E27FC236}">
                <a16:creationId xmlns:a16="http://schemas.microsoft.com/office/drawing/2014/main" id="{F118966F-6A7E-DB42-2547-F8632F36C9D1}"/>
              </a:ext>
            </a:extLst>
          </p:cNvPr>
          <p:cNvSpPr>
            <a:spLocks noGrp="1"/>
          </p:cNvSpPr>
          <p:nvPr>
            <p:ph type="ftr" sz="quarter" idx="27"/>
          </p:nvPr>
        </p:nvSpPr>
        <p:spPr>
          <a:xfrm>
            <a:off x="1427163" y="13014251"/>
            <a:ext cx="9957735" cy="730250"/>
          </a:xfrm>
        </p:spPr>
        <p:txBody>
          <a:bodyPr/>
          <a:lstStyle/>
          <a:p>
            <a:r>
              <a:rPr lang="en-US"/>
              <a:t>2024 © Retail Consult - All rights reserved</a:t>
            </a:r>
          </a:p>
        </p:txBody>
      </p:sp>
      <p:sp>
        <p:nvSpPr>
          <p:cNvPr id="5" name="Slide Number Placeholder 4">
            <a:extLst>
              <a:ext uri="{FF2B5EF4-FFF2-40B4-BE49-F238E27FC236}">
                <a16:creationId xmlns:a16="http://schemas.microsoft.com/office/drawing/2014/main" id="{A726C5DB-1C47-D6B2-BC86-FAE71938DA3D}"/>
              </a:ext>
            </a:extLst>
          </p:cNvPr>
          <p:cNvSpPr>
            <a:spLocks noGrp="1"/>
          </p:cNvSpPr>
          <p:nvPr>
            <p:ph type="sldNum" sz="quarter" idx="28"/>
          </p:nvPr>
        </p:nvSpPr>
        <p:spPr/>
        <p:txBody>
          <a:bodyPr/>
          <a:lstStyle/>
          <a:p>
            <a:fld id="{9A4417C4-43A3-444C-837D-103BA5C8224B}" type="slidenum">
              <a:rPr lang="en-US" smtClean="0"/>
              <a:pPr/>
              <a:t>11</a:t>
            </a:fld>
            <a:endParaRPr lang="en-US"/>
          </a:p>
        </p:txBody>
      </p:sp>
      <p:grpSp>
        <p:nvGrpSpPr>
          <p:cNvPr id="14" name="Group 13">
            <a:extLst>
              <a:ext uri="{FF2B5EF4-FFF2-40B4-BE49-F238E27FC236}">
                <a16:creationId xmlns:a16="http://schemas.microsoft.com/office/drawing/2014/main" id="{8E8561DE-07AA-4FAF-539D-421139A62820}"/>
              </a:ext>
            </a:extLst>
          </p:cNvPr>
          <p:cNvGrpSpPr/>
          <p:nvPr/>
        </p:nvGrpSpPr>
        <p:grpSpPr>
          <a:xfrm>
            <a:off x="1458466" y="3135303"/>
            <a:ext cx="6601174" cy="9617172"/>
            <a:chOff x="1333774" y="2266590"/>
            <a:chExt cx="8037592" cy="11283873"/>
          </a:xfrm>
        </p:grpSpPr>
        <p:sp>
          <p:nvSpPr>
            <p:cNvPr id="15" name="AutoShape 2" descr="Rectangle: Rounded Corners 22">
              <a:extLst>
                <a:ext uri="{FF2B5EF4-FFF2-40B4-BE49-F238E27FC236}">
                  <a16:creationId xmlns:a16="http://schemas.microsoft.com/office/drawing/2014/main" id="{7B4CC009-6D41-D525-4B33-3BDFE4B893BD}"/>
                </a:ext>
              </a:extLst>
            </p:cNvPr>
            <p:cNvSpPr>
              <a:spLocks/>
            </p:cNvSpPr>
            <p:nvPr userDrawn="1"/>
          </p:nvSpPr>
          <p:spPr bwMode="auto">
            <a:xfrm>
              <a:off x="1333774" y="2266590"/>
              <a:ext cx="8037592" cy="11283873"/>
            </a:xfrm>
            <a:prstGeom prst="roundRect">
              <a:avLst>
                <a:gd name="adj" fmla="val 5491"/>
              </a:avLst>
            </a:prstGeom>
            <a:solidFill>
              <a:srgbClr val="FFFFFF"/>
            </a:solidFill>
            <a:ln>
              <a:noFill/>
            </a:ln>
            <a:effectLst>
              <a:outerShdw blurRad="787400" dist="101600" dir="5400000" algn="ctr" rotWithShape="0">
                <a:srgbClr val="000000">
                  <a:alpha val="25000"/>
                </a:srgbClr>
              </a:outerShdw>
            </a:effectLst>
            <a:extLst>
              <a:ext uri="{91240B29-F687-4F45-9708-019B960494DF}">
                <a14:hiddenLine xmlns:a14="http://schemas.microsoft.com/office/drawing/2010/main" w="25400" cap="flat" cmpd="sng">
                  <a:solidFill>
                    <a:srgbClr val="000000"/>
                  </a:solidFill>
                  <a:prstDash val="solid"/>
                  <a:miter lim="400000"/>
                  <a:headEnd type="none" w="med" len="med"/>
                  <a:tailEnd type="none" w="med" len="med"/>
                </a14:hiddenLine>
              </a:ext>
            </a:extLst>
          </p:spPr>
          <p:txBody>
            <a:bodyPr tIns="91440" bIns="91440" anchor="ctr"/>
            <a:lstStyle/>
            <a:p>
              <a:pPr algn="ctr"/>
              <a:r>
                <a:rPr lang="en-US" altLang="en-US">
                  <a:solidFill>
                    <a:srgbClr val="FFFFFF"/>
                  </a:solidFill>
                </a:rPr>
                <a:t>z</a:t>
              </a:r>
            </a:p>
          </p:txBody>
        </p:sp>
        <p:sp>
          <p:nvSpPr>
            <p:cNvPr id="16" name="Rectangle: Top Corners Rounded 15">
              <a:extLst>
                <a:ext uri="{FF2B5EF4-FFF2-40B4-BE49-F238E27FC236}">
                  <a16:creationId xmlns:a16="http://schemas.microsoft.com/office/drawing/2014/main" id="{1F51C6E5-7332-6EFE-E700-FD42F48B6461}"/>
                </a:ext>
              </a:extLst>
            </p:cNvPr>
            <p:cNvSpPr/>
            <p:nvPr userDrawn="1"/>
          </p:nvSpPr>
          <p:spPr>
            <a:xfrm rot="10800000">
              <a:off x="1333774" y="11680218"/>
              <a:ext cx="8037592" cy="1870245"/>
            </a:xfrm>
            <a:prstGeom prst="round2SameRect">
              <a:avLst/>
            </a:prstGeom>
            <a:solidFill>
              <a:srgbClr val="FF6B00"/>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grpSp>
      <p:sp>
        <p:nvSpPr>
          <p:cNvPr id="21" name="Text Placeholder 29">
            <a:extLst>
              <a:ext uri="{FF2B5EF4-FFF2-40B4-BE49-F238E27FC236}">
                <a16:creationId xmlns:a16="http://schemas.microsoft.com/office/drawing/2014/main" id="{62D8EE80-206D-ACA8-3A78-0F8A6ADE7DB4}"/>
              </a:ext>
            </a:extLst>
          </p:cNvPr>
          <p:cNvSpPr txBox="1">
            <a:spLocks/>
          </p:cNvSpPr>
          <p:nvPr/>
        </p:nvSpPr>
        <p:spPr>
          <a:xfrm>
            <a:off x="1884205" y="3513576"/>
            <a:ext cx="4225650" cy="1640315"/>
          </a:xfrm>
          <a:prstGeom prst="rect">
            <a:avLst/>
          </a:prstGeom>
        </p:spPr>
        <p:txBody>
          <a:bodyPr/>
          <a:lstStyle>
            <a:lvl1pPr algn="l" defTabSz="825500" eaLnBrk="1" hangingPunct="1">
              <a:spcBef>
                <a:spcPts val="5200"/>
              </a:spcBef>
              <a:defRPr sz="4400" b="1">
                <a:solidFill>
                  <a:srgbClr val="555559"/>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Tables</a:t>
            </a:r>
            <a:endParaRPr lang="en-US">
              <a:solidFill>
                <a:schemeClr val="accent1"/>
              </a:solidFill>
            </a:endParaRPr>
          </a:p>
        </p:txBody>
      </p:sp>
      <p:sp>
        <p:nvSpPr>
          <p:cNvPr id="22" name="Text Placeholder 22">
            <a:extLst>
              <a:ext uri="{FF2B5EF4-FFF2-40B4-BE49-F238E27FC236}">
                <a16:creationId xmlns:a16="http://schemas.microsoft.com/office/drawing/2014/main" id="{6D19336F-8E07-6271-60D9-37F823507820}"/>
              </a:ext>
            </a:extLst>
          </p:cNvPr>
          <p:cNvSpPr txBox="1">
            <a:spLocks/>
          </p:cNvSpPr>
          <p:nvPr/>
        </p:nvSpPr>
        <p:spPr>
          <a:xfrm>
            <a:off x="1884204" y="4540865"/>
            <a:ext cx="5687820" cy="6192982"/>
          </a:xfrm>
          <a:prstGeom prst="rect">
            <a:avLst/>
          </a:prstGeom>
        </p:spPr>
        <p:txBody>
          <a:bodyPr/>
          <a:lstStyle>
            <a:lvl1pPr algn="l"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The tables in this template can be edited, whether in terms of graphics, design, or information. </a:t>
            </a:r>
          </a:p>
          <a:p>
            <a:pPr>
              <a:spcBef>
                <a:spcPts val="0"/>
              </a:spcBef>
            </a:pPr>
            <a:endParaRPr lang="en-US"/>
          </a:p>
          <a:p>
            <a:pPr>
              <a:spcBef>
                <a:spcPts val="0"/>
              </a:spcBef>
            </a:pPr>
            <a:r>
              <a:rPr lang="en-US" b="1">
                <a:solidFill>
                  <a:schemeClr val="accent1"/>
                </a:solidFill>
              </a:rPr>
              <a:t>To access the table editing tab:</a:t>
            </a:r>
          </a:p>
          <a:p>
            <a:pPr marL="457200" indent="-457200">
              <a:spcBef>
                <a:spcPts val="1200"/>
              </a:spcBef>
              <a:buClr>
                <a:srgbClr val="FF7A19"/>
              </a:buClr>
              <a:buFont typeface="Neo Tech Std Medium" panose="020B0604030504040204" pitchFamily="34" charset="0"/>
              <a:buChar char="›"/>
            </a:pPr>
            <a:r>
              <a:rPr lang="en-US"/>
              <a:t>Click on the table.</a:t>
            </a:r>
          </a:p>
          <a:p>
            <a:pPr marL="457200" indent="-457200">
              <a:spcBef>
                <a:spcPts val="1200"/>
              </a:spcBef>
              <a:buClr>
                <a:srgbClr val="FF7A19"/>
              </a:buClr>
              <a:buFont typeface="Neo Tech Std Medium" panose="020B0604030504040204" pitchFamily="34" charset="0"/>
              <a:buChar char="›"/>
            </a:pPr>
            <a:r>
              <a:rPr lang="en-US"/>
              <a:t>Go to the top menu and select the Table Design tab.</a:t>
            </a:r>
          </a:p>
          <a:p>
            <a:pPr marL="457200" indent="-457200">
              <a:spcBef>
                <a:spcPts val="1200"/>
              </a:spcBef>
              <a:buClr>
                <a:srgbClr val="FF7A19"/>
              </a:buClr>
              <a:buFont typeface="Neo Tech Std Medium" panose="020B0604030504040204" pitchFamily="34" charset="0"/>
              <a:buChar char="›"/>
            </a:pPr>
            <a:endParaRPr lang="en-US"/>
          </a:p>
          <a:p>
            <a:pPr>
              <a:spcBef>
                <a:spcPts val="0"/>
              </a:spcBef>
            </a:pPr>
            <a:r>
              <a:rPr lang="en-US" b="1">
                <a:solidFill>
                  <a:schemeClr val="accent1"/>
                </a:solidFill>
              </a:rPr>
              <a:t>To insert/format columns or rows:</a:t>
            </a:r>
          </a:p>
          <a:p>
            <a:pPr marL="457200" indent="-457200">
              <a:spcBef>
                <a:spcPts val="1200"/>
              </a:spcBef>
              <a:buClr>
                <a:srgbClr val="FF7A19"/>
              </a:buClr>
              <a:buFont typeface="Neo Tech Std Medium" panose="020B0604030504040204" pitchFamily="34" charset="0"/>
              <a:buChar char="›"/>
            </a:pPr>
            <a:r>
              <a:rPr lang="en-US"/>
              <a:t>Right-click and choose what you want to change/add.</a:t>
            </a:r>
          </a:p>
        </p:txBody>
      </p:sp>
      <p:pic>
        <p:nvPicPr>
          <p:cNvPr id="11" name="Picture 10">
            <a:extLst>
              <a:ext uri="{FF2B5EF4-FFF2-40B4-BE49-F238E27FC236}">
                <a16:creationId xmlns:a16="http://schemas.microsoft.com/office/drawing/2014/main" id="{4BA3F48F-EACB-3505-CC01-D2B3AD093107}"/>
              </a:ext>
            </a:extLst>
          </p:cNvPr>
          <p:cNvPicPr>
            <a:picLocks noChangeAspect="1"/>
          </p:cNvPicPr>
          <p:nvPr/>
        </p:nvPicPr>
        <p:blipFill>
          <a:blip r:embed="rId3"/>
          <a:stretch>
            <a:fillRect/>
          </a:stretch>
        </p:blipFill>
        <p:spPr>
          <a:xfrm>
            <a:off x="8751635" y="7943889"/>
            <a:ext cx="13946546" cy="1467055"/>
          </a:xfrm>
          <a:prstGeom prst="rect">
            <a:avLst/>
          </a:prstGeom>
        </p:spPr>
      </p:pic>
      <p:pic>
        <p:nvPicPr>
          <p:cNvPr id="17" name="Picture 16">
            <a:extLst>
              <a:ext uri="{FF2B5EF4-FFF2-40B4-BE49-F238E27FC236}">
                <a16:creationId xmlns:a16="http://schemas.microsoft.com/office/drawing/2014/main" id="{5BF25F0C-22AC-46C0-4D61-3BB5A43E8AD4}"/>
              </a:ext>
            </a:extLst>
          </p:cNvPr>
          <p:cNvPicPr>
            <a:picLocks noChangeAspect="1"/>
          </p:cNvPicPr>
          <p:nvPr/>
        </p:nvPicPr>
        <p:blipFill>
          <a:blip r:embed="rId4"/>
          <a:stretch>
            <a:fillRect/>
          </a:stretch>
        </p:blipFill>
        <p:spPr>
          <a:xfrm>
            <a:off x="8751635" y="9639027"/>
            <a:ext cx="12375712" cy="3113448"/>
          </a:xfrm>
          <a:prstGeom prst="rect">
            <a:avLst/>
          </a:prstGeom>
        </p:spPr>
      </p:pic>
      <p:sp>
        <p:nvSpPr>
          <p:cNvPr id="20" name="Rectangle: Rounded Corners 19">
            <a:extLst>
              <a:ext uri="{FF2B5EF4-FFF2-40B4-BE49-F238E27FC236}">
                <a16:creationId xmlns:a16="http://schemas.microsoft.com/office/drawing/2014/main" id="{8DF2386A-4399-E2F2-38A2-7A0542BAACD1}"/>
              </a:ext>
            </a:extLst>
          </p:cNvPr>
          <p:cNvSpPr/>
          <p:nvPr/>
        </p:nvSpPr>
        <p:spPr>
          <a:xfrm>
            <a:off x="15025255" y="10886304"/>
            <a:ext cx="6102092" cy="846361"/>
          </a:xfrm>
          <a:prstGeom prst="roundRect">
            <a:avLst/>
          </a:prstGeom>
          <a:noFill/>
          <a:ln w="60325" cap="flat">
            <a:solidFill>
              <a:schemeClr val="accent1"/>
            </a:solid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pic>
        <p:nvPicPr>
          <p:cNvPr id="19" name="Graphic 18">
            <a:extLst>
              <a:ext uri="{FF2B5EF4-FFF2-40B4-BE49-F238E27FC236}">
                <a16:creationId xmlns:a16="http://schemas.microsoft.com/office/drawing/2014/main" id="{9E426616-0BBB-8073-EC73-311EAB396FC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1127347" y="11643563"/>
            <a:ext cx="579120" cy="579120"/>
          </a:xfrm>
          <a:prstGeom prst="rect">
            <a:avLst/>
          </a:prstGeom>
          <a:effectLst/>
        </p:spPr>
      </p:pic>
      <p:sp>
        <p:nvSpPr>
          <p:cNvPr id="23" name="Rectangle: Rounded Corners 22">
            <a:extLst>
              <a:ext uri="{FF2B5EF4-FFF2-40B4-BE49-F238E27FC236}">
                <a16:creationId xmlns:a16="http://schemas.microsoft.com/office/drawing/2014/main" id="{F5897CE9-3535-6F7A-39AF-145BE3BEBFAC}"/>
              </a:ext>
            </a:extLst>
          </p:cNvPr>
          <p:cNvSpPr/>
          <p:nvPr/>
        </p:nvSpPr>
        <p:spPr>
          <a:xfrm>
            <a:off x="17288084" y="7943889"/>
            <a:ext cx="932285" cy="306493"/>
          </a:xfrm>
          <a:prstGeom prst="roundRect">
            <a:avLst/>
          </a:prstGeom>
          <a:noFill/>
          <a:ln w="60325" cap="flat">
            <a:solidFill>
              <a:schemeClr val="accent1"/>
            </a:solid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pic>
        <p:nvPicPr>
          <p:cNvPr id="18" name="Graphic 17">
            <a:extLst>
              <a:ext uri="{FF2B5EF4-FFF2-40B4-BE49-F238E27FC236}">
                <a16:creationId xmlns:a16="http://schemas.microsoft.com/office/drawing/2014/main" id="{18F75B3F-DB9F-D31B-3045-B09C6E431E1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197066" y="7943889"/>
            <a:ext cx="579120" cy="57912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040412694"/>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4CB2C3C-50AE-C4E3-5E37-3A0A1E4F3F87}"/>
              </a:ext>
            </a:extLst>
          </p:cNvPr>
          <p:cNvSpPr>
            <a:spLocks noGrp="1"/>
          </p:cNvSpPr>
          <p:nvPr>
            <p:ph type="body" sz="quarter" idx="24"/>
          </p:nvPr>
        </p:nvSpPr>
        <p:spPr/>
        <p:txBody>
          <a:bodyPr/>
          <a:lstStyle/>
          <a:p>
            <a:r>
              <a:rPr lang="en-US"/>
              <a:t>Template Composition</a:t>
            </a:r>
          </a:p>
        </p:txBody>
      </p:sp>
      <p:sp>
        <p:nvSpPr>
          <p:cNvPr id="3" name="Text Placeholder 2">
            <a:extLst>
              <a:ext uri="{FF2B5EF4-FFF2-40B4-BE49-F238E27FC236}">
                <a16:creationId xmlns:a16="http://schemas.microsoft.com/office/drawing/2014/main" id="{75DFDE7B-3E38-C1B7-C033-8E427EBBF5DE}"/>
              </a:ext>
            </a:extLst>
          </p:cNvPr>
          <p:cNvSpPr>
            <a:spLocks noGrp="1"/>
          </p:cNvSpPr>
          <p:nvPr>
            <p:ph type="body" sz="quarter" idx="25"/>
          </p:nvPr>
        </p:nvSpPr>
        <p:spPr/>
        <p:txBody>
          <a:bodyPr/>
          <a:lstStyle/>
          <a:p>
            <a:r>
              <a:rPr lang="en-US"/>
              <a:t>Guide to tables and columns</a:t>
            </a:r>
          </a:p>
        </p:txBody>
      </p:sp>
      <p:sp>
        <p:nvSpPr>
          <p:cNvPr id="4" name="Footer Placeholder 3">
            <a:extLst>
              <a:ext uri="{FF2B5EF4-FFF2-40B4-BE49-F238E27FC236}">
                <a16:creationId xmlns:a16="http://schemas.microsoft.com/office/drawing/2014/main" id="{F118966F-6A7E-DB42-2547-F8632F36C9D1}"/>
              </a:ext>
            </a:extLst>
          </p:cNvPr>
          <p:cNvSpPr>
            <a:spLocks noGrp="1"/>
          </p:cNvSpPr>
          <p:nvPr>
            <p:ph type="ftr" sz="quarter" idx="27"/>
          </p:nvPr>
        </p:nvSpPr>
        <p:spPr>
          <a:xfrm>
            <a:off x="1427163" y="13014251"/>
            <a:ext cx="9957735" cy="730250"/>
          </a:xfrm>
        </p:spPr>
        <p:txBody>
          <a:bodyPr/>
          <a:lstStyle/>
          <a:p>
            <a:r>
              <a:rPr lang="en-US"/>
              <a:t>2024 © Retail Consult - All rights reserved</a:t>
            </a:r>
          </a:p>
        </p:txBody>
      </p:sp>
      <p:sp>
        <p:nvSpPr>
          <p:cNvPr id="5" name="Slide Number Placeholder 4">
            <a:extLst>
              <a:ext uri="{FF2B5EF4-FFF2-40B4-BE49-F238E27FC236}">
                <a16:creationId xmlns:a16="http://schemas.microsoft.com/office/drawing/2014/main" id="{A726C5DB-1C47-D6B2-BC86-FAE71938DA3D}"/>
              </a:ext>
            </a:extLst>
          </p:cNvPr>
          <p:cNvSpPr>
            <a:spLocks noGrp="1"/>
          </p:cNvSpPr>
          <p:nvPr>
            <p:ph type="sldNum" sz="quarter" idx="28"/>
          </p:nvPr>
        </p:nvSpPr>
        <p:spPr/>
        <p:txBody>
          <a:bodyPr/>
          <a:lstStyle/>
          <a:p>
            <a:fld id="{9A4417C4-43A3-444C-837D-103BA5C8224B}" type="slidenum">
              <a:rPr lang="en-US" smtClean="0"/>
              <a:pPr/>
              <a:t>12</a:t>
            </a:fld>
            <a:endParaRPr lang="en-US"/>
          </a:p>
        </p:txBody>
      </p:sp>
      <p:grpSp>
        <p:nvGrpSpPr>
          <p:cNvPr id="14" name="Group 13">
            <a:extLst>
              <a:ext uri="{FF2B5EF4-FFF2-40B4-BE49-F238E27FC236}">
                <a16:creationId xmlns:a16="http://schemas.microsoft.com/office/drawing/2014/main" id="{8E8561DE-07AA-4FAF-539D-421139A62820}"/>
              </a:ext>
            </a:extLst>
          </p:cNvPr>
          <p:cNvGrpSpPr/>
          <p:nvPr/>
        </p:nvGrpSpPr>
        <p:grpSpPr>
          <a:xfrm>
            <a:off x="1458466" y="3135303"/>
            <a:ext cx="6601174" cy="9617172"/>
            <a:chOff x="1333774" y="2266590"/>
            <a:chExt cx="8037592" cy="11283873"/>
          </a:xfrm>
        </p:grpSpPr>
        <p:sp>
          <p:nvSpPr>
            <p:cNvPr id="15" name="AutoShape 2" descr="Rectangle: Rounded Corners 22">
              <a:extLst>
                <a:ext uri="{FF2B5EF4-FFF2-40B4-BE49-F238E27FC236}">
                  <a16:creationId xmlns:a16="http://schemas.microsoft.com/office/drawing/2014/main" id="{7B4CC009-6D41-D525-4B33-3BDFE4B893BD}"/>
                </a:ext>
              </a:extLst>
            </p:cNvPr>
            <p:cNvSpPr>
              <a:spLocks/>
            </p:cNvSpPr>
            <p:nvPr userDrawn="1"/>
          </p:nvSpPr>
          <p:spPr bwMode="auto">
            <a:xfrm>
              <a:off x="1333774" y="2266590"/>
              <a:ext cx="8037592" cy="11283873"/>
            </a:xfrm>
            <a:prstGeom prst="roundRect">
              <a:avLst>
                <a:gd name="adj" fmla="val 5491"/>
              </a:avLst>
            </a:prstGeom>
            <a:solidFill>
              <a:srgbClr val="FFFFFF"/>
            </a:solidFill>
            <a:ln>
              <a:noFill/>
            </a:ln>
            <a:effectLst>
              <a:outerShdw blurRad="787400" dist="101600" dir="5400000" algn="ctr" rotWithShape="0">
                <a:srgbClr val="000000">
                  <a:alpha val="25000"/>
                </a:srgbClr>
              </a:outerShdw>
            </a:effectLst>
            <a:extLst>
              <a:ext uri="{91240B29-F687-4F45-9708-019B960494DF}">
                <a14:hiddenLine xmlns:a14="http://schemas.microsoft.com/office/drawing/2010/main" w="25400" cap="flat" cmpd="sng">
                  <a:solidFill>
                    <a:srgbClr val="000000"/>
                  </a:solidFill>
                  <a:prstDash val="solid"/>
                  <a:miter lim="400000"/>
                  <a:headEnd type="none" w="med" len="med"/>
                  <a:tailEnd type="none" w="med" len="med"/>
                </a14:hiddenLine>
              </a:ext>
            </a:extLst>
          </p:spPr>
          <p:txBody>
            <a:bodyPr tIns="91440" bIns="91440" anchor="ctr"/>
            <a:lstStyle/>
            <a:p>
              <a:pPr algn="ctr"/>
              <a:r>
                <a:rPr lang="en-US" altLang="en-US">
                  <a:solidFill>
                    <a:srgbClr val="FFFFFF"/>
                  </a:solidFill>
                </a:rPr>
                <a:t>z</a:t>
              </a:r>
            </a:p>
          </p:txBody>
        </p:sp>
        <p:sp>
          <p:nvSpPr>
            <p:cNvPr id="16" name="Rectangle: Top Corners Rounded 15">
              <a:extLst>
                <a:ext uri="{FF2B5EF4-FFF2-40B4-BE49-F238E27FC236}">
                  <a16:creationId xmlns:a16="http://schemas.microsoft.com/office/drawing/2014/main" id="{1F51C6E5-7332-6EFE-E700-FD42F48B6461}"/>
                </a:ext>
              </a:extLst>
            </p:cNvPr>
            <p:cNvSpPr/>
            <p:nvPr userDrawn="1"/>
          </p:nvSpPr>
          <p:spPr>
            <a:xfrm rot="10800000">
              <a:off x="1333774" y="11680218"/>
              <a:ext cx="8037592" cy="1870245"/>
            </a:xfrm>
            <a:prstGeom prst="round2SameRect">
              <a:avLst/>
            </a:prstGeom>
            <a:solidFill>
              <a:srgbClr val="FF6B00"/>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grpSp>
      <p:sp>
        <p:nvSpPr>
          <p:cNvPr id="21" name="Text Placeholder 29">
            <a:extLst>
              <a:ext uri="{FF2B5EF4-FFF2-40B4-BE49-F238E27FC236}">
                <a16:creationId xmlns:a16="http://schemas.microsoft.com/office/drawing/2014/main" id="{62D8EE80-206D-ACA8-3A78-0F8A6ADE7DB4}"/>
              </a:ext>
            </a:extLst>
          </p:cNvPr>
          <p:cNvSpPr txBox="1">
            <a:spLocks/>
          </p:cNvSpPr>
          <p:nvPr/>
        </p:nvSpPr>
        <p:spPr>
          <a:xfrm>
            <a:off x="1884205" y="3513576"/>
            <a:ext cx="4225650" cy="1640315"/>
          </a:xfrm>
          <a:prstGeom prst="rect">
            <a:avLst/>
          </a:prstGeom>
        </p:spPr>
        <p:txBody>
          <a:bodyPr/>
          <a:lstStyle>
            <a:lvl1pPr algn="l" defTabSz="825500" eaLnBrk="1" hangingPunct="1">
              <a:spcBef>
                <a:spcPts val="5200"/>
              </a:spcBef>
              <a:defRPr sz="4400" b="1">
                <a:solidFill>
                  <a:srgbClr val="555559"/>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Project Table</a:t>
            </a:r>
            <a:endParaRPr lang="en-US">
              <a:solidFill>
                <a:schemeClr val="accent1"/>
              </a:solidFill>
            </a:endParaRPr>
          </a:p>
        </p:txBody>
      </p:sp>
      <p:sp>
        <p:nvSpPr>
          <p:cNvPr id="22" name="Text Placeholder 22">
            <a:extLst>
              <a:ext uri="{FF2B5EF4-FFF2-40B4-BE49-F238E27FC236}">
                <a16:creationId xmlns:a16="http://schemas.microsoft.com/office/drawing/2014/main" id="{6D19336F-8E07-6271-60D9-37F823507820}"/>
              </a:ext>
            </a:extLst>
          </p:cNvPr>
          <p:cNvSpPr txBox="1">
            <a:spLocks/>
          </p:cNvSpPr>
          <p:nvPr/>
        </p:nvSpPr>
        <p:spPr>
          <a:xfrm>
            <a:off x="1884204" y="4540865"/>
            <a:ext cx="5687820" cy="6192982"/>
          </a:xfrm>
          <a:prstGeom prst="rect">
            <a:avLst/>
          </a:prstGeom>
        </p:spPr>
        <p:txBody>
          <a:bodyPr/>
          <a:lstStyle>
            <a:lvl1pPr algn="l"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This table is also automatic but also allows you to show the timing of project phases.</a:t>
            </a:r>
          </a:p>
          <a:p>
            <a:pPr>
              <a:spcBef>
                <a:spcPts val="0"/>
              </a:spcBef>
            </a:pPr>
            <a:endParaRPr lang="en-US"/>
          </a:p>
          <a:p>
            <a:pPr>
              <a:spcBef>
                <a:spcPts val="0"/>
              </a:spcBef>
            </a:pPr>
            <a:r>
              <a:rPr lang="en-US" b="1">
                <a:solidFill>
                  <a:schemeClr val="accent1"/>
                </a:solidFill>
              </a:rPr>
              <a:t>How edit the project phase bar?</a:t>
            </a:r>
            <a:endParaRPr lang="en-US"/>
          </a:p>
          <a:p>
            <a:pPr marL="457200" indent="-457200">
              <a:spcBef>
                <a:spcPts val="1200"/>
              </a:spcBef>
              <a:buClr>
                <a:srgbClr val="FF7A19"/>
              </a:buClr>
              <a:buFont typeface="Neo Tech Std Medium" panose="020B0604030504040204" pitchFamily="34" charset="0"/>
              <a:buChar char="›"/>
            </a:pPr>
            <a:r>
              <a:rPr lang="en-US"/>
              <a:t>Just click directly on the bars and change the size.</a:t>
            </a:r>
          </a:p>
        </p:txBody>
      </p:sp>
      <p:pic>
        <p:nvPicPr>
          <p:cNvPr id="7" name="Picture 6">
            <a:extLst>
              <a:ext uri="{FF2B5EF4-FFF2-40B4-BE49-F238E27FC236}">
                <a16:creationId xmlns:a16="http://schemas.microsoft.com/office/drawing/2014/main" id="{791691CD-2AFB-D97F-8E98-227C7039B98A}"/>
              </a:ext>
            </a:extLst>
          </p:cNvPr>
          <p:cNvPicPr>
            <a:picLocks noChangeAspect="1"/>
          </p:cNvPicPr>
          <p:nvPr/>
        </p:nvPicPr>
        <p:blipFill>
          <a:blip r:embed="rId2"/>
          <a:stretch>
            <a:fillRect/>
          </a:stretch>
        </p:blipFill>
        <p:spPr>
          <a:xfrm>
            <a:off x="8751635" y="3910389"/>
            <a:ext cx="13814678" cy="7015689"/>
          </a:xfrm>
          <a:prstGeom prst="rect">
            <a:avLst/>
          </a:prstGeom>
        </p:spPr>
      </p:pic>
      <p:pic>
        <p:nvPicPr>
          <p:cNvPr id="9" name="Graphic 8">
            <a:extLst>
              <a:ext uri="{FF2B5EF4-FFF2-40B4-BE49-F238E27FC236}">
                <a16:creationId xmlns:a16="http://schemas.microsoft.com/office/drawing/2014/main" id="{B195E512-3EFF-8656-B73A-201006DF81B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797313" y="6278880"/>
            <a:ext cx="579120" cy="579120"/>
          </a:xfrm>
          <a:prstGeom prst="rect">
            <a:avLst/>
          </a:prstGeom>
          <a:effectLst/>
        </p:spPr>
      </p:pic>
    </p:spTree>
    <p:extLst>
      <p:ext uri="{BB962C8B-B14F-4D97-AF65-F5344CB8AC3E}">
        <p14:creationId xmlns:p14="http://schemas.microsoft.com/office/powerpoint/2010/main" val="1849691797"/>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4CB2C3C-50AE-C4E3-5E37-3A0A1E4F3F87}"/>
              </a:ext>
            </a:extLst>
          </p:cNvPr>
          <p:cNvSpPr>
            <a:spLocks noGrp="1"/>
          </p:cNvSpPr>
          <p:nvPr>
            <p:ph type="body" sz="quarter" idx="24"/>
          </p:nvPr>
        </p:nvSpPr>
        <p:spPr/>
        <p:txBody>
          <a:bodyPr/>
          <a:lstStyle/>
          <a:p>
            <a:r>
              <a:rPr lang="en-US"/>
              <a:t>Template Composition</a:t>
            </a:r>
          </a:p>
        </p:txBody>
      </p:sp>
      <p:sp>
        <p:nvSpPr>
          <p:cNvPr id="3" name="Text Placeholder 2">
            <a:extLst>
              <a:ext uri="{FF2B5EF4-FFF2-40B4-BE49-F238E27FC236}">
                <a16:creationId xmlns:a16="http://schemas.microsoft.com/office/drawing/2014/main" id="{75DFDE7B-3E38-C1B7-C033-8E427EBBF5DE}"/>
              </a:ext>
            </a:extLst>
          </p:cNvPr>
          <p:cNvSpPr>
            <a:spLocks noGrp="1"/>
          </p:cNvSpPr>
          <p:nvPr>
            <p:ph type="body" sz="quarter" idx="25"/>
          </p:nvPr>
        </p:nvSpPr>
        <p:spPr/>
        <p:txBody>
          <a:bodyPr/>
          <a:lstStyle/>
          <a:p>
            <a:r>
              <a:rPr lang="en-US"/>
              <a:t>Guide to Pictograms</a:t>
            </a:r>
          </a:p>
        </p:txBody>
      </p:sp>
      <p:sp>
        <p:nvSpPr>
          <p:cNvPr id="4" name="Footer Placeholder 3">
            <a:extLst>
              <a:ext uri="{FF2B5EF4-FFF2-40B4-BE49-F238E27FC236}">
                <a16:creationId xmlns:a16="http://schemas.microsoft.com/office/drawing/2014/main" id="{F118966F-6A7E-DB42-2547-F8632F36C9D1}"/>
              </a:ext>
            </a:extLst>
          </p:cNvPr>
          <p:cNvSpPr>
            <a:spLocks noGrp="1"/>
          </p:cNvSpPr>
          <p:nvPr>
            <p:ph type="ftr" sz="quarter" idx="27"/>
          </p:nvPr>
        </p:nvSpPr>
        <p:spPr>
          <a:xfrm>
            <a:off x="1427163" y="13014251"/>
            <a:ext cx="9957735" cy="730250"/>
          </a:xfrm>
        </p:spPr>
        <p:txBody>
          <a:bodyPr/>
          <a:lstStyle/>
          <a:p>
            <a:r>
              <a:rPr lang="en-US"/>
              <a:t>2024 © Retail Consult - All rights reserved</a:t>
            </a:r>
          </a:p>
        </p:txBody>
      </p:sp>
      <p:sp>
        <p:nvSpPr>
          <p:cNvPr id="5" name="Slide Number Placeholder 4">
            <a:extLst>
              <a:ext uri="{FF2B5EF4-FFF2-40B4-BE49-F238E27FC236}">
                <a16:creationId xmlns:a16="http://schemas.microsoft.com/office/drawing/2014/main" id="{A726C5DB-1C47-D6B2-BC86-FAE71938DA3D}"/>
              </a:ext>
            </a:extLst>
          </p:cNvPr>
          <p:cNvSpPr>
            <a:spLocks noGrp="1"/>
          </p:cNvSpPr>
          <p:nvPr>
            <p:ph type="sldNum" sz="quarter" idx="28"/>
          </p:nvPr>
        </p:nvSpPr>
        <p:spPr/>
        <p:txBody>
          <a:bodyPr/>
          <a:lstStyle/>
          <a:p>
            <a:fld id="{9A4417C4-43A3-444C-837D-103BA5C8224B}" type="slidenum">
              <a:rPr lang="en-US" smtClean="0"/>
              <a:pPr/>
              <a:t>13</a:t>
            </a:fld>
            <a:endParaRPr lang="en-US"/>
          </a:p>
        </p:txBody>
      </p:sp>
      <p:sp>
        <p:nvSpPr>
          <p:cNvPr id="15" name="AutoShape 2" descr="Rectangle: Rounded Corners 22">
            <a:extLst>
              <a:ext uri="{FF2B5EF4-FFF2-40B4-BE49-F238E27FC236}">
                <a16:creationId xmlns:a16="http://schemas.microsoft.com/office/drawing/2014/main" id="{7B4CC009-6D41-D525-4B33-3BDFE4B893BD}"/>
              </a:ext>
            </a:extLst>
          </p:cNvPr>
          <p:cNvSpPr>
            <a:spLocks/>
          </p:cNvSpPr>
          <p:nvPr userDrawn="1"/>
        </p:nvSpPr>
        <p:spPr bwMode="auto">
          <a:xfrm>
            <a:off x="1458466" y="3135303"/>
            <a:ext cx="6601174" cy="9617172"/>
          </a:xfrm>
          <a:prstGeom prst="roundRect">
            <a:avLst>
              <a:gd name="adj" fmla="val 5491"/>
            </a:avLst>
          </a:prstGeom>
          <a:solidFill>
            <a:srgbClr val="FFFFFF"/>
          </a:solidFill>
          <a:ln>
            <a:noFill/>
          </a:ln>
          <a:effectLst>
            <a:outerShdw blurRad="787400" dist="101600" dir="5400000" algn="ctr" rotWithShape="0">
              <a:srgbClr val="000000">
                <a:alpha val="25000"/>
              </a:srgbClr>
            </a:outerShdw>
          </a:effectLst>
          <a:extLst>
            <a:ext uri="{91240B29-F687-4F45-9708-019B960494DF}">
              <a14:hiddenLine xmlns:a14="http://schemas.microsoft.com/office/drawing/2010/main" w="25400" cap="flat" cmpd="sng">
                <a:solidFill>
                  <a:srgbClr val="000000"/>
                </a:solidFill>
                <a:prstDash val="solid"/>
                <a:miter lim="400000"/>
                <a:headEnd type="none" w="med" len="med"/>
                <a:tailEnd type="none" w="med" len="med"/>
              </a14:hiddenLine>
            </a:ext>
          </a:extLst>
        </p:spPr>
        <p:txBody>
          <a:bodyPr tIns="91440" bIns="91440" anchor="ctr"/>
          <a:lstStyle/>
          <a:p>
            <a:pPr algn="ctr"/>
            <a:r>
              <a:rPr lang="en-US" altLang="en-US">
                <a:solidFill>
                  <a:srgbClr val="FFFFFF"/>
                </a:solidFill>
              </a:rPr>
              <a:t>z</a:t>
            </a:r>
          </a:p>
        </p:txBody>
      </p:sp>
      <p:sp>
        <p:nvSpPr>
          <p:cNvPr id="9" name="Text Placeholder 29">
            <a:extLst>
              <a:ext uri="{FF2B5EF4-FFF2-40B4-BE49-F238E27FC236}">
                <a16:creationId xmlns:a16="http://schemas.microsoft.com/office/drawing/2014/main" id="{AB2E0128-C06D-5718-B036-07E3CA14AE20}"/>
              </a:ext>
            </a:extLst>
          </p:cNvPr>
          <p:cNvSpPr txBox="1">
            <a:spLocks/>
          </p:cNvSpPr>
          <p:nvPr/>
        </p:nvSpPr>
        <p:spPr>
          <a:xfrm>
            <a:off x="1884205" y="3513576"/>
            <a:ext cx="4225650" cy="1640315"/>
          </a:xfrm>
          <a:prstGeom prst="rect">
            <a:avLst/>
          </a:prstGeom>
        </p:spPr>
        <p:txBody>
          <a:bodyPr/>
          <a:lstStyle>
            <a:lvl1pPr algn="l" defTabSz="825500" eaLnBrk="1" hangingPunct="1">
              <a:spcBef>
                <a:spcPts val="5200"/>
              </a:spcBef>
              <a:defRPr sz="4400" b="1">
                <a:solidFill>
                  <a:srgbClr val="555559"/>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Pictograms</a:t>
            </a:r>
            <a:endParaRPr lang="en-US">
              <a:solidFill>
                <a:schemeClr val="accent1"/>
              </a:solidFill>
            </a:endParaRPr>
          </a:p>
        </p:txBody>
      </p:sp>
      <p:sp>
        <p:nvSpPr>
          <p:cNvPr id="10" name="Text Placeholder 22">
            <a:extLst>
              <a:ext uri="{FF2B5EF4-FFF2-40B4-BE49-F238E27FC236}">
                <a16:creationId xmlns:a16="http://schemas.microsoft.com/office/drawing/2014/main" id="{6E8735F2-8C03-2A98-81D2-50B771D3E928}"/>
              </a:ext>
            </a:extLst>
          </p:cNvPr>
          <p:cNvSpPr txBox="1">
            <a:spLocks/>
          </p:cNvSpPr>
          <p:nvPr/>
        </p:nvSpPr>
        <p:spPr>
          <a:xfrm>
            <a:off x="1884204" y="4483836"/>
            <a:ext cx="5972172" cy="931831"/>
          </a:xfrm>
          <a:prstGeom prst="rect">
            <a:avLst/>
          </a:prstGeom>
        </p:spPr>
        <p:txBody>
          <a:bodyPr/>
          <a:lstStyle>
            <a:lvl1pPr algn="l"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A series of pictograms are available that can be color-customized.</a:t>
            </a:r>
          </a:p>
        </p:txBody>
      </p:sp>
      <p:pic>
        <p:nvPicPr>
          <p:cNvPr id="7" name="Picture 6">
            <a:extLst>
              <a:ext uri="{FF2B5EF4-FFF2-40B4-BE49-F238E27FC236}">
                <a16:creationId xmlns:a16="http://schemas.microsoft.com/office/drawing/2014/main" id="{C6FD249F-DC43-CBF4-73D8-90440020B7ED}"/>
              </a:ext>
            </a:extLst>
          </p:cNvPr>
          <p:cNvPicPr>
            <a:picLocks noChangeAspect="1"/>
          </p:cNvPicPr>
          <p:nvPr/>
        </p:nvPicPr>
        <p:blipFill>
          <a:blip r:embed="rId2"/>
          <a:stretch>
            <a:fillRect/>
          </a:stretch>
        </p:blipFill>
        <p:spPr>
          <a:xfrm>
            <a:off x="8771224" y="4333733"/>
            <a:ext cx="15106276" cy="6225526"/>
          </a:xfrm>
          <a:prstGeom prst="rect">
            <a:avLst/>
          </a:prstGeom>
        </p:spPr>
      </p:pic>
      <p:sp>
        <p:nvSpPr>
          <p:cNvPr id="21" name="Rectangle: Top Corners Rounded 20">
            <a:extLst>
              <a:ext uri="{FF2B5EF4-FFF2-40B4-BE49-F238E27FC236}">
                <a16:creationId xmlns:a16="http://schemas.microsoft.com/office/drawing/2014/main" id="{F6520BDC-D429-BED9-412B-2058A40D1ED1}"/>
              </a:ext>
            </a:extLst>
          </p:cNvPr>
          <p:cNvSpPr/>
          <p:nvPr/>
        </p:nvSpPr>
        <p:spPr>
          <a:xfrm rot="10800000">
            <a:off x="1458466" y="11158477"/>
            <a:ext cx="6601174" cy="1593998"/>
          </a:xfrm>
          <a:prstGeom prst="round2SameRect">
            <a:avLst/>
          </a:prstGeom>
          <a:solidFill>
            <a:srgbClr val="FF6B00"/>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spTree>
    <p:extLst>
      <p:ext uri="{BB962C8B-B14F-4D97-AF65-F5344CB8AC3E}">
        <p14:creationId xmlns:p14="http://schemas.microsoft.com/office/powerpoint/2010/main" val="276460341"/>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31C483A-06EA-FB89-16BC-06903EE9B620}"/>
              </a:ext>
            </a:extLst>
          </p:cNvPr>
          <p:cNvSpPr>
            <a:spLocks noGrp="1"/>
          </p:cNvSpPr>
          <p:nvPr>
            <p:ph type="ftr" sz="quarter" idx="27"/>
          </p:nvPr>
        </p:nvSpPr>
        <p:spPr/>
        <p:txBody>
          <a:bodyPr/>
          <a:lstStyle/>
          <a:p>
            <a:r>
              <a:rPr lang="en-US"/>
              <a:t>2024 © Retail Consult - All rights reserved</a:t>
            </a:r>
          </a:p>
        </p:txBody>
      </p:sp>
      <p:sp>
        <p:nvSpPr>
          <p:cNvPr id="5" name="Slide Number Placeholder 4">
            <a:extLst>
              <a:ext uri="{FF2B5EF4-FFF2-40B4-BE49-F238E27FC236}">
                <a16:creationId xmlns:a16="http://schemas.microsoft.com/office/drawing/2014/main" id="{E3B75F38-9C84-88F1-ACCC-0E82B6DB9FF3}"/>
              </a:ext>
            </a:extLst>
          </p:cNvPr>
          <p:cNvSpPr>
            <a:spLocks noGrp="1"/>
          </p:cNvSpPr>
          <p:nvPr>
            <p:ph type="sldNum" sz="quarter" idx="28"/>
          </p:nvPr>
        </p:nvSpPr>
        <p:spPr/>
        <p:txBody>
          <a:bodyPr/>
          <a:lstStyle/>
          <a:p>
            <a:fld id="{9A4417C4-43A3-444C-837D-103BA5C8224B}" type="slidenum">
              <a:rPr lang="en-US" smtClean="0"/>
              <a:pPr/>
              <a:t>14</a:t>
            </a:fld>
            <a:endParaRPr lang="en-US"/>
          </a:p>
        </p:txBody>
      </p:sp>
      <p:grpSp>
        <p:nvGrpSpPr>
          <p:cNvPr id="6" name="Google Shape;7057;p65">
            <a:extLst>
              <a:ext uri="{FF2B5EF4-FFF2-40B4-BE49-F238E27FC236}">
                <a16:creationId xmlns:a16="http://schemas.microsoft.com/office/drawing/2014/main" id="{28CE5931-3E8D-911E-EFFB-0010C86311E8}"/>
              </a:ext>
            </a:extLst>
          </p:cNvPr>
          <p:cNvGrpSpPr/>
          <p:nvPr/>
        </p:nvGrpSpPr>
        <p:grpSpPr>
          <a:xfrm>
            <a:off x="2071110" y="4178068"/>
            <a:ext cx="934055" cy="933983"/>
            <a:chOff x="-65131525" y="1914325"/>
            <a:chExt cx="316650" cy="316625"/>
          </a:xfrm>
          <a:solidFill>
            <a:srgbClr val="555559"/>
          </a:solidFill>
        </p:grpSpPr>
        <p:sp>
          <p:nvSpPr>
            <p:cNvPr id="7" name="Google Shape;7058;p65">
              <a:extLst>
                <a:ext uri="{FF2B5EF4-FFF2-40B4-BE49-F238E27FC236}">
                  <a16:creationId xmlns:a16="http://schemas.microsoft.com/office/drawing/2014/main" id="{C442777C-42A8-1D75-6AC7-34FA18F17D95}"/>
                </a:ext>
              </a:extLst>
            </p:cNvPr>
            <p:cNvSpPr/>
            <p:nvPr/>
          </p:nvSpPr>
          <p:spPr>
            <a:xfrm>
              <a:off x="-65024400" y="1949750"/>
              <a:ext cx="103175" cy="247350"/>
            </a:xfrm>
            <a:custGeom>
              <a:avLst/>
              <a:gdLst/>
              <a:ahLst/>
              <a:cxnLst/>
              <a:rect l="l" t="t" r="r" b="b"/>
              <a:pathLst>
                <a:path w="4127" h="9894" extrusionOk="0">
                  <a:moveTo>
                    <a:pt x="2048" y="1"/>
                  </a:moveTo>
                  <a:cubicBezTo>
                    <a:pt x="1859" y="1"/>
                    <a:pt x="1638" y="190"/>
                    <a:pt x="1638" y="379"/>
                  </a:cubicBezTo>
                  <a:lnTo>
                    <a:pt x="1638" y="851"/>
                  </a:lnTo>
                  <a:cubicBezTo>
                    <a:pt x="725" y="1040"/>
                    <a:pt x="0" y="1891"/>
                    <a:pt x="0" y="2868"/>
                  </a:cubicBezTo>
                  <a:cubicBezTo>
                    <a:pt x="0" y="3970"/>
                    <a:pt x="977" y="4632"/>
                    <a:pt x="1827" y="5262"/>
                  </a:cubicBezTo>
                  <a:cubicBezTo>
                    <a:pt x="2552" y="5829"/>
                    <a:pt x="3308" y="6333"/>
                    <a:pt x="3308" y="6995"/>
                  </a:cubicBezTo>
                  <a:cubicBezTo>
                    <a:pt x="3308" y="7656"/>
                    <a:pt x="2772" y="8255"/>
                    <a:pt x="2079" y="8255"/>
                  </a:cubicBezTo>
                  <a:cubicBezTo>
                    <a:pt x="1418" y="8255"/>
                    <a:pt x="851" y="7688"/>
                    <a:pt x="851" y="6995"/>
                  </a:cubicBezTo>
                  <a:cubicBezTo>
                    <a:pt x="851" y="6774"/>
                    <a:pt x="662" y="6617"/>
                    <a:pt x="441" y="6617"/>
                  </a:cubicBezTo>
                  <a:cubicBezTo>
                    <a:pt x="189" y="6617"/>
                    <a:pt x="32" y="6806"/>
                    <a:pt x="32" y="6995"/>
                  </a:cubicBezTo>
                  <a:cubicBezTo>
                    <a:pt x="32" y="7971"/>
                    <a:pt x="756" y="8854"/>
                    <a:pt x="1701" y="9011"/>
                  </a:cubicBezTo>
                  <a:lnTo>
                    <a:pt x="1701" y="9484"/>
                  </a:lnTo>
                  <a:cubicBezTo>
                    <a:pt x="1701" y="9704"/>
                    <a:pt x="1890" y="9893"/>
                    <a:pt x="2079" y="9893"/>
                  </a:cubicBezTo>
                  <a:cubicBezTo>
                    <a:pt x="2268" y="9893"/>
                    <a:pt x="2489" y="9704"/>
                    <a:pt x="2489" y="9484"/>
                  </a:cubicBezTo>
                  <a:lnTo>
                    <a:pt x="2489" y="9011"/>
                  </a:lnTo>
                  <a:cubicBezTo>
                    <a:pt x="3434" y="8791"/>
                    <a:pt x="4127" y="7971"/>
                    <a:pt x="4127" y="6995"/>
                  </a:cubicBezTo>
                  <a:cubicBezTo>
                    <a:pt x="4127" y="5892"/>
                    <a:pt x="3151" y="5231"/>
                    <a:pt x="2331" y="4600"/>
                  </a:cubicBezTo>
                  <a:cubicBezTo>
                    <a:pt x="1575" y="4033"/>
                    <a:pt x="819" y="3529"/>
                    <a:pt x="819" y="2868"/>
                  </a:cubicBezTo>
                  <a:cubicBezTo>
                    <a:pt x="788" y="2143"/>
                    <a:pt x="1386" y="1607"/>
                    <a:pt x="2048" y="1607"/>
                  </a:cubicBezTo>
                  <a:cubicBezTo>
                    <a:pt x="2709" y="1607"/>
                    <a:pt x="3277" y="2143"/>
                    <a:pt x="3277" y="2868"/>
                  </a:cubicBezTo>
                  <a:cubicBezTo>
                    <a:pt x="3277" y="3088"/>
                    <a:pt x="3466" y="3246"/>
                    <a:pt x="3686" y="3246"/>
                  </a:cubicBezTo>
                  <a:cubicBezTo>
                    <a:pt x="3938" y="3246"/>
                    <a:pt x="4096" y="3057"/>
                    <a:pt x="4096" y="2868"/>
                  </a:cubicBezTo>
                  <a:cubicBezTo>
                    <a:pt x="4096" y="1891"/>
                    <a:pt x="3371" y="1009"/>
                    <a:pt x="2426" y="851"/>
                  </a:cubicBezTo>
                  <a:lnTo>
                    <a:pt x="2426" y="379"/>
                  </a:lnTo>
                  <a:cubicBezTo>
                    <a:pt x="2426" y="158"/>
                    <a:pt x="2237" y="1"/>
                    <a:pt x="204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8" name="Google Shape;7059;p65">
              <a:extLst>
                <a:ext uri="{FF2B5EF4-FFF2-40B4-BE49-F238E27FC236}">
                  <a16:creationId xmlns:a16="http://schemas.microsoft.com/office/drawing/2014/main" id="{E4AC1D02-523B-2388-75E5-FB0A651C1B9B}"/>
                </a:ext>
              </a:extLst>
            </p:cNvPr>
            <p:cNvSpPr/>
            <p:nvPr/>
          </p:nvSpPr>
          <p:spPr>
            <a:xfrm>
              <a:off x="-65131525" y="1914325"/>
              <a:ext cx="316650" cy="316625"/>
            </a:xfrm>
            <a:custGeom>
              <a:avLst/>
              <a:gdLst/>
              <a:ahLst/>
              <a:cxnLst/>
              <a:rect l="l" t="t" r="r" b="b"/>
              <a:pathLst>
                <a:path w="12666" h="12665" extrusionOk="0">
                  <a:moveTo>
                    <a:pt x="6333" y="819"/>
                  </a:moveTo>
                  <a:cubicBezTo>
                    <a:pt x="9357" y="819"/>
                    <a:pt x="11846" y="3308"/>
                    <a:pt x="11846" y="6332"/>
                  </a:cubicBezTo>
                  <a:cubicBezTo>
                    <a:pt x="11846" y="9357"/>
                    <a:pt x="9357" y="11846"/>
                    <a:pt x="6333" y="11846"/>
                  </a:cubicBezTo>
                  <a:cubicBezTo>
                    <a:pt x="3308" y="11846"/>
                    <a:pt x="819" y="9357"/>
                    <a:pt x="819" y="6332"/>
                  </a:cubicBezTo>
                  <a:cubicBezTo>
                    <a:pt x="819" y="3308"/>
                    <a:pt x="3308" y="819"/>
                    <a:pt x="6333" y="819"/>
                  </a:cubicBezTo>
                  <a:close/>
                  <a:moveTo>
                    <a:pt x="6333" y="0"/>
                  </a:moveTo>
                  <a:cubicBezTo>
                    <a:pt x="2836" y="0"/>
                    <a:pt x="0" y="2835"/>
                    <a:pt x="0" y="6332"/>
                  </a:cubicBezTo>
                  <a:cubicBezTo>
                    <a:pt x="0" y="9830"/>
                    <a:pt x="2836" y="12665"/>
                    <a:pt x="6333" y="12665"/>
                  </a:cubicBezTo>
                  <a:cubicBezTo>
                    <a:pt x="9830" y="12665"/>
                    <a:pt x="12665" y="9830"/>
                    <a:pt x="12665" y="6332"/>
                  </a:cubicBezTo>
                  <a:cubicBezTo>
                    <a:pt x="12665" y="2835"/>
                    <a:pt x="9830" y="0"/>
                    <a:pt x="633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9" name="Google Shape;7060;p65">
            <a:extLst>
              <a:ext uri="{FF2B5EF4-FFF2-40B4-BE49-F238E27FC236}">
                <a16:creationId xmlns:a16="http://schemas.microsoft.com/office/drawing/2014/main" id="{57B61C11-91CD-5730-7BA9-C901B60AA244}"/>
              </a:ext>
            </a:extLst>
          </p:cNvPr>
          <p:cNvGrpSpPr/>
          <p:nvPr/>
        </p:nvGrpSpPr>
        <p:grpSpPr>
          <a:xfrm>
            <a:off x="2071110" y="5262564"/>
            <a:ext cx="934055" cy="934055"/>
            <a:chOff x="-65131525" y="2281350"/>
            <a:chExt cx="316650" cy="316650"/>
          </a:xfrm>
          <a:solidFill>
            <a:srgbClr val="555559"/>
          </a:solidFill>
        </p:grpSpPr>
        <p:sp>
          <p:nvSpPr>
            <p:cNvPr id="10" name="Google Shape;7061;p65">
              <a:extLst>
                <a:ext uri="{FF2B5EF4-FFF2-40B4-BE49-F238E27FC236}">
                  <a16:creationId xmlns:a16="http://schemas.microsoft.com/office/drawing/2014/main" id="{00FF1431-F053-CD6C-2E5A-635B6AAB7F4B}"/>
                </a:ext>
              </a:extLst>
            </p:cNvPr>
            <p:cNvSpPr/>
            <p:nvPr/>
          </p:nvSpPr>
          <p:spPr>
            <a:xfrm>
              <a:off x="-65131525" y="2322300"/>
              <a:ext cx="275675" cy="275700"/>
            </a:xfrm>
            <a:custGeom>
              <a:avLst/>
              <a:gdLst/>
              <a:ahLst/>
              <a:cxnLst/>
              <a:rect l="l" t="t" r="r" b="b"/>
              <a:pathLst>
                <a:path w="11027" h="11028" extrusionOk="0">
                  <a:moveTo>
                    <a:pt x="5073" y="820"/>
                  </a:moveTo>
                  <a:lnTo>
                    <a:pt x="5073" y="5514"/>
                  </a:lnTo>
                  <a:cubicBezTo>
                    <a:pt x="5073" y="5766"/>
                    <a:pt x="5262" y="5923"/>
                    <a:pt x="5482" y="5923"/>
                  </a:cubicBezTo>
                  <a:lnTo>
                    <a:pt x="10145" y="5923"/>
                  </a:lnTo>
                  <a:cubicBezTo>
                    <a:pt x="9956" y="8318"/>
                    <a:pt x="7940" y="10208"/>
                    <a:pt x="5482" y="10208"/>
                  </a:cubicBezTo>
                  <a:cubicBezTo>
                    <a:pt x="2867" y="10208"/>
                    <a:pt x="788" y="8129"/>
                    <a:pt x="788" y="5514"/>
                  </a:cubicBezTo>
                  <a:cubicBezTo>
                    <a:pt x="788" y="3088"/>
                    <a:pt x="2678" y="1072"/>
                    <a:pt x="5073" y="820"/>
                  </a:cubicBezTo>
                  <a:close/>
                  <a:moveTo>
                    <a:pt x="5514" y="0"/>
                  </a:moveTo>
                  <a:cubicBezTo>
                    <a:pt x="2458" y="0"/>
                    <a:pt x="0" y="2489"/>
                    <a:pt x="0" y="5514"/>
                  </a:cubicBezTo>
                  <a:cubicBezTo>
                    <a:pt x="0" y="8538"/>
                    <a:pt x="2458" y="11027"/>
                    <a:pt x="5514" y="11027"/>
                  </a:cubicBezTo>
                  <a:cubicBezTo>
                    <a:pt x="8538" y="11027"/>
                    <a:pt x="11027" y="8538"/>
                    <a:pt x="11027" y="5514"/>
                  </a:cubicBezTo>
                  <a:cubicBezTo>
                    <a:pt x="11027" y="5293"/>
                    <a:pt x="10807" y="5104"/>
                    <a:pt x="10618" y="5104"/>
                  </a:cubicBezTo>
                  <a:lnTo>
                    <a:pt x="5923" y="5104"/>
                  </a:lnTo>
                  <a:lnTo>
                    <a:pt x="5923" y="410"/>
                  </a:lnTo>
                  <a:cubicBezTo>
                    <a:pt x="5892" y="158"/>
                    <a:pt x="5734" y="0"/>
                    <a:pt x="551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1" name="Google Shape;7062;p65">
              <a:extLst>
                <a:ext uri="{FF2B5EF4-FFF2-40B4-BE49-F238E27FC236}">
                  <a16:creationId xmlns:a16="http://schemas.microsoft.com/office/drawing/2014/main" id="{AA877932-9EB8-C860-69B2-6B37E04E7A71}"/>
                </a:ext>
              </a:extLst>
            </p:cNvPr>
            <p:cNvSpPr/>
            <p:nvPr/>
          </p:nvSpPr>
          <p:spPr>
            <a:xfrm>
              <a:off x="-64963775" y="2281350"/>
              <a:ext cx="148900" cy="148875"/>
            </a:xfrm>
            <a:custGeom>
              <a:avLst/>
              <a:gdLst/>
              <a:ahLst/>
              <a:cxnLst/>
              <a:rect l="l" t="t" r="r" b="b"/>
              <a:pathLst>
                <a:path w="5956" h="5955" extrusionOk="0">
                  <a:moveTo>
                    <a:pt x="852" y="819"/>
                  </a:moveTo>
                  <a:cubicBezTo>
                    <a:pt x="3088" y="1008"/>
                    <a:pt x="4884" y="2836"/>
                    <a:pt x="5105" y="5073"/>
                  </a:cubicBezTo>
                  <a:lnTo>
                    <a:pt x="852" y="5073"/>
                  </a:lnTo>
                  <a:lnTo>
                    <a:pt x="852" y="819"/>
                  </a:lnTo>
                  <a:close/>
                  <a:moveTo>
                    <a:pt x="442" y="0"/>
                  </a:moveTo>
                  <a:cubicBezTo>
                    <a:pt x="221" y="0"/>
                    <a:pt x="1" y="189"/>
                    <a:pt x="1" y="441"/>
                  </a:cubicBezTo>
                  <a:lnTo>
                    <a:pt x="1" y="5514"/>
                  </a:lnTo>
                  <a:cubicBezTo>
                    <a:pt x="1" y="5734"/>
                    <a:pt x="221" y="5955"/>
                    <a:pt x="442" y="5955"/>
                  </a:cubicBezTo>
                  <a:lnTo>
                    <a:pt x="5514" y="5955"/>
                  </a:lnTo>
                  <a:cubicBezTo>
                    <a:pt x="5766" y="5955"/>
                    <a:pt x="5955" y="5734"/>
                    <a:pt x="5955" y="5514"/>
                  </a:cubicBezTo>
                  <a:cubicBezTo>
                    <a:pt x="5955" y="2426"/>
                    <a:pt x="3466" y="0"/>
                    <a:pt x="44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12" name="Google Shape;7063;p65">
            <a:extLst>
              <a:ext uri="{FF2B5EF4-FFF2-40B4-BE49-F238E27FC236}">
                <a16:creationId xmlns:a16="http://schemas.microsoft.com/office/drawing/2014/main" id="{1042B56D-D2DB-B175-8D67-7820C153C1CA}"/>
              </a:ext>
            </a:extLst>
          </p:cNvPr>
          <p:cNvGrpSpPr/>
          <p:nvPr/>
        </p:nvGrpSpPr>
        <p:grpSpPr>
          <a:xfrm>
            <a:off x="2079259" y="6341751"/>
            <a:ext cx="917757" cy="936341"/>
            <a:chOff x="-65129950" y="2646800"/>
            <a:chExt cx="311125" cy="317425"/>
          </a:xfrm>
          <a:solidFill>
            <a:srgbClr val="555559"/>
          </a:solidFill>
        </p:grpSpPr>
        <p:sp>
          <p:nvSpPr>
            <p:cNvPr id="13" name="Google Shape;7064;p65">
              <a:extLst>
                <a:ext uri="{FF2B5EF4-FFF2-40B4-BE49-F238E27FC236}">
                  <a16:creationId xmlns:a16="http://schemas.microsoft.com/office/drawing/2014/main" id="{5F069526-9A35-A57C-1857-B5BA0A4056E6}"/>
                </a:ext>
              </a:extLst>
            </p:cNvPr>
            <p:cNvSpPr/>
            <p:nvPr/>
          </p:nvSpPr>
          <p:spPr>
            <a:xfrm>
              <a:off x="-65129950" y="2646800"/>
              <a:ext cx="311125" cy="317425"/>
            </a:xfrm>
            <a:custGeom>
              <a:avLst/>
              <a:gdLst/>
              <a:ahLst/>
              <a:cxnLst/>
              <a:rect l="l" t="t" r="r" b="b"/>
              <a:pathLst>
                <a:path w="12445" h="12697" extrusionOk="0">
                  <a:moveTo>
                    <a:pt x="6648" y="851"/>
                  </a:moveTo>
                  <a:lnTo>
                    <a:pt x="6648" y="1954"/>
                  </a:lnTo>
                  <a:lnTo>
                    <a:pt x="5860" y="1954"/>
                  </a:lnTo>
                  <a:lnTo>
                    <a:pt x="5860" y="851"/>
                  </a:lnTo>
                  <a:close/>
                  <a:moveTo>
                    <a:pt x="1261" y="1954"/>
                  </a:moveTo>
                  <a:cubicBezTo>
                    <a:pt x="1355" y="1954"/>
                    <a:pt x="1450" y="1985"/>
                    <a:pt x="1544" y="2080"/>
                  </a:cubicBezTo>
                  <a:cubicBezTo>
                    <a:pt x="1733" y="2237"/>
                    <a:pt x="1733" y="2521"/>
                    <a:pt x="1576" y="2678"/>
                  </a:cubicBezTo>
                  <a:cubicBezTo>
                    <a:pt x="1497" y="2757"/>
                    <a:pt x="1387" y="2797"/>
                    <a:pt x="1276" y="2797"/>
                  </a:cubicBezTo>
                  <a:cubicBezTo>
                    <a:pt x="1166" y="2797"/>
                    <a:pt x="1056" y="2757"/>
                    <a:pt x="977" y="2678"/>
                  </a:cubicBezTo>
                  <a:cubicBezTo>
                    <a:pt x="819" y="2521"/>
                    <a:pt x="819" y="2237"/>
                    <a:pt x="977" y="2080"/>
                  </a:cubicBezTo>
                  <a:cubicBezTo>
                    <a:pt x="1072" y="1985"/>
                    <a:pt x="1198" y="1954"/>
                    <a:pt x="1261" y="1954"/>
                  </a:cubicBezTo>
                  <a:close/>
                  <a:moveTo>
                    <a:pt x="11216" y="1954"/>
                  </a:moveTo>
                  <a:cubicBezTo>
                    <a:pt x="11468" y="1954"/>
                    <a:pt x="11626" y="2143"/>
                    <a:pt x="11626" y="2395"/>
                  </a:cubicBezTo>
                  <a:cubicBezTo>
                    <a:pt x="11626" y="2615"/>
                    <a:pt x="11437" y="2836"/>
                    <a:pt x="11216" y="2836"/>
                  </a:cubicBezTo>
                  <a:cubicBezTo>
                    <a:pt x="11027" y="2836"/>
                    <a:pt x="10807" y="2615"/>
                    <a:pt x="10807" y="2395"/>
                  </a:cubicBezTo>
                  <a:cubicBezTo>
                    <a:pt x="10807" y="2143"/>
                    <a:pt x="10996" y="1954"/>
                    <a:pt x="11216" y="1954"/>
                  </a:cubicBezTo>
                  <a:close/>
                  <a:moveTo>
                    <a:pt x="6270" y="2773"/>
                  </a:moveTo>
                  <a:cubicBezTo>
                    <a:pt x="8759" y="2773"/>
                    <a:pt x="10807" y="4821"/>
                    <a:pt x="10807" y="7341"/>
                  </a:cubicBezTo>
                  <a:cubicBezTo>
                    <a:pt x="10807" y="9861"/>
                    <a:pt x="8759" y="11909"/>
                    <a:pt x="6270" y="11909"/>
                  </a:cubicBezTo>
                  <a:cubicBezTo>
                    <a:pt x="3781" y="11909"/>
                    <a:pt x="1733" y="9861"/>
                    <a:pt x="1733" y="7341"/>
                  </a:cubicBezTo>
                  <a:cubicBezTo>
                    <a:pt x="1733" y="4821"/>
                    <a:pt x="3781" y="2773"/>
                    <a:pt x="6270" y="2773"/>
                  </a:cubicBezTo>
                  <a:close/>
                  <a:moveTo>
                    <a:pt x="4663" y="0"/>
                  </a:moveTo>
                  <a:cubicBezTo>
                    <a:pt x="4411" y="0"/>
                    <a:pt x="4254" y="189"/>
                    <a:pt x="4254" y="410"/>
                  </a:cubicBezTo>
                  <a:cubicBezTo>
                    <a:pt x="4254" y="662"/>
                    <a:pt x="4474" y="851"/>
                    <a:pt x="4663" y="851"/>
                  </a:cubicBezTo>
                  <a:lnTo>
                    <a:pt x="5104" y="851"/>
                  </a:lnTo>
                  <a:lnTo>
                    <a:pt x="5104" y="2111"/>
                  </a:lnTo>
                  <a:cubicBezTo>
                    <a:pt x="4254" y="2300"/>
                    <a:pt x="3466" y="2710"/>
                    <a:pt x="2836" y="3245"/>
                  </a:cubicBezTo>
                  <a:lnTo>
                    <a:pt x="2489" y="2899"/>
                  </a:lnTo>
                  <a:cubicBezTo>
                    <a:pt x="2741" y="2426"/>
                    <a:pt x="2647" y="1891"/>
                    <a:pt x="2269" y="1481"/>
                  </a:cubicBezTo>
                  <a:cubicBezTo>
                    <a:pt x="2032" y="1245"/>
                    <a:pt x="1717" y="1127"/>
                    <a:pt x="1394" y="1127"/>
                  </a:cubicBezTo>
                  <a:cubicBezTo>
                    <a:pt x="1072" y="1127"/>
                    <a:pt x="741" y="1245"/>
                    <a:pt x="473" y="1481"/>
                  </a:cubicBezTo>
                  <a:cubicBezTo>
                    <a:pt x="0" y="1954"/>
                    <a:pt x="0" y="2741"/>
                    <a:pt x="473" y="3245"/>
                  </a:cubicBezTo>
                  <a:cubicBezTo>
                    <a:pt x="725" y="3498"/>
                    <a:pt x="1040" y="3624"/>
                    <a:pt x="1355" y="3624"/>
                  </a:cubicBezTo>
                  <a:cubicBezTo>
                    <a:pt x="1544" y="3624"/>
                    <a:pt x="1702" y="3561"/>
                    <a:pt x="1891" y="3498"/>
                  </a:cubicBezTo>
                  <a:lnTo>
                    <a:pt x="2269" y="3844"/>
                  </a:lnTo>
                  <a:cubicBezTo>
                    <a:pt x="1481" y="4789"/>
                    <a:pt x="946" y="6018"/>
                    <a:pt x="946" y="7341"/>
                  </a:cubicBezTo>
                  <a:cubicBezTo>
                    <a:pt x="946" y="10303"/>
                    <a:pt x="3371" y="12697"/>
                    <a:pt x="6301" y="12697"/>
                  </a:cubicBezTo>
                  <a:cubicBezTo>
                    <a:pt x="9263" y="12697"/>
                    <a:pt x="11657" y="10303"/>
                    <a:pt x="11657" y="7341"/>
                  </a:cubicBezTo>
                  <a:cubicBezTo>
                    <a:pt x="11657" y="6018"/>
                    <a:pt x="11185" y="4789"/>
                    <a:pt x="10365" y="3844"/>
                  </a:cubicBezTo>
                  <a:lnTo>
                    <a:pt x="10712" y="3498"/>
                  </a:lnTo>
                  <a:cubicBezTo>
                    <a:pt x="10838" y="3561"/>
                    <a:pt x="11027" y="3624"/>
                    <a:pt x="11216" y="3624"/>
                  </a:cubicBezTo>
                  <a:cubicBezTo>
                    <a:pt x="11909" y="3624"/>
                    <a:pt x="12445" y="3056"/>
                    <a:pt x="12445" y="2363"/>
                  </a:cubicBezTo>
                  <a:cubicBezTo>
                    <a:pt x="12445" y="1670"/>
                    <a:pt x="11909" y="1135"/>
                    <a:pt x="11216" y="1135"/>
                  </a:cubicBezTo>
                  <a:cubicBezTo>
                    <a:pt x="10555" y="1135"/>
                    <a:pt x="10019" y="1670"/>
                    <a:pt x="10019" y="2363"/>
                  </a:cubicBezTo>
                  <a:cubicBezTo>
                    <a:pt x="10019" y="2552"/>
                    <a:pt x="10050" y="2710"/>
                    <a:pt x="10113" y="2899"/>
                  </a:cubicBezTo>
                  <a:lnTo>
                    <a:pt x="9767" y="3245"/>
                  </a:lnTo>
                  <a:cubicBezTo>
                    <a:pt x="9137" y="2710"/>
                    <a:pt x="8349" y="2300"/>
                    <a:pt x="7530" y="2111"/>
                  </a:cubicBezTo>
                  <a:lnTo>
                    <a:pt x="7530" y="851"/>
                  </a:lnTo>
                  <a:lnTo>
                    <a:pt x="7971" y="851"/>
                  </a:lnTo>
                  <a:cubicBezTo>
                    <a:pt x="8192" y="851"/>
                    <a:pt x="8349" y="662"/>
                    <a:pt x="8349" y="410"/>
                  </a:cubicBezTo>
                  <a:cubicBezTo>
                    <a:pt x="8349" y="189"/>
                    <a:pt x="8160" y="0"/>
                    <a:pt x="797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4" name="Google Shape;7065;p65">
              <a:extLst>
                <a:ext uri="{FF2B5EF4-FFF2-40B4-BE49-F238E27FC236}">
                  <a16:creationId xmlns:a16="http://schemas.microsoft.com/office/drawing/2014/main" id="{2D5F089B-6CF6-581F-F23B-CC14F4B77F2F}"/>
                </a:ext>
              </a:extLst>
            </p:cNvPr>
            <p:cNvSpPr/>
            <p:nvPr/>
          </p:nvSpPr>
          <p:spPr>
            <a:xfrm>
              <a:off x="-65066950" y="2738175"/>
              <a:ext cx="187475" cy="185100"/>
            </a:xfrm>
            <a:custGeom>
              <a:avLst/>
              <a:gdLst/>
              <a:ahLst/>
              <a:cxnLst/>
              <a:rect l="l" t="t" r="r" b="b"/>
              <a:pathLst>
                <a:path w="7499" h="7404" extrusionOk="0">
                  <a:moveTo>
                    <a:pt x="3309" y="819"/>
                  </a:moveTo>
                  <a:lnTo>
                    <a:pt x="3309" y="3686"/>
                  </a:lnTo>
                  <a:cubicBezTo>
                    <a:pt x="3309" y="3938"/>
                    <a:pt x="3498" y="4127"/>
                    <a:pt x="3718" y="4127"/>
                  </a:cubicBezTo>
                  <a:lnTo>
                    <a:pt x="6612" y="4127"/>
                  </a:lnTo>
                  <a:cubicBezTo>
                    <a:pt x="6410" y="5529"/>
                    <a:pt x="5188" y="6585"/>
                    <a:pt x="3750" y="6585"/>
                  </a:cubicBezTo>
                  <a:cubicBezTo>
                    <a:pt x="2143" y="6585"/>
                    <a:pt x="820" y="5261"/>
                    <a:pt x="820" y="3686"/>
                  </a:cubicBezTo>
                  <a:cubicBezTo>
                    <a:pt x="820" y="2237"/>
                    <a:pt x="1891" y="1008"/>
                    <a:pt x="3309" y="819"/>
                  </a:cubicBezTo>
                  <a:close/>
                  <a:moveTo>
                    <a:pt x="3750" y="0"/>
                  </a:moveTo>
                  <a:cubicBezTo>
                    <a:pt x="1702" y="0"/>
                    <a:pt x="1" y="1638"/>
                    <a:pt x="1" y="3686"/>
                  </a:cubicBezTo>
                  <a:cubicBezTo>
                    <a:pt x="1" y="5734"/>
                    <a:pt x="1671" y="7404"/>
                    <a:pt x="3750" y="7404"/>
                  </a:cubicBezTo>
                  <a:cubicBezTo>
                    <a:pt x="5798" y="7404"/>
                    <a:pt x="7499" y="5734"/>
                    <a:pt x="7499" y="3686"/>
                  </a:cubicBezTo>
                  <a:cubicBezTo>
                    <a:pt x="7499" y="3466"/>
                    <a:pt x="7278" y="3277"/>
                    <a:pt x="7058" y="3277"/>
                  </a:cubicBezTo>
                  <a:lnTo>
                    <a:pt x="4128" y="3277"/>
                  </a:lnTo>
                  <a:lnTo>
                    <a:pt x="4128" y="378"/>
                  </a:lnTo>
                  <a:cubicBezTo>
                    <a:pt x="4128" y="158"/>
                    <a:pt x="3939" y="0"/>
                    <a:pt x="375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15" name="Google Shape;7066;p65">
            <a:extLst>
              <a:ext uri="{FF2B5EF4-FFF2-40B4-BE49-F238E27FC236}">
                <a16:creationId xmlns:a16="http://schemas.microsoft.com/office/drawing/2014/main" id="{EE3100EB-0655-7DE6-4EB6-A4C10E815300}"/>
              </a:ext>
            </a:extLst>
          </p:cNvPr>
          <p:cNvGrpSpPr/>
          <p:nvPr/>
        </p:nvGrpSpPr>
        <p:grpSpPr>
          <a:xfrm>
            <a:off x="7698172" y="4174528"/>
            <a:ext cx="940987" cy="941062"/>
            <a:chOff x="-63252250" y="1930850"/>
            <a:chExt cx="319000" cy="319025"/>
          </a:xfrm>
          <a:solidFill>
            <a:srgbClr val="555559"/>
          </a:solidFill>
        </p:grpSpPr>
        <p:sp>
          <p:nvSpPr>
            <p:cNvPr id="16" name="Google Shape;7067;p65">
              <a:extLst>
                <a:ext uri="{FF2B5EF4-FFF2-40B4-BE49-F238E27FC236}">
                  <a16:creationId xmlns:a16="http://schemas.microsoft.com/office/drawing/2014/main" id="{47EE8FEC-109B-3800-4D3D-C62971D52C54}"/>
                </a:ext>
              </a:extLst>
            </p:cNvPr>
            <p:cNvSpPr/>
            <p:nvPr/>
          </p:nvSpPr>
          <p:spPr>
            <a:xfrm>
              <a:off x="-63252250" y="1930850"/>
              <a:ext cx="319000" cy="319025"/>
            </a:xfrm>
            <a:custGeom>
              <a:avLst/>
              <a:gdLst/>
              <a:ahLst/>
              <a:cxnLst/>
              <a:rect l="l" t="t" r="r" b="b"/>
              <a:pathLst>
                <a:path w="12760" h="12761" extrusionOk="0">
                  <a:moveTo>
                    <a:pt x="7026" y="914"/>
                  </a:moveTo>
                  <a:lnTo>
                    <a:pt x="7026" y="1954"/>
                  </a:lnTo>
                  <a:cubicBezTo>
                    <a:pt x="7026" y="2174"/>
                    <a:pt x="7120" y="2332"/>
                    <a:pt x="7341" y="2363"/>
                  </a:cubicBezTo>
                  <a:cubicBezTo>
                    <a:pt x="7813" y="2489"/>
                    <a:pt x="8286" y="2647"/>
                    <a:pt x="8664" y="2899"/>
                  </a:cubicBezTo>
                  <a:cubicBezTo>
                    <a:pt x="8733" y="2954"/>
                    <a:pt x="8820" y="2979"/>
                    <a:pt x="8905" y="2979"/>
                  </a:cubicBezTo>
                  <a:cubicBezTo>
                    <a:pt x="9012" y="2979"/>
                    <a:pt x="9115" y="2938"/>
                    <a:pt x="9168" y="2868"/>
                  </a:cubicBezTo>
                  <a:lnTo>
                    <a:pt x="9924" y="2111"/>
                  </a:lnTo>
                  <a:lnTo>
                    <a:pt x="10712" y="2899"/>
                  </a:lnTo>
                  <a:lnTo>
                    <a:pt x="9956" y="3655"/>
                  </a:lnTo>
                  <a:cubicBezTo>
                    <a:pt x="9861" y="3781"/>
                    <a:pt x="9798" y="4002"/>
                    <a:pt x="9924" y="4159"/>
                  </a:cubicBezTo>
                  <a:cubicBezTo>
                    <a:pt x="10208" y="4600"/>
                    <a:pt x="10397" y="5041"/>
                    <a:pt x="10460" y="5514"/>
                  </a:cubicBezTo>
                  <a:cubicBezTo>
                    <a:pt x="10523" y="5703"/>
                    <a:pt x="10680" y="5829"/>
                    <a:pt x="10869" y="5829"/>
                  </a:cubicBezTo>
                  <a:lnTo>
                    <a:pt x="11941" y="5829"/>
                  </a:lnTo>
                  <a:lnTo>
                    <a:pt x="11941" y="6932"/>
                  </a:lnTo>
                  <a:lnTo>
                    <a:pt x="10869" y="6932"/>
                  </a:lnTo>
                  <a:cubicBezTo>
                    <a:pt x="10680" y="6932"/>
                    <a:pt x="10523" y="7058"/>
                    <a:pt x="10460" y="7247"/>
                  </a:cubicBezTo>
                  <a:cubicBezTo>
                    <a:pt x="10365" y="7719"/>
                    <a:pt x="10208" y="8192"/>
                    <a:pt x="9924" y="8570"/>
                  </a:cubicBezTo>
                  <a:cubicBezTo>
                    <a:pt x="9798" y="8727"/>
                    <a:pt x="9861" y="8979"/>
                    <a:pt x="9956" y="9105"/>
                  </a:cubicBezTo>
                  <a:lnTo>
                    <a:pt x="10712" y="9830"/>
                  </a:lnTo>
                  <a:lnTo>
                    <a:pt x="9924" y="10618"/>
                  </a:lnTo>
                  <a:lnTo>
                    <a:pt x="9168" y="9893"/>
                  </a:lnTo>
                  <a:cubicBezTo>
                    <a:pt x="9111" y="9817"/>
                    <a:pt x="8996" y="9775"/>
                    <a:pt x="8879" y="9775"/>
                  </a:cubicBezTo>
                  <a:cubicBezTo>
                    <a:pt x="8803" y="9775"/>
                    <a:pt x="8726" y="9793"/>
                    <a:pt x="8664" y="9830"/>
                  </a:cubicBezTo>
                  <a:cubicBezTo>
                    <a:pt x="8223" y="10114"/>
                    <a:pt x="7813" y="10303"/>
                    <a:pt x="7341" y="10397"/>
                  </a:cubicBezTo>
                  <a:cubicBezTo>
                    <a:pt x="7120" y="10429"/>
                    <a:pt x="7026" y="10586"/>
                    <a:pt x="7026" y="10775"/>
                  </a:cubicBezTo>
                  <a:lnTo>
                    <a:pt x="7026" y="11846"/>
                  </a:lnTo>
                  <a:lnTo>
                    <a:pt x="5923" y="11846"/>
                  </a:lnTo>
                  <a:lnTo>
                    <a:pt x="5923" y="10775"/>
                  </a:lnTo>
                  <a:cubicBezTo>
                    <a:pt x="5923" y="10586"/>
                    <a:pt x="5797" y="10429"/>
                    <a:pt x="5577" y="10397"/>
                  </a:cubicBezTo>
                  <a:cubicBezTo>
                    <a:pt x="5135" y="10271"/>
                    <a:pt x="4663" y="10114"/>
                    <a:pt x="4253" y="9830"/>
                  </a:cubicBezTo>
                  <a:cubicBezTo>
                    <a:pt x="4191" y="9793"/>
                    <a:pt x="4119" y="9775"/>
                    <a:pt x="4047" y="9775"/>
                  </a:cubicBezTo>
                  <a:cubicBezTo>
                    <a:pt x="3937" y="9775"/>
                    <a:pt x="3826" y="9817"/>
                    <a:pt x="3749" y="9893"/>
                  </a:cubicBezTo>
                  <a:lnTo>
                    <a:pt x="2993" y="10618"/>
                  </a:lnTo>
                  <a:lnTo>
                    <a:pt x="2206" y="9830"/>
                  </a:lnTo>
                  <a:lnTo>
                    <a:pt x="2962" y="9105"/>
                  </a:lnTo>
                  <a:cubicBezTo>
                    <a:pt x="3088" y="8979"/>
                    <a:pt x="3119" y="8727"/>
                    <a:pt x="2993" y="8570"/>
                  </a:cubicBezTo>
                  <a:cubicBezTo>
                    <a:pt x="2710" y="8160"/>
                    <a:pt x="2521" y="7719"/>
                    <a:pt x="2458" y="7247"/>
                  </a:cubicBezTo>
                  <a:cubicBezTo>
                    <a:pt x="2395" y="7058"/>
                    <a:pt x="2237" y="6932"/>
                    <a:pt x="2048" y="6932"/>
                  </a:cubicBezTo>
                  <a:lnTo>
                    <a:pt x="977" y="6932"/>
                  </a:lnTo>
                  <a:lnTo>
                    <a:pt x="977" y="5829"/>
                  </a:lnTo>
                  <a:lnTo>
                    <a:pt x="2048" y="5829"/>
                  </a:lnTo>
                  <a:cubicBezTo>
                    <a:pt x="2237" y="5829"/>
                    <a:pt x="2395" y="5703"/>
                    <a:pt x="2458" y="5514"/>
                  </a:cubicBezTo>
                  <a:cubicBezTo>
                    <a:pt x="2552" y="5041"/>
                    <a:pt x="2710" y="4569"/>
                    <a:pt x="2993" y="4159"/>
                  </a:cubicBezTo>
                  <a:cubicBezTo>
                    <a:pt x="3119" y="4002"/>
                    <a:pt x="3088" y="3781"/>
                    <a:pt x="2962" y="3655"/>
                  </a:cubicBezTo>
                  <a:lnTo>
                    <a:pt x="2206" y="2899"/>
                  </a:lnTo>
                  <a:lnTo>
                    <a:pt x="2993" y="2111"/>
                  </a:lnTo>
                  <a:lnTo>
                    <a:pt x="3749" y="2868"/>
                  </a:lnTo>
                  <a:cubicBezTo>
                    <a:pt x="3820" y="2938"/>
                    <a:pt x="3921" y="2979"/>
                    <a:pt x="4023" y="2979"/>
                  </a:cubicBezTo>
                  <a:cubicBezTo>
                    <a:pt x="4103" y="2979"/>
                    <a:pt x="4184" y="2954"/>
                    <a:pt x="4253" y="2899"/>
                  </a:cubicBezTo>
                  <a:cubicBezTo>
                    <a:pt x="4694" y="2647"/>
                    <a:pt x="5135" y="2426"/>
                    <a:pt x="5577" y="2363"/>
                  </a:cubicBezTo>
                  <a:cubicBezTo>
                    <a:pt x="5797" y="2332"/>
                    <a:pt x="5923" y="2174"/>
                    <a:pt x="5923" y="1954"/>
                  </a:cubicBezTo>
                  <a:lnTo>
                    <a:pt x="5923" y="914"/>
                  </a:lnTo>
                  <a:close/>
                  <a:moveTo>
                    <a:pt x="5829" y="1"/>
                  </a:moveTo>
                  <a:cubicBezTo>
                    <a:pt x="5356" y="1"/>
                    <a:pt x="5009" y="347"/>
                    <a:pt x="5009" y="820"/>
                  </a:cubicBezTo>
                  <a:lnTo>
                    <a:pt x="5009" y="1576"/>
                  </a:lnTo>
                  <a:cubicBezTo>
                    <a:pt x="4631" y="1702"/>
                    <a:pt x="4285" y="1796"/>
                    <a:pt x="3970" y="2017"/>
                  </a:cubicBezTo>
                  <a:lnTo>
                    <a:pt x="3466" y="1481"/>
                  </a:lnTo>
                  <a:cubicBezTo>
                    <a:pt x="3308" y="1324"/>
                    <a:pt x="3103" y="1245"/>
                    <a:pt x="2891" y="1245"/>
                  </a:cubicBezTo>
                  <a:cubicBezTo>
                    <a:pt x="2678" y="1245"/>
                    <a:pt x="2458" y="1324"/>
                    <a:pt x="2269" y="1481"/>
                  </a:cubicBezTo>
                  <a:lnTo>
                    <a:pt x="1481" y="2269"/>
                  </a:lnTo>
                  <a:cubicBezTo>
                    <a:pt x="1166" y="2584"/>
                    <a:pt x="1166" y="3120"/>
                    <a:pt x="1481" y="3466"/>
                  </a:cubicBezTo>
                  <a:lnTo>
                    <a:pt x="2017" y="3970"/>
                  </a:lnTo>
                  <a:cubicBezTo>
                    <a:pt x="1796" y="4285"/>
                    <a:pt x="1701" y="4632"/>
                    <a:pt x="1575" y="5010"/>
                  </a:cubicBezTo>
                  <a:lnTo>
                    <a:pt x="819" y="5010"/>
                  </a:lnTo>
                  <a:cubicBezTo>
                    <a:pt x="347" y="5010"/>
                    <a:pt x="0" y="5356"/>
                    <a:pt x="0" y="5829"/>
                  </a:cubicBezTo>
                  <a:lnTo>
                    <a:pt x="0" y="6932"/>
                  </a:lnTo>
                  <a:cubicBezTo>
                    <a:pt x="0" y="7404"/>
                    <a:pt x="347" y="7751"/>
                    <a:pt x="819" y="7751"/>
                  </a:cubicBezTo>
                  <a:lnTo>
                    <a:pt x="1575" y="7751"/>
                  </a:lnTo>
                  <a:cubicBezTo>
                    <a:pt x="1701" y="8097"/>
                    <a:pt x="1796" y="8475"/>
                    <a:pt x="2017" y="8759"/>
                  </a:cubicBezTo>
                  <a:lnTo>
                    <a:pt x="1481" y="9295"/>
                  </a:lnTo>
                  <a:cubicBezTo>
                    <a:pt x="1166" y="9610"/>
                    <a:pt x="1166" y="10114"/>
                    <a:pt x="1481" y="10460"/>
                  </a:cubicBezTo>
                  <a:lnTo>
                    <a:pt x="2269" y="11248"/>
                  </a:lnTo>
                  <a:cubicBezTo>
                    <a:pt x="2426" y="11405"/>
                    <a:pt x="2639" y="11484"/>
                    <a:pt x="2855" y="11484"/>
                  </a:cubicBezTo>
                  <a:cubicBezTo>
                    <a:pt x="3072" y="11484"/>
                    <a:pt x="3292" y="11405"/>
                    <a:pt x="3466" y="11248"/>
                  </a:cubicBezTo>
                  <a:lnTo>
                    <a:pt x="3970" y="10744"/>
                  </a:lnTo>
                  <a:cubicBezTo>
                    <a:pt x="4285" y="10933"/>
                    <a:pt x="4631" y="11059"/>
                    <a:pt x="5009" y="11185"/>
                  </a:cubicBezTo>
                  <a:lnTo>
                    <a:pt x="5009" y="11909"/>
                  </a:lnTo>
                  <a:cubicBezTo>
                    <a:pt x="5009" y="12382"/>
                    <a:pt x="5356" y="12760"/>
                    <a:pt x="5829" y="12760"/>
                  </a:cubicBezTo>
                  <a:lnTo>
                    <a:pt x="6931" y="12760"/>
                  </a:lnTo>
                  <a:cubicBezTo>
                    <a:pt x="7404" y="12760"/>
                    <a:pt x="7750" y="12382"/>
                    <a:pt x="7750" y="11909"/>
                  </a:cubicBezTo>
                  <a:lnTo>
                    <a:pt x="7750" y="11185"/>
                  </a:lnTo>
                  <a:cubicBezTo>
                    <a:pt x="8097" y="11059"/>
                    <a:pt x="8475" y="10933"/>
                    <a:pt x="8790" y="10744"/>
                  </a:cubicBezTo>
                  <a:lnTo>
                    <a:pt x="9294" y="11248"/>
                  </a:lnTo>
                  <a:cubicBezTo>
                    <a:pt x="9452" y="11405"/>
                    <a:pt x="9656" y="11484"/>
                    <a:pt x="9865" y="11484"/>
                  </a:cubicBezTo>
                  <a:cubicBezTo>
                    <a:pt x="10074" y="11484"/>
                    <a:pt x="10287" y="11405"/>
                    <a:pt x="10460" y="11248"/>
                  </a:cubicBezTo>
                  <a:lnTo>
                    <a:pt x="11247" y="10460"/>
                  </a:lnTo>
                  <a:cubicBezTo>
                    <a:pt x="11563" y="10145"/>
                    <a:pt x="11563" y="9641"/>
                    <a:pt x="11247" y="9295"/>
                  </a:cubicBezTo>
                  <a:lnTo>
                    <a:pt x="10743" y="8759"/>
                  </a:lnTo>
                  <a:cubicBezTo>
                    <a:pt x="10932" y="8444"/>
                    <a:pt x="11058" y="8097"/>
                    <a:pt x="11184" y="7751"/>
                  </a:cubicBezTo>
                  <a:lnTo>
                    <a:pt x="11941" y="7751"/>
                  </a:lnTo>
                  <a:cubicBezTo>
                    <a:pt x="12413" y="7751"/>
                    <a:pt x="12760" y="7404"/>
                    <a:pt x="12760" y="6932"/>
                  </a:cubicBezTo>
                  <a:lnTo>
                    <a:pt x="12760" y="5829"/>
                  </a:lnTo>
                  <a:cubicBezTo>
                    <a:pt x="12760" y="5356"/>
                    <a:pt x="12350" y="5010"/>
                    <a:pt x="11941" y="5010"/>
                  </a:cubicBezTo>
                  <a:lnTo>
                    <a:pt x="11184" y="5010"/>
                  </a:lnTo>
                  <a:cubicBezTo>
                    <a:pt x="11058" y="4632"/>
                    <a:pt x="10932" y="4285"/>
                    <a:pt x="10743" y="3970"/>
                  </a:cubicBezTo>
                  <a:lnTo>
                    <a:pt x="11247" y="3466"/>
                  </a:lnTo>
                  <a:cubicBezTo>
                    <a:pt x="11563" y="3151"/>
                    <a:pt x="11563" y="2647"/>
                    <a:pt x="11247" y="2269"/>
                  </a:cubicBezTo>
                  <a:lnTo>
                    <a:pt x="10460" y="1481"/>
                  </a:lnTo>
                  <a:cubicBezTo>
                    <a:pt x="10302" y="1324"/>
                    <a:pt x="10098" y="1245"/>
                    <a:pt x="9889" y="1245"/>
                  </a:cubicBezTo>
                  <a:cubicBezTo>
                    <a:pt x="9680" y="1245"/>
                    <a:pt x="9467" y="1324"/>
                    <a:pt x="9294" y="1481"/>
                  </a:cubicBezTo>
                  <a:lnTo>
                    <a:pt x="8790" y="2017"/>
                  </a:lnTo>
                  <a:cubicBezTo>
                    <a:pt x="8475" y="1796"/>
                    <a:pt x="8097" y="1702"/>
                    <a:pt x="7750" y="1576"/>
                  </a:cubicBezTo>
                  <a:lnTo>
                    <a:pt x="7750" y="820"/>
                  </a:lnTo>
                  <a:cubicBezTo>
                    <a:pt x="7750" y="347"/>
                    <a:pt x="7404" y="1"/>
                    <a:pt x="693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7" name="Google Shape;7068;p65">
              <a:extLst>
                <a:ext uri="{FF2B5EF4-FFF2-40B4-BE49-F238E27FC236}">
                  <a16:creationId xmlns:a16="http://schemas.microsoft.com/office/drawing/2014/main" id="{0C02B42A-C2B7-F070-BCF7-1BF811CDB5EF}"/>
                </a:ext>
              </a:extLst>
            </p:cNvPr>
            <p:cNvSpPr/>
            <p:nvPr/>
          </p:nvSpPr>
          <p:spPr>
            <a:xfrm>
              <a:off x="-63160900" y="2021425"/>
              <a:ext cx="137850" cy="137850"/>
            </a:xfrm>
            <a:custGeom>
              <a:avLst/>
              <a:gdLst/>
              <a:ahLst/>
              <a:cxnLst/>
              <a:rect l="l" t="t" r="r" b="b"/>
              <a:pathLst>
                <a:path w="5514" h="5514" extrusionOk="0">
                  <a:moveTo>
                    <a:pt x="2773" y="820"/>
                  </a:moveTo>
                  <a:cubicBezTo>
                    <a:pt x="3813" y="820"/>
                    <a:pt x="4695" y="1702"/>
                    <a:pt x="4695" y="2742"/>
                  </a:cubicBezTo>
                  <a:cubicBezTo>
                    <a:pt x="4695" y="3813"/>
                    <a:pt x="3813" y="4695"/>
                    <a:pt x="2773" y="4695"/>
                  </a:cubicBezTo>
                  <a:cubicBezTo>
                    <a:pt x="1702" y="4695"/>
                    <a:pt x="820" y="3813"/>
                    <a:pt x="820" y="2742"/>
                  </a:cubicBezTo>
                  <a:cubicBezTo>
                    <a:pt x="820" y="1702"/>
                    <a:pt x="1702" y="820"/>
                    <a:pt x="2773" y="820"/>
                  </a:cubicBezTo>
                  <a:close/>
                  <a:moveTo>
                    <a:pt x="2773" y="1"/>
                  </a:moveTo>
                  <a:cubicBezTo>
                    <a:pt x="1229" y="1"/>
                    <a:pt x="1" y="1198"/>
                    <a:pt x="1" y="2742"/>
                  </a:cubicBezTo>
                  <a:cubicBezTo>
                    <a:pt x="1" y="4285"/>
                    <a:pt x="1229" y="5514"/>
                    <a:pt x="2773" y="5514"/>
                  </a:cubicBezTo>
                  <a:cubicBezTo>
                    <a:pt x="4285" y="5514"/>
                    <a:pt x="5514" y="4285"/>
                    <a:pt x="5514" y="2742"/>
                  </a:cubicBezTo>
                  <a:cubicBezTo>
                    <a:pt x="5514" y="1229"/>
                    <a:pt x="4254" y="1"/>
                    <a:pt x="277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sp>
        <p:nvSpPr>
          <p:cNvPr id="18" name="Google Shape;7069;p65">
            <a:extLst>
              <a:ext uri="{FF2B5EF4-FFF2-40B4-BE49-F238E27FC236}">
                <a16:creationId xmlns:a16="http://schemas.microsoft.com/office/drawing/2014/main" id="{4A93D6DD-B8F8-204A-98BA-75E585D87C53}"/>
              </a:ext>
            </a:extLst>
          </p:cNvPr>
          <p:cNvSpPr/>
          <p:nvPr/>
        </p:nvSpPr>
        <p:spPr>
          <a:xfrm>
            <a:off x="7688600" y="5260613"/>
            <a:ext cx="949616" cy="938332"/>
          </a:xfrm>
          <a:custGeom>
            <a:avLst/>
            <a:gdLst/>
            <a:ahLst/>
            <a:cxnLst/>
            <a:rect l="l" t="t" r="r" b="b"/>
            <a:pathLst>
              <a:path w="12877" h="12724" extrusionOk="0">
                <a:moveTo>
                  <a:pt x="10492" y="1603"/>
                </a:moveTo>
                <a:lnTo>
                  <a:pt x="10429" y="1855"/>
                </a:lnTo>
                <a:cubicBezTo>
                  <a:pt x="10429" y="1981"/>
                  <a:pt x="10492" y="2138"/>
                  <a:pt x="10555" y="2201"/>
                </a:cubicBezTo>
                <a:cubicBezTo>
                  <a:pt x="10649" y="2296"/>
                  <a:pt x="10807" y="2327"/>
                  <a:pt x="10901" y="2327"/>
                </a:cubicBezTo>
                <a:lnTo>
                  <a:pt x="11153" y="2296"/>
                </a:lnTo>
                <a:lnTo>
                  <a:pt x="10492" y="2957"/>
                </a:lnTo>
                <a:lnTo>
                  <a:pt x="9736" y="3083"/>
                </a:lnTo>
                <a:lnTo>
                  <a:pt x="9799" y="2296"/>
                </a:lnTo>
                <a:lnTo>
                  <a:pt x="10492" y="1603"/>
                </a:lnTo>
                <a:close/>
                <a:moveTo>
                  <a:pt x="6270" y="6108"/>
                </a:moveTo>
                <a:cubicBezTo>
                  <a:pt x="6396" y="6108"/>
                  <a:pt x="6459" y="6139"/>
                  <a:pt x="6554" y="6234"/>
                </a:cubicBezTo>
                <a:cubicBezTo>
                  <a:pt x="6617" y="6265"/>
                  <a:pt x="6648" y="6391"/>
                  <a:pt x="6648" y="6486"/>
                </a:cubicBezTo>
                <a:cubicBezTo>
                  <a:pt x="6648" y="6738"/>
                  <a:pt x="6459" y="6927"/>
                  <a:pt x="6270" y="6927"/>
                </a:cubicBezTo>
                <a:cubicBezTo>
                  <a:pt x="6081" y="6927"/>
                  <a:pt x="5861" y="6738"/>
                  <a:pt x="5861" y="6486"/>
                </a:cubicBezTo>
                <a:cubicBezTo>
                  <a:pt x="5861" y="6265"/>
                  <a:pt x="6081" y="6108"/>
                  <a:pt x="6270" y="6108"/>
                </a:cubicBezTo>
                <a:close/>
                <a:moveTo>
                  <a:pt x="6176" y="4375"/>
                </a:moveTo>
                <a:cubicBezTo>
                  <a:pt x="6617" y="4375"/>
                  <a:pt x="7026" y="4501"/>
                  <a:pt x="7341" y="4722"/>
                </a:cubicBezTo>
                <a:lnTo>
                  <a:pt x="6743" y="5320"/>
                </a:lnTo>
                <a:cubicBezTo>
                  <a:pt x="6617" y="5289"/>
                  <a:pt x="6428" y="5226"/>
                  <a:pt x="6239" y="5226"/>
                </a:cubicBezTo>
                <a:cubicBezTo>
                  <a:pt x="5546" y="5226"/>
                  <a:pt x="5010" y="5793"/>
                  <a:pt x="5010" y="6454"/>
                </a:cubicBezTo>
                <a:cubicBezTo>
                  <a:pt x="5010" y="7116"/>
                  <a:pt x="5546" y="7715"/>
                  <a:pt x="6239" y="7715"/>
                </a:cubicBezTo>
                <a:cubicBezTo>
                  <a:pt x="6900" y="7715"/>
                  <a:pt x="7467" y="7147"/>
                  <a:pt x="7467" y="6454"/>
                </a:cubicBezTo>
                <a:cubicBezTo>
                  <a:pt x="7467" y="6265"/>
                  <a:pt x="7404" y="6108"/>
                  <a:pt x="7341" y="5887"/>
                </a:cubicBezTo>
                <a:lnTo>
                  <a:pt x="7908" y="5320"/>
                </a:lnTo>
                <a:cubicBezTo>
                  <a:pt x="8160" y="5635"/>
                  <a:pt x="8286" y="6013"/>
                  <a:pt x="8286" y="6454"/>
                </a:cubicBezTo>
                <a:cubicBezTo>
                  <a:pt x="8286" y="7588"/>
                  <a:pt x="7341" y="8534"/>
                  <a:pt x="6176" y="8534"/>
                </a:cubicBezTo>
                <a:cubicBezTo>
                  <a:pt x="5041" y="8534"/>
                  <a:pt x="4096" y="7588"/>
                  <a:pt x="4096" y="6454"/>
                </a:cubicBezTo>
                <a:cubicBezTo>
                  <a:pt x="4096" y="5320"/>
                  <a:pt x="5041" y="4375"/>
                  <a:pt x="6176" y="4375"/>
                </a:cubicBezTo>
                <a:close/>
                <a:moveTo>
                  <a:pt x="6239" y="2800"/>
                </a:moveTo>
                <a:cubicBezTo>
                  <a:pt x="7089" y="2800"/>
                  <a:pt x="7908" y="3115"/>
                  <a:pt x="8539" y="3619"/>
                </a:cubicBezTo>
                <a:lnTo>
                  <a:pt x="7971" y="4217"/>
                </a:lnTo>
                <a:cubicBezTo>
                  <a:pt x="7499" y="3839"/>
                  <a:pt x="6869" y="3619"/>
                  <a:pt x="6239" y="3619"/>
                </a:cubicBezTo>
                <a:cubicBezTo>
                  <a:pt x="4600" y="3619"/>
                  <a:pt x="3309" y="4911"/>
                  <a:pt x="3309" y="6486"/>
                </a:cubicBezTo>
                <a:cubicBezTo>
                  <a:pt x="3309" y="8124"/>
                  <a:pt x="4632" y="9416"/>
                  <a:pt x="6239" y="9416"/>
                </a:cubicBezTo>
                <a:cubicBezTo>
                  <a:pt x="7845" y="9416"/>
                  <a:pt x="9137" y="8124"/>
                  <a:pt x="9137" y="6486"/>
                </a:cubicBezTo>
                <a:cubicBezTo>
                  <a:pt x="9137" y="5856"/>
                  <a:pt x="8948" y="5226"/>
                  <a:pt x="8539" y="4753"/>
                </a:cubicBezTo>
                <a:lnTo>
                  <a:pt x="9137" y="4154"/>
                </a:lnTo>
                <a:cubicBezTo>
                  <a:pt x="9641" y="4816"/>
                  <a:pt x="9956" y="5604"/>
                  <a:pt x="9956" y="6486"/>
                </a:cubicBezTo>
                <a:cubicBezTo>
                  <a:pt x="9956" y="8534"/>
                  <a:pt x="8318" y="10235"/>
                  <a:pt x="6239" y="10235"/>
                </a:cubicBezTo>
                <a:cubicBezTo>
                  <a:pt x="4191" y="10235"/>
                  <a:pt x="2490" y="8597"/>
                  <a:pt x="2490" y="6486"/>
                </a:cubicBezTo>
                <a:cubicBezTo>
                  <a:pt x="2490" y="4438"/>
                  <a:pt x="4128" y="2800"/>
                  <a:pt x="6239" y="2800"/>
                </a:cubicBezTo>
                <a:close/>
                <a:moveTo>
                  <a:pt x="6270" y="1130"/>
                </a:moveTo>
                <a:cubicBezTo>
                  <a:pt x="7247" y="1130"/>
                  <a:pt x="8223" y="1414"/>
                  <a:pt x="9074" y="1918"/>
                </a:cubicBezTo>
                <a:cubicBezTo>
                  <a:pt x="9074" y="1949"/>
                  <a:pt x="9011" y="2012"/>
                  <a:pt x="9011" y="2044"/>
                </a:cubicBezTo>
                <a:lnTo>
                  <a:pt x="8917" y="2831"/>
                </a:lnTo>
                <a:cubicBezTo>
                  <a:pt x="8160" y="2296"/>
                  <a:pt x="7247" y="1981"/>
                  <a:pt x="6270" y="1981"/>
                </a:cubicBezTo>
                <a:cubicBezTo>
                  <a:pt x="3750" y="1981"/>
                  <a:pt x="1733" y="4028"/>
                  <a:pt x="1733" y="6486"/>
                </a:cubicBezTo>
                <a:cubicBezTo>
                  <a:pt x="1733" y="9006"/>
                  <a:pt x="3781" y="11054"/>
                  <a:pt x="6270" y="11054"/>
                </a:cubicBezTo>
                <a:cubicBezTo>
                  <a:pt x="8759" y="11054"/>
                  <a:pt x="10807" y="9006"/>
                  <a:pt x="10807" y="6486"/>
                </a:cubicBezTo>
                <a:cubicBezTo>
                  <a:pt x="10807" y="5509"/>
                  <a:pt x="10492" y="4596"/>
                  <a:pt x="9925" y="3871"/>
                </a:cubicBezTo>
                <a:lnTo>
                  <a:pt x="10712" y="3745"/>
                </a:lnTo>
                <a:cubicBezTo>
                  <a:pt x="10744" y="3745"/>
                  <a:pt x="10807" y="3745"/>
                  <a:pt x="10838" y="3713"/>
                </a:cubicBezTo>
                <a:cubicBezTo>
                  <a:pt x="11342" y="4533"/>
                  <a:pt x="11626" y="5478"/>
                  <a:pt x="11626" y="6486"/>
                </a:cubicBezTo>
                <a:cubicBezTo>
                  <a:pt x="11626" y="9447"/>
                  <a:pt x="9232" y="11873"/>
                  <a:pt x="6270" y="11873"/>
                </a:cubicBezTo>
                <a:cubicBezTo>
                  <a:pt x="3309" y="11873"/>
                  <a:pt x="914" y="9479"/>
                  <a:pt x="914" y="6486"/>
                </a:cubicBezTo>
                <a:cubicBezTo>
                  <a:pt x="914" y="3524"/>
                  <a:pt x="3309" y="1130"/>
                  <a:pt x="6270" y="1130"/>
                </a:cubicBezTo>
                <a:close/>
                <a:moveTo>
                  <a:pt x="11030" y="0"/>
                </a:moveTo>
                <a:cubicBezTo>
                  <a:pt x="10930" y="0"/>
                  <a:pt x="10829" y="37"/>
                  <a:pt x="10744" y="122"/>
                </a:cubicBezTo>
                <a:lnTo>
                  <a:pt x="9610" y="1256"/>
                </a:lnTo>
                <a:cubicBezTo>
                  <a:pt x="8602" y="594"/>
                  <a:pt x="7467" y="279"/>
                  <a:pt x="6239" y="279"/>
                </a:cubicBezTo>
                <a:cubicBezTo>
                  <a:pt x="2805" y="279"/>
                  <a:pt x="1" y="3020"/>
                  <a:pt x="1" y="6486"/>
                </a:cubicBezTo>
                <a:cubicBezTo>
                  <a:pt x="1" y="9920"/>
                  <a:pt x="2773" y="12724"/>
                  <a:pt x="6239" y="12724"/>
                </a:cubicBezTo>
                <a:cubicBezTo>
                  <a:pt x="9641" y="12724"/>
                  <a:pt x="12445" y="9951"/>
                  <a:pt x="12445" y="6486"/>
                </a:cubicBezTo>
                <a:cubicBezTo>
                  <a:pt x="12445" y="5289"/>
                  <a:pt x="12099" y="4123"/>
                  <a:pt x="11468" y="3115"/>
                </a:cubicBezTo>
                <a:lnTo>
                  <a:pt x="12603" y="1981"/>
                </a:lnTo>
                <a:cubicBezTo>
                  <a:pt x="12877" y="1706"/>
                  <a:pt x="12650" y="1255"/>
                  <a:pt x="12292" y="1255"/>
                </a:cubicBezTo>
                <a:cubicBezTo>
                  <a:pt x="12280" y="1255"/>
                  <a:pt x="12268" y="1255"/>
                  <a:pt x="12256" y="1256"/>
                </a:cubicBezTo>
                <a:lnTo>
                  <a:pt x="11342" y="1382"/>
                </a:lnTo>
                <a:lnTo>
                  <a:pt x="11468" y="468"/>
                </a:lnTo>
                <a:cubicBezTo>
                  <a:pt x="11491" y="203"/>
                  <a:pt x="11265" y="0"/>
                  <a:pt x="11030"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nvGrpSpPr>
          <p:cNvPr id="19" name="Google Shape;7070;p65">
            <a:extLst>
              <a:ext uri="{FF2B5EF4-FFF2-40B4-BE49-F238E27FC236}">
                <a16:creationId xmlns:a16="http://schemas.microsoft.com/office/drawing/2014/main" id="{1339819C-9C9E-DD82-C92D-A09104F3E0B4}"/>
              </a:ext>
            </a:extLst>
          </p:cNvPr>
          <p:cNvGrpSpPr/>
          <p:nvPr/>
        </p:nvGrpSpPr>
        <p:grpSpPr>
          <a:xfrm>
            <a:off x="7700495" y="6340569"/>
            <a:ext cx="936341" cy="938702"/>
            <a:chOff x="-63250675" y="2664125"/>
            <a:chExt cx="317425" cy="318225"/>
          </a:xfrm>
          <a:solidFill>
            <a:srgbClr val="555559"/>
          </a:solidFill>
        </p:grpSpPr>
        <p:sp>
          <p:nvSpPr>
            <p:cNvPr id="20" name="Google Shape;7071;p65">
              <a:extLst>
                <a:ext uri="{FF2B5EF4-FFF2-40B4-BE49-F238E27FC236}">
                  <a16:creationId xmlns:a16="http://schemas.microsoft.com/office/drawing/2014/main" id="{01490393-D5DB-4445-DC84-11E656A564E6}"/>
                </a:ext>
              </a:extLst>
            </p:cNvPr>
            <p:cNvSpPr/>
            <p:nvPr/>
          </p:nvSpPr>
          <p:spPr>
            <a:xfrm>
              <a:off x="-63250675" y="2664125"/>
              <a:ext cx="317425" cy="318225"/>
            </a:xfrm>
            <a:custGeom>
              <a:avLst/>
              <a:gdLst/>
              <a:ahLst/>
              <a:cxnLst/>
              <a:rect l="l" t="t" r="r" b="b"/>
              <a:pathLst>
                <a:path w="12697" h="12729" extrusionOk="0">
                  <a:moveTo>
                    <a:pt x="6364" y="2521"/>
                  </a:moveTo>
                  <a:cubicBezTo>
                    <a:pt x="8475" y="2521"/>
                    <a:pt x="10208" y="4254"/>
                    <a:pt x="10208" y="6396"/>
                  </a:cubicBezTo>
                  <a:cubicBezTo>
                    <a:pt x="10208" y="8507"/>
                    <a:pt x="8475" y="10240"/>
                    <a:pt x="6364" y="10240"/>
                  </a:cubicBezTo>
                  <a:cubicBezTo>
                    <a:pt x="4222" y="10240"/>
                    <a:pt x="2489" y="8507"/>
                    <a:pt x="2489" y="6396"/>
                  </a:cubicBezTo>
                  <a:cubicBezTo>
                    <a:pt x="2489" y="4254"/>
                    <a:pt x="4222" y="2521"/>
                    <a:pt x="6364" y="2521"/>
                  </a:cubicBezTo>
                  <a:close/>
                  <a:moveTo>
                    <a:pt x="6364" y="1"/>
                  </a:moveTo>
                  <a:cubicBezTo>
                    <a:pt x="6112" y="1"/>
                    <a:pt x="5923" y="190"/>
                    <a:pt x="5923" y="442"/>
                  </a:cubicBezTo>
                  <a:lnTo>
                    <a:pt x="5923" y="1702"/>
                  </a:lnTo>
                  <a:cubicBezTo>
                    <a:pt x="4946" y="1765"/>
                    <a:pt x="4033" y="2174"/>
                    <a:pt x="3308" y="2773"/>
                  </a:cubicBezTo>
                  <a:lnTo>
                    <a:pt x="2426" y="1859"/>
                  </a:lnTo>
                  <a:cubicBezTo>
                    <a:pt x="2347" y="1781"/>
                    <a:pt x="2237" y="1741"/>
                    <a:pt x="2127" y="1741"/>
                  </a:cubicBezTo>
                  <a:cubicBezTo>
                    <a:pt x="2017" y="1741"/>
                    <a:pt x="1906" y="1781"/>
                    <a:pt x="1827" y="1859"/>
                  </a:cubicBezTo>
                  <a:cubicBezTo>
                    <a:pt x="1670" y="2017"/>
                    <a:pt x="1670" y="2300"/>
                    <a:pt x="1827" y="2458"/>
                  </a:cubicBezTo>
                  <a:lnTo>
                    <a:pt x="2741" y="3340"/>
                  </a:lnTo>
                  <a:cubicBezTo>
                    <a:pt x="2143" y="4065"/>
                    <a:pt x="1733" y="4978"/>
                    <a:pt x="1670" y="5955"/>
                  </a:cubicBezTo>
                  <a:lnTo>
                    <a:pt x="410" y="5955"/>
                  </a:lnTo>
                  <a:cubicBezTo>
                    <a:pt x="158" y="5955"/>
                    <a:pt x="0" y="6144"/>
                    <a:pt x="0" y="6333"/>
                  </a:cubicBezTo>
                  <a:cubicBezTo>
                    <a:pt x="0" y="6585"/>
                    <a:pt x="221" y="6774"/>
                    <a:pt x="410" y="6774"/>
                  </a:cubicBezTo>
                  <a:lnTo>
                    <a:pt x="1670" y="6774"/>
                  </a:lnTo>
                  <a:cubicBezTo>
                    <a:pt x="1733" y="7751"/>
                    <a:pt x="2143" y="8664"/>
                    <a:pt x="2741" y="9389"/>
                  </a:cubicBezTo>
                  <a:lnTo>
                    <a:pt x="1827" y="10271"/>
                  </a:lnTo>
                  <a:cubicBezTo>
                    <a:pt x="1670" y="10429"/>
                    <a:pt x="1670" y="10712"/>
                    <a:pt x="1827" y="10870"/>
                  </a:cubicBezTo>
                  <a:cubicBezTo>
                    <a:pt x="1890" y="10964"/>
                    <a:pt x="2017" y="10996"/>
                    <a:pt x="2111" y="10996"/>
                  </a:cubicBezTo>
                  <a:cubicBezTo>
                    <a:pt x="2174" y="10996"/>
                    <a:pt x="2300" y="10964"/>
                    <a:pt x="2363" y="10870"/>
                  </a:cubicBezTo>
                  <a:lnTo>
                    <a:pt x="3277" y="9956"/>
                  </a:lnTo>
                  <a:cubicBezTo>
                    <a:pt x="4001" y="10555"/>
                    <a:pt x="4883" y="10964"/>
                    <a:pt x="5892" y="11027"/>
                  </a:cubicBezTo>
                  <a:lnTo>
                    <a:pt x="5892" y="12287"/>
                  </a:lnTo>
                  <a:cubicBezTo>
                    <a:pt x="5892" y="12508"/>
                    <a:pt x="6081" y="12729"/>
                    <a:pt x="6301" y="12729"/>
                  </a:cubicBezTo>
                  <a:cubicBezTo>
                    <a:pt x="6553" y="12729"/>
                    <a:pt x="6711" y="12508"/>
                    <a:pt x="6711" y="12287"/>
                  </a:cubicBezTo>
                  <a:lnTo>
                    <a:pt x="6711" y="11027"/>
                  </a:lnTo>
                  <a:cubicBezTo>
                    <a:pt x="7687" y="10964"/>
                    <a:pt x="8601" y="10555"/>
                    <a:pt x="9294" y="9956"/>
                  </a:cubicBezTo>
                  <a:lnTo>
                    <a:pt x="10208" y="10870"/>
                  </a:lnTo>
                  <a:cubicBezTo>
                    <a:pt x="10302" y="10964"/>
                    <a:pt x="10397" y="10996"/>
                    <a:pt x="10491" y="10996"/>
                  </a:cubicBezTo>
                  <a:cubicBezTo>
                    <a:pt x="10617" y="10996"/>
                    <a:pt x="10680" y="10964"/>
                    <a:pt x="10775" y="10870"/>
                  </a:cubicBezTo>
                  <a:cubicBezTo>
                    <a:pt x="10932" y="10712"/>
                    <a:pt x="10932" y="10429"/>
                    <a:pt x="10775" y="10271"/>
                  </a:cubicBezTo>
                  <a:lnTo>
                    <a:pt x="9861" y="9389"/>
                  </a:lnTo>
                  <a:cubicBezTo>
                    <a:pt x="10460" y="8664"/>
                    <a:pt x="10838" y="7751"/>
                    <a:pt x="10932" y="6774"/>
                  </a:cubicBezTo>
                  <a:lnTo>
                    <a:pt x="12193" y="6774"/>
                  </a:lnTo>
                  <a:cubicBezTo>
                    <a:pt x="12413" y="6774"/>
                    <a:pt x="12602" y="6585"/>
                    <a:pt x="12602" y="6333"/>
                  </a:cubicBezTo>
                  <a:cubicBezTo>
                    <a:pt x="12697" y="6144"/>
                    <a:pt x="12508" y="5955"/>
                    <a:pt x="12256" y="5955"/>
                  </a:cubicBezTo>
                  <a:lnTo>
                    <a:pt x="10995" y="5955"/>
                  </a:lnTo>
                  <a:cubicBezTo>
                    <a:pt x="10932" y="4978"/>
                    <a:pt x="10523" y="4065"/>
                    <a:pt x="9924" y="3340"/>
                  </a:cubicBezTo>
                  <a:lnTo>
                    <a:pt x="10838" y="2458"/>
                  </a:lnTo>
                  <a:cubicBezTo>
                    <a:pt x="10995" y="2300"/>
                    <a:pt x="10995" y="2017"/>
                    <a:pt x="10838" y="1859"/>
                  </a:cubicBezTo>
                  <a:cubicBezTo>
                    <a:pt x="10759" y="1781"/>
                    <a:pt x="10649" y="1741"/>
                    <a:pt x="10539" y="1741"/>
                  </a:cubicBezTo>
                  <a:cubicBezTo>
                    <a:pt x="10428" y="1741"/>
                    <a:pt x="10318" y="1781"/>
                    <a:pt x="10239" y="1859"/>
                  </a:cubicBezTo>
                  <a:lnTo>
                    <a:pt x="9357" y="2773"/>
                  </a:lnTo>
                  <a:cubicBezTo>
                    <a:pt x="8633" y="2174"/>
                    <a:pt x="7719" y="1765"/>
                    <a:pt x="6742" y="1702"/>
                  </a:cubicBezTo>
                  <a:lnTo>
                    <a:pt x="6742" y="442"/>
                  </a:lnTo>
                  <a:cubicBezTo>
                    <a:pt x="6742" y="190"/>
                    <a:pt x="6553" y="1"/>
                    <a:pt x="636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1" name="Google Shape;7072;p65">
              <a:extLst>
                <a:ext uri="{FF2B5EF4-FFF2-40B4-BE49-F238E27FC236}">
                  <a16:creationId xmlns:a16="http://schemas.microsoft.com/office/drawing/2014/main" id="{2C9EF95B-AA08-5A1F-83FA-D7EECA9027E4}"/>
                </a:ext>
              </a:extLst>
            </p:cNvPr>
            <p:cNvSpPr/>
            <p:nvPr/>
          </p:nvSpPr>
          <p:spPr>
            <a:xfrm>
              <a:off x="-63167975" y="2747625"/>
              <a:ext cx="152025" cy="152025"/>
            </a:xfrm>
            <a:custGeom>
              <a:avLst/>
              <a:gdLst/>
              <a:ahLst/>
              <a:cxnLst/>
              <a:rect l="l" t="t" r="r" b="b"/>
              <a:pathLst>
                <a:path w="6081" h="6081" extrusionOk="0">
                  <a:moveTo>
                    <a:pt x="2615" y="819"/>
                  </a:moveTo>
                  <a:lnTo>
                    <a:pt x="2615" y="1701"/>
                  </a:lnTo>
                  <a:cubicBezTo>
                    <a:pt x="2521" y="1733"/>
                    <a:pt x="2458" y="1733"/>
                    <a:pt x="2363" y="1764"/>
                  </a:cubicBezTo>
                  <a:lnTo>
                    <a:pt x="1796" y="1197"/>
                  </a:lnTo>
                  <a:cubicBezTo>
                    <a:pt x="2017" y="1040"/>
                    <a:pt x="2300" y="914"/>
                    <a:pt x="2615" y="819"/>
                  </a:cubicBezTo>
                  <a:close/>
                  <a:moveTo>
                    <a:pt x="3434" y="882"/>
                  </a:moveTo>
                  <a:cubicBezTo>
                    <a:pt x="3749" y="914"/>
                    <a:pt x="4033" y="1040"/>
                    <a:pt x="4253" y="1229"/>
                  </a:cubicBezTo>
                  <a:lnTo>
                    <a:pt x="3686" y="1827"/>
                  </a:lnTo>
                  <a:cubicBezTo>
                    <a:pt x="3592" y="1796"/>
                    <a:pt x="3529" y="1733"/>
                    <a:pt x="3434" y="1733"/>
                  </a:cubicBezTo>
                  <a:lnTo>
                    <a:pt x="3434" y="882"/>
                  </a:lnTo>
                  <a:close/>
                  <a:moveTo>
                    <a:pt x="1197" y="1796"/>
                  </a:moveTo>
                  <a:lnTo>
                    <a:pt x="1796" y="2363"/>
                  </a:lnTo>
                  <a:cubicBezTo>
                    <a:pt x="1733" y="2457"/>
                    <a:pt x="1701" y="2520"/>
                    <a:pt x="1701" y="2615"/>
                  </a:cubicBezTo>
                  <a:lnTo>
                    <a:pt x="851" y="2615"/>
                  </a:lnTo>
                  <a:cubicBezTo>
                    <a:pt x="914" y="2300"/>
                    <a:pt x="1040" y="2016"/>
                    <a:pt x="1197" y="1796"/>
                  </a:cubicBezTo>
                  <a:close/>
                  <a:moveTo>
                    <a:pt x="4852" y="1796"/>
                  </a:moveTo>
                  <a:cubicBezTo>
                    <a:pt x="5010" y="2016"/>
                    <a:pt x="5136" y="2300"/>
                    <a:pt x="5199" y="2615"/>
                  </a:cubicBezTo>
                  <a:lnTo>
                    <a:pt x="4348" y="2615"/>
                  </a:lnTo>
                  <a:cubicBezTo>
                    <a:pt x="4316" y="2520"/>
                    <a:pt x="4316" y="2457"/>
                    <a:pt x="4253" y="2363"/>
                  </a:cubicBezTo>
                  <a:lnTo>
                    <a:pt x="4852" y="1796"/>
                  </a:lnTo>
                  <a:close/>
                  <a:moveTo>
                    <a:pt x="3056" y="2457"/>
                  </a:moveTo>
                  <a:cubicBezTo>
                    <a:pt x="3214" y="2457"/>
                    <a:pt x="3308" y="2520"/>
                    <a:pt x="3434" y="2615"/>
                  </a:cubicBezTo>
                  <a:cubicBezTo>
                    <a:pt x="3560" y="2741"/>
                    <a:pt x="3592" y="2836"/>
                    <a:pt x="3592" y="2993"/>
                  </a:cubicBezTo>
                  <a:cubicBezTo>
                    <a:pt x="3592" y="3151"/>
                    <a:pt x="3529" y="3308"/>
                    <a:pt x="3434" y="3403"/>
                  </a:cubicBezTo>
                  <a:cubicBezTo>
                    <a:pt x="3308" y="3529"/>
                    <a:pt x="3214" y="3560"/>
                    <a:pt x="3056" y="3560"/>
                  </a:cubicBezTo>
                  <a:cubicBezTo>
                    <a:pt x="2899" y="3560"/>
                    <a:pt x="2773" y="3466"/>
                    <a:pt x="2647" y="3403"/>
                  </a:cubicBezTo>
                  <a:cubicBezTo>
                    <a:pt x="2521" y="3277"/>
                    <a:pt x="2489" y="3151"/>
                    <a:pt x="2489" y="2993"/>
                  </a:cubicBezTo>
                  <a:cubicBezTo>
                    <a:pt x="2489" y="2836"/>
                    <a:pt x="2584" y="2741"/>
                    <a:pt x="2647" y="2615"/>
                  </a:cubicBezTo>
                  <a:cubicBezTo>
                    <a:pt x="2773" y="2489"/>
                    <a:pt x="2899" y="2457"/>
                    <a:pt x="3056" y="2457"/>
                  </a:cubicBezTo>
                  <a:close/>
                  <a:moveTo>
                    <a:pt x="1733" y="3434"/>
                  </a:moveTo>
                  <a:cubicBezTo>
                    <a:pt x="1796" y="3529"/>
                    <a:pt x="1796" y="3592"/>
                    <a:pt x="1828" y="3686"/>
                  </a:cubicBezTo>
                  <a:lnTo>
                    <a:pt x="1229" y="4253"/>
                  </a:lnTo>
                  <a:cubicBezTo>
                    <a:pt x="1040" y="4033"/>
                    <a:pt x="914" y="3749"/>
                    <a:pt x="882" y="3434"/>
                  </a:cubicBezTo>
                  <a:close/>
                  <a:moveTo>
                    <a:pt x="5199" y="3434"/>
                  </a:moveTo>
                  <a:cubicBezTo>
                    <a:pt x="5136" y="3749"/>
                    <a:pt x="5010" y="4033"/>
                    <a:pt x="4852" y="4253"/>
                  </a:cubicBezTo>
                  <a:lnTo>
                    <a:pt x="4253" y="3686"/>
                  </a:lnTo>
                  <a:cubicBezTo>
                    <a:pt x="4316" y="3592"/>
                    <a:pt x="4348" y="3529"/>
                    <a:pt x="4348" y="3434"/>
                  </a:cubicBezTo>
                  <a:close/>
                  <a:moveTo>
                    <a:pt x="2363" y="4253"/>
                  </a:moveTo>
                  <a:cubicBezTo>
                    <a:pt x="2458" y="4316"/>
                    <a:pt x="2521" y="4348"/>
                    <a:pt x="2615" y="4348"/>
                  </a:cubicBezTo>
                  <a:lnTo>
                    <a:pt x="2615" y="5198"/>
                  </a:lnTo>
                  <a:cubicBezTo>
                    <a:pt x="2300" y="5167"/>
                    <a:pt x="2017" y="5041"/>
                    <a:pt x="1796" y="4852"/>
                  </a:cubicBezTo>
                  <a:lnTo>
                    <a:pt x="2363" y="4253"/>
                  </a:lnTo>
                  <a:close/>
                  <a:moveTo>
                    <a:pt x="3686" y="4253"/>
                  </a:moveTo>
                  <a:lnTo>
                    <a:pt x="4253" y="4852"/>
                  </a:lnTo>
                  <a:cubicBezTo>
                    <a:pt x="4033" y="5009"/>
                    <a:pt x="3749" y="5135"/>
                    <a:pt x="3434" y="5198"/>
                  </a:cubicBezTo>
                  <a:lnTo>
                    <a:pt x="3434" y="4348"/>
                  </a:lnTo>
                  <a:cubicBezTo>
                    <a:pt x="3529" y="4316"/>
                    <a:pt x="3592" y="4316"/>
                    <a:pt x="3686" y="4253"/>
                  </a:cubicBezTo>
                  <a:close/>
                  <a:moveTo>
                    <a:pt x="3056" y="0"/>
                  </a:moveTo>
                  <a:cubicBezTo>
                    <a:pt x="1355" y="0"/>
                    <a:pt x="0" y="1386"/>
                    <a:pt x="0" y="3056"/>
                  </a:cubicBezTo>
                  <a:cubicBezTo>
                    <a:pt x="0" y="3875"/>
                    <a:pt x="315" y="4631"/>
                    <a:pt x="882" y="5167"/>
                  </a:cubicBezTo>
                  <a:cubicBezTo>
                    <a:pt x="1229" y="5608"/>
                    <a:pt x="2111" y="6081"/>
                    <a:pt x="3056" y="6081"/>
                  </a:cubicBezTo>
                  <a:cubicBezTo>
                    <a:pt x="4694" y="6081"/>
                    <a:pt x="6081" y="4726"/>
                    <a:pt x="6081" y="3056"/>
                  </a:cubicBezTo>
                  <a:cubicBezTo>
                    <a:pt x="6081" y="1355"/>
                    <a:pt x="4694" y="0"/>
                    <a:pt x="305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22" name="Google Shape;7073;p65">
            <a:extLst>
              <a:ext uri="{FF2B5EF4-FFF2-40B4-BE49-F238E27FC236}">
                <a16:creationId xmlns:a16="http://schemas.microsoft.com/office/drawing/2014/main" id="{9EBAA532-4F6E-2BB3-4C63-C8784964DE5E}"/>
              </a:ext>
            </a:extLst>
          </p:cNvPr>
          <p:cNvGrpSpPr/>
          <p:nvPr/>
        </p:nvGrpSpPr>
        <p:grpSpPr>
          <a:xfrm>
            <a:off x="13389179" y="4184408"/>
            <a:ext cx="927050" cy="921297"/>
            <a:chOff x="-61354075" y="1940500"/>
            <a:chExt cx="314275" cy="312325"/>
          </a:xfrm>
          <a:solidFill>
            <a:srgbClr val="555559"/>
          </a:solidFill>
        </p:grpSpPr>
        <p:sp>
          <p:nvSpPr>
            <p:cNvPr id="23" name="Google Shape;7074;p65">
              <a:extLst>
                <a:ext uri="{FF2B5EF4-FFF2-40B4-BE49-F238E27FC236}">
                  <a16:creationId xmlns:a16="http://schemas.microsoft.com/office/drawing/2014/main" id="{969A9B87-12F0-4B86-ACAC-102ACE5F4913}"/>
                </a:ext>
              </a:extLst>
            </p:cNvPr>
            <p:cNvSpPr/>
            <p:nvPr/>
          </p:nvSpPr>
          <p:spPr>
            <a:xfrm>
              <a:off x="-61354075" y="1940500"/>
              <a:ext cx="314275" cy="312325"/>
            </a:xfrm>
            <a:custGeom>
              <a:avLst/>
              <a:gdLst/>
              <a:ahLst/>
              <a:cxnLst/>
              <a:rect l="l" t="t" r="r" b="b"/>
              <a:pathLst>
                <a:path w="12571" h="12493" extrusionOk="0">
                  <a:moveTo>
                    <a:pt x="6270" y="1001"/>
                  </a:moveTo>
                  <a:lnTo>
                    <a:pt x="7687" y="2419"/>
                  </a:lnTo>
                  <a:cubicBezTo>
                    <a:pt x="7750" y="2482"/>
                    <a:pt x="7876" y="2513"/>
                    <a:pt x="7971" y="2513"/>
                  </a:cubicBezTo>
                  <a:lnTo>
                    <a:pt x="9956" y="2513"/>
                  </a:lnTo>
                  <a:lnTo>
                    <a:pt x="9956" y="4529"/>
                  </a:lnTo>
                  <a:cubicBezTo>
                    <a:pt x="9956" y="4655"/>
                    <a:pt x="10019" y="4718"/>
                    <a:pt x="10082" y="4813"/>
                  </a:cubicBezTo>
                  <a:lnTo>
                    <a:pt x="11499" y="6231"/>
                  </a:lnTo>
                  <a:lnTo>
                    <a:pt x="10082" y="7648"/>
                  </a:lnTo>
                  <a:cubicBezTo>
                    <a:pt x="10019" y="7711"/>
                    <a:pt x="9956" y="7837"/>
                    <a:pt x="9956" y="7900"/>
                  </a:cubicBezTo>
                  <a:lnTo>
                    <a:pt x="9956" y="9917"/>
                  </a:lnTo>
                  <a:lnTo>
                    <a:pt x="7971" y="9917"/>
                  </a:lnTo>
                  <a:cubicBezTo>
                    <a:pt x="7845" y="9917"/>
                    <a:pt x="7750" y="9948"/>
                    <a:pt x="7687" y="10043"/>
                  </a:cubicBezTo>
                  <a:lnTo>
                    <a:pt x="6270" y="11460"/>
                  </a:lnTo>
                  <a:lnTo>
                    <a:pt x="4852" y="10043"/>
                  </a:lnTo>
                  <a:cubicBezTo>
                    <a:pt x="4757" y="9948"/>
                    <a:pt x="4631" y="9917"/>
                    <a:pt x="4568" y="9917"/>
                  </a:cubicBezTo>
                  <a:lnTo>
                    <a:pt x="2552" y="9917"/>
                  </a:lnTo>
                  <a:lnTo>
                    <a:pt x="2552" y="7900"/>
                  </a:lnTo>
                  <a:cubicBezTo>
                    <a:pt x="2552" y="7806"/>
                    <a:pt x="2521" y="7711"/>
                    <a:pt x="2426" y="7648"/>
                  </a:cubicBezTo>
                  <a:lnTo>
                    <a:pt x="1008" y="6231"/>
                  </a:lnTo>
                  <a:lnTo>
                    <a:pt x="2426" y="4813"/>
                  </a:lnTo>
                  <a:cubicBezTo>
                    <a:pt x="2521" y="4718"/>
                    <a:pt x="2552" y="4624"/>
                    <a:pt x="2552" y="4529"/>
                  </a:cubicBezTo>
                  <a:lnTo>
                    <a:pt x="2552" y="2513"/>
                  </a:lnTo>
                  <a:lnTo>
                    <a:pt x="4568" y="2513"/>
                  </a:lnTo>
                  <a:cubicBezTo>
                    <a:pt x="4694" y="2513"/>
                    <a:pt x="4757" y="2482"/>
                    <a:pt x="4852" y="2419"/>
                  </a:cubicBezTo>
                  <a:lnTo>
                    <a:pt x="6270" y="1001"/>
                  </a:lnTo>
                  <a:close/>
                  <a:moveTo>
                    <a:pt x="6285" y="1"/>
                  </a:moveTo>
                  <a:cubicBezTo>
                    <a:pt x="6175" y="1"/>
                    <a:pt x="6065" y="40"/>
                    <a:pt x="5986" y="119"/>
                  </a:cubicBezTo>
                  <a:lnTo>
                    <a:pt x="4411" y="1694"/>
                  </a:lnTo>
                  <a:lnTo>
                    <a:pt x="2174" y="1694"/>
                  </a:lnTo>
                  <a:cubicBezTo>
                    <a:pt x="1922" y="1694"/>
                    <a:pt x="1733" y="1883"/>
                    <a:pt x="1733" y="2135"/>
                  </a:cubicBezTo>
                  <a:lnTo>
                    <a:pt x="1733" y="4372"/>
                  </a:lnTo>
                  <a:lnTo>
                    <a:pt x="158" y="5947"/>
                  </a:lnTo>
                  <a:cubicBezTo>
                    <a:pt x="0" y="6105"/>
                    <a:pt x="0" y="6388"/>
                    <a:pt x="158" y="6546"/>
                  </a:cubicBezTo>
                  <a:lnTo>
                    <a:pt x="1733" y="8121"/>
                  </a:lnTo>
                  <a:lnTo>
                    <a:pt x="1733" y="10358"/>
                  </a:lnTo>
                  <a:cubicBezTo>
                    <a:pt x="1733" y="10578"/>
                    <a:pt x="1922" y="10736"/>
                    <a:pt x="2174" y="10736"/>
                  </a:cubicBezTo>
                  <a:lnTo>
                    <a:pt x="4411" y="10736"/>
                  </a:lnTo>
                  <a:lnTo>
                    <a:pt x="5986" y="12374"/>
                  </a:lnTo>
                  <a:cubicBezTo>
                    <a:pt x="6065" y="12453"/>
                    <a:pt x="6175" y="12492"/>
                    <a:pt x="6285" y="12492"/>
                  </a:cubicBezTo>
                  <a:cubicBezTo>
                    <a:pt x="6396" y="12492"/>
                    <a:pt x="6506" y="12453"/>
                    <a:pt x="6585" y="12374"/>
                  </a:cubicBezTo>
                  <a:lnTo>
                    <a:pt x="8160" y="10736"/>
                  </a:lnTo>
                  <a:lnTo>
                    <a:pt x="10397" y="10736"/>
                  </a:lnTo>
                  <a:cubicBezTo>
                    <a:pt x="10617" y="10736"/>
                    <a:pt x="10775" y="10547"/>
                    <a:pt x="10775" y="10358"/>
                  </a:cubicBezTo>
                  <a:lnTo>
                    <a:pt x="10775" y="8121"/>
                  </a:lnTo>
                  <a:lnTo>
                    <a:pt x="12413" y="6546"/>
                  </a:lnTo>
                  <a:cubicBezTo>
                    <a:pt x="12571" y="6388"/>
                    <a:pt x="12571" y="6105"/>
                    <a:pt x="12413" y="5947"/>
                  </a:cubicBezTo>
                  <a:lnTo>
                    <a:pt x="10775" y="4372"/>
                  </a:lnTo>
                  <a:lnTo>
                    <a:pt x="10775" y="2135"/>
                  </a:lnTo>
                  <a:cubicBezTo>
                    <a:pt x="10775" y="1883"/>
                    <a:pt x="10586" y="1694"/>
                    <a:pt x="10397" y="1694"/>
                  </a:cubicBezTo>
                  <a:lnTo>
                    <a:pt x="8160" y="1694"/>
                  </a:lnTo>
                  <a:lnTo>
                    <a:pt x="6585" y="119"/>
                  </a:lnTo>
                  <a:cubicBezTo>
                    <a:pt x="6506" y="40"/>
                    <a:pt x="6396" y="1"/>
                    <a:pt x="628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4" name="Google Shape;7075;p65">
              <a:extLst>
                <a:ext uri="{FF2B5EF4-FFF2-40B4-BE49-F238E27FC236}">
                  <a16:creationId xmlns:a16="http://schemas.microsoft.com/office/drawing/2014/main" id="{6999D55C-EE3D-CC33-6B74-9036D7E41580}"/>
                </a:ext>
              </a:extLst>
            </p:cNvPr>
            <p:cNvSpPr/>
            <p:nvPr/>
          </p:nvSpPr>
          <p:spPr>
            <a:xfrm>
              <a:off x="-61268225" y="2024575"/>
              <a:ext cx="60650" cy="61475"/>
            </a:xfrm>
            <a:custGeom>
              <a:avLst/>
              <a:gdLst/>
              <a:ahLst/>
              <a:cxnLst/>
              <a:rect l="l" t="t" r="r" b="b"/>
              <a:pathLst>
                <a:path w="2426" h="2459" extrusionOk="0">
                  <a:moveTo>
                    <a:pt x="1197" y="820"/>
                  </a:moveTo>
                  <a:cubicBezTo>
                    <a:pt x="1449" y="820"/>
                    <a:pt x="1607" y="1009"/>
                    <a:pt x="1607" y="1261"/>
                  </a:cubicBezTo>
                  <a:cubicBezTo>
                    <a:pt x="1607" y="1481"/>
                    <a:pt x="1418" y="1639"/>
                    <a:pt x="1197" y="1639"/>
                  </a:cubicBezTo>
                  <a:cubicBezTo>
                    <a:pt x="1008" y="1639"/>
                    <a:pt x="819" y="1450"/>
                    <a:pt x="819" y="1261"/>
                  </a:cubicBezTo>
                  <a:cubicBezTo>
                    <a:pt x="788" y="977"/>
                    <a:pt x="977" y="820"/>
                    <a:pt x="1197" y="820"/>
                  </a:cubicBezTo>
                  <a:close/>
                  <a:moveTo>
                    <a:pt x="1197" y="1"/>
                  </a:moveTo>
                  <a:cubicBezTo>
                    <a:pt x="536" y="1"/>
                    <a:pt x="0" y="536"/>
                    <a:pt x="0" y="1261"/>
                  </a:cubicBezTo>
                  <a:cubicBezTo>
                    <a:pt x="0" y="1954"/>
                    <a:pt x="504" y="2458"/>
                    <a:pt x="1197" y="2458"/>
                  </a:cubicBezTo>
                  <a:cubicBezTo>
                    <a:pt x="1890" y="2458"/>
                    <a:pt x="2426" y="1922"/>
                    <a:pt x="2426" y="1261"/>
                  </a:cubicBezTo>
                  <a:cubicBezTo>
                    <a:pt x="2426" y="568"/>
                    <a:pt x="1890" y="1"/>
                    <a:pt x="119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5" name="Google Shape;7076;p65">
              <a:extLst>
                <a:ext uri="{FF2B5EF4-FFF2-40B4-BE49-F238E27FC236}">
                  <a16:creationId xmlns:a16="http://schemas.microsoft.com/office/drawing/2014/main" id="{D9022645-0926-3EF0-9EF5-531FCBC3FD44}"/>
                </a:ext>
              </a:extLst>
            </p:cNvPr>
            <p:cNvSpPr/>
            <p:nvPr/>
          </p:nvSpPr>
          <p:spPr>
            <a:xfrm>
              <a:off x="-61187100" y="2107275"/>
              <a:ext cx="61450" cy="61475"/>
            </a:xfrm>
            <a:custGeom>
              <a:avLst/>
              <a:gdLst/>
              <a:ahLst/>
              <a:cxnLst/>
              <a:rect l="l" t="t" r="r" b="b"/>
              <a:pathLst>
                <a:path w="2458" h="2459" extrusionOk="0">
                  <a:moveTo>
                    <a:pt x="1229" y="788"/>
                  </a:moveTo>
                  <a:cubicBezTo>
                    <a:pt x="1512" y="820"/>
                    <a:pt x="1670" y="977"/>
                    <a:pt x="1670" y="1198"/>
                  </a:cubicBezTo>
                  <a:cubicBezTo>
                    <a:pt x="1670" y="1450"/>
                    <a:pt x="1481" y="1639"/>
                    <a:pt x="1229" y="1639"/>
                  </a:cubicBezTo>
                  <a:cubicBezTo>
                    <a:pt x="1008" y="1639"/>
                    <a:pt x="851" y="1450"/>
                    <a:pt x="851" y="1198"/>
                  </a:cubicBezTo>
                  <a:cubicBezTo>
                    <a:pt x="851" y="977"/>
                    <a:pt x="1040" y="788"/>
                    <a:pt x="1229" y="788"/>
                  </a:cubicBezTo>
                  <a:close/>
                  <a:moveTo>
                    <a:pt x="1229" y="1"/>
                  </a:moveTo>
                  <a:cubicBezTo>
                    <a:pt x="567" y="1"/>
                    <a:pt x="0" y="536"/>
                    <a:pt x="0" y="1198"/>
                  </a:cubicBezTo>
                  <a:cubicBezTo>
                    <a:pt x="0" y="1891"/>
                    <a:pt x="567" y="2458"/>
                    <a:pt x="1229" y="2458"/>
                  </a:cubicBezTo>
                  <a:cubicBezTo>
                    <a:pt x="1922" y="2458"/>
                    <a:pt x="2458" y="1922"/>
                    <a:pt x="2458" y="1198"/>
                  </a:cubicBezTo>
                  <a:cubicBezTo>
                    <a:pt x="2458" y="536"/>
                    <a:pt x="1922" y="1"/>
                    <a:pt x="122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6" name="Google Shape;7077;p65">
              <a:extLst>
                <a:ext uri="{FF2B5EF4-FFF2-40B4-BE49-F238E27FC236}">
                  <a16:creationId xmlns:a16="http://schemas.microsoft.com/office/drawing/2014/main" id="{36312620-80D9-162E-16D7-A83A20D9A2EF}"/>
                </a:ext>
              </a:extLst>
            </p:cNvPr>
            <p:cNvSpPr/>
            <p:nvPr/>
          </p:nvSpPr>
          <p:spPr>
            <a:xfrm>
              <a:off x="-61250125" y="2044475"/>
              <a:ext cx="105575" cy="103600"/>
            </a:xfrm>
            <a:custGeom>
              <a:avLst/>
              <a:gdLst/>
              <a:ahLst/>
              <a:cxnLst/>
              <a:rect l="l" t="t" r="r" b="b"/>
              <a:pathLst>
                <a:path w="4223" h="4144" extrusionOk="0">
                  <a:moveTo>
                    <a:pt x="3766" y="0"/>
                  </a:moveTo>
                  <a:cubicBezTo>
                    <a:pt x="3655" y="0"/>
                    <a:pt x="3545" y="40"/>
                    <a:pt x="3466" y="118"/>
                  </a:cubicBezTo>
                  <a:lnTo>
                    <a:pt x="158" y="3426"/>
                  </a:lnTo>
                  <a:cubicBezTo>
                    <a:pt x="1" y="3615"/>
                    <a:pt x="1" y="3836"/>
                    <a:pt x="158" y="4025"/>
                  </a:cubicBezTo>
                  <a:cubicBezTo>
                    <a:pt x="237" y="4104"/>
                    <a:pt x="347" y="4143"/>
                    <a:pt x="458" y="4143"/>
                  </a:cubicBezTo>
                  <a:cubicBezTo>
                    <a:pt x="568" y="4143"/>
                    <a:pt x="678" y="4104"/>
                    <a:pt x="757" y="4025"/>
                  </a:cubicBezTo>
                  <a:lnTo>
                    <a:pt x="4065" y="717"/>
                  </a:lnTo>
                  <a:cubicBezTo>
                    <a:pt x="4222" y="559"/>
                    <a:pt x="4222" y="276"/>
                    <a:pt x="4065" y="118"/>
                  </a:cubicBezTo>
                  <a:cubicBezTo>
                    <a:pt x="3986" y="40"/>
                    <a:pt x="3876" y="0"/>
                    <a:pt x="376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27" name="Google Shape;7078;p65">
            <a:extLst>
              <a:ext uri="{FF2B5EF4-FFF2-40B4-BE49-F238E27FC236}">
                <a16:creationId xmlns:a16="http://schemas.microsoft.com/office/drawing/2014/main" id="{D97FE827-0A6F-CDF6-BA98-1BBE1FAC7069}"/>
              </a:ext>
            </a:extLst>
          </p:cNvPr>
          <p:cNvGrpSpPr/>
          <p:nvPr/>
        </p:nvGrpSpPr>
        <p:grpSpPr>
          <a:xfrm>
            <a:off x="13385674" y="5300910"/>
            <a:ext cx="934055" cy="857362"/>
            <a:chOff x="-61354875" y="2322300"/>
            <a:chExt cx="316650" cy="290650"/>
          </a:xfrm>
          <a:solidFill>
            <a:srgbClr val="555559"/>
          </a:solidFill>
        </p:grpSpPr>
        <p:sp>
          <p:nvSpPr>
            <p:cNvPr id="28" name="Google Shape;7079;p65">
              <a:extLst>
                <a:ext uri="{FF2B5EF4-FFF2-40B4-BE49-F238E27FC236}">
                  <a16:creationId xmlns:a16="http://schemas.microsoft.com/office/drawing/2014/main" id="{71B78873-C507-D3C8-78A1-FE35137F29F3}"/>
                </a:ext>
              </a:extLst>
            </p:cNvPr>
            <p:cNvSpPr/>
            <p:nvPr/>
          </p:nvSpPr>
          <p:spPr>
            <a:xfrm>
              <a:off x="-61354875" y="2322300"/>
              <a:ext cx="316650" cy="290650"/>
            </a:xfrm>
            <a:custGeom>
              <a:avLst/>
              <a:gdLst/>
              <a:ahLst/>
              <a:cxnLst/>
              <a:rect l="l" t="t" r="r" b="b"/>
              <a:pathLst>
                <a:path w="12666" h="11626" extrusionOk="0">
                  <a:moveTo>
                    <a:pt x="11405" y="788"/>
                  </a:moveTo>
                  <a:cubicBezTo>
                    <a:pt x="11657" y="788"/>
                    <a:pt x="11847" y="1009"/>
                    <a:pt x="11847" y="1229"/>
                  </a:cubicBezTo>
                  <a:lnTo>
                    <a:pt x="11847" y="10334"/>
                  </a:lnTo>
                  <a:cubicBezTo>
                    <a:pt x="11847" y="10555"/>
                    <a:pt x="11657" y="10775"/>
                    <a:pt x="11405" y="10775"/>
                  </a:cubicBezTo>
                  <a:lnTo>
                    <a:pt x="1198" y="10775"/>
                  </a:lnTo>
                  <a:cubicBezTo>
                    <a:pt x="977" y="10775"/>
                    <a:pt x="820" y="10555"/>
                    <a:pt x="820" y="10334"/>
                  </a:cubicBezTo>
                  <a:lnTo>
                    <a:pt x="820" y="1229"/>
                  </a:lnTo>
                  <a:cubicBezTo>
                    <a:pt x="820" y="1009"/>
                    <a:pt x="1009" y="788"/>
                    <a:pt x="1198" y="788"/>
                  </a:cubicBezTo>
                  <a:close/>
                  <a:moveTo>
                    <a:pt x="1198" y="0"/>
                  </a:moveTo>
                  <a:cubicBezTo>
                    <a:pt x="536" y="0"/>
                    <a:pt x="1" y="568"/>
                    <a:pt x="1" y="1261"/>
                  </a:cubicBezTo>
                  <a:lnTo>
                    <a:pt x="1" y="10366"/>
                  </a:lnTo>
                  <a:cubicBezTo>
                    <a:pt x="1" y="11027"/>
                    <a:pt x="536" y="11626"/>
                    <a:pt x="1198" y="11626"/>
                  </a:cubicBezTo>
                  <a:lnTo>
                    <a:pt x="11405" y="11626"/>
                  </a:lnTo>
                  <a:cubicBezTo>
                    <a:pt x="12067" y="11626"/>
                    <a:pt x="12666" y="11059"/>
                    <a:pt x="12666" y="10366"/>
                  </a:cubicBezTo>
                  <a:lnTo>
                    <a:pt x="12666" y="1261"/>
                  </a:lnTo>
                  <a:cubicBezTo>
                    <a:pt x="12666" y="568"/>
                    <a:pt x="12130" y="0"/>
                    <a:pt x="1140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9" name="Google Shape;7080;p65">
              <a:extLst>
                <a:ext uri="{FF2B5EF4-FFF2-40B4-BE49-F238E27FC236}">
                  <a16:creationId xmlns:a16="http://schemas.microsoft.com/office/drawing/2014/main" id="{A114E98D-F110-AF9C-BBDF-458E27BD5EC4}"/>
                </a:ext>
              </a:extLst>
            </p:cNvPr>
            <p:cNvSpPr/>
            <p:nvPr/>
          </p:nvSpPr>
          <p:spPr>
            <a:xfrm>
              <a:off x="-61313925" y="2364050"/>
              <a:ext cx="234750" cy="206375"/>
            </a:xfrm>
            <a:custGeom>
              <a:avLst/>
              <a:gdLst/>
              <a:ahLst/>
              <a:cxnLst/>
              <a:rect l="l" t="t" r="r" b="b"/>
              <a:pathLst>
                <a:path w="9390" h="8255" extrusionOk="0">
                  <a:moveTo>
                    <a:pt x="8539" y="819"/>
                  </a:moveTo>
                  <a:lnTo>
                    <a:pt x="8539" y="7435"/>
                  </a:lnTo>
                  <a:lnTo>
                    <a:pt x="820" y="7435"/>
                  </a:lnTo>
                  <a:lnTo>
                    <a:pt x="820" y="6207"/>
                  </a:lnTo>
                  <a:lnTo>
                    <a:pt x="1671" y="6207"/>
                  </a:lnTo>
                  <a:cubicBezTo>
                    <a:pt x="1891" y="6207"/>
                    <a:pt x="2080" y="6018"/>
                    <a:pt x="2080" y="5797"/>
                  </a:cubicBezTo>
                  <a:cubicBezTo>
                    <a:pt x="2080" y="5545"/>
                    <a:pt x="1891" y="5356"/>
                    <a:pt x="1671" y="5356"/>
                  </a:cubicBezTo>
                  <a:lnTo>
                    <a:pt x="820" y="5356"/>
                  </a:lnTo>
                  <a:lnTo>
                    <a:pt x="820" y="2867"/>
                  </a:lnTo>
                  <a:lnTo>
                    <a:pt x="1671" y="2867"/>
                  </a:lnTo>
                  <a:cubicBezTo>
                    <a:pt x="1891" y="2867"/>
                    <a:pt x="2080" y="2678"/>
                    <a:pt x="2080" y="2426"/>
                  </a:cubicBezTo>
                  <a:cubicBezTo>
                    <a:pt x="2080" y="2206"/>
                    <a:pt x="1891" y="2048"/>
                    <a:pt x="1671" y="2048"/>
                  </a:cubicBezTo>
                  <a:lnTo>
                    <a:pt x="820" y="2048"/>
                  </a:lnTo>
                  <a:lnTo>
                    <a:pt x="820" y="819"/>
                  </a:lnTo>
                  <a:close/>
                  <a:moveTo>
                    <a:pt x="410" y="0"/>
                  </a:moveTo>
                  <a:cubicBezTo>
                    <a:pt x="158" y="0"/>
                    <a:pt x="1" y="189"/>
                    <a:pt x="1" y="378"/>
                  </a:cubicBezTo>
                  <a:lnTo>
                    <a:pt x="1" y="7845"/>
                  </a:lnTo>
                  <a:cubicBezTo>
                    <a:pt x="1" y="8065"/>
                    <a:pt x="190" y="8255"/>
                    <a:pt x="410" y="8255"/>
                  </a:cubicBezTo>
                  <a:lnTo>
                    <a:pt x="8948" y="8255"/>
                  </a:lnTo>
                  <a:cubicBezTo>
                    <a:pt x="9169" y="8255"/>
                    <a:pt x="9326" y="8065"/>
                    <a:pt x="9326" y="7845"/>
                  </a:cubicBezTo>
                  <a:lnTo>
                    <a:pt x="9326" y="378"/>
                  </a:lnTo>
                  <a:cubicBezTo>
                    <a:pt x="9389" y="158"/>
                    <a:pt x="9169" y="0"/>
                    <a:pt x="894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0" name="Google Shape;7081;p65">
              <a:extLst>
                <a:ext uri="{FF2B5EF4-FFF2-40B4-BE49-F238E27FC236}">
                  <a16:creationId xmlns:a16="http://schemas.microsoft.com/office/drawing/2014/main" id="{D6FD3BAC-F60F-B3D2-CFA5-166E468EFE0B}"/>
                </a:ext>
              </a:extLst>
            </p:cNvPr>
            <p:cNvSpPr/>
            <p:nvPr/>
          </p:nvSpPr>
          <p:spPr>
            <a:xfrm>
              <a:off x="-61234375" y="2416225"/>
              <a:ext cx="104775" cy="102225"/>
            </a:xfrm>
            <a:custGeom>
              <a:avLst/>
              <a:gdLst/>
              <a:ahLst/>
              <a:cxnLst/>
              <a:rect l="l" t="t" r="r" b="b"/>
              <a:pathLst>
                <a:path w="4191" h="4089" extrusionOk="0">
                  <a:moveTo>
                    <a:pt x="2175" y="1221"/>
                  </a:moveTo>
                  <a:cubicBezTo>
                    <a:pt x="2647" y="1221"/>
                    <a:pt x="2994" y="1568"/>
                    <a:pt x="2994" y="2040"/>
                  </a:cubicBezTo>
                  <a:cubicBezTo>
                    <a:pt x="2994" y="2513"/>
                    <a:pt x="2647" y="2859"/>
                    <a:pt x="2175" y="2859"/>
                  </a:cubicBezTo>
                  <a:cubicBezTo>
                    <a:pt x="1702" y="2859"/>
                    <a:pt x="1356" y="2513"/>
                    <a:pt x="1356" y="2040"/>
                  </a:cubicBezTo>
                  <a:cubicBezTo>
                    <a:pt x="1356" y="1568"/>
                    <a:pt x="1702" y="1221"/>
                    <a:pt x="2175" y="1221"/>
                  </a:cubicBezTo>
                  <a:close/>
                  <a:moveTo>
                    <a:pt x="458" y="0"/>
                  </a:moveTo>
                  <a:cubicBezTo>
                    <a:pt x="347" y="0"/>
                    <a:pt x="237" y="40"/>
                    <a:pt x="158" y="119"/>
                  </a:cubicBezTo>
                  <a:cubicBezTo>
                    <a:pt x="1" y="276"/>
                    <a:pt x="1" y="560"/>
                    <a:pt x="158" y="717"/>
                  </a:cubicBezTo>
                  <a:lnTo>
                    <a:pt x="694" y="1221"/>
                  </a:lnTo>
                  <a:cubicBezTo>
                    <a:pt x="536" y="1442"/>
                    <a:pt x="442" y="1757"/>
                    <a:pt x="442" y="2040"/>
                  </a:cubicBezTo>
                  <a:cubicBezTo>
                    <a:pt x="442" y="2324"/>
                    <a:pt x="536" y="2639"/>
                    <a:pt x="694" y="2859"/>
                  </a:cubicBezTo>
                  <a:lnTo>
                    <a:pt x="158" y="3395"/>
                  </a:lnTo>
                  <a:cubicBezTo>
                    <a:pt x="95" y="3553"/>
                    <a:pt x="95" y="3805"/>
                    <a:pt x="253" y="3962"/>
                  </a:cubicBezTo>
                  <a:cubicBezTo>
                    <a:pt x="316" y="4057"/>
                    <a:pt x="442" y="4088"/>
                    <a:pt x="536" y="4088"/>
                  </a:cubicBezTo>
                  <a:cubicBezTo>
                    <a:pt x="631" y="4088"/>
                    <a:pt x="726" y="4057"/>
                    <a:pt x="789" y="3962"/>
                  </a:cubicBezTo>
                  <a:lnTo>
                    <a:pt x="1324" y="3458"/>
                  </a:lnTo>
                  <a:cubicBezTo>
                    <a:pt x="1545" y="3616"/>
                    <a:pt x="1860" y="3710"/>
                    <a:pt x="2143" y="3710"/>
                  </a:cubicBezTo>
                  <a:cubicBezTo>
                    <a:pt x="2427" y="3710"/>
                    <a:pt x="2742" y="3616"/>
                    <a:pt x="2962" y="3458"/>
                  </a:cubicBezTo>
                  <a:lnTo>
                    <a:pt x="3498" y="3962"/>
                  </a:lnTo>
                  <a:cubicBezTo>
                    <a:pt x="3561" y="4057"/>
                    <a:pt x="3687" y="4088"/>
                    <a:pt x="3750" y="4088"/>
                  </a:cubicBezTo>
                  <a:cubicBezTo>
                    <a:pt x="3876" y="4088"/>
                    <a:pt x="3971" y="4057"/>
                    <a:pt x="4034" y="3962"/>
                  </a:cubicBezTo>
                  <a:cubicBezTo>
                    <a:pt x="4191" y="3805"/>
                    <a:pt x="4191" y="3553"/>
                    <a:pt x="4034" y="3395"/>
                  </a:cubicBezTo>
                  <a:lnTo>
                    <a:pt x="3529" y="2859"/>
                  </a:lnTo>
                  <a:cubicBezTo>
                    <a:pt x="3687" y="2639"/>
                    <a:pt x="3750" y="2324"/>
                    <a:pt x="3750" y="2040"/>
                  </a:cubicBezTo>
                  <a:cubicBezTo>
                    <a:pt x="3750" y="1757"/>
                    <a:pt x="3687" y="1442"/>
                    <a:pt x="3529" y="1221"/>
                  </a:cubicBezTo>
                  <a:lnTo>
                    <a:pt x="4034" y="717"/>
                  </a:lnTo>
                  <a:cubicBezTo>
                    <a:pt x="4191" y="560"/>
                    <a:pt x="4191" y="276"/>
                    <a:pt x="4034" y="119"/>
                  </a:cubicBezTo>
                  <a:cubicBezTo>
                    <a:pt x="3955" y="40"/>
                    <a:pt x="3845" y="0"/>
                    <a:pt x="3734" y="0"/>
                  </a:cubicBezTo>
                  <a:cubicBezTo>
                    <a:pt x="3624" y="0"/>
                    <a:pt x="3514" y="40"/>
                    <a:pt x="3435" y="119"/>
                  </a:cubicBezTo>
                  <a:lnTo>
                    <a:pt x="2931" y="623"/>
                  </a:lnTo>
                  <a:cubicBezTo>
                    <a:pt x="2679" y="465"/>
                    <a:pt x="2395" y="402"/>
                    <a:pt x="2112" y="402"/>
                  </a:cubicBezTo>
                  <a:cubicBezTo>
                    <a:pt x="1828" y="402"/>
                    <a:pt x="1513" y="465"/>
                    <a:pt x="1261" y="623"/>
                  </a:cubicBezTo>
                  <a:lnTo>
                    <a:pt x="757" y="119"/>
                  </a:lnTo>
                  <a:cubicBezTo>
                    <a:pt x="678" y="40"/>
                    <a:pt x="568" y="0"/>
                    <a:pt x="45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31" name="Google Shape;7082;p65">
            <a:extLst>
              <a:ext uri="{FF2B5EF4-FFF2-40B4-BE49-F238E27FC236}">
                <a16:creationId xmlns:a16="http://schemas.microsoft.com/office/drawing/2014/main" id="{8E5C82FF-299F-1DBC-3030-74D0AEA92F3E}"/>
              </a:ext>
            </a:extLst>
          </p:cNvPr>
          <p:cNvGrpSpPr/>
          <p:nvPr/>
        </p:nvGrpSpPr>
        <p:grpSpPr>
          <a:xfrm>
            <a:off x="13385674" y="6342892"/>
            <a:ext cx="934055" cy="934055"/>
            <a:chOff x="-61354875" y="2671225"/>
            <a:chExt cx="316650" cy="316650"/>
          </a:xfrm>
          <a:solidFill>
            <a:srgbClr val="555559"/>
          </a:solidFill>
        </p:grpSpPr>
        <p:sp>
          <p:nvSpPr>
            <p:cNvPr id="32" name="Google Shape;7083;p65">
              <a:extLst>
                <a:ext uri="{FF2B5EF4-FFF2-40B4-BE49-F238E27FC236}">
                  <a16:creationId xmlns:a16="http://schemas.microsoft.com/office/drawing/2014/main" id="{32BE4EC3-2089-B581-BD90-B46262A5C330}"/>
                </a:ext>
              </a:extLst>
            </p:cNvPr>
            <p:cNvSpPr/>
            <p:nvPr/>
          </p:nvSpPr>
          <p:spPr>
            <a:xfrm>
              <a:off x="-61354875" y="2671225"/>
              <a:ext cx="316650" cy="316650"/>
            </a:xfrm>
            <a:custGeom>
              <a:avLst/>
              <a:gdLst/>
              <a:ahLst/>
              <a:cxnLst/>
              <a:rect l="l" t="t" r="r" b="b"/>
              <a:pathLst>
                <a:path w="12666" h="12666" extrusionOk="0">
                  <a:moveTo>
                    <a:pt x="11405" y="1701"/>
                  </a:moveTo>
                  <a:cubicBezTo>
                    <a:pt x="11657" y="1701"/>
                    <a:pt x="11847" y="1890"/>
                    <a:pt x="11847" y="2111"/>
                  </a:cubicBezTo>
                  <a:lnTo>
                    <a:pt x="11847" y="3340"/>
                  </a:lnTo>
                  <a:lnTo>
                    <a:pt x="820" y="3340"/>
                  </a:lnTo>
                  <a:lnTo>
                    <a:pt x="820" y="2111"/>
                  </a:lnTo>
                  <a:cubicBezTo>
                    <a:pt x="820" y="1890"/>
                    <a:pt x="1009" y="1701"/>
                    <a:pt x="1198" y="1701"/>
                  </a:cubicBezTo>
                  <a:lnTo>
                    <a:pt x="1639" y="1701"/>
                  </a:lnTo>
                  <a:lnTo>
                    <a:pt x="1639" y="2111"/>
                  </a:lnTo>
                  <a:cubicBezTo>
                    <a:pt x="1639" y="2363"/>
                    <a:pt x="1828" y="2552"/>
                    <a:pt x="2048" y="2552"/>
                  </a:cubicBezTo>
                  <a:cubicBezTo>
                    <a:pt x="2237" y="2552"/>
                    <a:pt x="2427" y="2363"/>
                    <a:pt x="2427" y="2111"/>
                  </a:cubicBezTo>
                  <a:lnTo>
                    <a:pt x="2427" y="1701"/>
                  </a:lnTo>
                  <a:lnTo>
                    <a:pt x="5892" y="1701"/>
                  </a:lnTo>
                  <a:lnTo>
                    <a:pt x="5892" y="2111"/>
                  </a:lnTo>
                  <a:cubicBezTo>
                    <a:pt x="5892" y="2363"/>
                    <a:pt x="6081" y="2552"/>
                    <a:pt x="6333" y="2552"/>
                  </a:cubicBezTo>
                  <a:cubicBezTo>
                    <a:pt x="6585" y="2552"/>
                    <a:pt x="6743" y="2363"/>
                    <a:pt x="6743" y="2111"/>
                  </a:cubicBezTo>
                  <a:lnTo>
                    <a:pt x="6743" y="1701"/>
                  </a:lnTo>
                  <a:lnTo>
                    <a:pt x="10208" y="1701"/>
                  </a:lnTo>
                  <a:lnTo>
                    <a:pt x="10208" y="2111"/>
                  </a:lnTo>
                  <a:cubicBezTo>
                    <a:pt x="10208" y="2363"/>
                    <a:pt x="10397" y="2552"/>
                    <a:pt x="10618" y="2552"/>
                  </a:cubicBezTo>
                  <a:cubicBezTo>
                    <a:pt x="10870" y="2552"/>
                    <a:pt x="11027" y="2363"/>
                    <a:pt x="11027" y="2111"/>
                  </a:cubicBezTo>
                  <a:lnTo>
                    <a:pt x="11027" y="1701"/>
                  </a:lnTo>
                  <a:close/>
                  <a:moveTo>
                    <a:pt x="11878" y="4159"/>
                  </a:moveTo>
                  <a:lnTo>
                    <a:pt x="11878" y="6112"/>
                  </a:lnTo>
                  <a:lnTo>
                    <a:pt x="11847" y="6112"/>
                  </a:lnTo>
                  <a:cubicBezTo>
                    <a:pt x="11090" y="5072"/>
                    <a:pt x="9862" y="4442"/>
                    <a:pt x="8538" y="4442"/>
                  </a:cubicBezTo>
                  <a:cubicBezTo>
                    <a:pt x="6239" y="4442"/>
                    <a:pt x="4411" y="6301"/>
                    <a:pt x="4411" y="8569"/>
                  </a:cubicBezTo>
                  <a:cubicBezTo>
                    <a:pt x="4411" y="9168"/>
                    <a:pt x="4506" y="9735"/>
                    <a:pt x="4758" y="10239"/>
                  </a:cubicBezTo>
                  <a:lnTo>
                    <a:pt x="1261" y="10239"/>
                  </a:lnTo>
                  <a:cubicBezTo>
                    <a:pt x="1009" y="10239"/>
                    <a:pt x="851" y="10050"/>
                    <a:pt x="851" y="9830"/>
                  </a:cubicBezTo>
                  <a:lnTo>
                    <a:pt x="851" y="4159"/>
                  </a:lnTo>
                  <a:close/>
                  <a:moveTo>
                    <a:pt x="8538" y="5261"/>
                  </a:moveTo>
                  <a:cubicBezTo>
                    <a:pt x="10334" y="5261"/>
                    <a:pt x="11847" y="6774"/>
                    <a:pt x="11847" y="8569"/>
                  </a:cubicBezTo>
                  <a:cubicBezTo>
                    <a:pt x="11847" y="10397"/>
                    <a:pt x="10334" y="11877"/>
                    <a:pt x="8538" y="11877"/>
                  </a:cubicBezTo>
                  <a:cubicBezTo>
                    <a:pt x="6711" y="11877"/>
                    <a:pt x="5230" y="10397"/>
                    <a:pt x="5230" y="8569"/>
                  </a:cubicBezTo>
                  <a:cubicBezTo>
                    <a:pt x="5230" y="6774"/>
                    <a:pt x="6743" y="5261"/>
                    <a:pt x="8538" y="5261"/>
                  </a:cubicBezTo>
                  <a:close/>
                  <a:moveTo>
                    <a:pt x="2048" y="0"/>
                  </a:moveTo>
                  <a:cubicBezTo>
                    <a:pt x="1828" y="0"/>
                    <a:pt x="1639" y="189"/>
                    <a:pt x="1639" y="441"/>
                  </a:cubicBezTo>
                  <a:lnTo>
                    <a:pt x="1639" y="851"/>
                  </a:lnTo>
                  <a:lnTo>
                    <a:pt x="1198" y="851"/>
                  </a:lnTo>
                  <a:cubicBezTo>
                    <a:pt x="536" y="851"/>
                    <a:pt x="1" y="1418"/>
                    <a:pt x="1" y="2079"/>
                  </a:cubicBezTo>
                  <a:lnTo>
                    <a:pt x="1" y="9798"/>
                  </a:lnTo>
                  <a:cubicBezTo>
                    <a:pt x="1" y="10460"/>
                    <a:pt x="536" y="11027"/>
                    <a:pt x="1198" y="11027"/>
                  </a:cubicBezTo>
                  <a:lnTo>
                    <a:pt x="5230" y="11027"/>
                  </a:lnTo>
                  <a:cubicBezTo>
                    <a:pt x="5987" y="12003"/>
                    <a:pt x="7184" y="12665"/>
                    <a:pt x="8538" y="12665"/>
                  </a:cubicBezTo>
                  <a:cubicBezTo>
                    <a:pt x="10807" y="12665"/>
                    <a:pt x="12666" y="10838"/>
                    <a:pt x="12666" y="8538"/>
                  </a:cubicBezTo>
                  <a:lnTo>
                    <a:pt x="12666" y="2079"/>
                  </a:lnTo>
                  <a:cubicBezTo>
                    <a:pt x="12666" y="1418"/>
                    <a:pt x="12130" y="851"/>
                    <a:pt x="11405" y="851"/>
                  </a:cubicBezTo>
                  <a:lnTo>
                    <a:pt x="11027" y="851"/>
                  </a:lnTo>
                  <a:lnTo>
                    <a:pt x="11027" y="441"/>
                  </a:lnTo>
                  <a:cubicBezTo>
                    <a:pt x="11027" y="189"/>
                    <a:pt x="10807" y="0"/>
                    <a:pt x="10618" y="0"/>
                  </a:cubicBezTo>
                  <a:cubicBezTo>
                    <a:pt x="10397" y="0"/>
                    <a:pt x="10177" y="189"/>
                    <a:pt x="10177" y="441"/>
                  </a:cubicBezTo>
                  <a:lnTo>
                    <a:pt x="10177" y="851"/>
                  </a:lnTo>
                  <a:lnTo>
                    <a:pt x="6711" y="851"/>
                  </a:lnTo>
                  <a:lnTo>
                    <a:pt x="6711" y="441"/>
                  </a:lnTo>
                  <a:cubicBezTo>
                    <a:pt x="6711" y="189"/>
                    <a:pt x="6522" y="0"/>
                    <a:pt x="6333" y="0"/>
                  </a:cubicBezTo>
                  <a:cubicBezTo>
                    <a:pt x="6081" y="0"/>
                    <a:pt x="5892" y="189"/>
                    <a:pt x="5892" y="441"/>
                  </a:cubicBezTo>
                  <a:lnTo>
                    <a:pt x="5892" y="851"/>
                  </a:lnTo>
                  <a:lnTo>
                    <a:pt x="2427" y="851"/>
                  </a:lnTo>
                  <a:lnTo>
                    <a:pt x="2427" y="441"/>
                  </a:lnTo>
                  <a:cubicBezTo>
                    <a:pt x="2427" y="189"/>
                    <a:pt x="2237" y="0"/>
                    <a:pt x="204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3" name="Google Shape;7084;p65">
              <a:extLst>
                <a:ext uri="{FF2B5EF4-FFF2-40B4-BE49-F238E27FC236}">
                  <a16:creationId xmlns:a16="http://schemas.microsoft.com/office/drawing/2014/main" id="{CA22501E-0CD4-E0D5-450B-22BEA85CAB5A}"/>
                </a:ext>
              </a:extLst>
            </p:cNvPr>
            <p:cNvSpPr/>
            <p:nvPr/>
          </p:nvSpPr>
          <p:spPr>
            <a:xfrm>
              <a:off x="-61172925" y="2813775"/>
              <a:ext cx="62225" cy="145725"/>
            </a:xfrm>
            <a:custGeom>
              <a:avLst/>
              <a:gdLst/>
              <a:ahLst/>
              <a:cxnLst/>
              <a:rect l="l" t="t" r="r" b="b"/>
              <a:pathLst>
                <a:path w="2489" h="5829" extrusionOk="0">
                  <a:moveTo>
                    <a:pt x="1260" y="0"/>
                  </a:moveTo>
                  <a:cubicBezTo>
                    <a:pt x="1008" y="0"/>
                    <a:pt x="819" y="190"/>
                    <a:pt x="819" y="410"/>
                  </a:cubicBezTo>
                  <a:lnTo>
                    <a:pt x="819" y="662"/>
                  </a:lnTo>
                  <a:cubicBezTo>
                    <a:pt x="347" y="820"/>
                    <a:pt x="0" y="1292"/>
                    <a:pt x="0" y="1859"/>
                  </a:cubicBezTo>
                  <a:cubicBezTo>
                    <a:pt x="0" y="2521"/>
                    <a:pt x="536" y="2899"/>
                    <a:pt x="977" y="3245"/>
                  </a:cubicBezTo>
                  <a:cubicBezTo>
                    <a:pt x="1292" y="3466"/>
                    <a:pt x="1639" y="3687"/>
                    <a:pt x="1639" y="3939"/>
                  </a:cubicBezTo>
                  <a:cubicBezTo>
                    <a:pt x="1639" y="4191"/>
                    <a:pt x="1450" y="4380"/>
                    <a:pt x="1260" y="4380"/>
                  </a:cubicBezTo>
                  <a:cubicBezTo>
                    <a:pt x="1008" y="4380"/>
                    <a:pt x="819" y="4191"/>
                    <a:pt x="819" y="3939"/>
                  </a:cubicBezTo>
                  <a:cubicBezTo>
                    <a:pt x="819" y="3718"/>
                    <a:pt x="630" y="3498"/>
                    <a:pt x="441" y="3498"/>
                  </a:cubicBezTo>
                  <a:cubicBezTo>
                    <a:pt x="189" y="3498"/>
                    <a:pt x="0" y="3718"/>
                    <a:pt x="0" y="3939"/>
                  </a:cubicBezTo>
                  <a:cubicBezTo>
                    <a:pt x="0" y="4506"/>
                    <a:pt x="347" y="4915"/>
                    <a:pt x="819" y="5136"/>
                  </a:cubicBezTo>
                  <a:lnTo>
                    <a:pt x="819" y="5388"/>
                  </a:lnTo>
                  <a:cubicBezTo>
                    <a:pt x="819" y="5640"/>
                    <a:pt x="1008" y="5829"/>
                    <a:pt x="1260" y="5829"/>
                  </a:cubicBezTo>
                  <a:cubicBezTo>
                    <a:pt x="1481" y="5829"/>
                    <a:pt x="1639" y="5640"/>
                    <a:pt x="1639" y="5388"/>
                  </a:cubicBezTo>
                  <a:lnTo>
                    <a:pt x="1639" y="5136"/>
                  </a:lnTo>
                  <a:cubicBezTo>
                    <a:pt x="2111" y="4978"/>
                    <a:pt x="2489" y="4506"/>
                    <a:pt x="2489" y="3939"/>
                  </a:cubicBezTo>
                  <a:cubicBezTo>
                    <a:pt x="2489" y="3277"/>
                    <a:pt x="1922" y="2867"/>
                    <a:pt x="1481" y="2552"/>
                  </a:cubicBezTo>
                  <a:cubicBezTo>
                    <a:pt x="1166" y="2332"/>
                    <a:pt x="819" y="2080"/>
                    <a:pt x="819" y="1859"/>
                  </a:cubicBezTo>
                  <a:cubicBezTo>
                    <a:pt x="819" y="1607"/>
                    <a:pt x="1008" y="1418"/>
                    <a:pt x="1260" y="1418"/>
                  </a:cubicBezTo>
                  <a:cubicBezTo>
                    <a:pt x="1513" y="1418"/>
                    <a:pt x="1639" y="1607"/>
                    <a:pt x="1639" y="1859"/>
                  </a:cubicBezTo>
                  <a:cubicBezTo>
                    <a:pt x="1639" y="2080"/>
                    <a:pt x="1859" y="2269"/>
                    <a:pt x="2048" y="2269"/>
                  </a:cubicBezTo>
                  <a:cubicBezTo>
                    <a:pt x="2300" y="2269"/>
                    <a:pt x="2489" y="2080"/>
                    <a:pt x="2489" y="1859"/>
                  </a:cubicBezTo>
                  <a:cubicBezTo>
                    <a:pt x="2489" y="1292"/>
                    <a:pt x="2143" y="883"/>
                    <a:pt x="1639" y="662"/>
                  </a:cubicBezTo>
                  <a:lnTo>
                    <a:pt x="1639" y="410"/>
                  </a:lnTo>
                  <a:cubicBezTo>
                    <a:pt x="1639" y="158"/>
                    <a:pt x="1450" y="0"/>
                    <a:pt x="126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4" name="Google Shape;7085;p65">
              <a:extLst>
                <a:ext uri="{FF2B5EF4-FFF2-40B4-BE49-F238E27FC236}">
                  <a16:creationId xmlns:a16="http://schemas.microsoft.com/office/drawing/2014/main" id="{C3A4E173-8120-ACC8-0CEB-2581773D442D}"/>
                </a:ext>
              </a:extLst>
            </p:cNvPr>
            <p:cNvSpPr/>
            <p:nvPr/>
          </p:nvSpPr>
          <p:spPr>
            <a:xfrm>
              <a:off x="-61313925" y="2796450"/>
              <a:ext cx="40975" cy="20500"/>
            </a:xfrm>
            <a:custGeom>
              <a:avLst/>
              <a:gdLst/>
              <a:ahLst/>
              <a:cxnLst/>
              <a:rect l="l" t="t" r="r" b="b"/>
              <a:pathLst>
                <a:path w="1639" h="820" extrusionOk="0">
                  <a:moveTo>
                    <a:pt x="410" y="0"/>
                  </a:moveTo>
                  <a:cubicBezTo>
                    <a:pt x="158" y="0"/>
                    <a:pt x="1" y="189"/>
                    <a:pt x="1" y="378"/>
                  </a:cubicBezTo>
                  <a:cubicBezTo>
                    <a:pt x="1" y="630"/>
                    <a:pt x="158" y="820"/>
                    <a:pt x="410" y="820"/>
                  </a:cubicBezTo>
                  <a:lnTo>
                    <a:pt x="1230" y="820"/>
                  </a:lnTo>
                  <a:cubicBezTo>
                    <a:pt x="1482" y="820"/>
                    <a:pt x="1639" y="630"/>
                    <a:pt x="1639" y="378"/>
                  </a:cubicBezTo>
                  <a:cubicBezTo>
                    <a:pt x="1639" y="158"/>
                    <a:pt x="1419" y="0"/>
                    <a:pt x="12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5" name="Google Shape;7086;p65">
              <a:extLst>
                <a:ext uri="{FF2B5EF4-FFF2-40B4-BE49-F238E27FC236}">
                  <a16:creationId xmlns:a16="http://schemas.microsoft.com/office/drawing/2014/main" id="{5019E898-A01A-FD3F-FF35-D41C38A5CD79}"/>
                </a:ext>
              </a:extLst>
            </p:cNvPr>
            <p:cNvSpPr/>
            <p:nvPr/>
          </p:nvSpPr>
          <p:spPr>
            <a:xfrm>
              <a:off x="-61313925" y="2837400"/>
              <a:ext cx="40975" cy="20500"/>
            </a:xfrm>
            <a:custGeom>
              <a:avLst/>
              <a:gdLst/>
              <a:ahLst/>
              <a:cxnLst/>
              <a:rect l="l" t="t" r="r" b="b"/>
              <a:pathLst>
                <a:path w="1639" h="820" extrusionOk="0">
                  <a:moveTo>
                    <a:pt x="410" y="1"/>
                  </a:moveTo>
                  <a:cubicBezTo>
                    <a:pt x="158" y="1"/>
                    <a:pt x="1" y="190"/>
                    <a:pt x="1" y="442"/>
                  </a:cubicBezTo>
                  <a:cubicBezTo>
                    <a:pt x="1" y="631"/>
                    <a:pt x="158" y="820"/>
                    <a:pt x="410" y="820"/>
                  </a:cubicBezTo>
                  <a:lnTo>
                    <a:pt x="1230" y="820"/>
                  </a:lnTo>
                  <a:cubicBezTo>
                    <a:pt x="1482" y="820"/>
                    <a:pt x="1639" y="631"/>
                    <a:pt x="1639" y="442"/>
                  </a:cubicBezTo>
                  <a:cubicBezTo>
                    <a:pt x="1639" y="190"/>
                    <a:pt x="1419" y="1"/>
                    <a:pt x="123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6" name="Google Shape;7087;p65">
              <a:extLst>
                <a:ext uri="{FF2B5EF4-FFF2-40B4-BE49-F238E27FC236}">
                  <a16:creationId xmlns:a16="http://schemas.microsoft.com/office/drawing/2014/main" id="{65ED388F-5CCE-AF16-DEA3-5F2BA660952B}"/>
                </a:ext>
              </a:extLst>
            </p:cNvPr>
            <p:cNvSpPr/>
            <p:nvPr/>
          </p:nvSpPr>
          <p:spPr>
            <a:xfrm>
              <a:off x="-61313925" y="2877575"/>
              <a:ext cx="40975" cy="22075"/>
            </a:xfrm>
            <a:custGeom>
              <a:avLst/>
              <a:gdLst/>
              <a:ahLst/>
              <a:cxnLst/>
              <a:rect l="l" t="t" r="r" b="b"/>
              <a:pathLst>
                <a:path w="1639" h="883" extrusionOk="0">
                  <a:moveTo>
                    <a:pt x="410" y="0"/>
                  </a:moveTo>
                  <a:cubicBezTo>
                    <a:pt x="158" y="0"/>
                    <a:pt x="1" y="221"/>
                    <a:pt x="1" y="441"/>
                  </a:cubicBezTo>
                  <a:cubicBezTo>
                    <a:pt x="1" y="693"/>
                    <a:pt x="158" y="883"/>
                    <a:pt x="410" y="883"/>
                  </a:cubicBezTo>
                  <a:lnTo>
                    <a:pt x="1230" y="883"/>
                  </a:lnTo>
                  <a:cubicBezTo>
                    <a:pt x="1482" y="883"/>
                    <a:pt x="1639" y="693"/>
                    <a:pt x="1639" y="441"/>
                  </a:cubicBezTo>
                  <a:cubicBezTo>
                    <a:pt x="1639" y="221"/>
                    <a:pt x="1419" y="0"/>
                    <a:pt x="12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37" name="Google Shape;7088;p65">
            <a:extLst>
              <a:ext uri="{FF2B5EF4-FFF2-40B4-BE49-F238E27FC236}">
                <a16:creationId xmlns:a16="http://schemas.microsoft.com/office/drawing/2014/main" id="{A00CBA12-6FB5-763C-D153-51011E56734D}"/>
              </a:ext>
            </a:extLst>
          </p:cNvPr>
          <p:cNvGrpSpPr/>
          <p:nvPr/>
        </p:nvGrpSpPr>
        <p:grpSpPr>
          <a:xfrm>
            <a:off x="19035366" y="4173829"/>
            <a:ext cx="940987" cy="942464"/>
            <a:chOff x="-59502375" y="1904375"/>
            <a:chExt cx="319000" cy="319500"/>
          </a:xfrm>
          <a:solidFill>
            <a:srgbClr val="555559"/>
          </a:solidFill>
        </p:grpSpPr>
        <p:sp>
          <p:nvSpPr>
            <p:cNvPr id="38" name="Google Shape;7089;p65">
              <a:extLst>
                <a:ext uri="{FF2B5EF4-FFF2-40B4-BE49-F238E27FC236}">
                  <a16:creationId xmlns:a16="http://schemas.microsoft.com/office/drawing/2014/main" id="{4F3C7F48-F43C-AB2C-74BD-33A25970A87C}"/>
                </a:ext>
              </a:extLst>
            </p:cNvPr>
            <p:cNvSpPr/>
            <p:nvPr/>
          </p:nvSpPr>
          <p:spPr>
            <a:xfrm>
              <a:off x="-59455125" y="2097050"/>
              <a:ext cx="227650" cy="62225"/>
            </a:xfrm>
            <a:custGeom>
              <a:avLst/>
              <a:gdLst/>
              <a:ahLst/>
              <a:cxnLst/>
              <a:rect l="l" t="t" r="r" b="b"/>
              <a:pathLst>
                <a:path w="9106" h="2489" extrusionOk="0">
                  <a:moveTo>
                    <a:pt x="1670" y="819"/>
                  </a:moveTo>
                  <a:lnTo>
                    <a:pt x="1670" y="1670"/>
                  </a:lnTo>
                  <a:lnTo>
                    <a:pt x="820" y="1670"/>
                  </a:lnTo>
                  <a:lnTo>
                    <a:pt x="820" y="819"/>
                  </a:lnTo>
                  <a:close/>
                  <a:moveTo>
                    <a:pt x="3309" y="819"/>
                  </a:moveTo>
                  <a:lnTo>
                    <a:pt x="3309" y="1670"/>
                  </a:lnTo>
                  <a:lnTo>
                    <a:pt x="2489" y="1670"/>
                  </a:lnTo>
                  <a:lnTo>
                    <a:pt x="2489" y="819"/>
                  </a:lnTo>
                  <a:close/>
                  <a:moveTo>
                    <a:pt x="4978" y="819"/>
                  </a:moveTo>
                  <a:lnTo>
                    <a:pt x="4978" y="1670"/>
                  </a:lnTo>
                  <a:lnTo>
                    <a:pt x="4128" y="1670"/>
                  </a:lnTo>
                  <a:lnTo>
                    <a:pt x="4128" y="819"/>
                  </a:lnTo>
                  <a:close/>
                  <a:moveTo>
                    <a:pt x="6617" y="819"/>
                  </a:moveTo>
                  <a:lnTo>
                    <a:pt x="6617" y="1670"/>
                  </a:lnTo>
                  <a:lnTo>
                    <a:pt x="5798" y="1670"/>
                  </a:lnTo>
                  <a:lnTo>
                    <a:pt x="5798" y="819"/>
                  </a:lnTo>
                  <a:close/>
                  <a:moveTo>
                    <a:pt x="8286" y="819"/>
                  </a:moveTo>
                  <a:lnTo>
                    <a:pt x="8286" y="1670"/>
                  </a:lnTo>
                  <a:lnTo>
                    <a:pt x="7436" y="1670"/>
                  </a:lnTo>
                  <a:lnTo>
                    <a:pt x="7436" y="819"/>
                  </a:lnTo>
                  <a:close/>
                  <a:moveTo>
                    <a:pt x="410" y="0"/>
                  </a:moveTo>
                  <a:cubicBezTo>
                    <a:pt x="158" y="0"/>
                    <a:pt x="1" y="189"/>
                    <a:pt x="1" y="410"/>
                  </a:cubicBezTo>
                  <a:lnTo>
                    <a:pt x="1" y="2048"/>
                  </a:lnTo>
                  <a:cubicBezTo>
                    <a:pt x="1" y="2300"/>
                    <a:pt x="190" y="2489"/>
                    <a:pt x="410" y="2489"/>
                  </a:cubicBezTo>
                  <a:lnTo>
                    <a:pt x="8664" y="2489"/>
                  </a:lnTo>
                  <a:cubicBezTo>
                    <a:pt x="8917" y="2489"/>
                    <a:pt x="9106" y="2300"/>
                    <a:pt x="9106" y="2048"/>
                  </a:cubicBezTo>
                  <a:lnTo>
                    <a:pt x="9106" y="410"/>
                  </a:lnTo>
                  <a:cubicBezTo>
                    <a:pt x="9106" y="158"/>
                    <a:pt x="8917" y="0"/>
                    <a:pt x="866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9" name="Google Shape;7090;p65">
              <a:extLst>
                <a:ext uri="{FF2B5EF4-FFF2-40B4-BE49-F238E27FC236}">
                  <a16:creationId xmlns:a16="http://schemas.microsoft.com/office/drawing/2014/main" id="{A4100803-30F6-BEF3-42D5-2F1165664FFF}"/>
                </a:ext>
              </a:extLst>
            </p:cNvPr>
            <p:cNvSpPr/>
            <p:nvPr/>
          </p:nvSpPr>
          <p:spPr>
            <a:xfrm>
              <a:off x="-59502375" y="1966300"/>
              <a:ext cx="319000" cy="257575"/>
            </a:xfrm>
            <a:custGeom>
              <a:avLst/>
              <a:gdLst/>
              <a:ahLst/>
              <a:cxnLst/>
              <a:rect l="l" t="t" r="r" b="b"/>
              <a:pathLst>
                <a:path w="12760" h="10303" extrusionOk="0">
                  <a:moveTo>
                    <a:pt x="8633" y="1639"/>
                  </a:moveTo>
                  <a:lnTo>
                    <a:pt x="8633" y="3592"/>
                  </a:lnTo>
                  <a:lnTo>
                    <a:pt x="7814" y="3592"/>
                  </a:lnTo>
                  <a:lnTo>
                    <a:pt x="7814" y="1639"/>
                  </a:lnTo>
                  <a:close/>
                  <a:moveTo>
                    <a:pt x="11941" y="819"/>
                  </a:moveTo>
                  <a:lnTo>
                    <a:pt x="11941" y="3592"/>
                  </a:lnTo>
                  <a:lnTo>
                    <a:pt x="11122" y="3592"/>
                  </a:lnTo>
                  <a:lnTo>
                    <a:pt x="11122" y="819"/>
                  </a:lnTo>
                  <a:close/>
                  <a:moveTo>
                    <a:pt x="5041" y="3119"/>
                  </a:moveTo>
                  <a:lnTo>
                    <a:pt x="5041" y="3970"/>
                  </a:lnTo>
                  <a:cubicBezTo>
                    <a:pt x="5041" y="4222"/>
                    <a:pt x="5230" y="4411"/>
                    <a:pt x="5482" y="4411"/>
                  </a:cubicBezTo>
                  <a:lnTo>
                    <a:pt x="11941" y="4411"/>
                  </a:lnTo>
                  <a:lnTo>
                    <a:pt x="11941" y="9357"/>
                  </a:lnTo>
                  <a:lnTo>
                    <a:pt x="914" y="9357"/>
                  </a:lnTo>
                  <a:lnTo>
                    <a:pt x="914" y="4222"/>
                  </a:lnTo>
                  <a:lnTo>
                    <a:pt x="2552" y="3119"/>
                  </a:lnTo>
                  <a:lnTo>
                    <a:pt x="2552" y="3970"/>
                  </a:lnTo>
                  <a:cubicBezTo>
                    <a:pt x="2552" y="4207"/>
                    <a:pt x="2767" y="4373"/>
                    <a:pt x="2980" y="4373"/>
                  </a:cubicBezTo>
                  <a:cubicBezTo>
                    <a:pt x="3050" y="4373"/>
                    <a:pt x="3120" y="4355"/>
                    <a:pt x="3182" y="4316"/>
                  </a:cubicBezTo>
                  <a:lnTo>
                    <a:pt x="5041" y="3119"/>
                  </a:lnTo>
                  <a:close/>
                  <a:moveTo>
                    <a:pt x="10712" y="0"/>
                  </a:moveTo>
                  <a:cubicBezTo>
                    <a:pt x="10491" y="0"/>
                    <a:pt x="10334" y="189"/>
                    <a:pt x="10334" y="441"/>
                  </a:cubicBezTo>
                  <a:lnTo>
                    <a:pt x="10334" y="3592"/>
                  </a:lnTo>
                  <a:lnTo>
                    <a:pt x="9483" y="3592"/>
                  </a:lnTo>
                  <a:lnTo>
                    <a:pt x="9483" y="1261"/>
                  </a:lnTo>
                  <a:cubicBezTo>
                    <a:pt x="9483" y="1008"/>
                    <a:pt x="9294" y="819"/>
                    <a:pt x="9074" y="819"/>
                  </a:cubicBezTo>
                  <a:lnTo>
                    <a:pt x="7404" y="819"/>
                  </a:lnTo>
                  <a:cubicBezTo>
                    <a:pt x="7183" y="819"/>
                    <a:pt x="6963" y="1008"/>
                    <a:pt x="6963" y="1261"/>
                  </a:cubicBezTo>
                  <a:lnTo>
                    <a:pt x="6963" y="3592"/>
                  </a:lnTo>
                  <a:lnTo>
                    <a:pt x="5860" y="3592"/>
                  </a:lnTo>
                  <a:lnTo>
                    <a:pt x="5860" y="2363"/>
                  </a:lnTo>
                  <a:cubicBezTo>
                    <a:pt x="5860" y="2206"/>
                    <a:pt x="5797" y="2080"/>
                    <a:pt x="5640" y="2017"/>
                  </a:cubicBezTo>
                  <a:cubicBezTo>
                    <a:pt x="5581" y="1973"/>
                    <a:pt x="5509" y="1949"/>
                    <a:pt x="5436" y="1949"/>
                  </a:cubicBezTo>
                  <a:cubicBezTo>
                    <a:pt x="5352" y="1949"/>
                    <a:pt x="5266" y="1981"/>
                    <a:pt x="5199" y="2048"/>
                  </a:cubicBezTo>
                  <a:lnTo>
                    <a:pt x="3340" y="3245"/>
                  </a:lnTo>
                  <a:lnTo>
                    <a:pt x="3340" y="2395"/>
                  </a:lnTo>
                  <a:cubicBezTo>
                    <a:pt x="3340" y="2237"/>
                    <a:pt x="3277" y="2111"/>
                    <a:pt x="3119" y="2048"/>
                  </a:cubicBezTo>
                  <a:cubicBezTo>
                    <a:pt x="3061" y="2004"/>
                    <a:pt x="2989" y="1981"/>
                    <a:pt x="2916" y="1981"/>
                  </a:cubicBezTo>
                  <a:cubicBezTo>
                    <a:pt x="2831" y="1981"/>
                    <a:pt x="2746" y="2012"/>
                    <a:pt x="2678" y="2080"/>
                  </a:cubicBezTo>
                  <a:lnTo>
                    <a:pt x="189" y="3718"/>
                  </a:lnTo>
                  <a:cubicBezTo>
                    <a:pt x="95" y="3812"/>
                    <a:pt x="0" y="3938"/>
                    <a:pt x="0" y="4096"/>
                  </a:cubicBezTo>
                  <a:lnTo>
                    <a:pt x="0" y="9861"/>
                  </a:lnTo>
                  <a:cubicBezTo>
                    <a:pt x="0" y="10113"/>
                    <a:pt x="189" y="10302"/>
                    <a:pt x="441" y="10302"/>
                  </a:cubicBezTo>
                  <a:lnTo>
                    <a:pt x="12287" y="10302"/>
                  </a:lnTo>
                  <a:cubicBezTo>
                    <a:pt x="12539" y="10302"/>
                    <a:pt x="12697" y="10113"/>
                    <a:pt x="12697" y="9861"/>
                  </a:cubicBezTo>
                  <a:lnTo>
                    <a:pt x="12697" y="504"/>
                  </a:lnTo>
                  <a:cubicBezTo>
                    <a:pt x="12760" y="158"/>
                    <a:pt x="12602" y="0"/>
                    <a:pt x="1238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40" name="Google Shape;7091;p65">
              <a:extLst>
                <a:ext uri="{FF2B5EF4-FFF2-40B4-BE49-F238E27FC236}">
                  <a16:creationId xmlns:a16="http://schemas.microsoft.com/office/drawing/2014/main" id="{7715DA6A-1995-FDEA-FC0F-C312D72D9F62}"/>
                </a:ext>
              </a:extLst>
            </p:cNvPr>
            <p:cNvSpPr/>
            <p:nvPr/>
          </p:nvSpPr>
          <p:spPr>
            <a:xfrm>
              <a:off x="-59322800" y="1904375"/>
              <a:ext cx="106350" cy="41175"/>
            </a:xfrm>
            <a:custGeom>
              <a:avLst/>
              <a:gdLst/>
              <a:ahLst/>
              <a:cxnLst/>
              <a:rect l="l" t="t" r="r" b="b"/>
              <a:pathLst>
                <a:path w="4254" h="1647" extrusionOk="0">
                  <a:moveTo>
                    <a:pt x="1291" y="0"/>
                  </a:moveTo>
                  <a:cubicBezTo>
                    <a:pt x="890" y="0"/>
                    <a:pt x="485" y="181"/>
                    <a:pt x="158" y="556"/>
                  </a:cubicBezTo>
                  <a:cubicBezTo>
                    <a:pt x="0" y="713"/>
                    <a:pt x="32" y="965"/>
                    <a:pt x="189" y="1123"/>
                  </a:cubicBezTo>
                  <a:cubicBezTo>
                    <a:pt x="265" y="1198"/>
                    <a:pt x="369" y="1237"/>
                    <a:pt x="474" y="1237"/>
                  </a:cubicBezTo>
                  <a:cubicBezTo>
                    <a:pt x="589" y="1237"/>
                    <a:pt x="706" y="1190"/>
                    <a:pt x="788" y="1091"/>
                  </a:cubicBezTo>
                  <a:cubicBezTo>
                    <a:pt x="946" y="918"/>
                    <a:pt x="1119" y="831"/>
                    <a:pt x="1292" y="831"/>
                  </a:cubicBezTo>
                  <a:cubicBezTo>
                    <a:pt x="1465" y="831"/>
                    <a:pt x="1639" y="918"/>
                    <a:pt x="1796" y="1091"/>
                  </a:cubicBezTo>
                  <a:cubicBezTo>
                    <a:pt x="2115" y="1457"/>
                    <a:pt x="2530" y="1646"/>
                    <a:pt x="2948" y="1646"/>
                  </a:cubicBezTo>
                  <a:cubicBezTo>
                    <a:pt x="3357" y="1646"/>
                    <a:pt x="3769" y="1465"/>
                    <a:pt x="4096" y="1091"/>
                  </a:cubicBezTo>
                  <a:cubicBezTo>
                    <a:pt x="4254" y="902"/>
                    <a:pt x="4191" y="650"/>
                    <a:pt x="4033" y="493"/>
                  </a:cubicBezTo>
                  <a:cubicBezTo>
                    <a:pt x="3975" y="420"/>
                    <a:pt x="3885" y="381"/>
                    <a:pt x="3788" y="381"/>
                  </a:cubicBezTo>
                  <a:cubicBezTo>
                    <a:pt x="3674" y="381"/>
                    <a:pt x="3551" y="436"/>
                    <a:pt x="3466" y="556"/>
                  </a:cubicBezTo>
                  <a:cubicBezTo>
                    <a:pt x="3308" y="729"/>
                    <a:pt x="3127" y="815"/>
                    <a:pt x="2946" y="815"/>
                  </a:cubicBezTo>
                  <a:cubicBezTo>
                    <a:pt x="2765" y="815"/>
                    <a:pt x="2584" y="729"/>
                    <a:pt x="2426" y="556"/>
                  </a:cubicBezTo>
                  <a:cubicBezTo>
                    <a:pt x="2108" y="189"/>
                    <a:pt x="1701" y="0"/>
                    <a:pt x="12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41" name="Google Shape;7092;p65">
            <a:extLst>
              <a:ext uri="{FF2B5EF4-FFF2-40B4-BE49-F238E27FC236}">
                <a16:creationId xmlns:a16="http://schemas.microsoft.com/office/drawing/2014/main" id="{2A93975C-6ABE-E551-0C91-ED35053A3F0D}"/>
              </a:ext>
            </a:extLst>
          </p:cNvPr>
          <p:cNvGrpSpPr/>
          <p:nvPr/>
        </p:nvGrpSpPr>
        <p:grpSpPr>
          <a:xfrm>
            <a:off x="3204033" y="4181351"/>
            <a:ext cx="940987" cy="927420"/>
            <a:chOff x="-64774725" y="1916550"/>
            <a:chExt cx="319000" cy="314400"/>
          </a:xfrm>
          <a:solidFill>
            <a:srgbClr val="555559"/>
          </a:solidFill>
        </p:grpSpPr>
        <p:sp>
          <p:nvSpPr>
            <p:cNvPr id="42" name="Google Shape;7093;p65">
              <a:extLst>
                <a:ext uri="{FF2B5EF4-FFF2-40B4-BE49-F238E27FC236}">
                  <a16:creationId xmlns:a16="http://schemas.microsoft.com/office/drawing/2014/main" id="{96D92937-79AF-E766-807C-26DC68D343A5}"/>
                </a:ext>
              </a:extLst>
            </p:cNvPr>
            <p:cNvSpPr/>
            <p:nvPr/>
          </p:nvSpPr>
          <p:spPr>
            <a:xfrm>
              <a:off x="-64774725" y="1916550"/>
              <a:ext cx="319000" cy="314400"/>
            </a:xfrm>
            <a:custGeom>
              <a:avLst/>
              <a:gdLst/>
              <a:ahLst/>
              <a:cxnLst/>
              <a:rect l="l" t="t" r="r" b="b"/>
              <a:pathLst>
                <a:path w="12760" h="12576" extrusionOk="0">
                  <a:moveTo>
                    <a:pt x="11436" y="856"/>
                  </a:moveTo>
                  <a:cubicBezTo>
                    <a:pt x="11562" y="856"/>
                    <a:pt x="11657" y="888"/>
                    <a:pt x="11783" y="951"/>
                  </a:cubicBezTo>
                  <a:cubicBezTo>
                    <a:pt x="11877" y="1077"/>
                    <a:pt x="11940" y="1203"/>
                    <a:pt x="11909" y="1329"/>
                  </a:cubicBezTo>
                  <a:cubicBezTo>
                    <a:pt x="11814" y="2431"/>
                    <a:pt x="11562" y="3440"/>
                    <a:pt x="11090" y="4416"/>
                  </a:cubicBezTo>
                  <a:lnTo>
                    <a:pt x="8317" y="1675"/>
                  </a:lnTo>
                  <a:cubicBezTo>
                    <a:pt x="9263" y="1234"/>
                    <a:pt x="10334" y="951"/>
                    <a:pt x="11436" y="856"/>
                  </a:cubicBezTo>
                  <a:close/>
                  <a:moveTo>
                    <a:pt x="3781" y="4542"/>
                  </a:moveTo>
                  <a:lnTo>
                    <a:pt x="3781" y="4542"/>
                  </a:lnTo>
                  <a:cubicBezTo>
                    <a:pt x="3529" y="4983"/>
                    <a:pt x="3245" y="5456"/>
                    <a:pt x="3056" y="5960"/>
                  </a:cubicBezTo>
                  <a:cubicBezTo>
                    <a:pt x="2878" y="5949"/>
                    <a:pt x="2699" y="5942"/>
                    <a:pt x="2522" y="5942"/>
                  </a:cubicBezTo>
                  <a:cubicBezTo>
                    <a:pt x="2167" y="5942"/>
                    <a:pt x="1817" y="5970"/>
                    <a:pt x="1481" y="6054"/>
                  </a:cubicBezTo>
                  <a:cubicBezTo>
                    <a:pt x="1544" y="5928"/>
                    <a:pt x="1670" y="5802"/>
                    <a:pt x="1733" y="5739"/>
                  </a:cubicBezTo>
                  <a:cubicBezTo>
                    <a:pt x="2331" y="5141"/>
                    <a:pt x="2993" y="4731"/>
                    <a:pt x="3781" y="4542"/>
                  </a:cubicBezTo>
                  <a:close/>
                  <a:moveTo>
                    <a:pt x="7561" y="2022"/>
                  </a:moveTo>
                  <a:lnTo>
                    <a:pt x="10680" y="5141"/>
                  </a:lnTo>
                  <a:cubicBezTo>
                    <a:pt x="9546" y="7157"/>
                    <a:pt x="7687" y="8669"/>
                    <a:pt x="5419" y="9331"/>
                  </a:cubicBezTo>
                  <a:lnTo>
                    <a:pt x="3403" y="7346"/>
                  </a:lnTo>
                  <a:cubicBezTo>
                    <a:pt x="4064" y="5109"/>
                    <a:pt x="5576" y="3219"/>
                    <a:pt x="7561" y="2022"/>
                  </a:cubicBezTo>
                  <a:close/>
                  <a:moveTo>
                    <a:pt x="2899" y="8008"/>
                  </a:moveTo>
                  <a:lnTo>
                    <a:pt x="4789" y="9898"/>
                  </a:lnTo>
                  <a:lnTo>
                    <a:pt x="4316" y="10623"/>
                  </a:lnTo>
                  <a:lnTo>
                    <a:pt x="2142" y="8449"/>
                  </a:lnTo>
                  <a:lnTo>
                    <a:pt x="2899" y="8008"/>
                  </a:lnTo>
                  <a:close/>
                  <a:moveTo>
                    <a:pt x="2363" y="9867"/>
                  </a:moveTo>
                  <a:lnTo>
                    <a:pt x="2899" y="10371"/>
                  </a:lnTo>
                  <a:cubicBezTo>
                    <a:pt x="2741" y="10497"/>
                    <a:pt x="2520" y="10654"/>
                    <a:pt x="2300" y="10780"/>
                  </a:cubicBezTo>
                  <a:cubicBezTo>
                    <a:pt x="1985" y="10969"/>
                    <a:pt x="1733" y="11095"/>
                    <a:pt x="1638" y="11127"/>
                  </a:cubicBezTo>
                  <a:cubicBezTo>
                    <a:pt x="1701" y="10969"/>
                    <a:pt x="1796" y="10780"/>
                    <a:pt x="1985" y="10465"/>
                  </a:cubicBezTo>
                  <a:cubicBezTo>
                    <a:pt x="2142" y="10213"/>
                    <a:pt x="2268" y="10024"/>
                    <a:pt x="2363" y="9867"/>
                  </a:cubicBezTo>
                  <a:close/>
                  <a:moveTo>
                    <a:pt x="8191" y="8984"/>
                  </a:moveTo>
                  <a:lnTo>
                    <a:pt x="8191" y="8984"/>
                  </a:lnTo>
                  <a:cubicBezTo>
                    <a:pt x="7971" y="9867"/>
                    <a:pt x="7467" y="10686"/>
                    <a:pt x="6711" y="11284"/>
                  </a:cubicBezTo>
                  <a:cubicBezTo>
                    <a:pt x="6837" y="10749"/>
                    <a:pt x="6837" y="10245"/>
                    <a:pt x="6774" y="9741"/>
                  </a:cubicBezTo>
                  <a:cubicBezTo>
                    <a:pt x="7309" y="9551"/>
                    <a:pt x="7782" y="9268"/>
                    <a:pt x="8191" y="8984"/>
                  </a:cubicBezTo>
                  <a:close/>
                  <a:moveTo>
                    <a:pt x="11509" y="1"/>
                  </a:moveTo>
                  <a:cubicBezTo>
                    <a:pt x="11474" y="1"/>
                    <a:pt x="11440" y="2"/>
                    <a:pt x="11405" y="6"/>
                  </a:cubicBezTo>
                  <a:cubicBezTo>
                    <a:pt x="10365" y="100"/>
                    <a:pt x="9389" y="321"/>
                    <a:pt x="8412" y="730"/>
                  </a:cubicBezTo>
                  <a:cubicBezTo>
                    <a:pt x="7498" y="1077"/>
                    <a:pt x="6616" y="1644"/>
                    <a:pt x="5797" y="2274"/>
                  </a:cubicBezTo>
                  <a:cubicBezTo>
                    <a:pt x="5324" y="2652"/>
                    <a:pt x="4852" y="3093"/>
                    <a:pt x="4474" y="3566"/>
                  </a:cubicBezTo>
                  <a:cubicBezTo>
                    <a:pt x="3245" y="3629"/>
                    <a:pt x="2048" y="4196"/>
                    <a:pt x="1166" y="5109"/>
                  </a:cubicBezTo>
                  <a:cubicBezTo>
                    <a:pt x="725" y="5519"/>
                    <a:pt x="378" y="6054"/>
                    <a:pt x="95" y="6590"/>
                  </a:cubicBezTo>
                  <a:cubicBezTo>
                    <a:pt x="0" y="6748"/>
                    <a:pt x="63" y="6937"/>
                    <a:pt x="158" y="7063"/>
                  </a:cubicBezTo>
                  <a:cubicBezTo>
                    <a:pt x="252" y="7157"/>
                    <a:pt x="378" y="7189"/>
                    <a:pt x="441" y="7189"/>
                  </a:cubicBezTo>
                  <a:cubicBezTo>
                    <a:pt x="536" y="7189"/>
                    <a:pt x="567" y="7189"/>
                    <a:pt x="630" y="7157"/>
                  </a:cubicBezTo>
                  <a:cubicBezTo>
                    <a:pt x="1198" y="6873"/>
                    <a:pt x="1842" y="6743"/>
                    <a:pt x="2471" y="6743"/>
                  </a:cubicBezTo>
                  <a:cubicBezTo>
                    <a:pt x="2540" y="6743"/>
                    <a:pt x="2609" y="6744"/>
                    <a:pt x="2678" y="6748"/>
                  </a:cubicBezTo>
                  <a:cubicBezTo>
                    <a:pt x="2647" y="6905"/>
                    <a:pt x="2615" y="7031"/>
                    <a:pt x="2584" y="7189"/>
                  </a:cubicBezTo>
                  <a:lnTo>
                    <a:pt x="1229" y="7976"/>
                  </a:lnTo>
                  <a:cubicBezTo>
                    <a:pt x="1008" y="8134"/>
                    <a:pt x="945" y="8449"/>
                    <a:pt x="1166" y="8606"/>
                  </a:cubicBezTo>
                  <a:lnTo>
                    <a:pt x="1733" y="9173"/>
                  </a:lnTo>
                  <a:cubicBezTo>
                    <a:pt x="1544" y="9425"/>
                    <a:pt x="1323" y="9772"/>
                    <a:pt x="1103" y="10119"/>
                  </a:cubicBezTo>
                  <a:cubicBezTo>
                    <a:pt x="945" y="10465"/>
                    <a:pt x="788" y="10717"/>
                    <a:pt x="725" y="10906"/>
                  </a:cubicBezTo>
                  <a:cubicBezTo>
                    <a:pt x="599" y="11316"/>
                    <a:pt x="630" y="11599"/>
                    <a:pt x="851" y="11788"/>
                  </a:cubicBezTo>
                  <a:cubicBezTo>
                    <a:pt x="981" y="11918"/>
                    <a:pt x="1144" y="11961"/>
                    <a:pt x="1320" y="11961"/>
                  </a:cubicBezTo>
                  <a:cubicBezTo>
                    <a:pt x="1443" y="11961"/>
                    <a:pt x="1572" y="11940"/>
                    <a:pt x="1701" y="11914"/>
                  </a:cubicBezTo>
                  <a:cubicBezTo>
                    <a:pt x="1953" y="11820"/>
                    <a:pt x="2174" y="11694"/>
                    <a:pt x="2489" y="11505"/>
                  </a:cubicBezTo>
                  <a:cubicBezTo>
                    <a:pt x="2836" y="11316"/>
                    <a:pt x="3151" y="11095"/>
                    <a:pt x="3434" y="10875"/>
                  </a:cubicBezTo>
                  <a:lnTo>
                    <a:pt x="4033" y="11473"/>
                  </a:lnTo>
                  <a:cubicBezTo>
                    <a:pt x="4116" y="11557"/>
                    <a:pt x="4225" y="11597"/>
                    <a:pt x="4330" y="11597"/>
                  </a:cubicBezTo>
                  <a:cubicBezTo>
                    <a:pt x="4464" y="11597"/>
                    <a:pt x="4593" y="11533"/>
                    <a:pt x="4663" y="11410"/>
                  </a:cubicBezTo>
                  <a:lnTo>
                    <a:pt x="5450" y="10056"/>
                  </a:lnTo>
                  <a:cubicBezTo>
                    <a:pt x="5608" y="10024"/>
                    <a:pt x="5734" y="9993"/>
                    <a:pt x="5892" y="9930"/>
                  </a:cubicBezTo>
                  <a:lnTo>
                    <a:pt x="5892" y="9930"/>
                  </a:lnTo>
                  <a:cubicBezTo>
                    <a:pt x="5923" y="10591"/>
                    <a:pt x="5797" y="11316"/>
                    <a:pt x="5482" y="11977"/>
                  </a:cubicBezTo>
                  <a:cubicBezTo>
                    <a:pt x="5419" y="12135"/>
                    <a:pt x="5450" y="12324"/>
                    <a:pt x="5576" y="12450"/>
                  </a:cubicBezTo>
                  <a:cubicBezTo>
                    <a:pt x="5639" y="12534"/>
                    <a:pt x="5759" y="12576"/>
                    <a:pt x="5878" y="12576"/>
                  </a:cubicBezTo>
                  <a:cubicBezTo>
                    <a:pt x="5937" y="12576"/>
                    <a:pt x="5997" y="12565"/>
                    <a:pt x="6049" y="12544"/>
                  </a:cubicBezTo>
                  <a:cubicBezTo>
                    <a:pt x="6585" y="12261"/>
                    <a:pt x="7089" y="11914"/>
                    <a:pt x="7530" y="11473"/>
                  </a:cubicBezTo>
                  <a:cubicBezTo>
                    <a:pt x="8443" y="10560"/>
                    <a:pt x="8979" y="9394"/>
                    <a:pt x="9074" y="8165"/>
                  </a:cubicBezTo>
                  <a:cubicBezTo>
                    <a:pt x="9546" y="7756"/>
                    <a:pt x="9987" y="7346"/>
                    <a:pt x="10365" y="6811"/>
                  </a:cubicBezTo>
                  <a:cubicBezTo>
                    <a:pt x="11027" y="5991"/>
                    <a:pt x="11562" y="5141"/>
                    <a:pt x="11940" y="4227"/>
                  </a:cubicBezTo>
                  <a:cubicBezTo>
                    <a:pt x="12350" y="3282"/>
                    <a:pt x="12571" y="2242"/>
                    <a:pt x="12665" y="1234"/>
                  </a:cubicBezTo>
                  <a:cubicBezTo>
                    <a:pt x="12760" y="1014"/>
                    <a:pt x="12665" y="636"/>
                    <a:pt x="12382" y="384"/>
                  </a:cubicBezTo>
                  <a:cubicBezTo>
                    <a:pt x="12126" y="128"/>
                    <a:pt x="11820" y="1"/>
                    <a:pt x="1150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43" name="Google Shape;7094;p65">
              <a:extLst>
                <a:ext uri="{FF2B5EF4-FFF2-40B4-BE49-F238E27FC236}">
                  <a16:creationId xmlns:a16="http://schemas.microsoft.com/office/drawing/2014/main" id="{73AF6D68-DA9C-813C-AE6A-B071846B73FA}"/>
                </a:ext>
              </a:extLst>
            </p:cNvPr>
            <p:cNvSpPr/>
            <p:nvPr/>
          </p:nvSpPr>
          <p:spPr>
            <a:xfrm>
              <a:off x="-64636900" y="2010600"/>
              <a:ext cx="89800" cy="82525"/>
            </a:xfrm>
            <a:custGeom>
              <a:avLst/>
              <a:gdLst/>
              <a:ahLst/>
              <a:cxnLst/>
              <a:rect l="l" t="t" r="r" b="b"/>
              <a:pathLst>
                <a:path w="3592" h="3301" extrusionOk="0">
                  <a:moveTo>
                    <a:pt x="1828" y="827"/>
                  </a:moveTo>
                  <a:cubicBezTo>
                    <a:pt x="2048" y="827"/>
                    <a:pt x="2269" y="906"/>
                    <a:pt x="2426" y="1064"/>
                  </a:cubicBezTo>
                  <a:cubicBezTo>
                    <a:pt x="2741" y="1410"/>
                    <a:pt x="2741" y="1914"/>
                    <a:pt x="2426" y="2229"/>
                  </a:cubicBezTo>
                  <a:cubicBezTo>
                    <a:pt x="2269" y="2387"/>
                    <a:pt x="2048" y="2466"/>
                    <a:pt x="1828" y="2466"/>
                  </a:cubicBezTo>
                  <a:cubicBezTo>
                    <a:pt x="1607" y="2466"/>
                    <a:pt x="1387" y="2387"/>
                    <a:pt x="1229" y="2229"/>
                  </a:cubicBezTo>
                  <a:cubicBezTo>
                    <a:pt x="914" y="1914"/>
                    <a:pt x="914" y="1379"/>
                    <a:pt x="1229" y="1064"/>
                  </a:cubicBezTo>
                  <a:cubicBezTo>
                    <a:pt x="1387" y="906"/>
                    <a:pt x="1607" y="827"/>
                    <a:pt x="1828" y="827"/>
                  </a:cubicBezTo>
                  <a:close/>
                  <a:moveTo>
                    <a:pt x="1820" y="0"/>
                  </a:moveTo>
                  <a:cubicBezTo>
                    <a:pt x="1402" y="0"/>
                    <a:pt x="977" y="166"/>
                    <a:pt x="631" y="497"/>
                  </a:cubicBezTo>
                  <a:cubicBezTo>
                    <a:pt x="0" y="1127"/>
                    <a:pt x="0" y="2198"/>
                    <a:pt x="631" y="2828"/>
                  </a:cubicBezTo>
                  <a:cubicBezTo>
                    <a:pt x="946" y="3143"/>
                    <a:pt x="1371" y="3301"/>
                    <a:pt x="1796" y="3301"/>
                  </a:cubicBezTo>
                  <a:cubicBezTo>
                    <a:pt x="2222" y="3301"/>
                    <a:pt x="2647" y="3143"/>
                    <a:pt x="2962" y="2828"/>
                  </a:cubicBezTo>
                  <a:cubicBezTo>
                    <a:pt x="3592" y="2198"/>
                    <a:pt x="3592" y="1127"/>
                    <a:pt x="2962" y="497"/>
                  </a:cubicBezTo>
                  <a:cubicBezTo>
                    <a:pt x="2647" y="166"/>
                    <a:pt x="2237" y="0"/>
                    <a:pt x="18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44" name="Google Shape;7095;p65">
            <a:extLst>
              <a:ext uri="{FF2B5EF4-FFF2-40B4-BE49-F238E27FC236}">
                <a16:creationId xmlns:a16="http://schemas.microsoft.com/office/drawing/2014/main" id="{6C4F4871-D006-67AC-B91B-2B0FFBCF55FC}"/>
              </a:ext>
            </a:extLst>
          </p:cNvPr>
          <p:cNvGrpSpPr/>
          <p:nvPr/>
        </p:nvGrpSpPr>
        <p:grpSpPr>
          <a:xfrm>
            <a:off x="3207500" y="5257917"/>
            <a:ext cx="934055" cy="943348"/>
            <a:chOff x="-64764500" y="2280550"/>
            <a:chExt cx="316650" cy="319800"/>
          </a:xfrm>
          <a:solidFill>
            <a:srgbClr val="555559"/>
          </a:solidFill>
        </p:grpSpPr>
        <p:sp>
          <p:nvSpPr>
            <p:cNvPr id="45" name="Google Shape;7096;p65">
              <a:extLst>
                <a:ext uri="{FF2B5EF4-FFF2-40B4-BE49-F238E27FC236}">
                  <a16:creationId xmlns:a16="http://schemas.microsoft.com/office/drawing/2014/main" id="{37BD5C70-A46B-1C11-EB01-EBE2F663CC36}"/>
                </a:ext>
              </a:extLst>
            </p:cNvPr>
            <p:cNvSpPr/>
            <p:nvPr/>
          </p:nvSpPr>
          <p:spPr>
            <a:xfrm>
              <a:off x="-64764500" y="2280550"/>
              <a:ext cx="316650" cy="319800"/>
            </a:xfrm>
            <a:custGeom>
              <a:avLst/>
              <a:gdLst/>
              <a:ahLst/>
              <a:cxnLst/>
              <a:rect l="l" t="t" r="r" b="b"/>
              <a:pathLst>
                <a:path w="12666" h="12792" extrusionOk="0">
                  <a:moveTo>
                    <a:pt x="11405" y="820"/>
                  </a:moveTo>
                  <a:cubicBezTo>
                    <a:pt x="11657" y="820"/>
                    <a:pt x="11815" y="1009"/>
                    <a:pt x="11815" y="1261"/>
                  </a:cubicBezTo>
                  <a:cubicBezTo>
                    <a:pt x="11815" y="1481"/>
                    <a:pt x="11657" y="1670"/>
                    <a:pt x="11405" y="1670"/>
                  </a:cubicBezTo>
                  <a:lnTo>
                    <a:pt x="1229" y="1670"/>
                  </a:lnTo>
                  <a:cubicBezTo>
                    <a:pt x="977" y="1670"/>
                    <a:pt x="788" y="1481"/>
                    <a:pt x="788" y="1261"/>
                  </a:cubicBezTo>
                  <a:cubicBezTo>
                    <a:pt x="788" y="1009"/>
                    <a:pt x="977" y="820"/>
                    <a:pt x="1229" y="820"/>
                  </a:cubicBezTo>
                  <a:close/>
                  <a:moveTo>
                    <a:pt x="10996" y="2521"/>
                  </a:moveTo>
                  <a:lnTo>
                    <a:pt x="10996" y="8286"/>
                  </a:lnTo>
                  <a:lnTo>
                    <a:pt x="1607" y="8286"/>
                  </a:lnTo>
                  <a:lnTo>
                    <a:pt x="1607" y="2521"/>
                  </a:lnTo>
                  <a:close/>
                  <a:moveTo>
                    <a:pt x="6302" y="11027"/>
                  </a:moveTo>
                  <a:cubicBezTo>
                    <a:pt x="6554" y="11027"/>
                    <a:pt x="6743" y="11216"/>
                    <a:pt x="6743" y="11437"/>
                  </a:cubicBezTo>
                  <a:cubicBezTo>
                    <a:pt x="6743" y="11689"/>
                    <a:pt x="6522" y="11878"/>
                    <a:pt x="6302" y="11878"/>
                  </a:cubicBezTo>
                  <a:cubicBezTo>
                    <a:pt x="6050" y="11878"/>
                    <a:pt x="5892" y="11689"/>
                    <a:pt x="5892" y="11437"/>
                  </a:cubicBezTo>
                  <a:cubicBezTo>
                    <a:pt x="5892" y="11216"/>
                    <a:pt x="6113" y="11027"/>
                    <a:pt x="6302" y="11027"/>
                  </a:cubicBezTo>
                  <a:close/>
                  <a:moveTo>
                    <a:pt x="1229" y="1"/>
                  </a:moveTo>
                  <a:cubicBezTo>
                    <a:pt x="536" y="1"/>
                    <a:pt x="1" y="536"/>
                    <a:pt x="1" y="1261"/>
                  </a:cubicBezTo>
                  <a:cubicBezTo>
                    <a:pt x="1" y="1797"/>
                    <a:pt x="347" y="2238"/>
                    <a:pt x="820" y="2427"/>
                  </a:cubicBezTo>
                  <a:lnTo>
                    <a:pt x="820" y="8286"/>
                  </a:lnTo>
                  <a:lnTo>
                    <a:pt x="442" y="8286"/>
                  </a:lnTo>
                  <a:cubicBezTo>
                    <a:pt x="190" y="8286"/>
                    <a:pt x="32" y="8507"/>
                    <a:pt x="32" y="8728"/>
                  </a:cubicBezTo>
                  <a:cubicBezTo>
                    <a:pt x="32" y="8980"/>
                    <a:pt x="221" y="9169"/>
                    <a:pt x="442" y="9169"/>
                  </a:cubicBezTo>
                  <a:lnTo>
                    <a:pt x="5955" y="9169"/>
                  </a:lnTo>
                  <a:lnTo>
                    <a:pt x="5955" y="10334"/>
                  </a:lnTo>
                  <a:cubicBezTo>
                    <a:pt x="5483" y="10492"/>
                    <a:pt x="5104" y="10964"/>
                    <a:pt x="5104" y="11531"/>
                  </a:cubicBezTo>
                  <a:cubicBezTo>
                    <a:pt x="5104" y="12193"/>
                    <a:pt x="5672" y="12792"/>
                    <a:pt x="6333" y="12792"/>
                  </a:cubicBezTo>
                  <a:cubicBezTo>
                    <a:pt x="6995" y="12792"/>
                    <a:pt x="7593" y="12225"/>
                    <a:pt x="7593" y="11531"/>
                  </a:cubicBezTo>
                  <a:cubicBezTo>
                    <a:pt x="7593" y="10964"/>
                    <a:pt x="7247" y="10555"/>
                    <a:pt x="6774" y="10334"/>
                  </a:cubicBezTo>
                  <a:lnTo>
                    <a:pt x="6774" y="9169"/>
                  </a:lnTo>
                  <a:lnTo>
                    <a:pt x="12288" y="9169"/>
                  </a:lnTo>
                  <a:cubicBezTo>
                    <a:pt x="12508" y="9169"/>
                    <a:pt x="12666" y="8980"/>
                    <a:pt x="12666" y="8728"/>
                  </a:cubicBezTo>
                  <a:cubicBezTo>
                    <a:pt x="12666" y="8507"/>
                    <a:pt x="12477" y="8286"/>
                    <a:pt x="12288" y="8286"/>
                  </a:cubicBezTo>
                  <a:lnTo>
                    <a:pt x="11847" y="8286"/>
                  </a:lnTo>
                  <a:lnTo>
                    <a:pt x="11847" y="2427"/>
                  </a:lnTo>
                  <a:cubicBezTo>
                    <a:pt x="12319" y="2238"/>
                    <a:pt x="12634" y="1797"/>
                    <a:pt x="12634" y="1261"/>
                  </a:cubicBezTo>
                  <a:cubicBezTo>
                    <a:pt x="12634" y="568"/>
                    <a:pt x="12099" y="1"/>
                    <a:pt x="1140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46" name="Google Shape;7097;p65">
              <a:extLst>
                <a:ext uri="{FF2B5EF4-FFF2-40B4-BE49-F238E27FC236}">
                  <a16:creationId xmlns:a16="http://schemas.microsoft.com/office/drawing/2014/main" id="{E2413CB5-24D6-B65C-B32C-91BD29D35057}"/>
                </a:ext>
              </a:extLst>
            </p:cNvPr>
            <p:cNvSpPr/>
            <p:nvPr/>
          </p:nvSpPr>
          <p:spPr>
            <a:xfrm>
              <a:off x="-64679425" y="2364825"/>
              <a:ext cx="146500" cy="102450"/>
            </a:xfrm>
            <a:custGeom>
              <a:avLst/>
              <a:gdLst/>
              <a:ahLst/>
              <a:cxnLst/>
              <a:rect l="l" t="t" r="r" b="b"/>
              <a:pathLst>
                <a:path w="5860" h="4098" extrusionOk="0">
                  <a:moveTo>
                    <a:pt x="3749" y="1"/>
                  </a:moveTo>
                  <a:cubicBezTo>
                    <a:pt x="3529" y="1"/>
                    <a:pt x="3371" y="190"/>
                    <a:pt x="3371" y="442"/>
                  </a:cubicBezTo>
                  <a:cubicBezTo>
                    <a:pt x="3371" y="662"/>
                    <a:pt x="3560" y="820"/>
                    <a:pt x="3749" y="820"/>
                  </a:cubicBezTo>
                  <a:lnTo>
                    <a:pt x="4442" y="820"/>
                  </a:lnTo>
                  <a:lnTo>
                    <a:pt x="2930" y="2332"/>
                  </a:lnTo>
                  <a:lnTo>
                    <a:pt x="2395" y="1765"/>
                  </a:lnTo>
                  <a:cubicBezTo>
                    <a:pt x="2316" y="1686"/>
                    <a:pt x="2206" y="1647"/>
                    <a:pt x="2095" y="1647"/>
                  </a:cubicBezTo>
                  <a:cubicBezTo>
                    <a:pt x="1985" y="1647"/>
                    <a:pt x="1875" y="1686"/>
                    <a:pt x="1796" y="1765"/>
                  </a:cubicBezTo>
                  <a:lnTo>
                    <a:pt x="126" y="3435"/>
                  </a:lnTo>
                  <a:cubicBezTo>
                    <a:pt x="0" y="3592"/>
                    <a:pt x="0" y="3844"/>
                    <a:pt x="126" y="4033"/>
                  </a:cubicBezTo>
                  <a:cubicBezTo>
                    <a:pt x="195" y="4075"/>
                    <a:pt x="288" y="4098"/>
                    <a:pt x="384" y="4098"/>
                  </a:cubicBezTo>
                  <a:cubicBezTo>
                    <a:pt x="507" y="4098"/>
                    <a:pt x="636" y="4059"/>
                    <a:pt x="725" y="3970"/>
                  </a:cubicBezTo>
                  <a:lnTo>
                    <a:pt x="2111" y="2616"/>
                  </a:lnTo>
                  <a:lnTo>
                    <a:pt x="2647" y="3151"/>
                  </a:lnTo>
                  <a:cubicBezTo>
                    <a:pt x="2725" y="3230"/>
                    <a:pt x="2836" y="3269"/>
                    <a:pt x="2946" y="3269"/>
                  </a:cubicBezTo>
                  <a:cubicBezTo>
                    <a:pt x="3056" y="3269"/>
                    <a:pt x="3166" y="3230"/>
                    <a:pt x="3245" y="3151"/>
                  </a:cubicBezTo>
                  <a:lnTo>
                    <a:pt x="5009" y="1387"/>
                  </a:lnTo>
                  <a:lnTo>
                    <a:pt x="5009" y="2049"/>
                  </a:lnTo>
                  <a:cubicBezTo>
                    <a:pt x="5009" y="2269"/>
                    <a:pt x="5230" y="2490"/>
                    <a:pt x="5451" y="2490"/>
                  </a:cubicBezTo>
                  <a:cubicBezTo>
                    <a:pt x="5703" y="2490"/>
                    <a:pt x="5860" y="2269"/>
                    <a:pt x="5860" y="2049"/>
                  </a:cubicBezTo>
                  <a:lnTo>
                    <a:pt x="5860" y="410"/>
                  </a:lnTo>
                  <a:cubicBezTo>
                    <a:pt x="5860" y="158"/>
                    <a:pt x="5640" y="1"/>
                    <a:pt x="541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sp>
        <p:nvSpPr>
          <p:cNvPr id="47" name="Google Shape;7098;p65">
            <a:extLst>
              <a:ext uri="{FF2B5EF4-FFF2-40B4-BE49-F238E27FC236}">
                <a16:creationId xmlns:a16="http://schemas.microsoft.com/office/drawing/2014/main" id="{DBCF5885-1EB5-83DF-E905-D73910A7280D}"/>
              </a:ext>
            </a:extLst>
          </p:cNvPr>
          <p:cNvSpPr/>
          <p:nvPr/>
        </p:nvSpPr>
        <p:spPr>
          <a:xfrm>
            <a:off x="3261370" y="6343112"/>
            <a:ext cx="815548" cy="934055"/>
          </a:xfrm>
          <a:custGeom>
            <a:avLst/>
            <a:gdLst/>
            <a:ahLst/>
            <a:cxnLst/>
            <a:rect l="l" t="t" r="r" b="b"/>
            <a:pathLst>
              <a:path w="11059" h="12666" extrusionOk="0">
                <a:moveTo>
                  <a:pt x="4285" y="789"/>
                </a:moveTo>
                <a:cubicBezTo>
                  <a:pt x="4758" y="789"/>
                  <a:pt x="5136" y="1135"/>
                  <a:pt x="5136" y="1608"/>
                </a:cubicBezTo>
                <a:lnTo>
                  <a:pt x="5136" y="4128"/>
                </a:lnTo>
                <a:cubicBezTo>
                  <a:pt x="4190" y="4317"/>
                  <a:pt x="3466" y="5168"/>
                  <a:pt x="3466" y="6144"/>
                </a:cubicBezTo>
                <a:cubicBezTo>
                  <a:pt x="3466" y="6365"/>
                  <a:pt x="3655" y="6585"/>
                  <a:pt x="3907" y="6585"/>
                </a:cubicBezTo>
                <a:cubicBezTo>
                  <a:pt x="4127" y="6585"/>
                  <a:pt x="4285" y="6365"/>
                  <a:pt x="4285" y="6144"/>
                </a:cubicBezTo>
                <a:cubicBezTo>
                  <a:pt x="4285" y="5577"/>
                  <a:pt x="4663" y="5168"/>
                  <a:pt x="5136" y="4947"/>
                </a:cubicBezTo>
                <a:lnTo>
                  <a:pt x="5136" y="8192"/>
                </a:lnTo>
                <a:cubicBezTo>
                  <a:pt x="5136" y="8665"/>
                  <a:pt x="4758" y="9011"/>
                  <a:pt x="4285" y="9011"/>
                </a:cubicBezTo>
                <a:cubicBezTo>
                  <a:pt x="3938" y="9011"/>
                  <a:pt x="3592" y="8791"/>
                  <a:pt x="3497" y="8381"/>
                </a:cubicBezTo>
                <a:cubicBezTo>
                  <a:pt x="3434" y="8318"/>
                  <a:pt x="3277" y="8192"/>
                  <a:pt x="3119" y="8192"/>
                </a:cubicBezTo>
                <a:cubicBezTo>
                  <a:pt x="2962" y="8192"/>
                  <a:pt x="2899" y="8255"/>
                  <a:pt x="2647" y="8255"/>
                </a:cubicBezTo>
                <a:cubicBezTo>
                  <a:pt x="1544" y="8255"/>
                  <a:pt x="1544" y="6617"/>
                  <a:pt x="2647" y="6617"/>
                </a:cubicBezTo>
                <a:cubicBezTo>
                  <a:pt x="2867" y="6617"/>
                  <a:pt x="3025" y="6428"/>
                  <a:pt x="3025" y="6176"/>
                </a:cubicBezTo>
                <a:cubicBezTo>
                  <a:pt x="3025" y="5955"/>
                  <a:pt x="2836" y="5735"/>
                  <a:pt x="2647" y="5735"/>
                </a:cubicBezTo>
                <a:cubicBezTo>
                  <a:pt x="2080" y="5735"/>
                  <a:pt x="1607" y="6018"/>
                  <a:pt x="1292" y="6428"/>
                </a:cubicBezTo>
                <a:cubicBezTo>
                  <a:pt x="1103" y="6270"/>
                  <a:pt x="977" y="6018"/>
                  <a:pt x="977" y="5735"/>
                </a:cubicBezTo>
                <a:cubicBezTo>
                  <a:pt x="977" y="5483"/>
                  <a:pt x="1103" y="5325"/>
                  <a:pt x="1166" y="5199"/>
                </a:cubicBezTo>
                <a:cubicBezTo>
                  <a:pt x="1323" y="5042"/>
                  <a:pt x="1323" y="4790"/>
                  <a:pt x="1166" y="4632"/>
                </a:cubicBezTo>
                <a:cubicBezTo>
                  <a:pt x="662" y="4097"/>
                  <a:pt x="1103" y="3277"/>
                  <a:pt x="1828" y="3277"/>
                </a:cubicBezTo>
                <a:cubicBezTo>
                  <a:pt x="2048" y="3277"/>
                  <a:pt x="2237" y="3340"/>
                  <a:pt x="2395" y="3498"/>
                </a:cubicBezTo>
                <a:cubicBezTo>
                  <a:pt x="2473" y="3577"/>
                  <a:pt x="2584" y="3616"/>
                  <a:pt x="2694" y="3616"/>
                </a:cubicBezTo>
                <a:cubicBezTo>
                  <a:pt x="2804" y="3616"/>
                  <a:pt x="2914" y="3577"/>
                  <a:pt x="2993" y="3498"/>
                </a:cubicBezTo>
                <a:cubicBezTo>
                  <a:pt x="3151" y="3340"/>
                  <a:pt x="3151" y="3057"/>
                  <a:pt x="2993" y="2899"/>
                </a:cubicBezTo>
                <a:cubicBezTo>
                  <a:pt x="2678" y="2584"/>
                  <a:pt x="2269" y="2427"/>
                  <a:pt x="1828" y="2427"/>
                </a:cubicBezTo>
                <a:cubicBezTo>
                  <a:pt x="1828" y="1954"/>
                  <a:pt x="2174" y="1608"/>
                  <a:pt x="2647" y="1608"/>
                </a:cubicBezTo>
                <a:cubicBezTo>
                  <a:pt x="2773" y="1608"/>
                  <a:pt x="2836" y="1639"/>
                  <a:pt x="2962" y="1702"/>
                </a:cubicBezTo>
                <a:cubicBezTo>
                  <a:pt x="3000" y="1713"/>
                  <a:pt x="3040" y="1718"/>
                  <a:pt x="3079" y="1718"/>
                </a:cubicBezTo>
                <a:cubicBezTo>
                  <a:pt x="3264" y="1718"/>
                  <a:pt x="3445" y="1601"/>
                  <a:pt x="3497" y="1419"/>
                </a:cubicBezTo>
                <a:cubicBezTo>
                  <a:pt x="3592" y="1072"/>
                  <a:pt x="3938" y="789"/>
                  <a:pt x="4285" y="789"/>
                </a:cubicBezTo>
                <a:close/>
                <a:moveTo>
                  <a:pt x="6711" y="915"/>
                </a:moveTo>
                <a:cubicBezTo>
                  <a:pt x="7057" y="915"/>
                  <a:pt x="7404" y="1135"/>
                  <a:pt x="7498" y="1545"/>
                </a:cubicBezTo>
                <a:cubicBezTo>
                  <a:pt x="7547" y="1715"/>
                  <a:pt x="7708" y="1828"/>
                  <a:pt x="7880" y="1828"/>
                </a:cubicBezTo>
                <a:cubicBezTo>
                  <a:pt x="7931" y="1828"/>
                  <a:pt x="7983" y="1818"/>
                  <a:pt x="8034" y="1797"/>
                </a:cubicBezTo>
                <a:cubicBezTo>
                  <a:pt x="8160" y="1765"/>
                  <a:pt x="8223" y="1734"/>
                  <a:pt x="8349" y="1734"/>
                </a:cubicBezTo>
                <a:cubicBezTo>
                  <a:pt x="8822" y="1734"/>
                  <a:pt x="9168" y="2080"/>
                  <a:pt x="9168" y="2553"/>
                </a:cubicBezTo>
                <a:cubicBezTo>
                  <a:pt x="8759" y="2553"/>
                  <a:pt x="8318" y="2710"/>
                  <a:pt x="8003" y="3025"/>
                </a:cubicBezTo>
                <a:cubicBezTo>
                  <a:pt x="7845" y="3183"/>
                  <a:pt x="7845" y="3467"/>
                  <a:pt x="8003" y="3624"/>
                </a:cubicBezTo>
                <a:cubicBezTo>
                  <a:pt x="8081" y="3703"/>
                  <a:pt x="8192" y="3742"/>
                  <a:pt x="8302" y="3742"/>
                </a:cubicBezTo>
                <a:cubicBezTo>
                  <a:pt x="8412" y="3742"/>
                  <a:pt x="8522" y="3703"/>
                  <a:pt x="8601" y="3624"/>
                </a:cubicBezTo>
                <a:cubicBezTo>
                  <a:pt x="8759" y="3467"/>
                  <a:pt x="8948" y="3372"/>
                  <a:pt x="9168" y="3372"/>
                </a:cubicBezTo>
                <a:cubicBezTo>
                  <a:pt x="9893" y="3372"/>
                  <a:pt x="10271" y="4191"/>
                  <a:pt x="9798" y="4758"/>
                </a:cubicBezTo>
                <a:cubicBezTo>
                  <a:pt x="9735" y="4853"/>
                  <a:pt x="9735" y="5073"/>
                  <a:pt x="9830" y="5231"/>
                </a:cubicBezTo>
                <a:cubicBezTo>
                  <a:pt x="9956" y="5357"/>
                  <a:pt x="10050" y="5514"/>
                  <a:pt x="10050" y="5798"/>
                </a:cubicBezTo>
                <a:cubicBezTo>
                  <a:pt x="10050" y="6050"/>
                  <a:pt x="9924" y="6302"/>
                  <a:pt x="9735" y="6459"/>
                </a:cubicBezTo>
                <a:cubicBezTo>
                  <a:pt x="9420" y="6050"/>
                  <a:pt x="8948" y="5798"/>
                  <a:pt x="8381" y="5798"/>
                </a:cubicBezTo>
                <a:cubicBezTo>
                  <a:pt x="8160" y="5798"/>
                  <a:pt x="8003" y="5987"/>
                  <a:pt x="8003" y="6207"/>
                </a:cubicBezTo>
                <a:cubicBezTo>
                  <a:pt x="8003" y="6459"/>
                  <a:pt x="8192" y="6648"/>
                  <a:pt x="8381" y="6648"/>
                </a:cubicBezTo>
                <a:cubicBezTo>
                  <a:pt x="9483" y="6648"/>
                  <a:pt x="9483" y="8318"/>
                  <a:pt x="8381" y="8318"/>
                </a:cubicBezTo>
                <a:cubicBezTo>
                  <a:pt x="8255" y="8318"/>
                  <a:pt x="8192" y="8255"/>
                  <a:pt x="8066" y="8224"/>
                </a:cubicBezTo>
                <a:cubicBezTo>
                  <a:pt x="8021" y="8211"/>
                  <a:pt x="7976" y="8205"/>
                  <a:pt x="7931" y="8205"/>
                </a:cubicBezTo>
                <a:cubicBezTo>
                  <a:pt x="7752" y="8205"/>
                  <a:pt x="7580" y="8306"/>
                  <a:pt x="7530" y="8507"/>
                </a:cubicBezTo>
                <a:cubicBezTo>
                  <a:pt x="7435" y="8854"/>
                  <a:pt x="7089" y="9137"/>
                  <a:pt x="6742" y="9137"/>
                </a:cubicBezTo>
                <a:cubicBezTo>
                  <a:pt x="6270" y="9137"/>
                  <a:pt x="5892" y="8759"/>
                  <a:pt x="5892" y="8318"/>
                </a:cubicBezTo>
                <a:lnTo>
                  <a:pt x="5892" y="5073"/>
                </a:lnTo>
                <a:cubicBezTo>
                  <a:pt x="6364" y="5231"/>
                  <a:pt x="6742" y="5703"/>
                  <a:pt x="6742" y="6270"/>
                </a:cubicBezTo>
                <a:cubicBezTo>
                  <a:pt x="6742" y="6491"/>
                  <a:pt x="6931" y="6680"/>
                  <a:pt x="7120" y="6680"/>
                </a:cubicBezTo>
                <a:cubicBezTo>
                  <a:pt x="7341" y="6680"/>
                  <a:pt x="7530" y="6491"/>
                  <a:pt x="7530" y="6270"/>
                </a:cubicBezTo>
                <a:cubicBezTo>
                  <a:pt x="7530" y="5262"/>
                  <a:pt x="6805" y="4412"/>
                  <a:pt x="5860" y="4254"/>
                </a:cubicBezTo>
                <a:lnTo>
                  <a:pt x="5860" y="1734"/>
                </a:lnTo>
                <a:cubicBezTo>
                  <a:pt x="5860" y="1261"/>
                  <a:pt x="6207" y="915"/>
                  <a:pt x="6711" y="915"/>
                </a:cubicBezTo>
                <a:close/>
                <a:moveTo>
                  <a:pt x="5514" y="9358"/>
                </a:moveTo>
                <a:cubicBezTo>
                  <a:pt x="5829" y="9736"/>
                  <a:pt x="6270" y="9925"/>
                  <a:pt x="6774" y="9925"/>
                </a:cubicBezTo>
                <a:lnTo>
                  <a:pt x="6774" y="10209"/>
                </a:lnTo>
                <a:lnTo>
                  <a:pt x="4285" y="10209"/>
                </a:lnTo>
                <a:lnTo>
                  <a:pt x="4285" y="9925"/>
                </a:lnTo>
                <a:cubicBezTo>
                  <a:pt x="4789" y="9925"/>
                  <a:pt x="5230" y="9673"/>
                  <a:pt x="5514" y="9358"/>
                </a:cubicBezTo>
                <a:close/>
                <a:moveTo>
                  <a:pt x="6648" y="11028"/>
                </a:moveTo>
                <a:cubicBezTo>
                  <a:pt x="6522" y="11500"/>
                  <a:pt x="6049" y="11847"/>
                  <a:pt x="5514" y="11847"/>
                </a:cubicBezTo>
                <a:cubicBezTo>
                  <a:pt x="4978" y="11847"/>
                  <a:pt x="4537" y="11500"/>
                  <a:pt x="4316" y="11028"/>
                </a:cubicBezTo>
                <a:close/>
                <a:moveTo>
                  <a:pt x="4285" y="1"/>
                </a:moveTo>
                <a:cubicBezTo>
                  <a:pt x="3686" y="1"/>
                  <a:pt x="3151" y="316"/>
                  <a:pt x="2867" y="820"/>
                </a:cubicBezTo>
                <a:cubicBezTo>
                  <a:pt x="2796" y="811"/>
                  <a:pt x="2724" y="806"/>
                  <a:pt x="2654" y="806"/>
                </a:cubicBezTo>
                <a:cubicBezTo>
                  <a:pt x="1762" y="806"/>
                  <a:pt x="977" y="1526"/>
                  <a:pt x="977" y="2490"/>
                </a:cubicBezTo>
                <a:lnTo>
                  <a:pt x="977" y="2679"/>
                </a:lnTo>
                <a:cubicBezTo>
                  <a:pt x="851" y="2742"/>
                  <a:pt x="756" y="2836"/>
                  <a:pt x="630" y="2962"/>
                </a:cubicBezTo>
                <a:cubicBezTo>
                  <a:pt x="63" y="3498"/>
                  <a:pt x="0" y="4286"/>
                  <a:pt x="347" y="4947"/>
                </a:cubicBezTo>
                <a:cubicBezTo>
                  <a:pt x="189" y="5199"/>
                  <a:pt x="126" y="5514"/>
                  <a:pt x="126" y="5766"/>
                </a:cubicBezTo>
                <a:cubicBezTo>
                  <a:pt x="126" y="6365"/>
                  <a:pt x="441" y="6932"/>
                  <a:pt x="945" y="7184"/>
                </a:cubicBezTo>
                <a:cubicBezTo>
                  <a:pt x="819" y="8192"/>
                  <a:pt x="1576" y="9043"/>
                  <a:pt x="2584" y="9043"/>
                </a:cubicBezTo>
                <a:lnTo>
                  <a:pt x="2836" y="9043"/>
                </a:lnTo>
                <a:cubicBezTo>
                  <a:pt x="2993" y="9326"/>
                  <a:pt x="3182" y="9515"/>
                  <a:pt x="3434" y="9673"/>
                </a:cubicBezTo>
                <a:lnTo>
                  <a:pt x="3434" y="10587"/>
                </a:lnTo>
                <a:cubicBezTo>
                  <a:pt x="3434" y="11721"/>
                  <a:pt x="4379" y="12666"/>
                  <a:pt x="5514" y="12666"/>
                </a:cubicBezTo>
                <a:cubicBezTo>
                  <a:pt x="6648" y="12666"/>
                  <a:pt x="7593" y="11721"/>
                  <a:pt x="7593" y="10587"/>
                </a:cubicBezTo>
                <a:lnTo>
                  <a:pt x="7593" y="9673"/>
                </a:lnTo>
                <a:cubicBezTo>
                  <a:pt x="7845" y="9515"/>
                  <a:pt x="8066" y="9326"/>
                  <a:pt x="8192" y="9043"/>
                </a:cubicBezTo>
                <a:lnTo>
                  <a:pt x="8444" y="9043"/>
                </a:lnTo>
                <a:cubicBezTo>
                  <a:pt x="9420" y="9043"/>
                  <a:pt x="10208" y="8129"/>
                  <a:pt x="10082" y="7153"/>
                </a:cubicBezTo>
                <a:cubicBezTo>
                  <a:pt x="10586" y="6869"/>
                  <a:pt x="10901" y="6333"/>
                  <a:pt x="10901" y="5735"/>
                </a:cubicBezTo>
                <a:cubicBezTo>
                  <a:pt x="10901" y="5451"/>
                  <a:pt x="10838" y="5136"/>
                  <a:pt x="10680" y="4916"/>
                </a:cubicBezTo>
                <a:cubicBezTo>
                  <a:pt x="11059" y="4317"/>
                  <a:pt x="10933" y="3498"/>
                  <a:pt x="10428" y="2962"/>
                </a:cubicBezTo>
                <a:cubicBezTo>
                  <a:pt x="10302" y="2836"/>
                  <a:pt x="10208" y="2742"/>
                  <a:pt x="10082" y="2679"/>
                </a:cubicBezTo>
                <a:lnTo>
                  <a:pt x="10082" y="2490"/>
                </a:lnTo>
                <a:cubicBezTo>
                  <a:pt x="10082" y="1576"/>
                  <a:pt x="9326" y="820"/>
                  <a:pt x="8444" y="820"/>
                </a:cubicBezTo>
                <a:lnTo>
                  <a:pt x="8192" y="820"/>
                </a:lnTo>
                <a:cubicBezTo>
                  <a:pt x="7908" y="316"/>
                  <a:pt x="7372" y="1"/>
                  <a:pt x="6774" y="1"/>
                </a:cubicBezTo>
                <a:cubicBezTo>
                  <a:pt x="6270" y="1"/>
                  <a:pt x="5829" y="222"/>
                  <a:pt x="5514" y="537"/>
                </a:cubicBezTo>
                <a:cubicBezTo>
                  <a:pt x="5199" y="190"/>
                  <a:pt x="4758" y="1"/>
                  <a:pt x="4285"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nvGrpSpPr>
          <p:cNvPr id="48" name="Google Shape;7099;p65">
            <a:extLst>
              <a:ext uri="{FF2B5EF4-FFF2-40B4-BE49-F238E27FC236}">
                <a16:creationId xmlns:a16="http://schemas.microsoft.com/office/drawing/2014/main" id="{AE9F1751-FC71-55FC-5667-1EFA77459032}"/>
              </a:ext>
            </a:extLst>
          </p:cNvPr>
          <p:cNvGrpSpPr/>
          <p:nvPr/>
        </p:nvGrpSpPr>
        <p:grpSpPr>
          <a:xfrm>
            <a:off x="8848628" y="4275593"/>
            <a:ext cx="931697" cy="738925"/>
            <a:chOff x="-62882850" y="1999375"/>
            <a:chExt cx="315850" cy="250500"/>
          </a:xfrm>
          <a:solidFill>
            <a:srgbClr val="555559"/>
          </a:solidFill>
        </p:grpSpPr>
        <p:sp>
          <p:nvSpPr>
            <p:cNvPr id="49" name="Google Shape;7100;p65">
              <a:extLst>
                <a:ext uri="{FF2B5EF4-FFF2-40B4-BE49-F238E27FC236}">
                  <a16:creationId xmlns:a16="http://schemas.microsoft.com/office/drawing/2014/main" id="{D386432E-E31E-4FE7-0B9A-138ECB24212C}"/>
                </a:ext>
              </a:extLst>
            </p:cNvPr>
            <p:cNvSpPr/>
            <p:nvPr/>
          </p:nvSpPr>
          <p:spPr>
            <a:xfrm>
              <a:off x="-62882850" y="1999375"/>
              <a:ext cx="315850" cy="250500"/>
            </a:xfrm>
            <a:custGeom>
              <a:avLst/>
              <a:gdLst/>
              <a:ahLst/>
              <a:cxnLst/>
              <a:rect l="l" t="t" r="r" b="b"/>
              <a:pathLst>
                <a:path w="12634" h="10020" extrusionOk="0">
                  <a:moveTo>
                    <a:pt x="10586" y="851"/>
                  </a:moveTo>
                  <a:cubicBezTo>
                    <a:pt x="10838" y="851"/>
                    <a:pt x="11027" y="1040"/>
                    <a:pt x="11027" y="1261"/>
                  </a:cubicBezTo>
                  <a:lnTo>
                    <a:pt x="11027" y="7499"/>
                  </a:lnTo>
                  <a:lnTo>
                    <a:pt x="1638" y="7499"/>
                  </a:lnTo>
                  <a:lnTo>
                    <a:pt x="1638" y="1261"/>
                  </a:lnTo>
                  <a:lnTo>
                    <a:pt x="1607" y="1261"/>
                  </a:lnTo>
                  <a:cubicBezTo>
                    <a:pt x="1607" y="1040"/>
                    <a:pt x="1796" y="851"/>
                    <a:pt x="2048" y="851"/>
                  </a:cubicBezTo>
                  <a:close/>
                  <a:moveTo>
                    <a:pt x="11814" y="8318"/>
                  </a:moveTo>
                  <a:lnTo>
                    <a:pt x="11814" y="8727"/>
                  </a:lnTo>
                  <a:cubicBezTo>
                    <a:pt x="11814" y="8948"/>
                    <a:pt x="11594" y="9137"/>
                    <a:pt x="11405" y="9137"/>
                  </a:cubicBezTo>
                  <a:lnTo>
                    <a:pt x="1197" y="9137"/>
                  </a:lnTo>
                  <a:cubicBezTo>
                    <a:pt x="977" y="9137"/>
                    <a:pt x="788" y="8948"/>
                    <a:pt x="788" y="8727"/>
                  </a:cubicBezTo>
                  <a:lnTo>
                    <a:pt x="788" y="8318"/>
                  </a:lnTo>
                  <a:close/>
                  <a:moveTo>
                    <a:pt x="2048" y="1"/>
                  </a:moveTo>
                  <a:cubicBezTo>
                    <a:pt x="1355" y="1"/>
                    <a:pt x="788" y="568"/>
                    <a:pt x="788" y="1261"/>
                  </a:cubicBezTo>
                  <a:lnTo>
                    <a:pt x="788" y="7499"/>
                  </a:lnTo>
                  <a:lnTo>
                    <a:pt x="378" y="7499"/>
                  </a:lnTo>
                  <a:cubicBezTo>
                    <a:pt x="158" y="7499"/>
                    <a:pt x="0" y="7688"/>
                    <a:pt x="0" y="7940"/>
                  </a:cubicBezTo>
                  <a:lnTo>
                    <a:pt x="0" y="8759"/>
                  </a:lnTo>
                  <a:cubicBezTo>
                    <a:pt x="0" y="9420"/>
                    <a:pt x="536" y="10019"/>
                    <a:pt x="1197" y="10019"/>
                  </a:cubicBezTo>
                  <a:lnTo>
                    <a:pt x="11405" y="10019"/>
                  </a:lnTo>
                  <a:cubicBezTo>
                    <a:pt x="12066" y="10019"/>
                    <a:pt x="12634" y="9452"/>
                    <a:pt x="12634" y="8759"/>
                  </a:cubicBezTo>
                  <a:lnTo>
                    <a:pt x="12634" y="7940"/>
                  </a:lnTo>
                  <a:cubicBezTo>
                    <a:pt x="12634" y="7656"/>
                    <a:pt x="12444" y="7499"/>
                    <a:pt x="12224" y="7499"/>
                  </a:cubicBezTo>
                  <a:lnTo>
                    <a:pt x="11814" y="7499"/>
                  </a:lnTo>
                  <a:lnTo>
                    <a:pt x="11814" y="1261"/>
                  </a:lnTo>
                  <a:cubicBezTo>
                    <a:pt x="11814" y="599"/>
                    <a:pt x="11247" y="1"/>
                    <a:pt x="1058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50" name="Google Shape;7101;p65">
              <a:extLst>
                <a:ext uri="{FF2B5EF4-FFF2-40B4-BE49-F238E27FC236}">
                  <a16:creationId xmlns:a16="http://schemas.microsoft.com/office/drawing/2014/main" id="{765A9C9C-74E9-B043-6192-C6A5D1A2B034}"/>
                </a:ext>
              </a:extLst>
            </p:cNvPr>
            <p:cNvSpPr/>
            <p:nvPr/>
          </p:nvSpPr>
          <p:spPr>
            <a:xfrm>
              <a:off x="-62806475" y="2062375"/>
              <a:ext cx="146525" cy="103800"/>
            </a:xfrm>
            <a:custGeom>
              <a:avLst/>
              <a:gdLst/>
              <a:ahLst/>
              <a:cxnLst/>
              <a:rect l="l" t="t" r="r" b="b"/>
              <a:pathLst>
                <a:path w="5861" h="4152" extrusionOk="0">
                  <a:moveTo>
                    <a:pt x="3782" y="1"/>
                  </a:moveTo>
                  <a:cubicBezTo>
                    <a:pt x="3561" y="1"/>
                    <a:pt x="3341" y="221"/>
                    <a:pt x="3341" y="410"/>
                  </a:cubicBezTo>
                  <a:cubicBezTo>
                    <a:pt x="3341" y="631"/>
                    <a:pt x="3561" y="852"/>
                    <a:pt x="3782" y="852"/>
                  </a:cubicBezTo>
                  <a:lnTo>
                    <a:pt x="4443" y="852"/>
                  </a:lnTo>
                  <a:lnTo>
                    <a:pt x="2962" y="2332"/>
                  </a:lnTo>
                  <a:lnTo>
                    <a:pt x="2395" y="1765"/>
                  </a:lnTo>
                  <a:cubicBezTo>
                    <a:pt x="2332" y="1686"/>
                    <a:pt x="2230" y="1647"/>
                    <a:pt x="2124" y="1647"/>
                  </a:cubicBezTo>
                  <a:cubicBezTo>
                    <a:pt x="2017" y="1647"/>
                    <a:pt x="1907" y="1686"/>
                    <a:pt x="1828" y="1765"/>
                  </a:cubicBezTo>
                  <a:lnTo>
                    <a:pt x="159" y="3435"/>
                  </a:lnTo>
                  <a:cubicBezTo>
                    <a:pt x="1" y="3592"/>
                    <a:pt x="1" y="3876"/>
                    <a:pt x="159" y="4034"/>
                  </a:cubicBezTo>
                  <a:cubicBezTo>
                    <a:pt x="237" y="4112"/>
                    <a:pt x="348" y="4152"/>
                    <a:pt x="458" y="4152"/>
                  </a:cubicBezTo>
                  <a:cubicBezTo>
                    <a:pt x="568" y="4152"/>
                    <a:pt x="678" y="4112"/>
                    <a:pt x="757" y="4034"/>
                  </a:cubicBezTo>
                  <a:lnTo>
                    <a:pt x="2143" y="2647"/>
                  </a:lnTo>
                  <a:lnTo>
                    <a:pt x="2679" y="3183"/>
                  </a:lnTo>
                  <a:cubicBezTo>
                    <a:pt x="2758" y="3262"/>
                    <a:pt x="2868" y="3301"/>
                    <a:pt x="2978" y="3301"/>
                  </a:cubicBezTo>
                  <a:cubicBezTo>
                    <a:pt x="3088" y="3301"/>
                    <a:pt x="3199" y="3262"/>
                    <a:pt x="3278" y="3183"/>
                  </a:cubicBezTo>
                  <a:lnTo>
                    <a:pt x="5042" y="1419"/>
                  </a:lnTo>
                  <a:lnTo>
                    <a:pt x="5042" y="2080"/>
                  </a:lnTo>
                  <a:cubicBezTo>
                    <a:pt x="5042" y="2332"/>
                    <a:pt x="5231" y="2521"/>
                    <a:pt x="5451" y="2521"/>
                  </a:cubicBezTo>
                  <a:cubicBezTo>
                    <a:pt x="5640" y="2521"/>
                    <a:pt x="5861" y="2332"/>
                    <a:pt x="5861" y="2080"/>
                  </a:cubicBezTo>
                  <a:lnTo>
                    <a:pt x="5861" y="442"/>
                  </a:lnTo>
                  <a:cubicBezTo>
                    <a:pt x="5861" y="158"/>
                    <a:pt x="5672" y="1"/>
                    <a:pt x="545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51" name="Google Shape;7102;p65">
            <a:extLst>
              <a:ext uri="{FF2B5EF4-FFF2-40B4-BE49-F238E27FC236}">
                <a16:creationId xmlns:a16="http://schemas.microsoft.com/office/drawing/2014/main" id="{A371B8D4-F94D-7084-487B-42B76188853E}"/>
              </a:ext>
            </a:extLst>
          </p:cNvPr>
          <p:cNvGrpSpPr/>
          <p:nvPr/>
        </p:nvGrpSpPr>
        <p:grpSpPr>
          <a:xfrm>
            <a:off x="8826542" y="5261382"/>
            <a:ext cx="975869" cy="936416"/>
            <a:chOff x="-62890750" y="2296300"/>
            <a:chExt cx="330825" cy="317450"/>
          </a:xfrm>
          <a:solidFill>
            <a:srgbClr val="555559"/>
          </a:solidFill>
        </p:grpSpPr>
        <p:sp>
          <p:nvSpPr>
            <p:cNvPr id="52" name="Google Shape;7103;p65">
              <a:extLst>
                <a:ext uri="{FF2B5EF4-FFF2-40B4-BE49-F238E27FC236}">
                  <a16:creationId xmlns:a16="http://schemas.microsoft.com/office/drawing/2014/main" id="{157E55A6-D545-11A6-1629-2999341CD641}"/>
                </a:ext>
              </a:extLst>
            </p:cNvPr>
            <p:cNvSpPr/>
            <p:nvPr/>
          </p:nvSpPr>
          <p:spPr>
            <a:xfrm>
              <a:off x="-62890750" y="2296300"/>
              <a:ext cx="313500" cy="195375"/>
            </a:xfrm>
            <a:custGeom>
              <a:avLst/>
              <a:gdLst/>
              <a:ahLst/>
              <a:cxnLst/>
              <a:rect l="l" t="t" r="r" b="b"/>
              <a:pathLst>
                <a:path w="12540" h="7815" extrusionOk="0">
                  <a:moveTo>
                    <a:pt x="11437" y="2080"/>
                  </a:moveTo>
                  <a:lnTo>
                    <a:pt x="11658" y="2931"/>
                  </a:lnTo>
                  <a:lnTo>
                    <a:pt x="10776" y="2742"/>
                  </a:lnTo>
                  <a:lnTo>
                    <a:pt x="11437" y="2080"/>
                  </a:lnTo>
                  <a:close/>
                  <a:moveTo>
                    <a:pt x="6617" y="1"/>
                  </a:moveTo>
                  <a:cubicBezTo>
                    <a:pt x="4916" y="1"/>
                    <a:pt x="3340" y="662"/>
                    <a:pt x="2112" y="1828"/>
                  </a:cubicBezTo>
                  <a:cubicBezTo>
                    <a:pt x="663" y="3277"/>
                    <a:pt x="1" y="5420"/>
                    <a:pt x="379" y="7467"/>
                  </a:cubicBezTo>
                  <a:cubicBezTo>
                    <a:pt x="442" y="7656"/>
                    <a:pt x="568" y="7814"/>
                    <a:pt x="789" y="7814"/>
                  </a:cubicBezTo>
                  <a:lnTo>
                    <a:pt x="852" y="7814"/>
                  </a:lnTo>
                  <a:cubicBezTo>
                    <a:pt x="1104" y="7783"/>
                    <a:pt x="1198" y="7562"/>
                    <a:pt x="1167" y="7341"/>
                  </a:cubicBezTo>
                  <a:cubicBezTo>
                    <a:pt x="852" y="5577"/>
                    <a:pt x="1419" y="3718"/>
                    <a:pt x="2710" y="2458"/>
                  </a:cubicBezTo>
                  <a:cubicBezTo>
                    <a:pt x="3719" y="1450"/>
                    <a:pt x="5136" y="851"/>
                    <a:pt x="6617" y="851"/>
                  </a:cubicBezTo>
                  <a:cubicBezTo>
                    <a:pt x="7940" y="851"/>
                    <a:pt x="9200" y="1324"/>
                    <a:pt x="10177" y="2206"/>
                  </a:cubicBezTo>
                  <a:lnTo>
                    <a:pt x="9610" y="2773"/>
                  </a:lnTo>
                  <a:cubicBezTo>
                    <a:pt x="9484" y="2899"/>
                    <a:pt x="9452" y="3057"/>
                    <a:pt x="9484" y="3183"/>
                  </a:cubicBezTo>
                  <a:cubicBezTo>
                    <a:pt x="9515" y="3340"/>
                    <a:pt x="9641" y="3403"/>
                    <a:pt x="9799" y="3466"/>
                  </a:cubicBezTo>
                  <a:lnTo>
                    <a:pt x="12036" y="3939"/>
                  </a:lnTo>
                  <a:lnTo>
                    <a:pt x="12130" y="3939"/>
                  </a:lnTo>
                  <a:cubicBezTo>
                    <a:pt x="12225" y="3939"/>
                    <a:pt x="12319" y="3876"/>
                    <a:pt x="12382" y="3813"/>
                  </a:cubicBezTo>
                  <a:cubicBezTo>
                    <a:pt x="12508" y="3687"/>
                    <a:pt x="12540" y="3561"/>
                    <a:pt x="12508" y="3403"/>
                  </a:cubicBezTo>
                  <a:lnTo>
                    <a:pt x="12036" y="1167"/>
                  </a:lnTo>
                  <a:cubicBezTo>
                    <a:pt x="12004" y="1009"/>
                    <a:pt x="11878" y="883"/>
                    <a:pt x="11752" y="851"/>
                  </a:cubicBezTo>
                  <a:cubicBezTo>
                    <a:pt x="11715" y="844"/>
                    <a:pt x="11678" y="840"/>
                    <a:pt x="11642" y="840"/>
                  </a:cubicBezTo>
                  <a:cubicBezTo>
                    <a:pt x="11526" y="840"/>
                    <a:pt x="11422" y="881"/>
                    <a:pt x="11374" y="977"/>
                  </a:cubicBezTo>
                  <a:lnTo>
                    <a:pt x="10776" y="1576"/>
                  </a:lnTo>
                  <a:cubicBezTo>
                    <a:pt x="9641" y="536"/>
                    <a:pt x="8129" y="1"/>
                    <a:pt x="661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53" name="Google Shape;7104;p65">
              <a:extLst>
                <a:ext uri="{FF2B5EF4-FFF2-40B4-BE49-F238E27FC236}">
                  <a16:creationId xmlns:a16="http://schemas.microsoft.com/office/drawing/2014/main" id="{49A3B81D-93F9-778E-9E9C-3DEB25FAD537}"/>
                </a:ext>
              </a:extLst>
            </p:cNvPr>
            <p:cNvSpPr/>
            <p:nvPr/>
          </p:nvSpPr>
          <p:spPr>
            <a:xfrm>
              <a:off x="-62874975" y="2417475"/>
              <a:ext cx="315050" cy="196275"/>
            </a:xfrm>
            <a:custGeom>
              <a:avLst/>
              <a:gdLst/>
              <a:ahLst/>
              <a:cxnLst/>
              <a:rect l="l" t="t" r="r" b="b"/>
              <a:pathLst>
                <a:path w="12602" h="7851" extrusionOk="0">
                  <a:moveTo>
                    <a:pt x="977" y="4857"/>
                  </a:moveTo>
                  <a:lnTo>
                    <a:pt x="1827" y="5078"/>
                  </a:lnTo>
                  <a:lnTo>
                    <a:pt x="1166" y="5739"/>
                  </a:lnTo>
                  <a:lnTo>
                    <a:pt x="977" y="4857"/>
                  </a:lnTo>
                  <a:close/>
                  <a:moveTo>
                    <a:pt x="11779" y="1"/>
                  </a:moveTo>
                  <a:cubicBezTo>
                    <a:pt x="11759" y="1"/>
                    <a:pt x="11739" y="2"/>
                    <a:pt x="11720" y="6"/>
                  </a:cubicBezTo>
                  <a:cubicBezTo>
                    <a:pt x="11499" y="69"/>
                    <a:pt x="11373" y="289"/>
                    <a:pt x="11405" y="478"/>
                  </a:cubicBezTo>
                  <a:cubicBezTo>
                    <a:pt x="11720" y="2274"/>
                    <a:pt x="11184" y="4101"/>
                    <a:pt x="9861" y="5361"/>
                  </a:cubicBezTo>
                  <a:cubicBezTo>
                    <a:pt x="8853" y="6401"/>
                    <a:pt x="7435" y="7000"/>
                    <a:pt x="5986" y="7000"/>
                  </a:cubicBezTo>
                  <a:cubicBezTo>
                    <a:pt x="4631" y="7000"/>
                    <a:pt x="3371" y="6527"/>
                    <a:pt x="2394" y="5645"/>
                  </a:cubicBezTo>
                  <a:lnTo>
                    <a:pt x="2993" y="5046"/>
                  </a:lnTo>
                  <a:cubicBezTo>
                    <a:pt x="3088" y="4952"/>
                    <a:pt x="3151" y="4794"/>
                    <a:pt x="3088" y="4668"/>
                  </a:cubicBezTo>
                  <a:cubicBezTo>
                    <a:pt x="3056" y="4511"/>
                    <a:pt x="2962" y="4416"/>
                    <a:pt x="2772" y="4385"/>
                  </a:cubicBezTo>
                  <a:lnTo>
                    <a:pt x="536" y="3912"/>
                  </a:lnTo>
                  <a:cubicBezTo>
                    <a:pt x="506" y="3905"/>
                    <a:pt x="476" y="3901"/>
                    <a:pt x="446" y="3901"/>
                  </a:cubicBezTo>
                  <a:cubicBezTo>
                    <a:pt x="350" y="3901"/>
                    <a:pt x="254" y="3942"/>
                    <a:pt x="158" y="4038"/>
                  </a:cubicBezTo>
                  <a:cubicBezTo>
                    <a:pt x="32" y="4164"/>
                    <a:pt x="0" y="4290"/>
                    <a:pt x="32" y="4448"/>
                  </a:cubicBezTo>
                  <a:lnTo>
                    <a:pt x="504" y="6685"/>
                  </a:lnTo>
                  <a:cubicBezTo>
                    <a:pt x="536" y="6842"/>
                    <a:pt x="662" y="6937"/>
                    <a:pt x="788" y="7000"/>
                  </a:cubicBezTo>
                  <a:lnTo>
                    <a:pt x="882" y="7000"/>
                  </a:lnTo>
                  <a:cubicBezTo>
                    <a:pt x="1008" y="7000"/>
                    <a:pt x="1103" y="6968"/>
                    <a:pt x="1166" y="6874"/>
                  </a:cubicBezTo>
                  <a:lnTo>
                    <a:pt x="1764" y="6275"/>
                  </a:lnTo>
                  <a:cubicBezTo>
                    <a:pt x="2899" y="7315"/>
                    <a:pt x="4411" y="7850"/>
                    <a:pt x="5923" y="7850"/>
                  </a:cubicBezTo>
                  <a:cubicBezTo>
                    <a:pt x="7624" y="7850"/>
                    <a:pt x="9200" y="7189"/>
                    <a:pt x="10428" y="6023"/>
                  </a:cubicBezTo>
                  <a:cubicBezTo>
                    <a:pt x="11909" y="4511"/>
                    <a:pt x="12602" y="2400"/>
                    <a:pt x="12192" y="321"/>
                  </a:cubicBezTo>
                  <a:cubicBezTo>
                    <a:pt x="12164" y="123"/>
                    <a:pt x="11958" y="1"/>
                    <a:pt x="1177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54" name="Google Shape;7105;p65">
              <a:extLst>
                <a:ext uri="{FF2B5EF4-FFF2-40B4-BE49-F238E27FC236}">
                  <a16:creationId xmlns:a16="http://schemas.microsoft.com/office/drawing/2014/main" id="{8C1E820A-8E55-CED9-F759-C86C64415FA2}"/>
                </a:ext>
              </a:extLst>
            </p:cNvPr>
            <p:cNvSpPr/>
            <p:nvPr/>
          </p:nvSpPr>
          <p:spPr>
            <a:xfrm>
              <a:off x="-62822225" y="2357750"/>
              <a:ext cx="193000" cy="192975"/>
            </a:xfrm>
            <a:custGeom>
              <a:avLst/>
              <a:gdLst/>
              <a:ahLst/>
              <a:cxnLst/>
              <a:rect l="l" t="t" r="r" b="b"/>
              <a:pathLst>
                <a:path w="7720" h="7719" extrusionOk="0">
                  <a:moveTo>
                    <a:pt x="2238" y="1323"/>
                  </a:moveTo>
                  <a:lnTo>
                    <a:pt x="2238" y="1323"/>
                  </a:lnTo>
                  <a:cubicBezTo>
                    <a:pt x="2143" y="1544"/>
                    <a:pt x="2049" y="1827"/>
                    <a:pt x="1986" y="2111"/>
                  </a:cubicBezTo>
                  <a:lnTo>
                    <a:pt x="1419" y="2111"/>
                  </a:lnTo>
                  <a:cubicBezTo>
                    <a:pt x="1671" y="1796"/>
                    <a:pt x="1923" y="1512"/>
                    <a:pt x="2238" y="1323"/>
                  </a:cubicBezTo>
                  <a:close/>
                  <a:moveTo>
                    <a:pt x="3466" y="1040"/>
                  </a:moveTo>
                  <a:lnTo>
                    <a:pt x="3466" y="2111"/>
                  </a:lnTo>
                  <a:lnTo>
                    <a:pt x="2836" y="2111"/>
                  </a:lnTo>
                  <a:cubicBezTo>
                    <a:pt x="2994" y="1575"/>
                    <a:pt x="3246" y="1229"/>
                    <a:pt x="3466" y="1040"/>
                  </a:cubicBezTo>
                  <a:close/>
                  <a:moveTo>
                    <a:pt x="4254" y="1040"/>
                  </a:moveTo>
                  <a:cubicBezTo>
                    <a:pt x="4538" y="1229"/>
                    <a:pt x="4727" y="1575"/>
                    <a:pt x="4884" y="2111"/>
                  </a:cubicBezTo>
                  <a:lnTo>
                    <a:pt x="4254" y="2111"/>
                  </a:lnTo>
                  <a:lnTo>
                    <a:pt x="4254" y="1040"/>
                  </a:lnTo>
                  <a:close/>
                  <a:moveTo>
                    <a:pt x="5483" y="1323"/>
                  </a:moveTo>
                  <a:lnTo>
                    <a:pt x="5483" y="1323"/>
                  </a:lnTo>
                  <a:cubicBezTo>
                    <a:pt x="5798" y="1512"/>
                    <a:pt x="6081" y="1796"/>
                    <a:pt x="6302" y="2111"/>
                  </a:cubicBezTo>
                  <a:lnTo>
                    <a:pt x="5766" y="2111"/>
                  </a:lnTo>
                  <a:cubicBezTo>
                    <a:pt x="5672" y="1827"/>
                    <a:pt x="5609" y="1544"/>
                    <a:pt x="5483" y="1323"/>
                  </a:cubicBezTo>
                  <a:close/>
                  <a:moveTo>
                    <a:pt x="1765" y="2930"/>
                  </a:moveTo>
                  <a:cubicBezTo>
                    <a:pt x="1734" y="3245"/>
                    <a:pt x="1702" y="3560"/>
                    <a:pt x="1702" y="3875"/>
                  </a:cubicBezTo>
                  <a:cubicBezTo>
                    <a:pt x="1702" y="4190"/>
                    <a:pt x="1734" y="4537"/>
                    <a:pt x="1765" y="4820"/>
                  </a:cubicBezTo>
                  <a:lnTo>
                    <a:pt x="978" y="4820"/>
                  </a:lnTo>
                  <a:cubicBezTo>
                    <a:pt x="883" y="4537"/>
                    <a:pt x="820" y="4222"/>
                    <a:pt x="820" y="3875"/>
                  </a:cubicBezTo>
                  <a:cubicBezTo>
                    <a:pt x="820" y="3497"/>
                    <a:pt x="883" y="3214"/>
                    <a:pt x="978" y="2930"/>
                  </a:cubicBezTo>
                  <a:close/>
                  <a:moveTo>
                    <a:pt x="5136" y="2930"/>
                  </a:moveTo>
                  <a:cubicBezTo>
                    <a:pt x="5168" y="3245"/>
                    <a:pt x="5199" y="3560"/>
                    <a:pt x="5199" y="3875"/>
                  </a:cubicBezTo>
                  <a:cubicBezTo>
                    <a:pt x="5199" y="4222"/>
                    <a:pt x="5168" y="4537"/>
                    <a:pt x="5136" y="4820"/>
                  </a:cubicBezTo>
                  <a:lnTo>
                    <a:pt x="4286" y="4820"/>
                  </a:lnTo>
                  <a:lnTo>
                    <a:pt x="4286" y="2930"/>
                  </a:lnTo>
                  <a:close/>
                  <a:moveTo>
                    <a:pt x="6743" y="2930"/>
                  </a:moveTo>
                  <a:cubicBezTo>
                    <a:pt x="6869" y="3245"/>
                    <a:pt x="6900" y="3560"/>
                    <a:pt x="6900" y="3875"/>
                  </a:cubicBezTo>
                  <a:cubicBezTo>
                    <a:pt x="6900" y="4222"/>
                    <a:pt x="6869" y="4537"/>
                    <a:pt x="6743" y="4820"/>
                  </a:cubicBezTo>
                  <a:lnTo>
                    <a:pt x="5955" y="4820"/>
                  </a:lnTo>
                  <a:cubicBezTo>
                    <a:pt x="5987" y="4505"/>
                    <a:pt x="6018" y="4190"/>
                    <a:pt x="6018" y="3875"/>
                  </a:cubicBezTo>
                  <a:cubicBezTo>
                    <a:pt x="6018" y="3560"/>
                    <a:pt x="5987" y="3214"/>
                    <a:pt x="5955" y="2930"/>
                  </a:cubicBezTo>
                  <a:close/>
                  <a:moveTo>
                    <a:pt x="3466" y="2930"/>
                  </a:moveTo>
                  <a:lnTo>
                    <a:pt x="3466" y="4852"/>
                  </a:lnTo>
                  <a:lnTo>
                    <a:pt x="2647" y="4852"/>
                  </a:lnTo>
                  <a:cubicBezTo>
                    <a:pt x="2553" y="4537"/>
                    <a:pt x="2553" y="4222"/>
                    <a:pt x="2553" y="3875"/>
                  </a:cubicBezTo>
                  <a:cubicBezTo>
                    <a:pt x="2553" y="3497"/>
                    <a:pt x="2616" y="3214"/>
                    <a:pt x="2647" y="2930"/>
                  </a:cubicBezTo>
                  <a:close/>
                  <a:moveTo>
                    <a:pt x="6302" y="5640"/>
                  </a:moveTo>
                  <a:cubicBezTo>
                    <a:pt x="6081" y="5955"/>
                    <a:pt x="5798" y="6238"/>
                    <a:pt x="5483" y="6427"/>
                  </a:cubicBezTo>
                  <a:cubicBezTo>
                    <a:pt x="5609" y="6207"/>
                    <a:pt x="5672" y="5923"/>
                    <a:pt x="5766" y="5640"/>
                  </a:cubicBezTo>
                  <a:close/>
                  <a:moveTo>
                    <a:pt x="1986" y="5671"/>
                  </a:moveTo>
                  <a:cubicBezTo>
                    <a:pt x="2049" y="5955"/>
                    <a:pt x="2143" y="6238"/>
                    <a:pt x="2238" y="6459"/>
                  </a:cubicBezTo>
                  <a:cubicBezTo>
                    <a:pt x="1923" y="6238"/>
                    <a:pt x="1671" y="5955"/>
                    <a:pt x="1419" y="5671"/>
                  </a:cubicBezTo>
                  <a:close/>
                  <a:moveTo>
                    <a:pt x="4916" y="5640"/>
                  </a:moveTo>
                  <a:cubicBezTo>
                    <a:pt x="4727" y="6144"/>
                    <a:pt x="4538" y="6522"/>
                    <a:pt x="4286" y="6711"/>
                  </a:cubicBezTo>
                  <a:lnTo>
                    <a:pt x="4286" y="5640"/>
                  </a:lnTo>
                  <a:close/>
                  <a:moveTo>
                    <a:pt x="3466" y="5671"/>
                  </a:moveTo>
                  <a:lnTo>
                    <a:pt x="3466" y="6742"/>
                  </a:lnTo>
                  <a:cubicBezTo>
                    <a:pt x="3246" y="6553"/>
                    <a:pt x="2994" y="6144"/>
                    <a:pt x="2836" y="5671"/>
                  </a:cubicBezTo>
                  <a:close/>
                  <a:moveTo>
                    <a:pt x="3876" y="0"/>
                  </a:moveTo>
                  <a:cubicBezTo>
                    <a:pt x="2301" y="0"/>
                    <a:pt x="915" y="945"/>
                    <a:pt x="316" y="2332"/>
                  </a:cubicBezTo>
                  <a:cubicBezTo>
                    <a:pt x="127" y="2804"/>
                    <a:pt x="1" y="3308"/>
                    <a:pt x="1" y="3875"/>
                  </a:cubicBezTo>
                  <a:cubicBezTo>
                    <a:pt x="1" y="4411"/>
                    <a:pt x="127" y="4946"/>
                    <a:pt x="316" y="5419"/>
                  </a:cubicBezTo>
                  <a:cubicBezTo>
                    <a:pt x="915" y="6774"/>
                    <a:pt x="2301" y="7719"/>
                    <a:pt x="3876" y="7719"/>
                  </a:cubicBezTo>
                  <a:cubicBezTo>
                    <a:pt x="5451" y="7719"/>
                    <a:pt x="6806" y="6774"/>
                    <a:pt x="7405" y="5419"/>
                  </a:cubicBezTo>
                  <a:cubicBezTo>
                    <a:pt x="7594" y="4946"/>
                    <a:pt x="7720" y="4411"/>
                    <a:pt x="7720" y="3875"/>
                  </a:cubicBezTo>
                  <a:cubicBezTo>
                    <a:pt x="7720" y="3308"/>
                    <a:pt x="7594" y="2804"/>
                    <a:pt x="7405" y="2332"/>
                  </a:cubicBezTo>
                  <a:cubicBezTo>
                    <a:pt x="6806" y="945"/>
                    <a:pt x="5451" y="0"/>
                    <a:pt x="387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55" name="Google Shape;7106;p65">
            <a:extLst>
              <a:ext uri="{FF2B5EF4-FFF2-40B4-BE49-F238E27FC236}">
                <a16:creationId xmlns:a16="http://schemas.microsoft.com/office/drawing/2014/main" id="{128A5C41-C089-439A-4FA9-3D52FC80698E}"/>
              </a:ext>
            </a:extLst>
          </p:cNvPr>
          <p:cNvGrpSpPr/>
          <p:nvPr/>
        </p:nvGrpSpPr>
        <p:grpSpPr>
          <a:xfrm>
            <a:off x="8848628" y="6341748"/>
            <a:ext cx="931697" cy="936341"/>
            <a:chOff x="-62882850" y="2664925"/>
            <a:chExt cx="315850" cy="317425"/>
          </a:xfrm>
          <a:solidFill>
            <a:srgbClr val="555559"/>
          </a:solidFill>
        </p:grpSpPr>
        <p:sp>
          <p:nvSpPr>
            <p:cNvPr id="56" name="Google Shape;7107;p65">
              <a:extLst>
                <a:ext uri="{FF2B5EF4-FFF2-40B4-BE49-F238E27FC236}">
                  <a16:creationId xmlns:a16="http://schemas.microsoft.com/office/drawing/2014/main" id="{AD30FEC6-B6E7-A35D-8BAA-20DF8DE027C7}"/>
                </a:ext>
              </a:extLst>
            </p:cNvPr>
            <p:cNvSpPr/>
            <p:nvPr/>
          </p:nvSpPr>
          <p:spPr>
            <a:xfrm>
              <a:off x="-62882850" y="2664925"/>
              <a:ext cx="315850" cy="317425"/>
            </a:xfrm>
            <a:custGeom>
              <a:avLst/>
              <a:gdLst/>
              <a:ahLst/>
              <a:cxnLst/>
              <a:rect l="l" t="t" r="r" b="b"/>
              <a:pathLst>
                <a:path w="12634" h="12697" extrusionOk="0">
                  <a:moveTo>
                    <a:pt x="11405" y="851"/>
                  </a:moveTo>
                  <a:cubicBezTo>
                    <a:pt x="11657" y="851"/>
                    <a:pt x="11814" y="1040"/>
                    <a:pt x="11814" y="1260"/>
                  </a:cubicBezTo>
                  <a:lnTo>
                    <a:pt x="11814" y="7719"/>
                  </a:lnTo>
                  <a:lnTo>
                    <a:pt x="788" y="7719"/>
                  </a:lnTo>
                  <a:lnTo>
                    <a:pt x="788" y="1260"/>
                  </a:lnTo>
                  <a:cubicBezTo>
                    <a:pt x="788" y="1040"/>
                    <a:pt x="977" y="851"/>
                    <a:pt x="1197" y="851"/>
                  </a:cubicBezTo>
                  <a:close/>
                  <a:moveTo>
                    <a:pt x="11814" y="8506"/>
                  </a:moveTo>
                  <a:lnTo>
                    <a:pt x="11814" y="8947"/>
                  </a:lnTo>
                  <a:cubicBezTo>
                    <a:pt x="11814" y="9199"/>
                    <a:pt x="11594" y="9389"/>
                    <a:pt x="11405" y="9389"/>
                  </a:cubicBezTo>
                  <a:lnTo>
                    <a:pt x="1197" y="9389"/>
                  </a:lnTo>
                  <a:cubicBezTo>
                    <a:pt x="977" y="9389"/>
                    <a:pt x="788" y="9199"/>
                    <a:pt x="788" y="8947"/>
                  </a:cubicBezTo>
                  <a:lnTo>
                    <a:pt x="788" y="8506"/>
                  </a:lnTo>
                  <a:close/>
                  <a:moveTo>
                    <a:pt x="7782" y="10208"/>
                  </a:moveTo>
                  <a:lnTo>
                    <a:pt x="8349" y="11877"/>
                  </a:lnTo>
                  <a:lnTo>
                    <a:pt x="4253" y="11877"/>
                  </a:lnTo>
                  <a:lnTo>
                    <a:pt x="4789" y="10208"/>
                  </a:lnTo>
                  <a:close/>
                  <a:moveTo>
                    <a:pt x="1197" y="0"/>
                  </a:moveTo>
                  <a:cubicBezTo>
                    <a:pt x="536" y="0"/>
                    <a:pt x="0" y="567"/>
                    <a:pt x="0" y="1229"/>
                  </a:cubicBezTo>
                  <a:lnTo>
                    <a:pt x="0" y="8947"/>
                  </a:lnTo>
                  <a:cubicBezTo>
                    <a:pt x="0" y="9609"/>
                    <a:pt x="536" y="10176"/>
                    <a:pt x="1197" y="10176"/>
                  </a:cubicBezTo>
                  <a:lnTo>
                    <a:pt x="3938" y="10176"/>
                  </a:lnTo>
                  <a:lnTo>
                    <a:pt x="3371" y="11814"/>
                  </a:lnTo>
                  <a:lnTo>
                    <a:pt x="2867" y="11814"/>
                  </a:lnTo>
                  <a:cubicBezTo>
                    <a:pt x="2615" y="11814"/>
                    <a:pt x="2457" y="12003"/>
                    <a:pt x="2457" y="12255"/>
                  </a:cubicBezTo>
                  <a:cubicBezTo>
                    <a:pt x="2457" y="12476"/>
                    <a:pt x="2678" y="12697"/>
                    <a:pt x="2867" y="12697"/>
                  </a:cubicBezTo>
                  <a:lnTo>
                    <a:pt x="9767" y="12697"/>
                  </a:lnTo>
                  <a:cubicBezTo>
                    <a:pt x="9987" y="12697"/>
                    <a:pt x="10176" y="12476"/>
                    <a:pt x="10176" y="12255"/>
                  </a:cubicBezTo>
                  <a:cubicBezTo>
                    <a:pt x="10176" y="12003"/>
                    <a:pt x="9987" y="11814"/>
                    <a:pt x="9767" y="11814"/>
                  </a:cubicBezTo>
                  <a:lnTo>
                    <a:pt x="9231" y="11814"/>
                  </a:lnTo>
                  <a:lnTo>
                    <a:pt x="8695" y="10176"/>
                  </a:lnTo>
                  <a:lnTo>
                    <a:pt x="11405" y="10176"/>
                  </a:lnTo>
                  <a:cubicBezTo>
                    <a:pt x="12066" y="10176"/>
                    <a:pt x="12634" y="9609"/>
                    <a:pt x="12634" y="8947"/>
                  </a:cubicBezTo>
                  <a:lnTo>
                    <a:pt x="12634" y="1229"/>
                  </a:lnTo>
                  <a:cubicBezTo>
                    <a:pt x="12634" y="567"/>
                    <a:pt x="12066" y="0"/>
                    <a:pt x="1140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57" name="Google Shape;7108;p65">
              <a:extLst>
                <a:ext uri="{FF2B5EF4-FFF2-40B4-BE49-F238E27FC236}">
                  <a16:creationId xmlns:a16="http://schemas.microsoft.com/office/drawing/2014/main" id="{EE02A833-EA00-5F99-57C7-2595B9DF34DB}"/>
                </a:ext>
              </a:extLst>
            </p:cNvPr>
            <p:cNvSpPr/>
            <p:nvPr/>
          </p:nvSpPr>
          <p:spPr>
            <a:xfrm>
              <a:off x="-62756050" y="2702725"/>
              <a:ext cx="62225" cy="146525"/>
            </a:xfrm>
            <a:custGeom>
              <a:avLst/>
              <a:gdLst/>
              <a:ahLst/>
              <a:cxnLst/>
              <a:rect l="l" t="t" r="r" b="b"/>
              <a:pathLst>
                <a:path w="2489" h="5861" extrusionOk="0">
                  <a:moveTo>
                    <a:pt x="1229" y="0"/>
                  </a:moveTo>
                  <a:cubicBezTo>
                    <a:pt x="977" y="0"/>
                    <a:pt x="819" y="189"/>
                    <a:pt x="819" y="441"/>
                  </a:cubicBezTo>
                  <a:lnTo>
                    <a:pt x="819" y="693"/>
                  </a:lnTo>
                  <a:cubicBezTo>
                    <a:pt x="347" y="851"/>
                    <a:pt x="0" y="1324"/>
                    <a:pt x="0" y="1891"/>
                  </a:cubicBezTo>
                  <a:cubicBezTo>
                    <a:pt x="0" y="2552"/>
                    <a:pt x="536" y="2962"/>
                    <a:pt x="977" y="3277"/>
                  </a:cubicBezTo>
                  <a:cubicBezTo>
                    <a:pt x="1292" y="3497"/>
                    <a:pt x="1639" y="3749"/>
                    <a:pt x="1639" y="3970"/>
                  </a:cubicBezTo>
                  <a:cubicBezTo>
                    <a:pt x="1639" y="4222"/>
                    <a:pt x="1450" y="4411"/>
                    <a:pt x="1229" y="4411"/>
                  </a:cubicBezTo>
                  <a:cubicBezTo>
                    <a:pt x="977" y="4411"/>
                    <a:pt x="819" y="4222"/>
                    <a:pt x="819" y="3970"/>
                  </a:cubicBezTo>
                  <a:cubicBezTo>
                    <a:pt x="819" y="3749"/>
                    <a:pt x="630" y="3529"/>
                    <a:pt x="441" y="3529"/>
                  </a:cubicBezTo>
                  <a:cubicBezTo>
                    <a:pt x="189" y="3529"/>
                    <a:pt x="0" y="3749"/>
                    <a:pt x="0" y="3970"/>
                  </a:cubicBezTo>
                  <a:cubicBezTo>
                    <a:pt x="0" y="4537"/>
                    <a:pt x="347" y="4947"/>
                    <a:pt x="819" y="5167"/>
                  </a:cubicBezTo>
                  <a:lnTo>
                    <a:pt x="819" y="5419"/>
                  </a:lnTo>
                  <a:cubicBezTo>
                    <a:pt x="819" y="5671"/>
                    <a:pt x="1008" y="5860"/>
                    <a:pt x="1229" y="5860"/>
                  </a:cubicBezTo>
                  <a:cubicBezTo>
                    <a:pt x="1450" y="5860"/>
                    <a:pt x="1639" y="5671"/>
                    <a:pt x="1639" y="5419"/>
                  </a:cubicBezTo>
                  <a:lnTo>
                    <a:pt x="1639" y="5167"/>
                  </a:lnTo>
                  <a:cubicBezTo>
                    <a:pt x="2111" y="5010"/>
                    <a:pt x="2489" y="4537"/>
                    <a:pt x="2489" y="3970"/>
                  </a:cubicBezTo>
                  <a:cubicBezTo>
                    <a:pt x="2489" y="3308"/>
                    <a:pt x="1922" y="2899"/>
                    <a:pt x="1481" y="2584"/>
                  </a:cubicBezTo>
                  <a:cubicBezTo>
                    <a:pt x="1166" y="2363"/>
                    <a:pt x="819" y="2111"/>
                    <a:pt x="819" y="1891"/>
                  </a:cubicBezTo>
                  <a:cubicBezTo>
                    <a:pt x="819" y="1639"/>
                    <a:pt x="977" y="1450"/>
                    <a:pt x="1229" y="1450"/>
                  </a:cubicBezTo>
                  <a:cubicBezTo>
                    <a:pt x="1450" y="1450"/>
                    <a:pt x="1639" y="1639"/>
                    <a:pt x="1639" y="1891"/>
                  </a:cubicBezTo>
                  <a:cubicBezTo>
                    <a:pt x="1639" y="2111"/>
                    <a:pt x="1859" y="2332"/>
                    <a:pt x="2048" y="2332"/>
                  </a:cubicBezTo>
                  <a:cubicBezTo>
                    <a:pt x="2237" y="2332"/>
                    <a:pt x="2489" y="2111"/>
                    <a:pt x="2489" y="1891"/>
                  </a:cubicBezTo>
                  <a:cubicBezTo>
                    <a:pt x="2489" y="1324"/>
                    <a:pt x="2143" y="914"/>
                    <a:pt x="1639" y="693"/>
                  </a:cubicBezTo>
                  <a:lnTo>
                    <a:pt x="1639" y="441"/>
                  </a:lnTo>
                  <a:cubicBezTo>
                    <a:pt x="1639" y="189"/>
                    <a:pt x="1450" y="0"/>
                    <a:pt x="122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sp>
        <p:nvSpPr>
          <p:cNvPr id="58" name="Google Shape;7109;p65">
            <a:extLst>
              <a:ext uri="{FF2B5EF4-FFF2-40B4-BE49-F238E27FC236}">
                <a16:creationId xmlns:a16="http://schemas.microsoft.com/office/drawing/2014/main" id="{00C1B1DA-0EBD-72D6-79F1-5913B1E4283B}"/>
              </a:ext>
            </a:extLst>
          </p:cNvPr>
          <p:cNvSpPr/>
          <p:nvPr/>
        </p:nvSpPr>
        <p:spPr>
          <a:xfrm>
            <a:off x="14514672" y="4180364"/>
            <a:ext cx="941062" cy="929706"/>
          </a:xfrm>
          <a:custGeom>
            <a:avLst/>
            <a:gdLst/>
            <a:ahLst/>
            <a:cxnLst/>
            <a:rect l="l" t="t" r="r" b="b"/>
            <a:pathLst>
              <a:path w="12761" h="12607" extrusionOk="0">
                <a:moveTo>
                  <a:pt x="1860" y="2084"/>
                </a:moveTo>
                <a:lnTo>
                  <a:pt x="7373" y="2997"/>
                </a:lnTo>
                <a:lnTo>
                  <a:pt x="5861" y="4509"/>
                </a:lnTo>
                <a:lnTo>
                  <a:pt x="1261" y="2682"/>
                </a:lnTo>
                <a:lnTo>
                  <a:pt x="1860" y="2084"/>
                </a:lnTo>
                <a:close/>
                <a:moveTo>
                  <a:pt x="11229" y="836"/>
                </a:moveTo>
                <a:cubicBezTo>
                  <a:pt x="11412" y="836"/>
                  <a:pt x="11578" y="881"/>
                  <a:pt x="11689" y="981"/>
                </a:cubicBezTo>
                <a:cubicBezTo>
                  <a:pt x="11847" y="1107"/>
                  <a:pt x="11878" y="1359"/>
                  <a:pt x="11847" y="1611"/>
                </a:cubicBezTo>
                <a:cubicBezTo>
                  <a:pt x="11815" y="1894"/>
                  <a:pt x="11658" y="2210"/>
                  <a:pt x="11500" y="2367"/>
                </a:cubicBezTo>
                <a:lnTo>
                  <a:pt x="7405" y="6463"/>
                </a:lnTo>
                <a:lnTo>
                  <a:pt x="5168" y="8700"/>
                </a:lnTo>
                <a:cubicBezTo>
                  <a:pt x="5073" y="8794"/>
                  <a:pt x="5010" y="8952"/>
                  <a:pt x="5042" y="9078"/>
                </a:cubicBezTo>
                <a:lnTo>
                  <a:pt x="5262" y="10306"/>
                </a:lnTo>
                <a:lnTo>
                  <a:pt x="4223" y="11377"/>
                </a:lnTo>
                <a:lnTo>
                  <a:pt x="3782" y="9204"/>
                </a:lnTo>
                <a:cubicBezTo>
                  <a:pt x="3750" y="9046"/>
                  <a:pt x="3624" y="8952"/>
                  <a:pt x="3466" y="8889"/>
                </a:cubicBezTo>
                <a:lnTo>
                  <a:pt x="1293" y="8479"/>
                </a:lnTo>
                <a:lnTo>
                  <a:pt x="2364" y="7408"/>
                </a:lnTo>
                <a:lnTo>
                  <a:pt x="3624" y="7628"/>
                </a:lnTo>
                <a:cubicBezTo>
                  <a:pt x="3659" y="7646"/>
                  <a:pt x="3697" y="7654"/>
                  <a:pt x="3734" y="7654"/>
                </a:cubicBezTo>
                <a:cubicBezTo>
                  <a:pt x="3831" y="7654"/>
                  <a:pt x="3925" y="7602"/>
                  <a:pt x="3971" y="7534"/>
                </a:cubicBezTo>
                <a:lnTo>
                  <a:pt x="6207" y="5266"/>
                </a:lnTo>
                <a:lnTo>
                  <a:pt x="10272" y="1233"/>
                </a:lnTo>
                <a:cubicBezTo>
                  <a:pt x="10496" y="988"/>
                  <a:pt x="10892" y="836"/>
                  <a:pt x="11229" y="836"/>
                </a:cubicBezTo>
                <a:close/>
                <a:moveTo>
                  <a:pt x="9641" y="5360"/>
                </a:moveTo>
                <a:lnTo>
                  <a:pt x="10587" y="10873"/>
                </a:lnTo>
                <a:lnTo>
                  <a:pt x="9988" y="11472"/>
                </a:lnTo>
                <a:lnTo>
                  <a:pt x="8161" y="6872"/>
                </a:lnTo>
                <a:lnTo>
                  <a:pt x="9641" y="5360"/>
                </a:lnTo>
                <a:close/>
                <a:moveTo>
                  <a:pt x="11241" y="1"/>
                </a:moveTo>
                <a:cubicBezTo>
                  <a:pt x="10688" y="1"/>
                  <a:pt x="10104" y="248"/>
                  <a:pt x="9736" y="634"/>
                </a:cubicBezTo>
                <a:lnTo>
                  <a:pt x="8066" y="2304"/>
                </a:lnTo>
                <a:lnTo>
                  <a:pt x="1765" y="1233"/>
                </a:lnTo>
                <a:cubicBezTo>
                  <a:pt x="1742" y="1227"/>
                  <a:pt x="1718" y="1225"/>
                  <a:pt x="1693" y="1225"/>
                </a:cubicBezTo>
                <a:cubicBezTo>
                  <a:pt x="1585" y="1225"/>
                  <a:pt x="1470" y="1276"/>
                  <a:pt x="1419" y="1327"/>
                </a:cubicBezTo>
                <a:lnTo>
                  <a:pt x="221" y="2525"/>
                </a:lnTo>
                <a:cubicBezTo>
                  <a:pt x="158" y="2588"/>
                  <a:pt x="64" y="2745"/>
                  <a:pt x="127" y="2903"/>
                </a:cubicBezTo>
                <a:cubicBezTo>
                  <a:pt x="158" y="3029"/>
                  <a:pt x="221" y="3155"/>
                  <a:pt x="348" y="3218"/>
                </a:cubicBezTo>
                <a:lnTo>
                  <a:pt x="5199" y="5171"/>
                </a:lnTo>
                <a:lnTo>
                  <a:pt x="3561" y="6809"/>
                </a:lnTo>
                <a:lnTo>
                  <a:pt x="2301" y="6589"/>
                </a:lnTo>
                <a:cubicBezTo>
                  <a:pt x="2267" y="6572"/>
                  <a:pt x="2231" y="6564"/>
                  <a:pt x="2195" y="6564"/>
                </a:cubicBezTo>
                <a:cubicBezTo>
                  <a:pt x="2095" y="6564"/>
                  <a:pt x="1992" y="6622"/>
                  <a:pt x="1923" y="6715"/>
                </a:cubicBezTo>
                <a:lnTo>
                  <a:pt x="158" y="8479"/>
                </a:lnTo>
                <a:cubicBezTo>
                  <a:pt x="32" y="8605"/>
                  <a:pt x="1" y="8731"/>
                  <a:pt x="32" y="8857"/>
                </a:cubicBezTo>
                <a:cubicBezTo>
                  <a:pt x="95" y="9015"/>
                  <a:pt x="190" y="9109"/>
                  <a:pt x="348" y="9141"/>
                </a:cubicBezTo>
                <a:lnTo>
                  <a:pt x="2994" y="9645"/>
                </a:lnTo>
                <a:lnTo>
                  <a:pt x="3498" y="12291"/>
                </a:lnTo>
                <a:cubicBezTo>
                  <a:pt x="3561" y="12449"/>
                  <a:pt x="3656" y="12575"/>
                  <a:pt x="3782" y="12606"/>
                </a:cubicBezTo>
                <a:lnTo>
                  <a:pt x="3908" y="12606"/>
                </a:lnTo>
                <a:cubicBezTo>
                  <a:pt x="4034" y="12606"/>
                  <a:pt x="4097" y="12575"/>
                  <a:pt x="4191" y="12480"/>
                </a:cubicBezTo>
                <a:lnTo>
                  <a:pt x="5955" y="10716"/>
                </a:lnTo>
                <a:cubicBezTo>
                  <a:pt x="6018" y="10653"/>
                  <a:pt x="6113" y="10464"/>
                  <a:pt x="6081" y="10369"/>
                </a:cubicBezTo>
                <a:lnTo>
                  <a:pt x="5829" y="9109"/>
                </a:lnTo>
                <a:lnTo>
                  <a:pt x="7499" y="7439"/>
                </a:lnTo>
                <a:lnTo>
                  <a:pt x="9421" y="12291"/>
                </a:lnTo>
                <a:cubicBezTo>
                  <a:pt x="9452" y="12417"/>
                  <a:pt x="9578" y="12543"/>
                  <a:pt x="9736" y="12543"/>
                </a:cubicBezTo>
                <a:lnTo>
                  <a:pt x="9799" y="12543"/>
                </a:lnTo>
                <a:cubicBezTo>
                  <a:pt x="9925" y="12543"/>
                  <a:pt x="9988" y="12480"/>
                  <a:pt x="10083" y="12417"/>
                </a:cubicBezTo>
                <a:lnTo>
                  <a:pt x="11248" y="11220"/>
                </a:lnTo>
                <a:cubicBezTo>
                  <a:pt x="11343" y="11157"/>
                  <a:pt x="11374" y="10999"/>
                  <a:pt x="11374" y="10873"/>
                </a:cubicBezTo>
                <a:lnTo>
                  <a:pt x="10303" y="4572"/>
                </a:lnTo>
                <a:lnTo>
                  <a:pt x="11973" y="2903"/>
                </a:lnTo>
                <a:cubicBezTo>
                  <a:pt x="12288" y="2588"/>
                  <a:pt x="12477" y="2178"/>
                  <a:pt x="12571" y="1705"/>
                </a:cubicBezTo>
                <a:cubicBezTo>
                  <a:pt x="12760" y="1201"/>
                  <a:pt x="12603" y="729"/>
                  <a:pt x="12288" y="414"/>
                </a:cubicBezTo>
                <a:cubicBezTo>
                  <a:pt x="12013" y="126"/>
                  <a:pt x="11635" y="1"/>
                  <a:pt x="11241"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nvGrpSpPr>
          <p:cNvPr id="59" name="Google Shape;7110;p65">
            <a:extLst>
              <a:ext uri="{FF2B5EF4-FFF2-40B4-BE49-F238E27FC236}">
                <a16:creationId xmlns:a16="http://schemas.microsoft.com/office/drawing/2014/main" id="{73676CF7-C924-58F5-6BCC-893FE692D120}"/>
              </a:ext>
            </a:extLst>
          </p:cNvPr>
          <p:cNvGrpSpPr/>
          <p:nvPr/>
        </p:nvGrpSpPr>
        <p:grpSpPr>
          <a:xfrm>
            <a:off x="14523247" y="5270675"/>
            <a:ext cx="934055" cy="917832"/>
            <a:chOff x="-60988625" y="2310475"/>
            <a:chExt cx="316650" cy="311150"/>
          </a:xfrm>
          <a:solidFill>
            <a:srgbClr val="555559"/>
          </a:solidFill>
        </p:grpSpPr>
        <p:sp>
          <p:nvSpPr>
            <p:cNvPr id="60" name="Google Shape;7111;p65">
              <a:extLst>
                <a:ext uri="{FF2B5EF4-FFF2-40B4-BE49-F238E27FC236}">
                  <a16:creationId xmlns:a16="http://schemas.microsoft.com/office/drawing/2014/main" id="{8EAAB0AF-B1F5-B55F-3D18-CDA0B1019006}"/>
                </a:ext>
              </a:extLst>
            </p:cNvPr>
            <p:cNvSpPr/>
            <p:nvPr/>
          </p:nvSpPr>
          <p:spPr>
            <a:xfrm>
              <a:off x="-60988625" y="2310475"/>
              <a:ext cx="311125" cy="311150"/>
            </a:xfrm>
            <a:custGeom>
              <a:avLst/>
              <a:gdLst/>
              <a:ahLst/>
              <a:cxnLst/>
              <a:rect l="l" t="t" r="r" b="b"/>
              <a:pathLst>
                <a:path w="12445" h="12446" extrusionOk="0">
                  <a:moveTo>
                    <a:pt x="7877" y="883"/>
                  </a:moveTo>
                  <a:cubicBezTo>
                    <a:pt x="8097" y="883"/>
                    <a:pt x="8318" y="1072"/>
                    <a:pt x="8318" y="1324"/>
                  </a:cubicBezTo>
                  <a:lnTo>
                    <a:pt x="8318" y="10398"/>
                  </a:lnTo>
                  <a:cubicBezTo>
                    <a:pt x="8318" y="10870"/>
                    <a:pt x="8444" y="11311"/>
                    <a:pt x="8727" y="11626"/>
                  </a:cubicBezTo>
                  <a:lnTo>
                    <a:pt x="2111" y="11626"/>
                  </a:lnTo>
                  <a:cubicBezTo>
                    <a:pt x="1450" y="11626"/>
                    <a:pt x="851" y="11091"/>
                    <a:pt x="851" y="10398"/>
                  </a:cubicBezTo>
                  <a:lnTo>
                    <a:pt x="851" y="1324"/>
                  </a:lnTo>
                  <a:lnTo>
                    <a:pt x="820" y="1324"/>
                  </a:lnTo>
                  <a:cubicBezTo>
                    <a:pt x="820" y="1072"/>
                    <a:pt x="1009" y="883"/>
                    <a:pt x="1261" y="883"/>
                  </a:cubicBezTo>
                  <a:close/>
                  <a:moveTo>
                    <a:pt x="11500" y="10807"/>
                  </a:moveTo>
                  <a:cubicBezTo>
                    <a:pt x="11342" y="11280"/>
                    <a:pt x="10870" y="11626"/>
                    <a:pt x="10303" y="11626"/>
                  </a:cubicBezTo>
                  <a:cubicBezTo>
                    <a:pt x="9767" y="11626"/>
                    <a:pt x="9326" y="11280"/>
                    <a:pt x="9137" y="10807"/>
                  </a:cubicBezTo>
                  <a:close/>
                  <a:moveTo>
                    <a:pt x="1261" y="1"/>
                  </a:moveTo>
                  <a:cubicBezTo>
                    <a:pt x="568" y="1"/>
                    <a:pt x="32" y="568"/>
                    <a:pt x="32" y="1230"/>
                  </a:cubicBezTo>
                  <a:lnTo>
                    <a:pt x="32" y="10334"/>
                  </a:lnTo>
                  <a:cubicBezTo>
                    <a:pt x="0" y="11563"/>
                    <a:pt x="946" y="12445"/>
                    <a:pt x="2080" y="12445"/>
                  </a:cubicBezTo>
                  <a:lnTo>
                    <a:pt x="10334" y="12445"/>
                  </a:lnTo>
                  <a:cubicBezTo>
                    <a:pt x="11500" y="12445"/>
                    <a:pt x="12445" y="11500"/>
                    <a:pt x="12445" y="10366"/>
                  </a:cubicBezTo>
                  <a:cubicBezTo>
                    <a:pt x="12445" y="10145"/>
                    <a:pt x="12224" y="9925"/>
                    <a:pt x="12004" y="9925"/>
                  </a:cubicBezTo>
                  <a:lnTo>
                    <a:pt x="9074" y="9925"/>
                  </a:lnTo>
                  <a:lnTo>
                    <a:pt x="9074" y="1230"/>
                  </a:lnTo>
                  <a:cubicBezTo>
                    <a:pt x="9074" y="568"/>
                    <a:pt x="8538" y="1"/>
                    <a:pt x="787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61" name="Google Shape;7112;p65">
              <a:extLst>
                <a:ext uri="{FF2B5EF4-FFF2-40B4-BE49-F238E27FC236}">
                  <a16:creationId xmlns:a16="http://schemas.microsoft.com/office/drawing/2014/main" id="{5B3C96C0-C5A3-BFCE-8239-CF665FC4ADE0}"/>
                </a:ext>
              </a:extLst>
            </p:cNvPr>
            <p:cNvSpPr/>
            <p:nvPr/>
          </p:nvSpPr>
          <p:spPr>
            <a:xfrm>
              <a:off x="-60947675" y="2353025"/>
              <a:ext cx="145725" cy="20500"/>
            </a:xfrm>
            <a:custGeom>
              <a:avLst/>
              <a:gdLst/>
              <a:ahLst/>
              <a:cxnLst/>
              <a:rect l="l" t="t" r="r" b="b"/>
              <a:pathLst>
                <a:path w="5829" h="820" extrusionOk="0">
                  <a:moveTo>
                    <a:pt x="442" y="0"/>
                  </a:moveTo>
                  <a:cubicBezTo>
                    <a:pt x="190" y="0"/>
                    <a:pt x="1" y="189"/>
                    <a:pt x="1" y="441"/>
                  </a:cubicBezTo>
                  <a:cubicBezTo>
                    <a:pt x="1" y="630"/>
                    <a:pt x="190" y="819"/>
                    <a:pt x="442" y="819"/>
                  </a:cubicBezTo>
                  <a:lnTo>
                    <a:pt x="5388" y="819"/>
                  </a:lnTo>
                  <a:cubicBezTo>
                    <a:pt x="5640" y="819"/>
                    <a:pt x="5829" y="630"/>
                    <a:pt x="5829" y="441"/>
                  </a:cubicBezTo>
                  <a:cubicBezTo>
                    <a:pt x="5829" y="189"/>
                    <a:pt x="5640" y="0"/>
                    <a:pt x="538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62" name="Google Shape;7113;p65">
              <a:extLst>
                <a:ext uri="{FF2B5EF4-FFF2-40B4-BE49-F238E27FC236}">
                  <a16:creationId xmlns:a16="http://schemas.microsoft.com/office/drawing/2014/main" id="{FE2EBC7F-F46F-D49C-7619-730F5E621A32}"/>
                </a:ext>
              </a:extLst>
            </p:cNvPr>
            <p:cNvSpPr/>
            <p:nvPr/>
          </p:nvSpPr>
          <p:spPr>
            <a:xfrm>
              <a:off x="-60947675" y="2415250"/>
              <a:ext cx="145725" cy="20500"/>
            </a:xfrm>
            <a:custGeom>
              <a:avLst/>
              <a:gdLst/>
              <a:ahLst/>
              <a:cxnLst/>
              <a:rect l="l" t="t" r="r" b="b"/>
              <a:pathLst>
                <a:path w="5829" h="820" extrusionOk="0">
                  <a:moveTo>
                    <a:pt x="442" y="0"/>
                  </a:moveTo>
                  <a:cubicBezTo>
                    <a:pt x="190" y="0"/>
                    <a:pt x="1" y="189"/>
                    <a:pt x="1" y="378"/>
                  </a:cubicBezTo>
                  <a:cubicBezTo>
                    <a:pt x="1" y="630"/>
                    <a:pt x="190" y="819"/>
                    <a:pt x="442" y="819"/>
                  </a:cubicBezTo>
                  <a:lnTo>
                    <a:pt x="5388" y="819"/>
                  </a:lnTo>
                  <a:cubicBezTo>
                    <a:pt x="5640" y="819"/>
                    <a:pt x="5829" y="630"/>
                    <a:pt x="5829" y="378"/>
                  </a:cubicBezTo>
                  <a:cubicBezTo>
                    <a:pt x="5829" y="158"/>
                    <a:pt x="5640" y="0"/>
                    <a:pt x="538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63" name="Google Shape;7114;p65">
              <a:extLst>
                <a:ext uri="{FF2B5EF4-FFF2-40B4-BE49-F238E27FC236}">
                  <a16:creationId xmlns:a16="http://schemas.microsoft.com/office/drawing/2014/main" id="{8366EE52-B111-F2AB-7637-391EAB367F37}"/>
                </a:ext>
              </a:extLst>
            </p:cNvPr>
            <p:cNvSpPr/>
            <p:nvPr/>
          </p:nvSpPr>
          <p:spPr>
            <a:xfrm>
              <a:off x="-60947675" y="2475875"/>
              <a:ext cx="145725" cy="22100"/>
            </a:xfrm>
            <a:custGeom>
              <a:avLst/>
              <a:gdLst/>
              <a:ahLst/>
              <a:cxnLst/>
              <a:rect l="l" t="t" r="r" b="b"/>
              <a:pathLst>
                <a:path w="5829" h="884" extrusionOk="0">
                  <a:moveTo>
                    <a:pt x="442" y="1"/>
                  </a:moveTo>
                  <a:cubicBezTo>
                    <a:pt x="190" y="1"/>
                    <a:pt x="1" y="221"/>
                    <a:pt x="1" y="442"/>
                  </a:cubicBezTo>
                  <a:cubicBezTo>
                    <a:pt x="1" y="694"/>
                    <a:pt x="190" y="883"/>
                    <a:pt x="442" y="883"/>
                  </a:cubicBezTo>
                  <a:lnTo>
                    <a:pt x="5388" y="883"/>
                  </a:lnTo>
                  <a:cubicBezTo>
                    <a:pt x="5640" y="883"/>
                    <a:pt x="5829" y="694"/>
                    <a:pt x="5829" y="442"/>
                  </a:cubicBezTo>
                  <a:cubicBezTo>
                    <a:pt x="5829" y="221"/>
                    <a:pt x="5640" y="1"/>
                    <a:pt x="538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64" name="Google Shape;7115;p65">
              <a:extLst>
                <a:ext uri="{FF2B5EF4-FFF2-40B4-BE49-F238E27FC236}">
                  <a16:creationId xmlns:a16="http://schemas.microsoft.com/office/drawing/2014/main" id="{A7A10C66-5B89-B6CB-9FE1-E2EEA322EAF2}"/>
                </a:ext>
              </a:extLst>
            </p:cNvPr>
            <p:cNvSpPr/>
            <p:nvPr/>
          </p:nvSpPr>
          <p:spPr>
            <a:xfrm>
              <a:off x="-60947675" y="2538100"/>
              <a:ext cx="145725" cy="22075"/>
            </a:xfrm>
            <a:custGeom>
              <a:avLst/>
              <a:gdLst/>
              <a:ahLst/>
              <a:cxnLst/>
              <a:rect l="l" t="t" r="r" b="b"/>
              <a:pathLst>
                <a:path w="5829" h="883" extrusionOk="0">
                  <a:moveTo>
                    <a:pt x="442" y="1"/>
                  </a:moveTo>
                  <a:cubicBezTo>
                    <a:pt x="190" y="1"/>
                    <a:pt x="1" y="190"/>
                    <a:pt x="1" y="442"/>
                  </a:cubicBezTo>
                  <a:cubicBezTo>
                    <a:pt x="1" y="662"/>
                    <a:pt x="190" y="883"/>
                    <a:pt x="442" y="883"/>
                  </a:cubicBezTo>
                  <a:lnTo>
                    <a:pt x="5388" y="883"/>
                  </a:lnTo>
                  <a:cubicBezTo>
                    <a:pt x="5640" y="883"/>
                    <a:pt x="5829" y="662"/>
                    <a:pt x="5829" y="442"/>
                  </a:cubicBezTo>
                  <a:cubicBezTo>
                    <a:pt x="5829" y="190"/>
                    <a:pt x="5640" y="1"/>
                    <a:pt x="538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65" name="Google Shape;7116;p65">
              <a:extLst>
                <a:ext uri="{FF2B5EF4-FFF2-40B4-BE49-F238E27FC236}">
                  <a16:creationId xmlns:a16="http://schemas.microsoft.com/office/drawing/2014/main" id="{0FA7D2DD-2079-EECE-540D-5EC9AEB06184}"/>
                </a:ext>
              </a:extLst>
            </p:cNvPr>
            <p:cNvSpPr/>
            <p:nvPr/>
          </p:nvSpPr>
          <p:spPr>
            <a:xfrm>
              <a:off x="-60740525" y="2312050"/>
              <a:ext cx="68550" cy="233950"/>
            </a:xfrm>
            <a:custGeom>
              <a:avLst/>
              <a:gdLst/>
              <a:ahLst/>
              <a:cxnLst/>
              <a:rect l="l" t="t" r="r" b="b"/>
              <a:pathLst>
                <a:path w="2742" h="9358" extrusionOk="0">
                  <a:moveTo>
                    <a:pt x="1796" y="789"/>
                  </a:moveTo>
                  <a:cubicBezTo>
                    <a:pt x="1891" y="789"/>
                    <a:pt x="1922" y="852"/>
                    <a:pt x="1922" y="946"/>
                  </a:cubicBezTo>
                  <a:lnTo>
                    <a:pt x="1922" y="1639"/>
                  </a:lnTo>
                  <a:lnTo>
                    <a:pt x="820" y="1639"/>
                  </a:lnTo>
                  <a:lnTo>
                    <a:pt x="820" y="946"/>
                  </a:lnTo>
                  <a:cubicBezTo>
                    <a:pt x="820" y="852"/>
                    <a:pt x="883" y="789"/>
                    <a:pt x="977" y="789"/>
                  </a:cubicBezTo>
                  <a:close/>
                  <a:moveTo>
                    <a:pt x="1922" y="2458"/>
                  </a:moveTo>
                  <a:lnTo>
                    <a:pt x="1922" y="6617"/>
                  </a:lnTo>
                  <a:lnTo>
                    <a:pt x="820" y="6617"/>
                  </a:lnTo>
                  <a:lnTo>
                    <a:pt x="820" y="2458"/>
                  </a:lnTo>
                  <a:close/>
                  <a:moveTo>
                    <a:pt x="1639" y="7436"/>
                  </a:moveTo>
                  <a:lnTo>
                    <a:pt x="1355" y="8035"/>
                  </a:lnTo>
                  <a:lnTo>
                    <a:pt x="1040" y="7436"/>
                  </a:lnTo>
                  <a:close/>
                  <a:moveTo>
                    <a:pt x="977" y="1"/>
                  </a:moveTo>
                  <a:cubicBezTo>
                    <a:pt x="410" y="1"/>
                    <a:pt x="1" y="410"/>
                    <a:pt x="1" y="946"/>
                  </a:cubicBezTo>
                  <a:lnTo>
                    <a:pt x="1" y="6995"/>
                  </a:lnTo>
                  <a:cubicBezTo>
                    <a:pt x="1" y="7090"/>
                    <a:pt x="1" y="7121"/>
                    <a:pt x="32" y="7184"/>
                  </a:cubicBezTo>
                  <a:lnTo>
                    <a:pt x="1009" y="9137"/>
                  </a:lnTo>
                  <a:cubicBezTo>
                    <a:pt x="1103" y="9295"/>
                    <a:pt x="1198" y="9358"/>
                    <a:pt x="1355" y="9358"/>
                  </a:cubicBezTo>
                  <a:cubicBezTo>
                    <a:pt x="1513" y="9358"/>
                    <a:pt x="1670" y="9295"/>
                    <a:pt x="1733" y="9137"/>
                  </a:cubicBezTo>
                  <a:lnTo>
                    <a:pt x="2678" y="7184"/>
                  </a:lnTo>
                  <a:cubicBezTo>
                    <a:pt x="2710" y="7153"/>
                    <a:pt x="2710" y="7090"/>
                    <a:pt x="2710" y="6995"/>
                  </a:cubicBezTo>
                  <a:lnTo>
                    <a:pt x="2710" y="946"/>
                  </a:lnTo>
                  <a:cubicBezTo>
                    <a:pt x="2741" y="410"/>
                    <a:pt x="2300" y="1"/>
                    <a:pt x="179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66" name="Google Shape;7117;p65">
            <a:extLst>
              <a:ext uri="{FF2B5EF4-FFF2-40B4-BE49-F238E27FC236}">
                <a16:creationId xmlns:a16="http://schemas.microsoft.com/office/drawing/2014/main" id="{AC7F77CB-1068-0664-8C83-97FFF103E002}"/>
              </a:ext>
            </a:extLst>
          </p:cNvPr>
          <p:cNvGrpSpPr/>
          <p:nvPr/>
        </p:nvGrpSpPr>
        <p:grpSpPr>
          <a:xfrm>
            <a:off x="14524426" y="6339685"/>
            <a:ext cx="931697" cy="940473"/>
            <a:chOff x="-60987050" y="2671400"/>
            <a:chExt cx="315850" cy="318825"/>
          </a:xfrm>
          <a:solidFill>
            <a:srgbClr val="555559"/>
          </a:solidFill>
        </p:grpSpPr>
        <p:sp>
          <p:nvSpPr>
            <p:cNvPr id="67" name="Google Shape;7118;p65">
              <a:extLst>
                <a:ext uri="{FF2B5EF4-FFF2-40B4-BE49-F238E27FC236}">
                  <a16:creationId xmlns:a16="http://schemas.microsoft.com/office/drawing/2014/main" id="{6FABA9FB-0E78-F532-A8C1-C08EE87C8A6A}"/>
                </a:ext>
              </a:extLst>
            </p:cNvPr>
            <p:cNvSpPr/>
            <p:nvPr/>
          </p:nvSpPr>
          <p:spPr>
            <a:xfrm>
              <a:off x="-60987050" y="2671400"/>
              <a:ext cx="315850" cy="318825"/>
            </a:xfrm>
            <a:custGeom>
              <a:avLst/>
              <a:gdLst/>
              <a:ahLst/>
              <a:cxnLst/>
              <a:rect l="l" t="t" r="r" b="b"/>
              <a:pathLst>
                <a:path w="12634" h="12753" extrusionOk="0">
                  <a:moveTo>
                    <a:pt x="6270" y="844"/>
                  </a:moveTo>
                  <a:lnTo>
                    <a:pt x="11783" y="3175"/>
                  </a:lnTo>
                  <a:lnTo>
                    <a:pt x="11783" y="4152"/>
                  </a:lnTo>
                  <a:lnTo>
                    <a:pt x="757" y="4152"/>
                  </a:lnTo>
                  <a:lnTo>
                    <a:pt x="757" y="3175"/>
                  </a:lnTo>
                  <a:lnTo>
                    <a:pt x="6270" y="844"/>
                  </a:lnTo>
                  <a:close/>
                  <a:moveTo>
                    <a:pt x="2552" y="5002"/>
                  </a:moveTo>
                  <a:lnTo>
                    <a:pt x="2552" y="10232"/>
                  </a:lnTo>
                  <a:lnTo>
                    <a:pt x="1733" y="10232"/>
                  </a:lnTo>
                  <a:lnTo>
                    <a:pt x="1733" y="5002"/>
                  </a:lnTo>
                  <a:close/>
                  <a:moveTo>
                    <a:pt x="5041" y="5002"/>
                  </a:moveTo>
                  <a:lnTo>
                    <a:pt x="5041" y="10232"/>
                  </a:lnTo>
                  <a:lnTo>
                    <a:pt x="3403" y="10232"/>
                  </a:lnTo>
                  <a:lnTo>
                    <a:pt x="3403" y="5002"/>
                  </a:lnTo>
                  <a:close/>
                  <a:moveTo>
                    <a:pt x="6711" y="5002"/>
                  </a:moveTo>
                  <a:lnTo>
                    <a:pt x="6711" y="10232"/>
                  </a:lnTo>
                  <a:lnTo>
                    <a:pt x="5860" y="10232"/>
                  </a:lnTo>
                  <a:lnTo>
                    <a:pt x="5860" y="5002"/>
                  </a:lnTo>
                  <a:close/>
                  <a:moveTo>
                    <a:pt x="9168" y="5002"/>
                  </a:moveTo>
                  <a:lnTo>
                    <a:pt x="9168" y="10232"/>
                  </a:lnTo>
                  <a:lnTo>
                    <a:pt x="7530" y="10232"/>
                  </a:lnTo>
                  <a:lnTo>
                    <a:pt x="7530" y="5002"/>
                  </a:lnTo>
                  <a:close/>
                  <a:moveTo>
                    <a:pt x="10838" y="5002"/>
                  </a:moveTo>
                  <a:lnTo>
                    <a:pt x="10838" y="10232"/>
                  </a:lnTo>
                  <a:lnTo>
                    <a:pt x="10019" y="10232"/>
                  </a:lnTo>
                  <a:lnTo>
                    <a:pt x="10019" y="5002"/>
                  </a:lnTo>
                  <a:close/>
                  <a:moveTo>
                    <a:pt x="11374" y="11020"/>
                  </a:moveTo>
                  <a:cubicBezTo>
                    <a:pt x="11594" y="11051"/>
                    <a:pt x="11783" y="11209"/>
                    <a:pt x="11783" y="11461"/>
                  </a:cubicBezTo>
                  <a:lnTo>
                    <a:pt x="11783" y="11870"/>
                  </a:lnTo>
                  <a:lnTo>
                    <a:pt x="757" y="11870"/>
                  </a:lnTo>
                  <a:lnTo>
                    <a:pt x="757" y="11461"/>
                  </a:lnTo>
                  <a:cubicBezTo>
                    <a:pt x="757" y="11209"/>
                    <a:pt x="946" y="11020"/>
                    <a:pt x="1198" y="11020"/>
                  </a:cubicBezTo>
                  <a:close/>
                  <a:moveTo>
                    <a:pt x="6290" y="1"/>
                  </a:moveTo>
                  <a:cubicBezTo>
                    <a:pt x="6238" y="1"/>
                    <a:pt x="6191" y="9"/>
                    <a:pt x="6144" y="25"/>
                  </a:cubicBezTo>
                  <a:lnTo>
                    <a:pt x="252" y="2514"/>
                  </a:lnTo>
                  <a:cubicBezTo>
                    <a:pt x="95" y="2577"/>
                    <a:pt x="0" y="2703"/>
                    <a:pt x="0" y="2892"/>
                  </a:cubicBezTo>
                  <a:lnTo>
                    <a:pt x="0" y="4561"/>
                  </a:lnTo>
                  <a:cubicBezTo>
                    <a:pt x="0" y="4782"/>
                    <a:pt x="189" y="5002"/>
                    <a:pt x="410" y="5002"/>
                  </a:cubicBezTo>
                  <a:lnTo>
                    <a:pt x="946" y="5002"/>
                  </a:lnTo>
                  <a:lnTo>
                    <a:pt x="946" y="10264"/>
                  </a:lnTo>
                  <a:cubicBezTo>
                    <a:pt x="410" y="10390"/>
                    <a:pt x="0" y="10894"/>
                    <a:pt x="0" y="11492"/>
                  </a:cubicBezTo>
                  <a:lnTo>
                    <a:pt x="0" y="12311"/>
                  </a:lnTo>
                  <a:cubicBezTo>
                    <a:pt x="0" y="12532"/>
                    <a:pt x="189" y="12753"/>
                    <a:pt x="410" y="12753"/>
                  </a:cubicBezTo>
                  <a:lnTo>
                    <a:pt x="12256" y="12753"/>
                  </a:lnTo>
                  <a:cubicBezTo>
                    <a:pt x="12476" y="12753"/>
                    <a:pt x="12634" y="12532"/>
                    <a:pt x="12634" y="12311"/>
                  </a:cubicBezTo>
                  <a:lnTo>
                    <a:pt x="12634" y="11492"/>
                  </a:lnTo>
                  <a:cubicBezTo>
                    <a:pt x="12634" y="10894"/>
                    <a:pt x="12256" y="10390"/>
                    <a:pt x="11689" y="10264"/>
                  </a:cubicBezTo>
                  <a:lnTo>
                    <a:pt x="11689" y="5002"/>
                  </a:lnTo>
                  <a:lnTo>
                    <a:pt x="12256" y="5002"/>
                  </a:lnTo>
                  <a:cubicBezTo>
                    <a:pt x="12476" y="5002"/>
                    <a:pt x="12634" y="4782"/>
                    <a:pt x="12634" y="4561"/>
                  </a:cubicBezTo>
                  <a:lnTo>
                    <a:pt x="12634" y="2892"/>
                  </a:lnTo>
                  <a:cubicBezTo>
                    <a:pt x="12602" y="2734"/>
                    <a:pt x="12539" y="2577"/>
                    <a:pt x="12382" y="2514"/>
                  </a:cubicBezTo>
                  <a:lnTo>
                    <a:pt x="6459" y="25"/>
                  </a:lnTo>
                  <a:cubicBezTo>
                    <a:pt x="6396" y="9"/>
                    <a:pt x="6341" y="1"/>
                    <a:pt x="629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68" name="Google Shape;7119;p65">
              <a:extLst>
                <a:ext uri="{FF2B5EF4-FFF2-40B4-BE49-F238E27FC236}">
                  <a16:creationId xmlns:a16="http://schemas.microsoft.com/office/drawing/2014/main" id="{5336A0EC-4ED3-B116-475F-16B2C2A535F4}"/>
                </a:ext>
              </a:extLst>
            </p:cNvPr>
            <p:cNvSpPr/>
            <p:nvPr/>
          </p:nvSpPr>
          <p:spPr>
            <a:xfrm>
              <a:off x="-60839775" y="2731075"/>
              <a:ext cx="19725" cy="19725"/>
            </a:xfrm>
            <a:custGeom>
              <a:avLst/>
              <a:gdLst/>
              <a:ahLst/>
              <a:cxnLst/>
              <a:rect l="l" t="t" r="r" b="b"/>
              <a:pathLst>
                <a:path w="789" h="789" extrusionOk="0">
                  <a:moveTo>
                    <a:pt x="379" y="0"/>
                  </a:moveTo>
                  <a:cubicBezTo>
                    <a:pt x="158" y="0"/>
                    <a:pt x="1" y="190"/>
                    <a:pt x="1" y="379"/>
                  </a:cubicBezTo>
                  <a:cubicBezTo>
                    <a:pt x="1" y="599"/>
                    <a:pt x="158" y="788"/>
                    <a:pt x="379" y="788"/>
                  </a:cubicBezTo>
                  <a:cubicBezTo>
                    <a:pt x="599" y="788"/>
                    <a:pt x="789" y="599"/>
                    <a:pt x="789" y="379"/>
                  </a:cubicBezTo>
                  <a:cubicBezTo>
                    <a:pt x="789" y="190"/>
                    <a:pt x="599" y="0"/>
                    <a:pt x="37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69" name="Google Shape;7120;p65">
            <a:extLst>
              <a:ext uri="{FF2B5EF4-FFF2-40B4-BE49-F238E27FC236}">
                <a16:creationId xmlns:a16="http://schemas.microsoft.com/office/drawing/2014/main" id="{0454983B-5840-213F-FE6B-527975ED5DEF}"/>
              </a:ext>
            </a:extLst>
          </p:cNvPr>
          <p:cNvGrpSpPr/>
          <p:nvPr/>
        </p:nvGrpSpPr>
        <p:grpSpPr>
          <a:xfrm>
            <a:off x="19035364" y="5273036"/>
            <a:ext cx="940987" cy="913113"/>
            <a:chOff x="-59481900" y="2290800"/>
            <a:chExt cx="319000" cy="309550"/>
          </a:xfrm>
          <a:solidFill>
            <a:srgbClr val="555559"/>
          </a:solidFill>
        </p:grpSpPr>
        <p:sp>
          <p:nvSpPr>
            <p:cNvPr id="70" name="Google Shape;7121;p65">
              <a:extLst>
                <a:ext uri="{FF2B5EF4-FFF2-40B4-BE49-F238E27FC236}">
                  <a16:creationId xmlns:a16="http://schemas.microsoft.com/office/drawing/2014/main" id="{6875FC4B-A141-8371-01EC-5A0496402239}"/>
                </a:ext>
              </a:extLst>
            </p:cNvPr>
            <p:cNvSpPr/>
            <p:nvPr/>
          </p:nvSpPr>
          <p:spPr>
            <a:xfrm>
              <a:off x="-59481900" y="2290800"/>
              <a:ext cx="319000" cy="309550"/>
            </a:xfrm>
            <a:custGeom>
              <a:avLst/>
              <a:gdLst/>
              <a:ahLst/>
              <a:cxnLst/>
              <a:rect l="l" t="t" r="r" b="b"/>
              <a:pathLst>
                <a:path w="12760" h="12382" extrusionOk="0">
                  <a:moveTo>
                    <a:pt x="6427" y="851"/>
                  </a:moveTo>
                  <a:cubicBezTo>
                    <a:pt x="6900" y="851"/>
                    <a:pt x="7247" y="1197"/>
                    <a:pt x="7247" y="1670"/>
                  </a:cubicBezTo>
                  <a:lnTo>
                    <a:pt x="7247" y="4159"/>
                  </a:lnTo>
                  <a:lnTo>
                    <a:pt x="5608" y="4159"/>
                  </a:lnTo>
                  <a:lnTo>
                    <a:pt x="5608" y="1670"/>
                  </a:lnTo>
                  <a:cubicBezTo>
                    <a:pt x="5608" y="1197"/>
                    <a:pt x="5955" y="851"/>
                    <a:pt x="6427" y="851"/>
                  </a:cubicBezTo>
                  <a:close/>
                  <a:moveTo>
                    <a:pt x="11594" y="3308"/>
                  </a:moveTo>
                  <a:cubicBezTo>
                    <a:pt x="11846" y="3308"/>
                    <a:pt x="12004" y="3529"/>
                    <a:pt x="12004" y="3749"/>
                  </a:cubicBezTo>
                  <a:lnTo>
                    <a:pt x="12004" y="11185"/>
                  </a:lnTo>
                  <a:lnTo>
                    <a:pt x="11941" y="11185"/>
                  </a:lnTo>
                  <a:cubicBezTo>
                    <a:pt x="11941" y="11437"/>
                    <a:pt x="11752" y="11594"/>
                    <a:pt x="11563" y="11594"/>
                  </a:cubicBezTo>
                  <a:lnTo>
                    <a:pt x="1355" y="11594"/>
                  </a:lnTo>
                  <a:cubicBezTo>
                    <a:pt x="1103" y="11594"/>
                    <a:pt x="914" y="11405"/>
                    <a:pt x="914" y="11185"/>
                  </a:cubicBezTo>
                  <a:lnTo>
                    <a:pt x="914" y="3749"/>
                  </a:lnTo>
                  <a:cubicBezTo>
                    <a:pt x="914" y="3529"/>
                    <a:pt x="1103" y="3308"/>
                    <a:pt x="1355" y="3308"/>
                  </a:cubicBezTo>
                  <a:lnTo>
                    <a:pt x="4821" y="3308"/>
                  </a:lnTo>
                  <a:lnTo>
                    <a:pt x="4821" y="4568"/>
                  </a:lnTo>
                  <a:cubicBezTo>
                    <a:pt x="4821" y="4821"/>
                    <a:pt x="5010" y="5010"/>
                    <a:pt x="5199" y="5010"/>
                  </a:cubicBezTo>
                  <a:lnTo>
                    <a:pt x="7688" y="5010"/>
                  </a:lnTo>
                  <a:cubicBezTo>
                    <a:pt x="7940" y="5010"/>
                    <a:pt x="8129" y="4821"/>
                    <a:pt x="8129" y="4568"/>
                  </a:cubicBezTo>
                  <a:lnTo>
                    <a:pt x="8129" y="3308"/>
                  </a:lnTo>
                  <a:close/>
                  <a:moveTo>
                    <a:pt x="6396" y="0"/>
                  </a:moveTo>
                  <a:cubicBezTo>
                    <a:pt x="5482" y="0"/>
                    <a:pt x="4726" y="756"/>
                    <a:pt x="4726" y="1670"/>
                  </a:cubicBezTo>
                  <a:lnTo>
                    <a:pt x="4726" y="2489"/>
                  </a:lnTo>
                  <a:lnTo>
                    <a:pt x="1261" y="2489"/>
                  </a:lnTo>
                  <a:cubicBezTo>
                    <a:pt x="599" y="2489"/>
                    <a:pt x="0" y="3056"/>
                    <a:pt x="0" y="3718"/>
                  </a:cubicBezTo>
                  <a:lnTo>
                    <a:pt x="0" y="11153"/>
                  </a:lnTo>
                  <a:cubicBezTo>
                    <a:pt x="0" y="11815"/>
                    <a:pt x="568" y="12382"/>
                    <a:pt x="1261" y="12382"/>
                  </a:cubicBezTo>
                  <a:lnTo>
                    <a:pt x="11468" y="12382"/>
                  </a:lnTo>
                  <a:cubicBezTo>
                    <a:pt x="12130" y="12382"/>
                    <a:pt x="12697" y="11815"/>
                    <a:pt x="12697" y="11153"/>
                  </a:cubicBezTo>
                  <a:lnTo>
                    <a:pt x="12697" y="3749"/>
                  </a:lnTo>
                  <a:cubicBezTo>
                    <a:pt x="12760" y="3025"/>
                    <a:pt x="12193" y="2489"/>
                    <a:pt x="11500" y="2489"/>
                  </a:cubicBezTo>
                  <a:lnTo>
                    <a:pt x="8034" y="2489"/>
                  </a:lnTo>
                  <a:lnTo>
                    <a:pt x="8034" y="1670"/>
                  </a:lnTo>
                  <a:cubicBezTo>
                    <a:pt x="8034" y="756"/>
                    <a:pt x="7310" y="0"/>
                    <a:pt x="639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71" name="Google Shape;7122;p65">
              <a:extLst>
                <a:ext uri="{FF2B5EF4-FFF2-40B4-BE49-F238E27FC236}">
                  <a16:creationId xmlns:a16="http://schemas.microsoft.com/office/drawing/2014/main" id="{3C0CA2BC-72FE-875A-EBD1-65230BA0110D}"/>
                </a:ext>
              </a:extLst>
            </p:cNvPr>
            <p:cNvSpPr/>
            <p:nvPr/>
          </p:nvSpPr>
          <p:spPr>
            <a:xfrm>
              <a:off x="-59287350" y="2456200"/>
              <a:ext cx="83500" cy="21275"/>
            </a:xfrm>
            <a:custGeom>
              <a:avLst/>
              <a:gdLst/>
              <a:ahLst/>
              <a:cxnLst/>
              <a:rect l="l" t="t" r="r" b="b"/>
              <a:pathLst>
                <a:path w="3340" h="851" extrusionOk="0">
                  <a:moveTo>
                    <a:pt x="410" y="0"/>
                  </a:moveTo>
                  <a:cubicBezTo>
                    <a:pt x="189" y="0"/>
                    <a:pt x="0" y="221"/>
                    <a:pt x="0" y="441"/>
                  </a:cubicBezTo>
                  <a:cubicBezTo>
                    <a:pt x="0" y="693"/>
                    <a:pt x="189" y="851"/>
                    <a:pt x="410" y="851"/>
                  </a:cubicBezTo>
                  <a:lnTo>
                    <a:pt x="2899" y="851"/>
                  </a:lnTo>
                  <a:cubicBezTo>
                    <a:pt x="3151" y="851"/>
                    <a:pt x="3308" y="630"/>
                    <a:pt x="3308" y="441"/>
                  </a:cubicBezTo>
                  <a:cubicBezTo>
                    <a:pt x="3340" y="221"/>
                    <a:pt x="3151" y="0"/>
                    <a:pt x="289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72" name="Google Shape;7123;p65">
              <a:extLst>
                <a:ext uri="{FF2B5EF4-FFF2-40B4-BE49-F238E27FC236}">
                  <a16:creationId xmlns:a16="http://schemas.microsoft.com/office/drawing/2014/main" id="{5B1E74CE-B7A1-38C7-626F-1262D5936040}"/>
                </a:ext>
              </a:extLst>
            </p:cNvPr>
            <p:cNvSpPr/>
            <p:nvPr/>
          </p:nvSpPr>
          <p:spPr>
            <a:xfrm>
              <a:off x="-59287350" y="2497950"/>
              <a:ext cx="83500" cy="21275"/>
            </a:xfrm>
            <a:custGeom>
              <a:avLst/>
              <a:gdLst/>
              <a:ahLst/>
              <a:cxnLst/>
              <a:rect l="l" t="t" r="r" b="b"/>
              <a:pathLst>
                <a:path w="3340" h="851" extrusionOk="0">
                  <a:moveTo>
                    <a:pt x="410" y="0"/>
                  </a:moveTo>
                  <a:cubicBezTo>
                    <a:pt x="189" y="0"/>
                    <a:pt x="0" y="189"/>
                    <a:pt x="0" y="441"/>
                  </a:cubicBezTo>
                  <a:cubicBezTo>
                    <a:pt x="0" y="662"/>
                    <a:pt x="189" y="851"/>
                    <a:pt x="410" y="851"/>
                  </a:cubicBezTo>
                  <a:lnTo>
                    <a:pt x="2899" y="851"/>
                  </a:lnTo>
                  <a:cubicBezTo>
                    <a:pt x="3151" y="851"/>
                    <a:pt x="3308" y="662"/>
                    <a:pt x="3308" y="441"/>
                  </a:cubicBezTo>
                  <a:cubicBezTo>
                    <a:pt x="3340" y="189"/>
                    <a:pt x="3151" y="0"/>
                    <a:pt x="289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73" name="Google Shape;7124;p65">
              <a:extLst>
                <a:ext uri="{FF2B5EF4-FFF2-40B4-BE49-F238E27FC236}">
                  <a16:creationId xmlns:a16="http://schemas.microsoft.com/office/drawing/2014/main" id="{39B788A3-3615-8EA9-7986-53B6AE870880}"/>
                </a:ext>
              </a:extLst>
            </p:cNvPr>
            <p:cNvSpPr/>
            <p:nvPr/>
          </p:nvSpPr>
          <p:spPr>
            <a:xfrm>
              <a:off x="-59287350" y="2538900"/>
              <a:ext cx="82700" cy="22075"/>
            </a:xfrm>
            <a:custGeom>
              <a:avLst/>
              <a:gdLst/>
              <a:ahLst/>
              <a:cxnLst/>
              <a:rect l="l" t="t" r="r" b="b"/>
              <a:pathLst>
                <a:path w="3308" h="883" extrusionOk="0">
                  <a:moveTo>
                    <a:pt x="410" y="0"/>
                  </a:moveTo>
                  <a:cubicBezTo>
                    <a:pt x="189" y="0"/>
                    <a:pt x="0" y="221"/>
                    <a:pt x="0" y="441"/>
                  </a:cubicBezTo>
                  <a:cubicBezTo>
                    <a:pt x="0" y="662"/>
                    <a:pt x="189" y="882"/>
                    <a:pt x="410" y="882"/>
                  </a:cubicBezTo>
                  <a:lnTo>
                    <a:pt x="2899" y="882"/>
                  </a:lnTo>
                  <a:cubicBezTo>
                    <a:pt x="3151" y="882"/>
                    <a:pt x="3308" y="662"/>
                    <a:pt x="3308" y="441"/>
                  </a:cubicBezTo>
                  <a:cubicBezTo>
                    <a:pt x="3308" y="221"/>
                    <a:pt x="3151" y="0"/>
                    <a:pt x="289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74" name="Google Shape;7125;p65">
              <a:extLst>
                <a:ext uri="{FF2B5EF4-FFF2-40B4-BE49-F238E27FC236}">
                  <a16:creationId xmlns:a16="http://schemas.microsoft.com/office/drawing/2014/main" id="{46D8F9EB-7222-8671-26DA-D4DE4A1830C3}"/>
                </a:ext>
              </a:extLst>
            </p:cNvPr>
            <p:cNvSpPr/>
            <p:nvPr/>
          </p:nvSpPr>
          <p:spPr>
            <a:xfrm>
              <a:off x="-59439375" y="2425425"/>
              <a:ext cx="125250" cy="134750"/>
            </a:xfrm>
            <a:custGeom>
              <a:avLst/>
              <a:gdLst/>
              <a:ahLst/>
              <a:cxnLst/>
              <a:rect l="l" t="t" r="r" b="b"/>
              <a:pathLst>
                <a:path w="5010" h="5390" extrusionOk="0">
                  <a:moveTo>
                    <a:pt x="2518" y="855"/>
                  </a:moveTo>
                  <a:cubicBezTo>
                    <a:pt x="2722" y="855"/>
                    <a:pt x="2928" y="925"/>
                    <a:pt x="3088" y="1074"/>
                  </a:cubicBezTo>
                  <a:cubicBezTo>
                    <a:pt x="3277" y="1294"/>
                    <a:pt x="3340" y="1609"/>
                    <a:pt x="3277" y="1924"/>
                  </a:cubicBezTo>
                  <a:cubicBezTo>
                    <a:pt x="3183" y="2176"/>
                    <a:pt x="2994" y="2428"/>
                    <a:pt x="2710" y="2460"/>
                  </a:cubicBezTo>
                  <a:cubicBezTo>
                    <a:pt x="2626" y="2485"/>
                    <a:pt x="2546" y="2497"/>
                    <a:pt x="2469" y="2497"/>
                  </a:cubicBezTo>
                  <a:cubicBezTo>
                    <a:pt x="2260" y="2497"/>
                    <a:pt x="2076" y="2409"/>
                    <a:pt x="1891" y="2271"/>
                  </a:cubicBezTo>
                  <a:cubicBezTo>
                    <a:pt x="1702" y="2019"/>
                    <a:pt x="1607" y="1704"/>
                    <a:pt x="1702" y="1452"/>
                  </a:cubicBezTo>
                  <a:cubicBezTo>
                    <a:pt x="1802" y="1070"/>
                    <a:pt x="2158" y="855"/>
                    <a:pt x="2518" y="855"/>
                  </a:cubicBezTo>
                  <a:close/>
                  <a:moveTo>
                    <a:pt x="2521" y="3342"/>
                  </a:moveTo>
                  <a:cubicBezTo>
                    <a:pt x="3309" y="3342"/>
                    <a:pt x="3939" y="3846"/>
                    <a:pt x="4159" y="4539"/>
                  </a:cubicBezTo>
                  <a:lnTo>
                    <a:pt x="914" y="4539"/>
                  </a:lnTo>
                  <a:cubicBezTo>
                    <a:pt x="1103" y="3846"/>
                    <a:pt x="1733" y="3342"/>
                    <a:pt x="2521" y="3342"/>
                  </a:cubicBezTo>
                  <a:close/>
                  <a:moveTo>
                    <a:pt x="2473" y="0"/>
                  </a:moveTo>
                  <a:cubicBezTo>
                    <a:pt x="1781" y="0"/>
                    <a:pt x="1110" y="436"/>
                    <a:pt x="914" y="1200"/>
                  </a:cubicBezTo>
                  <a:cubicBezTo>
                    <a:pt x="757" y="1798"/>
                    <a:pt x="914" y="2334"/>
                    <a:pt x="1292" y="2775"/>
                  </a:cubicBezTo>
                  <a:cubicBezTo>
                    <a:pt x="568" y="3216"/>
                    <a:pt x="1" y="4004"/>
                    <a:pt x="1" y="4949"/>
                  </a:cubicBezTo>
                  <a:cubicBezTo>
                    <a:pt x="1" y="5169"/>
                    <a:pt x="190" y="5390"/>
                    <a:pt x="410" y="5390"/>
                  </a:cubicBezTo>
                  <a:lnTo>
                    <a:pt x="4537" y="5390"/>
                  </a:lnTo>
                  <a:cubicBezTo>
                    <a:pt x="4758" y="5390"/>
                    <a:pt x="4978" y="5169"/>
                    <a:pt x="4978" y="4949"/>
                  </a:cubicBezTo>
                  <a:cubicBezTo>
                    <a:pt x="5010" y="4035"/>
                    <a:pt x="4506" y="3216"/>
                    <a:pt x="3718" y="2807"/>
                  </a:cubicBezTo>
                  <a:cubicBezTo>
                    <a:pt x="3907" y="2618"/>
                    <a:pt x="4033" y="2397"/>
                    <a:pt x="4096" y="2113"/>
                  </a:cubicBezTo>
                  <a:cubicBezTo>
                    <a:pt x="4254" y="1515"/>
                    <a:pt x="4096" y="916"/>
                    <a:pt x="3655" y="507"/>
                  </a:cubicBezTo>
                  <a:cubicBezTo>
                    <a:pt x="3322" y="161"/>
                    <a:pt x="2894" y="0"/>
                    <a:pt x="247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75" name="Google Shape;7126;p65">
              <a:extLst>
                <a:ext uri="{FF2B5EF4-FFF2-40B4-BE49-F238E27FC236}">
                  <a16:creationId xmlns:a16="http://schemas.microsoft.com/office/drawing/2014/main" id="{DA6EE81E-6104-0AD6-9287-90FDF5DF77C1}"/>
                </a:ext>
              </a:extLst>
            </p:cNvPr>
            <p:cNvSpPr/>
            <p:nvPr/>
          </p:nvSpPr>
          <p:spPr>
            <a:xfrm>
              <a:off x="-59327525" y="2325450"/>
              <a:ext cx="13400" cy="13425"/>
            </a:xfrm>
            <a:custGeom>
              <a:avLst/>
              <a:gdLst/>
              <a:ahLst/>
              <a:cxnLst/>
              <a:rect l="l" t="t" r="r" b="b"/>
              <a:pathLst>
                <a:path w="536" h="537" extrusionOk="0">
                  <a:moveTo>
                    <a:pt x="252" y="1"/>
                  </a:moveTo>
                  <a:cubicBezTo>
                    <a:pt x="95" y="1"/>
                    <a:pt x="0" y="127"/>
                    <a:pt x="0" y="284"/>
                  </a:cubicBezTo>
                  <a:cubicBezTo>
                    <a:pt x="0" y="442"/>
                    <a:pt x="95" y="536"/>
                    <a:pt x="252" y="536"/>
                  </a:cubicBezTo>
                  <a:cubicBezTo>
                    <a:pt x="410" y="536"/>
                    <a:pt x="536" y="442"/>
                    <a:pt x="536" y="284"/>
                  </a:cubicBezTo>
                  <a:cubicBezTo>
                    <a:pt x="536" y="127"/>
                    <a:pt x="410" y="1"/>
                    <a:pt x="25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76" name="Google Shape;7127;p65">
            <a:extLst>
              <a:ext uri="{FF2B5EF4-FFF2-40B4-BE49-F238E27FC236}">
                <a16:creationId xmlns:a16="http://schemas.microsoft.com/office/drawing/2014/main" id="{9EEAB6E0-AFA2-30E2-F8D9-39F2969D03CA}"/>
              </a:ext>
            </a:extLst>
          </p:cNvPr>
          <p:cNvGrpSpPr/>
          <p:nvPr/>
        </p:nvGrpSpPr>
        <p:grpSpPr>
          <a:xfrm>
            <a:off x="4334236" y="4177109"/>
            <a:ext cx="940987" cy="935899"/>
            <a:chOff x="-64401400" y="1914475"/>
            <a:chExt cx="319000" cy="317275"/>
          </a:xfrm>
          <a:solidFill>
            <a:srgbClr val="555559"/>
          </a:solidFill>
        </p:grpSpPr>
        <p:sp>
          <p:nvSpPr>
            <p:cNvPr id="77" name="Google Shape;7128;p65">
              <a:extLst>
                <a:ext uri="{FF2B5EF4-FFF2-40B4-BE49-F238E27FC236}">
                  <a16:creationId xmlns:a16="http://schemas.microsoft.com/office/drawing/2014/main" id="{C6301420-A91D-4F68-43CA-5978352DF48F}"/>
                </a:ext>
              </a:extLst>
            </p:cNvPr>
            <p:cNvSpPr/>
            <p:nvPr/>
          </p:nvSpPr>
          <p:spPr>
            <a:xfrm>
              <a:off x="-64401400" y="1914475"/>
              <a:ext cx="319000" cy="317275"/>
            </a:xfrm>
            <a:custGeom>
              <a:avLst/>
              <a:gdLst/>
              <a:ahLst/>
              <a:cxnLst/>
              <a:rect l="l" t="t" r="r" b="b"/>
              <a:pathLst>
                <a:path w="12760" h="12691" extrusionOk="0">
                  <a:moveTo>
                    <a:pt x="4726" y="1317"/>
                  </a:moveTo>
                  <a:lnTo>
                    <a:pt x="4726" y="2703"/>
                  </a:lnTo>
                  <a:cubicBezTo>
                    <a:pt x="4663" y="2735"/>
                    <a:pt x="4600" y="2829"/>
                    <a:pt x="4569" y="2861"/>
                  </a:cubicBezTo>
                  <a:lnTo>
                    <a:pt x="4065" y="3554"/>
                  </a:lnTo>
                  <a:cubicBezTo>
                    <a:pt x="3970" y="3176"/>
                    <a:pt x="3907" y="2703"/>
                    <a:pt x="3907" y="2388"/>
                  </a:cubicBezTo>
                  <a:cubicBezTo>
                    <a:pt x="3876" y="1947"/>
                    <a:pt x="3970" y="1632"/>
                    <a:pt x="4222" y="1475"/>
                  </a:cubicBezTo>
                  <a:cubicBezTo>
                    <a:pt x="4348" y="1349"/>
                    <a:pt x="4537" y="1317"/>
                    <a:pt x="4726" y="1317"/>
                  </a:cubicBezTo>
                  <a:close/>
                  <a:moveTo>
                    <a:pt x="7046" y="813"/>
                  </a:moveTo>
                  <a:cubicBezTo>
                    <a:pt x="7507" y="813"/>
                    <a:pt x="7937" y="916"/>
                    <a:pt x="8286" y="1128"/>
                  </a:cubicBezTo>
                  <a:cubicBezTo>
                    <a:pt x="8759" y="1412"/>
                    <a:pt x="8979" y="1821"/>
                    <a:pt x="8948" y="2420"/>
                  </a:cubicBezTo>
                  <a:cubicBezTo>
                    <a:pt x="8948" y="2703"/>
                    <a:pt x="8853" y="3113"/>
                    <a:pt x="8790" y="3554"/>
                  </a:cubicBezTo>
                  <a:lnTo>
                    <a:pt x="8286" y="2861"/>
                  </a:lnTo>
                  <a:cubicBezTo>
                    <a:pt x="8066" y="2609"/>
                    <a:pt x="7814" y="2451"/>
                    <a:pt x="7499" y="2451"/>
                  </a:cubicBezTo>
                  <a:lnTo>
                    <a:pt x="5514" y="2451"/>
                  </a:lnTo>
                  <a:lnTo>
                    <a:pt x="5514" y="1160"/>
                  </a:lnTo>
                  <a:cubicBezTo>
                    <a:pt x="6020" y="931"/>
                    <a:pt x="6551" y="813"/>
                    <a:pt x="7046" y="813"/>
                  </a:cubicBezTo>
                  <a:close/>
                  <a:moveTo>
                    <a:pt x="7530" y="3334"/>
                  </a:moveTo>
                  <a:cubicBezTo>
                    <a:pt x="7562" y="3334"/>
                    <a:pt x="7593" y="3365"/>
                    <a:pt x="7656" y="3365"/>
                  </a:cubicBezTo>
                  <a:lnTo>
                    <a:pt x="8601" y="4657"/>
                  </a:lnTo>
                  <a:cubicBezTo>
                    <a:pt x="8444" y="5917"/>
                    <a:pt x="7688" y="7177"/>
                    <a:pt x="6427" y="7177"/>
                  </a:cubicBezTo>
                  <a:cubicBezTo>
                    <a:pt x="5167" y="7177"/>
                    <a:pt x="4411" y="5980"/>
                    <a:pt x="4254" y="4657"/>
                  </a:cubicBezTo>
                  <a:lnTo>
                    <a:pt x="5199" y="3365"/>
                  </a:lnTo>
                  <a:cubicBezTo>
                    <a:pt x="5230" y="3334"/>
                    <a:pt x="5293" y="3334"/>
                    <a:pt x="5325" y="3334"/>
                  </a:cubicBezTo>
                  <a:close/>
                  <a:moveTo>
                    <a:pt x="5199" y="7681"/>
                  </a:moveTo>
                  <a:cubicBezTo>
                    <a:pt x="5608" y="7902"/>
                    <a:pt x="5986" y="8028"/>
                    <a:pt x="6427" y="8028"/>
                  </a:cubicBezTo>
                  <a:cubicBezTo>
                    <a:pt x="6869" y="8028"/>
                    <a:pt x="7310" y="7902"/>
                    <a:pt x="7688" y="7713"/>
                  </a:cubicBezTo>
                  <a:lnTo>
                    <a:pt x="7688" y="7807"/>
                  </a:lnTo>
                  <a:cubicBezTo>
                    <a:pt x="7688" y="8028"/>
                    <a:pt x="7719" y="8185"/>
                    <a:pt x="7814" y="8343"/>
                  </a:cubicBezTo>
                  <a:lnTo>
                    <a:pt x="6427" y="9634"/>
                  </a:lnTo>
                  <a:lnTo>
                    <a:pt x="5073" y="8280"/>
                  </a:lnTo>
                  <a:cubicBezTo>
                    <a:pt x="5167" y="8122"/>
                    <a:pt x="5199" y="7965"/>
                    <a:pt x="5199" y="7776"/>
                  </a:cubicBezTo>
                  <a:lnTo>
                    <a:pt x="5199" y="7681"/>
                  </a:lnTo>
                  <a:close/>
                  <a:moveTo>
                    <a:pt x="4537" y="8878"/>
                  </a:moveTo>
                  <a:lnTo>
                    <a:pt x="5829" y="10170"/>
                  </a:lnTo>
                  <a:lnTo>
                    <a:pt x="5230" y="10769"/>
                  </a:lnTo>
                  <a:lnTo>
                    <a:pt x="4065" y="9036"/>
                  </a:lnTo>
                  <a:cubicBezTo>
                    <a:pt x="4222" y="9036"/>
                    <a:pt x="4380" y="9004"/>
                    <a:pt x="4537" y="8878"/>
                  </a:cubicBezTo>
                  <a:close/>
                  <a:moveTo>
                    <a:pt x="8318" y="8878"/>
                  </a:moveTo>
                  <a:cubicBezTo>
                    <a:pt x="8475" y="8973"/>
                    <a:pt x="8633" y="9036"/>
                    <a:pt x="8790" y="9036"/>
                  </a:cubicBezTo>
                  <a:lnTo>
                    <a:pt x="7593" y="10769"/>
                  </a:lnTo>
                  <a:lnTo>
                    <a:pt x="7026" y="10170"/>
                  </a:lnTo>
                  <a:lnTo>
                    <a:pt x="8318" y="8878"/>
                  </a:lnTo>
                  <a:close/>
                  <a:moveTo>
                    <a:pt x="10460" y="9067"/>
                  </a:moveTo>
                  <a:cubicBezTo>
                    <a:pt x="11279" y="9067"/>
                    <a:pt x="11941" y="9760"/>
                    <a:pt x="11941" y="10580"/>
                  </a:cubicBezTo>
                  <a:lnTo>
                    <a:pt x="11941" y="11840"/>
                  </a:lnTo>
                  <a:lnTo>
                    <a:pt x="7814" y="11840"/>
                  </a:lnTo>
                  <a:cubicBezTo>
                    <a:pt x="7908" y="11808"/>
                    <a:pt x="8003" y="11745"/>
                    <a:pt x="8034" y="11682"/>
                  </a:cubicBezTo>
                  <a:lnTo>
                    <a:pt x="9798" y="9067"/>
                  </a:lnTo>
                  <a:close/>
                  <a:moveTo>
                    <a:pt x="3088" y="9067"/>
                  </a:moveTo>
                  <a:lnTo>
                    <a:pt x="4852" y="11651"/>
                  </a:lnTo>
                  <a:cubicBezTo>
                    <a:pt x="4915" y="11745"/>
                    <a:pt x="5041" y="11808"/>
                    <a:pt x="5167" y="11840"/>
                  </a:cubicBezTo>
                  <a:lnTo>
                    <a:pt x="5199" y="11840"/>
                  </a:lnTo>
                  <a:cubicBezTo>
                    <a:pt x="5325" y="11840"/>
                    <a:pt x="5419" y="11808"/>
                    <a:pt x="5482" y="11714"/>
                  </a:cubicBezTo>
                  <a:lnTo>
                    <a:pt x="6427" y="10769"/>
                  </a:lnTo>
                  <a:lnTo>
                    <a:pt x="7404" y="11745"/>
                  </a:lnTo>
                  <a:cubicBezTo>
                    <a:pt x="7436" y="11777"/>
                    <a:pt x="7530" y="11840"/>
                    <a:pt x="7593" y="11871"/>
                  </a:cubicBezTo>
                  <a:lnTo>
                    <a:pt x="914" y="11871"/>
                  </a:lnTo>
                  <a:lnTo>
                    <a:pt x="914" y="11840"/>
                  </a:lnTo>
                  <a:lnTo>
                    <a:pt x="914" y="10580"/>
                  </a:lnTo>
                  <a:cubicBezTo>
                    <a:pt x="914" y="9760"/>
                    <a:pt x="1576" y="9067"/>
                    <a:pt x="2395" y="9067"/>
                  </a:cubicBezTo>
                  <a:close/>
                  <a:moveTo>
                    <a:pt x="7043" y="1"/>
                  </a:moveTo>
                  <a:cubicBezTo>
                    <a:pt x="6380" y="1"/>
                    <a:pt x="5673" y="166"/>
                    <a:pt x="5010" y="498"/>
                  </a:cubicBezTo>
                  <a:cubicBezTo>
                    <a:pt x="4898" y="477"/>
                    <a:pt x="4788" y="467"/>
                    <a:pt x="4680" y="467"/>
                  </a:cubicBezTo>
                  <a:cubicBezTo>
                    <a:pt x="4300" y="467"/>
                    <a:pt x="3942" y="592"/>
                    <a:pt x="3624" y="813"/>
                  </a:cubicBezTo>
                  <a:cubicBezTo>
                    <a:pt x="3308" y="1034"/>
                    <a:pt x="2962" y="1506"/>
                    <a:pt x="2962" y="2388"/>
                  </a:cubicBezTo>
                  <a:cubicBezTo>
                    <a:pt x="2962" y="3144"/>
                    <a:pt x="3277" y="4405"/>
                    <a:pt x="3340" y="4625"/>
                  </a:cubicBezTo>
                  <a:cubicBezTo>
                    <a:pt x="3466" y="5570"/>
                    <a:pt x="3781" y="6389"/>
                    <a:pt x="4285" y="6988"/>
                  </a:cubicBezTo>
                  <a:lnTo>
                    <a:pt x="4285" y="7744"/>
                  </a:lnTo>
                  <a:cubicBezTo>
                    <a:pt x="4285" y="8028"/>
                    <a:pt x="4065" y="8248"/>
                    <a:pt x="3781" y="8248"/>
                  </a:cubicBezTo>
                  <a:lnTo>
                    <a:pt x="2332" y="8248"/>
                  </a:lnTo>
                  <a:cubicBezTo>
                    <a:pt x="1072" y="8248"/>
                    <a:pt x="0" y="9288"/>
                    <a:pt x="0" y="10580"/>
                  </a:cubicBezTo>
                  <a:lnTo>
                    <a:pt x="0" y="12281"/>
                  </a:lnTo>
                  <a:cubicBezTo>
                    <a:pt x="0" y="12501"/>
                    <a:pt x="189" y="12690"/>
                    <a:pt x="410" y="12690"/>
                  </a:cubicBezTo>
                  <a:lnTo>
                    <a:pt x="12256" y="12690"/>
                  </a:lnTo>
                  <a:cubicBezTo>
                    <a:pt x="12508" y="12690"/>
                    <a:pt x="12697" y="12501"/>
                    <a:pt x="12697" y="12281"/>
                  </a:cubicBezTo>
                  <a:lnTo>
                    <a:pt x="12697" y="10580"/>
                  </a:lnTo>
                  <a:cubicBezTo>
                    <a:pt x="12760" y="9319"/>
                    <a:pt x="11689" y="8248"/>
                    <a:pt x="10429" y="8248"/>
                  </a:cubicBezTo>
                  <a:lnTo>
                    <a:pt x="8979" y="8248"/>
                  </a:lnTo>
                  <a:cubicBezTo>
                    <a:pt x="8696" y="8248"/>
                    <a:pt x="8475" y="8028"/>
                    <a:pt x="8475" y="7744"/>
                  </a:cubicBezTo>
                  <a:lnTo>
                    <a:pt x="8475" y="6957"/>
                  </a:lnTo>
                  <a:cubicBezTo>
                    <a:pt x="8979" y="6358"/>
                    <a:pt x="9294" y="5539"/>
                    <a:pt x="9389" y="4625"/>
                  </a:cubicBezTo>
                  <a:cubicBezTo>
                    <a:pt x="9546" y="4121"/>
                    <a:pt x="9735" y="3050"/>
                    <a:pt x="9767" y="2420"/>
                  </a:cubicBezTo>
                  <a:cubicBezTo>
                    <a:pt x="9767" y="1538"/>
                    <a:pt x="9420" y="845"/>
                    <a:pt x="8664" y="404"/>
                  </a:cubicBezTo>
                  <a:cubicBezTo>
                    <a:pt x="8202" y="135"/>
                    <a:pt x="7640" y="1"/>
                    <a:pt x="70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78" name="Google Shape;7129;p65">
              <a:extLst>
                <a:ext uri="{FF2B5EF4-FFF2-40B4-BE49-F238E27FC236}">
                  <a16:creationId xmlns:a16="http://schemas.microsoft.com/office/drawing/2014/main" id="{DACBC138-B4DE-41C5-576A-8709F30341C3}"/>
                </a:ext>
              </a:extLst>
            </p:cNvPr>
            <p:cNvSpPr/>
            <p:nvPr/>
          </p:nvSpPr>
          <p:spPr>
            <a:xfrm>
              <a:off x="-64172200" y="2175800"/>
              <a:ext cx="48850" cy="22075"/>
            </a:xfrm>
            <a:custGeom>
              <a:avLst/>
              <a:gdLst/>
              <a:ahLst/>
              <a:cxnLst/>
              <a:rect l="l" t="t" r="r" b="b"/>
              <a:pathLst>
                <a:path w="1954" h="883" extrusionOk="0">
                  <a:moveTo>
                    <a:pt x="410" y="1"/>
                  </a:moveTo>
                  <a:cubicBezTo>
                    <a:pt x="158" y="1"/>
                    <a:pt x="0" y="190"/>
                    <a:pt x="0" y="442"/>
                  </a:cubicBezTo>
                  <a:cubicBezTo>
                    <a:pt x="0" y="662"/>
                    <a:pt x="221" y="883"/>
                    <a:pt x="410" y="883"/>
                  </a:cubicBezTo>
                  <a:lnTo>
                    <a:pt x="1513" y="883"/>
                  </a:lnTo>
                  <a:cubicBezTo>
                    <a:pt x="1765" y="883"/>
                    <a:pt x="1891" y="662"/>
                    <a:pt x="1891" y="442"/>
                  </a:cubicBezTo>
                  <a:cubicBezTo>
                    <a:pt x="1954" y="190"/>
                    <a:pt x="1733" y="1"/>
                    <a:pt x="151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79" name="Google Shape;7130;p65">
              <a:extLst>
                <a:ext uri="{FF2B5EF4-FFF2-40B4-BE49-F238E27FC236}">
                  <a16:creationId xmlns:a16="http://schemas.microsoft.com/office/drawing/2014/main" id="{32315427-9572-E328-A58E-0F0AE82017ED}"/>
                </a:ext>
              </a:extLst>
            </p:cNvPr>
            <p:cNvSpPr/>
            <p:nvPr/>
          </p:nvSpPr>
          <p:spPr>
            <a:xfrm>
              <a:off x="-64212375" y="2210450"/>
              <a:ext cx="5525" cy="25"/>
            </a:xfrm>
            <a:custGeom>
              <a:avLst/>
              <a:gdLst/>
              <a:ahLst/>
              <a:cxnLst/>
              <a:rect l="l" t="t" r="r" b="b"/>
              <a:pathLst>
                <a:path w="221" h="1" extrusionOk="0">
                  <a:moveTo>
                    <a:pt x="1" y="1"/>
                  </a:moveTo>
                  <a:lnTo>
                    <a:pt x="221" y="1"/>
                  </a:lnTo>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80" name="Google Shape;7131;p65">
            <a:extLst>
              <a:ext uri="{FF2B5EF4-FFF2-40B4-BE49-F238E27FC236}">
                <a16:creationId xmlns:a16="http://schemas.microsoft.com/office/drawing/2014/main" id="{CD08839E-8E81-49F5-C6FD-532277C766B8}"/>
              </a:ext>
            </a:extLst>
          </p:cNvPr>
          <p:cNvGrpSpPr/>
          <p:nvPr/>
        </p:nvGrpSpPr>
        <p:grpSpPr>
          <a:xfrm>
            <a:off x="4499203" y="5263523"/>
            <a:ext cx="611053" cy="932139"/>
            <a:chOff x="-64343900" y="2282125"/>
            <a:chExt cx="207150" cy="316000"/>
          </a:xfrm>
          <a:solidFill>
            <a:srgbClr val="555559"/>
          </a:solidFill>
        </p:grpSpPr>
        <p:sp>
          <p:nvSpPr>
            <p:cNvPr id="81" name="Google Shape;7132;p65">
              <a:extLst>
                <a:ext uri="{FF2B5EF4-FFF2-40B4-BE49-F238E27FC236}">
                  <a16:creationId xmlns:a16="http://schemas.microsoft.com/office/drawing/2014/main" id="{6EEF0D74-B79E-26E2-71D4-61EC0A4CB877}"/>
                </a:ext>
              </a:extLst>
            </p:cNvPr>
            <p:cNvSpPr/>
            <p:nvPr/>
          </p:nvSpPr>
          <p:spPr>
            <a:xfrm>
              <a:off x="-64270650" y="2310475"/>
              <a:ext cx="61450" cy="147325"/>
            </a:xfrm>
            <a:custGeom>
              <a:avLst/>
              <a:gdLst/>
              <a:ahLst/>
              <a:cxnLst/>
              <a:rect l="l" t="t" r="r" b="b"/>
              <a:pathLst>
                <a:path w="2458" h="5893" extrusionOk="0">
                  <a:moveTo>
                    <a:pt x="1229" y="1"/>
                  </a:moveTo>
                  <a:cubicBezTo>
                    <a:pt x="1008" y="1"/>
                    <a:pt x="851" y="221"/>
                    <a:pt x="851" y="442"/>
                  </a:cubicBezTo>
                  <a:lnTo>
                    <a:pt x="851" y="726"/>
                  </a:lnTo>
                  <a:cubicBezTo>
                    <a:pt x="378" y="883"/>
                    <a:pt x="0" y="1356"/>
                    <a:pt x="0" y="1891"/>
                  </a:cubicBezTo>
                  <a:cubicBezTo>
                    <a:pt x="0" y="2584"/>
                    <a:pt x="567" y="2962"/>
                    <a:pt x="1008" y="3277"/>
                  </a:cubicBezTo>
                  <a:cubicBezTo>
                    <a:pt x="1323" y="3529"/>
                    <a:pt x="1670" y="3750"/>
                    <a:pt x="1670" y="4002"/>
                  </a:cubicBezTo>
                  <a:cubicBezTo>
                    <a:pt x="1670" y="4223"/>
                    <a:pt x="1481" y="4412"/>
                    <a:pt x="1229" y="4412"/>
                  </a:cubicBezTo>
                  <a:cubicBezTo>
                    <a:pt x="1008" y="4412"/>
                    <a:pt x="851" y="4223"/>
                    <a:pt x="851" y="4002"/>
                  </a:cubicBezTo>
                  <a:cubicBezTo>
                    <a:pt x="851" y="3750"/>
                    <a:pt x="630" y="3592"/>
                    <a:pt x="441" y="3592"/>
                  </a:cubicBezTo>
                  <a:cubicBezTo>
                    <a:pt x="221" y="3592"/>
                    <a:pt x="0" y="3781"/>
                    <a:pt x="0" y="4002"/>
                  </a:cubicBezTo>
                  <a:cubicBezTo>
                    <a:pt x="0" y="4538"/>
                    <a:pt x="378" y="4979"/>
                    <a:pt x="851" y="5168"/>
                  </a:cubicBezTo>
                  <a:lnTo>
                    <a:pt x="851" y="5451"/>
                  </a:lnTo>
                  <a:cubicBezTo>
                    <a:pt x="851" y="5672"/>
                    <a:pt x="1040" y="5892"/>
                    <a:pt x="1229" y="5892"/>
                  </a:cubicBezTo>
                  <a:cubicBezTo>
                    <a:pt x="1481" y="5829"/>
                    <a:pt x="1639" y="5640"/>
                    <a:pt x="1639" y="5451"/>
                  </a:cubicBezTo>
                  <a:lnTo>
                    <a:pt x="1639" y="5168"/>
                  </a:lnTo>
                  <a:cubicBezTo>
                    <a:pt x="2111" y="5010"/>
                    <a:pt x="2458" y="4538"/>
                    <a:pt x="2458" y="4002"/>
                  </a:cubicBezTo>
                  <a:cubicBezTo>
                    <a:pt x="2458" y="3309"/>
                    <a:pt x="1891" y="2931"/>
                    <a:pt x="1481" y="2616"/>
                  </a:cubicBezTo>
                  <a:cubicBezTo>
                    <a:pt x="1166" y="2364"/>
                    <a:pt x="788" y="2143"/>
                    <a:pt x="788" y="1891"/>
                  </a:cubicBezTo>
                  <a:cubicBezTo>
                    <a:pt x="788" y="1671"/>
                    <a:pt x="1008" y="1513"/>
                    <a:pt x="1197" y="1513"/>
                  </a:cubicBezTo>
                  <a:cubicBezTo>
                    <a:pt x="1418" y="1513"/>
                    <a:pt x="1639" y="1702"/>
                    <a:pt x="1639" y="1891"/>
                  </a:cubicBezTo>
                  <a:cubicBezTo>
                    <a:pt x="1639" y="2143"/>
                    <a:pt x="1828" y="2332"/>
                    <a:pt x="2017" y="2332"/>
                  </a:cubicBezTo>
                  <a:cubicBezTo>
                    <a:pt x="2269" y="2332"/>
                    <a:pt x="2458" y="2143"/>
                    <a:pt x="2458" y="1891"/>
                  </a:cubicBezTo>
                  <a:cubicBezTo>
                    <a:pt x="2458" y="1356"/>
                    <a:pt x="2111" y="915"/>
                    <a:pt x="1639" y="726"/>
                  </a:cubicBezTo>
                  <a:lnTo>
                    <a:pt x="1639" y="442"/>
                  </a:lnTo>
                  <a:cubicBezTo>
                    <a:pt x="1639" y="221"/>
                    <a:pt x="1418" y="1"/>
                    <a:pt x="122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82" name="Google Shape;7133;p65">
              <a:extLst>
                <a:ext uri="{FF2B5EF4-FFF2-40B4-BE49-F238E27FC236}">
                  <a16:creationId xmlns:a16="http://schemas.microsoft.com/office/drawing/2014/main" id="{1DDED84B-8E83-807F-B06C-80B80F021953}"/>
                </a:ext>
              </a:extLst>
            </p:cNvPr>
            <p:cNvSpPr/>
            <p:nvPr/>
          </p:nvSpPr>
          <p:spPr>
            <a:xfrm>
              <a:off x="-64343900" y="2282125"/>
              <a:ext cx="207150" cy="316000"/>
            </a:xfrm>
            <a:custGeom>
              <a:avLst/>
              <a:gdLst/>
              <a:ahLst/>
              <a:cxnLst/>
              <a:rect l="l" t="t" r="r" b="b"/>
              <a:pathLst>
                <a:path w="8286" h="12640" extrusionOk="0">
                  <a:moveTo>
                    <a:pt x="4159" y="788"/>
                  </a:moveTo>
                  <a:cubicBezTo>
                    <a:pt x="5986" y="788"/>
                    <a:pt x="7467" y="2301"/>
                    <a:pt x="7467" y="4096"/>
                  </a:cubicBezTo>
                  <a:cubicBezTo>
                    <a:pt x="7467" y="5924"/>
                    <a:pt x="5986" y="7404"/>
                    <a:pt x="4159" y="7404"/>
                  </a:cubicBezTo>
                  <a:cubicBezTo>
                    <a:pt x="2300" y="7404"/>
                    <a:pt x="851" y="5924"/>
                    <a:pt x="851" y="4096"/>
                  </a:cubicBezTo>
                  <a:cubicBezTo>
                    <a:pt x="851" y="2301"/>
                    <a:pt x="2363" y="788"/>
                    <a:pt x="4159" y="788"/>
                  </a:cubicBezTo>
                  <a:close/>
                  <a:moveTo>
                    <a:pt x="851" y="8917"/>
                  </a:moveTo>
                  <a:cubicBezTo>
                    <a:pt x="1513" y="8980"/>
                    <a:pt x="2206" y="9295"/>
                    <a:pt x="2773" y="9862"/>
                  </a:cubicBezTo>
                  <a:cubicBezTo>
                    <a:pt x="3340" y="10429"/>
                    <a:pt x="3655" y="11122"/>
                    <a:pt x="3718" y="11784"/>
                  </a:cubicBezTo>
                  <a:cubicBezTo>
                    <a:pt x="3056" y="11689"/>
                    <a:pt x="2395" y="11374"/>
                    <a:pt x="1796" y="10838"/>
                  </a:cubicBezTo>
                  <a:cubicBezTo>
                    <a:pt x="1261" y="10271"/>
                    <a:pt x="945" y="9578"/>
                    <a:pt x="851" y="8917"/>
                  </a:cubicBezTo>
                  <a:close/>
                  <a:moveTo>
                    <a:pt x="7467" y="8917"/>
                  </a:moveTo>
                  <a:lnTo>
                    <a:pt x="7467" y="8917"/>
                  </a:lnTo>
                  <a:cubicBezTo>
                    <a:pt x="7404" y="9578"/>
                    <a:pt x="7089" y="10240"/>
                    <a:pt x="6522" y="10838"/>
                  </a:cubicBezTo>
                  <a:cubicBezTo>
                    <a:pt x="5923" y="11374"/>
                    <a:pt x="5262" y="11689"/>
                    <a:pt x="4600" y="11784"/>
                  </a:cubicBezTo>
                  <a:cubicBezTo>
                    <a:pt x="4663" y="11122"/>
                    <a:pt x="4947" y="10429"/>
                    <a:pt x="5545" y="9862"/>
                  </a:cubicBezTo>
                  <a:cubicBezTo>
                    <a:pt x="6081" y="9295"/>
                    <a:pt x="6805" y="8980"/>
                    <a:pt x="7467" y="8917"/>
                  </a:cubicBezTo>
                  <a:close/>
                  <a:moveTo>
                    <a:pt x="4159" y="1"/>
                  </a:moveTo>
                  <a:cubicBezTo>
                    <a:pt x="1891" y="1"/>
                    <a:pt x="32" y="1860"/>
                    <a:pt x="32" y="4128"/>
                  </a:cubicBezTo>
                  <a:cubicBezTo>
                    <a:pt x="32" y="6270"/>
                    <a:pt x="1670" y="8034"/>
                    <a:pt x="3781" y="8223"/>
                  </a:cubicBezTo>
                  <a:lnTo>
                    <a:pt x="3781" y="9736"/>
                  </a:lnTo>
                  <a:cubicBezTo>
                    <a:pt x="3623" y="9578"/>
                    <a:pt x="3497" y="9421"/>
                    <a:pt x="3371" y="9295"/>
                  </a:cubicBezTo>
                  <a:cubicBezTo>
                    <a:pt x="2584" y="8507"/>
                    <a:pt x="1576" y="8066"/>
                    <a:pt x="410" y="8066"/>
                  </a:cubicBezTo>
                  <a:cubicBezTo>
                    <a:pt x="189" y="8066"/>
                    <a:pt x="32" y="8287"/>
                    <a:pt x="32" y="8476"/>
                  </a:cubicBezTo>
                  <a:cubicBezTo>
                    <a:pt x="0" y="9578"/>
                    <a:pt x="410" y="10649"/>
                    <a:pt x="1261" y="11437"/>
                  </a:cubicBezTo>
                  <a:cubicBezTo>
                    <a:pt x="2048" y="12225"/>
                    <a:pt x="3056" y="12634"/>
                    <a:pt x="4096" y="12634"/>
                  </a:cubicBezTo>
                  <a:lnTo>
                    <a:pt x="4159" y="12634"/>
                  </a:lnTo>
                  <a:cubicBezTo>
                    <a:pt x="4225" y="12638"/>
                    <a:pt x="4290" y="12640"/>
                    <a:pt x="4355" y="12640"/>
                  </a:cubicBezTo>
                  <a:cubicBezTo>
                    <a:pt x="5385" y="12640"/>
                    <a:pt x="6348" y="12178"/>
                    <a:pt x="7089" y="11437"/>
                  </a:cubicBezTo>
                  <a:cubicBezTo>
                    <a:pt x="7877" y="10649"/>
                    <a:pt x="8286" y="9610"/>
                    <a:pt x="8286" y="8476"/>
                  </a:cubicBezTo>
                  <a:cubicBezTo>
                    <a:pt x="8286" y="8223"/>
                    <a:pt x="8097" y="8066"/>
                    <a:pt x="7908" y="8066"/>
                  </a:cubicBezTo>
                  <a:cubicBezTo>
                    <a:pt x="7872" y="8065"/>
                    <a:pt x="7837" y="8064"/>
                    <a:pt x="7801" y="8064"/>
                  </a:cubicBezTo>
                  <a:cubicBezTo>
                    <a:pt x="6709" y="8064"/>
                    <a:pt x="5709" y="8532"/>
                    <a:pt x="4947" y="9295"/>
                  </a:cubicBezTo>
                  <a:cubicBezTo>
                    <a:pt x="4821" y="9452"/>
                    <a:pt x="4663" y="9578"/>
                    <a:pt x="4569" y="9736"/>
                  </a:cubicBezTo>
                  <a:lnTo>
                    <a:pt x="4569" y="8223"/>
                  </a:lnTo>
                  <a:cubicBezTo>
                    <a:pt x="6648" y="8034"/>
                    <a:pt x="8286" y="6270"/>
                    <a:pt x="8286" y="4128"/>
                  </a:cubicBezTo>
                  <a:cubicBezTo>
                    <a:pt x="8286" y="1860"/>
                    <a:pt x="6459" y="1"/>
                    <a:pt x="415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sp>
        <p:nvSpPr>
          <p:cNvPr id="83" name="Google Shape;7134;p65">
            <a:extLst>
              <a:ext uri="{FF2B5EF4-FFF2-40B4-BE49-F238E27FC236}">
                <a16:creationId xmlns:a16="http://schemas.microsoft.com/office/drawing/2014/main" id="{62577C49-F499-3C14-646D-4E79A887ABE0}"/>
              </a:ext>
            </a:extLst>
          </p:cNvPr>
          <p:cNvSpPr/>
          <p:nvPr/>
        </p:nvSpPr>
        <p:spPr>
          <a:xfrm>
            <a:off x="4331203" y="6338466"/>
            <a:ext cx="936341" cy="943348"/>
          </a:xfrm>
          <a:custGeom>
            <a:avLst/>
            <a:gdLst/>
            <a:ahLst/>
            <a:cxnLst/>
            <a:rect l="l" t="t" r="r" b="b"/>
            <a:pathLst>
              <a:path w="12697" h="12792" extrusionOk="0">
                <a:moveTo>
                  <a:pt x="7310" y="3435"/>
                </a:moveTo>
                <a:cubicBezTo>
                  <a:pt x="7404" y="3435"/>
                  <a:pt x="7467" y="3498"/>
                  <a:pt x="7436" y="3624"/>
                </a:cubicBezTo>
                <a:cubicBezTo>
                  <a:pt x="7310" y="3939"/>
                  <a:pt x="7247" y="4223"/>
                  <a:pt x="7215" y="4538"/>
                </a:cubicBezTo>
                <a:lnTo>
                  <a:pt x="5419" y="4538"/>
                </a:lnTo>
                <a:cubicBezTo>
                  <a:pt x="5388" y="4223"/>
                  <a:pt x="5293" y="3908"/>
                  <a:pt x="5199" y="3624"/>
                </a:cubicBezTo>
                <a:cubicBezTo>
                  <a:pt x="5167" y="3498"/>
                  <a:pt x="5230" y="3435"/>
                  <a:pt x="5325" y="3435"/>
                </a:cubicBezTo>
                <a:close/>
                <a:moveTo>
                  <a:pt x="7121" y="5357"/>
                </a:moveTo>
                <a:cubicBezTo>
                  <a:pt x="7089" y="6428"/>
                  <a:pt x="7310" y="7436"/>
                  <a:pt x="7845" y="8381"/>
                </a:cubicBezTo>
                <a:lnTo>
                  <a:pt x="8003" y="8665"/>
                </a:lnTo>
                <a:lnTo>
                  <a:pt x="4726" y="8665"/>
                </a:lnTo>
                <a:lnTo>
                  <a:pt x="4852" y="8381"/>
                </a:lnTo>
                <a:cubicBezTo>
                  <a:pt x="5356" y="7436"/>
                  <a:pt x="5577" y="6396"/>
                  <a:pt x="5545" y="5357"/>
                </a:cubicBezTo>
                <a:close/>
                <a:moveTo>
                  <a:pt x="8381" y="9484"/>
                </a:moveTo>
                <a:cubicBezTo>
                  <a:pt x="8633" y="9484"/>
                  <a:pt x="8790" y="9704"/>
                  <a:pt x="8790" y="9925"/>
                </a:cubicBezTo>
                <a:lnTo>
                  <a:pt x="8790" y="10335"/>
                </a:lnTo>
                <a:lnTo>
                  <a:pt x="3813" y="10335"/>
                </a:lnTo>
                <a:lnTo>
                  <a:pt x="3813" y="9925"/>
                </a:lnTo>
                <a:lnTo>
                  <a:pt x="3844" y="9925"/>
                </a:lnTo>
                <a:cubicBezTo>
                  <a:pt x="3844" y="9704"/>
                  <a:pt x="4065" y="9484"/>
                  <a:pt x="4254" y="9484"/>
                </a:cubicBezTo>
                <a:close/>
                <a:moveTo>
                  <a:pt x="9200" y="11154"/>
                </a:moveTo>
                <a:cubicBezTo>
                  <a:pt x="9452" y="11154"/>
                  <a:pt x="9609" y="11343"/>
                  <a:pt x="9609" y="11595"/>
                </a:cubicBezTo>
                <a:lnTo>
                  <a:pt x="9609" y="12004"/>
                </a:lnTo>
                <a:lnTo>
                  <a:pt x="2993" y="12004"/>
                </a:lnTo>
                <a:lnTo>
                  <a:pt x="2993" y="11595"/>
                </a:lnTo>
                <a:lnTo>
                  <a:pt x="3025" y="11595"/>
                </a:lnTo>
                <a:cubicBezTo>
                  <a:pt x="3025" y="11343"/>
                  <a:pt x="3214" y="11154"/>
                  <a:pt x="3435" y="11154"/>
                </a:cubicBezTo>
                <a:close/>
                <a:moveTo>
                  <a:pt x="6333" y="1"/>
                </a:moveTo>
                <a:cubicBezTo>
                  <a:pt x="6144" y="1"/>
                  <a:pt x="5955" y="190"/>
                  <a:pt x="5955" y="442"/>
                </a:cubicBezTo>
                <a:lnTo>
                  <a:pt x="5955" y="883"/>
                </a:lnTo>
                <a:lnTo>
                  <a:pt x="5514" y="883"/>
                </a:lnTo>
                <a:cubicBezTo>
                  <a:pt x="5262" y="883"/>
                  <a:pt x="5104" y="1072"/>
                  <a:pt x="5104" y="1261"/>
                </a:cubicBezTo>
                <a:cubicBezTo>
                  <a:pt x="5104" y="1513"/>
                  <a:pt x="5325" y="1702"/>
                  <a:pt x="5514" y="1702"/>
                </a:cubicBezTo>
                <a:lnTo>
                  <a:pt x="5955" y="1702"/>
                </a:lnTo>
                <a:lnTo>
                  <a:pt x="5955" y="2521"/>
                </a:lnTo>
                <a:lnTo>
                  <a:pt x="5356" y="2521"/>
                </a:lnTo>
                <a:cubicBezTo>
                  <a:pt x="4695" y="2521"/>
                  <a:pt x="4222" y="3183"/>
                  <a:pt x="4443" y="3813"/>
                </a:cubicBezTo>
                <a:cubicBezTo>
                  <a:pt x="4537" y="4034"/>
                  <a:pt x="4569" y="4254"/>
                  <a:pt x="4632" y="4443"/>
                </a:cubicBezTo>
                <a:lnTo>
                  <a:pt x="4285" y="4443"/>
                </a:lnTo>
                <a:cubicBezTo>
                  <a:pt x="4065" y="4443"/>
                  <a:pt x="3907" y="4664"/>
                  <a:pt x="3907" y="4884"/>
                </a:cubicBezTo>
                <a:cubicBezTo>
                  <a:pt x="3907" y="5136"/>
                  <a:pt x="4096" y="5325"/>
                  <a:pt x="4285" y="5325"/>
                </a:cubicBezTo>
                <a:lnTo>
                  <a:pt x="4726" y="5325"/>
                </a:lnTo>
                <a:cubicBezTo>
                  <a:pt x="4821" y="6901"/>
                  <a:pt x="4191" y="7846"/>
                  <a:pt x="3718" y="8791"/>
                </a:cubicBezTo>
                <a:cubicBezTo>
                  <a:pt x="3308" y="8980"/>
                  <a:pt x="3025" y="9421"/>
                  <a:pt x="3025" y="9893"/>
                </a:cubicBezTo>
                <a:lnTo>
                  <a:pt x="3025" y="10366"/>
                </a:lnTo>
                <a:cubicBezTo>
                  <a:pt x="2552" y="10524"/>
                  <a:pt x="2206" y="10996"/>
                  <a:pt x="2206" y="11532"/>
                </a:cubicBezTo>
                <a:lnTo>
                  <a:pt x="2206" y="11973"/>
                </a:lnTo>
                <a:lnTo>
                  <a:pt x="442" y="11973"/>
                </a:lnTo>
                <a:cubicBezTo>
                  <a:pt x="189" y="11973"/>
                  <a:pt x="0" y="12162"/>
                  <a:pt x="0" y="12382"/>
                </a:cubicBezTo>
                <a:cubicBezTo>
                  <a:pt x="0" y="12603"/>
                  <a:pt x="158" y="12792"/>
                  <a:pt x="379" y="12792"/>
                </a:cubicBezTo>
                <a:lnTo>
                  <a:pt x="12256" y="12792"/>
                </a:lnTo>
                <a:cubicBezTo>
                  <a:pt x="12476" y="12792"/>
                  <a:pt x="12697" y="12603"/>
                  <a:pt x="12697" y="12382"/>
                </a:cubicBezTo>
                <a:cubicBezTo>
                  <a:pt x="12697" y="12130"/>
                  <a:pt x="12476" y="11973"/>
                  <a:pt x="12256" y="11973"/>
                </a:cubicBezTo>
                <a:lnTo>
                  <a:pt x="10460" y="11973"/>
                </a:lnTo>
                <a:lnTo>
                  <a:pt x="10460" y="11532"/>
                </a:lnTo>
                <a:cubicBezTo>
                  <a:pt x="10460" y="10996"/>
                  <a:pt x="10114" y="10555"/>
                  <a:pt x="9641" y="10366"/>
                </a:cubicBezTo>
                <a:lnTo>
                  <a:pt x="9641" y="9893"/>
                </a:lnTo>
                <a:cubicBezTo>
                  <a:pt x="9641" y="9421"/>
                  <a:pt x="9357" y="8980"/>
                  <a:pt x="8979" y="8791"/>
                </a:cubicBezTo>
                <a:cubicBezTo>
                  <a:pt x="8507" y="7877"/>
                  <a:pt x="7877" y="6932"/>
                  <a:pt x="7940" y="5325"/>
                </a:cubicBezTo>
                <a:lnTo>
                  <a:pt x="8381" y="5325"/>
                </a:lnTo>
                <a:cubicBezTo>
                  <a:pt x="8633" y="5325"/>
                  <a:pt x="8790" y="5136"/>
                  <a:pt x="8790" y="4884"/>
                </a:cubicBezTo>
                <a:cubicBezTo>
                  <a:pt x="8790" y="4664"/>
                  <a:pt x="8570" y="4443"/>
                  <a:pt x="8381" y="4443"/>
                </a:cubicBezTo>
                <a:lnTo>
                  <a:pt x="8034" y="4443"/>
                </a:lnTo>
                <a:cubicBezTo>
                  <a:pt x="8066" y="4254"/>
                  <a:pt x="8160" y="4034"/>
                  <a:pt x="8223" y="3813"/>
                </a:cubicBezTo>
                <a:cubicBezTo>
                  <a:pt x="8475" y="3183"/>
                  <a:pt x="8003" y="2521"/>
                  <a:pt x="7310" y="2521"/>
                </a:cubicBezTo>
                <a:lnTo>
                  <a:pt x="6743" y="2521"/>
                </a:lnTo>
                <a:lnTo>
                  <a:pt x="6743" y="1702"/>
                </a:lnTo>
                <a:lnTo>
                  <a:pt x="7184" y="1702"/>
                </a:lnTo>
                <a:cubicBezTo>
                  <a:pt x="7404" y="1702"/>
                  <a:pt x="7562" y="1513"/>
                  <a:pt x="7562" y="1261"/>
                </a:cubicBezTo>
                <a:cubicBezTo>
                  <a:pt x="7562" y="1041"/>
                  <a:pt x="7373" y="883"/>
                  <a:pt x="7184" y="883"/>
                </a:cubicBezTo>
                <a:lnTo>
                  <a:pt x="6743" y="883"/>
                </a:lnTo>
                <a:lnTo>
                  <a:pt x="6743" y="442"/>
                </a:lnTo>
                <a:cubicBezTo>
                  <a:pt x="6743" y="190"/>
                  <a:pt x="6522" y="1"/>
                  <a:pt x="6333"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nvGrpSpPr>
          <p:cNvPr id="84" name="Google Shape;7135;p65">
            <a:extLst>
              <a:ext uri="{FF2B5EF4-FFF2-40B4-BE49-F238E27FC236}">
                <a16:creationId xmlns:a16="http://schemas.microsoft.com/office/drawing/2014/main" id="{D38F531B-EC5F-3B9F-757F-4F7E00367F2D}"/>
              </a:ext>
            </a:extLst>
          </p:cNvPr>
          <p:cNvGrpSpPr/>
          <p:nvPr/>
        </p:nvGrpSpPr>
        <p:grpSpPr>
          <a:xfrm>
            <a:off x="10059753" y="4177771"/>
            <a:ext cx="813187" cy="934572"/>
            <a:chOff x="-62496925" y="1931475"/>
            <a:chExt cx="275675" cy="316825"/>
          </a:xfrm>
          <a:solidFill>
            <a:srgbClr val="555559"/>
          </a:solidFill>
        </p:grpSpPr>
        <p:sp>
          <p:nvSpPr>
            <p:cNvPr id="85" name="Google Shape;7136;p65">
              <a:extLst>
                <a:ext uri="{FF2B5EF4-FFF2-40B4-BE49-F238E27FC236}">
                  <a16:creationId xmlns:a16="http://schemas.microsoft.com/office/drawing/2014/main" id="{7CE4EFC8-4765-9749-0219-161931C97059}"/>
                </a:ext>
              </a:extLst>
            </p:cNvPr>
            <p:cNvSpPr/>
            <p:nvPr/>
          </p:nvSpPr>
          <p:spPr>
            <a:xfrm>
              <a:off x="-62496925" y="1931475"/>
              <a:ext cx="275675" cy="316825"/>
            </a:xfrm>
            <a:custGeom>
              <a:avLst/>
              <a:gdLst/>
              <a:ahLst/>
              <a:cxnLst/>
              <a:rect l="l" t="t" r="r" b="b"/>
              <a:pathLst>
                <a:path w="11027" h="12673" extrusionOk="0">
                  <a:moveTo>
                    <a:pt x="5514" y="1047"/>
                  </a:moveTo>
                  <a:cubicBezTo>
                    <a:pt x="6238" y="1519"/>
                    <a:pt x="7215" y="1834"/>
                    <a:pt x="8003" y="1834"/>
                  </a:cubicBezTo>
                  <a:cubicBezTo>
                    <a:pt x="8538" y="1834"/>
                    <a:pt x="9294" y="1708"/>
                    <a:pt x="10208" y="1204"/>
                  </a:cubicBezTo>
                  <a:lnTo>
                    <a:pt x="10208" y="5237"/>
                  </a:lnTo>
                  <a:cubicBezTo>
                    <a:pt x="10177" y="8198"/>
                    <a:pt x="8349" y="10845"/>
                    <a:pt x="5514" y="11821"/>
                  </a:cubicBezTo>
                  <a:cubicBezTo>
                    <a:pt x="2710" y="10845"/>
                    <a:pt x="820" y="8198"/>
                    <a:pt x="820" y="5237"/>
                  </a:cubicBezTo>
                  <a:lnTo>
                    <a:pt x="820" y="1204"/>
                  </a:lnTo>
                  <a:cubicBezTo>
                    <a:pt x="1513" y="1582"/>
                    <a:pt x="2269" y="1834"/>
                    <a:pt x="3025" y="1834"/>
                  </a:cubicBezTo>
                  <a:cubicBezTo>
                    <a:pt x="3844" y="1834"/>
                    <a:pt x="4758" y="1551"/>
                    <a:pt x="5514" y="1047"/>
                  </a:cubicBezTo>
                  <a:close/>
                  <a:moveTo>
                    <a:pt x="10654" y="1"/>
                  </a:moveTo>
                  <a:cubicBezTo>
                    <a:pt x="10567" y="1"/>
                    <a:pt x="10476" y="33"/>
                    <a:pt x="10397" y="102"/>
                  </a:cubicBezTo>
                  <a:cubicBezTo>
                    <a:pt x="9389" y="826"/>
                    <a:pt x="8538" y="952"/>
                    <a:pt x="8034" y="952"/>
                  </a:cubicBezTo>
                  <a:cubicBezTo>
                    <a:pt x="7310" y="952"/>
                    <a:pt x="6396" y="637"/>
                    <a:pt x="5766" y="165"/>
                  </a:cubicBezTo>
                  <a:cubicBezTo>
                    <a:pt x="5703" y="102"/>
                    <a:pt x="5616" y="70"/>
                    <a:pt x="5526" y="70"/>
                  </a:cubicBezTo>
                  <a:cubicBezTo>
                    <a:pt x="5435" y="70"/>
                    <a:pt x="5341" y="102"/>
                    <a:pt x="5262" y="165"/>
                  </a:cubicBezTo>
                  <a:cubicBezTo>
                    <a:pt x="4632" y="637"/>
                    <a:pt x="3781" y="952"/>
                    <a:pt x="3025" y="952"/>
                  </a:cubicBezTo>
                  <a:cubicBezTo>
                    <a:pt x="2237" y="952"/>
                    <a:pt x="1450" y="637"/>
                    <a:pt x="662" y="102"/>
                  </a:cubicBezTo>
                  <a:cubicBezTo>
                    <a:pt x="582" y="40"/>
                    <a:pt x="495" y="13"/>
                    <a:pt x="411" y="13"/>
                  </a:cubicBezTo>
                  <a:cubicBezTo>
                    <a:pt x="196" y="13"/>
                    <a:pt x="0" y="190"/>
                    <a:pt x="0" y="417"/>
                  </a:cubicBezTo>
                  <a:lnTo>
                    <a:pt x="0" y="5237"/>
                  </a:lnTo>
                  <a:cubicBezTo>
                    <a:pt x="0" y="8608"/>
                    <a:pt x="2080" y="11601"/>
                    <a:pt x="5388" y="12641"/>
                  </a:cubicBezTo>
                  <a:cubicBezTo>
                    <a:pt x="5419" y="12641"/>
                    <a:pt x="5451" y="12672"/>
                    <a:pt x="5514" y="12672"/>
                  </a:cubicBezTo>
                  <a:cubicBezTo>
                    <a:pt x="5545" y="12672"/>
                    <a:pt x="5577" y="12672"/>
                    <a:pt x="5640" y="12641"/>
                  </a:cubicBezTo>
                  <a:cubicBezTo>
                    <a:pt x="8979" y="11538"/>
                    <a:pt x="11027" y="8513"/>
                    <a:pt x="11027" y="5237"/>
                  </a:cubicBezTo>
                  <a:lnTo>
                    <a:pt x="11027" y="417"/>
                  </a:lnTo>
                  <a:cubicBezTo>
                    <a:pt x="11027" y="157"/>
                    <a:pt x="10848" y="1"/>
                    <a:pt x="1065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86" name="Google Shape;7137;p65">
              <a:extLst>
                <a:ext uri="{FF2B5EF4-FFF2-40B4-BE49-F238E27FC236}">
                  <a16:creationId xmlns:a16="http://schemas.microsoft.com/office/drawing/2014/main" id="{ABC7941F-AA76-2B23-4370-9E0F456814B1}"/>
                </a:ext>
              </a:extLst>
            </p:cNvPr>
            <p:cNvSpPr/>
            <p:nvPr/>
          </p:nvSpPr>
          <p:spPr>
            <a:xfrm>
              <a:off x="-62390600" y="2016700"/>
              <a:ext cx="63025" cy="146525"/>
            </a:xfrm>
            <a:custGeom>
              <a:avLst/>
              <a:gdLst/>
              <a:ahLst/>
              <a:cxnLst/>
              <a:rect l="l" t="t" r="r" b="b"/>
              <a:pathLst>
                <a:path w="2521" h="5861" extrusionOk="0">
                  <a:moveTo>
                    <a:pt x="1261" y="1"/>
                  </a:moveTo>
                  <a:cubicBezTo>
                    <a:pt x="1009" y="1"/>
                    <a:pt x="820" y="190"/>
                    <a:pt x="820" y="410"/>
                  </a:cubicBezTo>
                  <a:lnTo>
                    <a:pt x="820" y="694"/>
                  </a:lnTo>
                  <a:cubicBezTo>
                    <a:pt x="347" y="851"/>
                    <a:pt x="1" y="1324"/>
                    <a:pt x="1" y="1891"/>
                  </a:cubicBezTo>
                  <a:cubicBezTo>
                    <a:pt x="1" y="2553"/>
                    <a:pt x="536" y="2931"/>
                    <a:pt x="977" y="3246"/>
                  </a:cubicBezTo>
                  <a:cubicBezTo>
                    <a:pt x="1292" y="3498"/>
                    <a:pt x="1639" y="3718"/>
                    <a:pt x="1639" y="3970"/>
                  </a:cubicBezTo>
                  <a:cubicBezTo>
                    <a:pt x="1639" y="4191"/>
                    <a:pt x="1450" y="4411"/>
                    <a:pt x="1261" y="4411"/>
                  </a:cubicBezTo>
                  <a:cubicBezTo>
                    <a:pt x="1040" y="4411"/>
                    <a:pt x="820" y="4191"/>
                    <a:pt x="820" y="3970"/>
                  </a:cubicBezTo>
                  <a:cubicBezTo>
                    <a:pt x="820" y="3718"/>
                    <a:pt x="631" y="3561"/>
                    <a:pt x="410" y="3561"/>
                  </a:cubicBezTo>
                  <a:cubicBezTo>
                    <a:pt x="221" y="3561"/>
                    <a:pt x="32" y="3781"/>
                    <a:pt x="32" y="3970"/>
                  </a:cubicBezTo>
                  <a:cubicBezTo>
                    <a:pt x="32" y="4506"/>
                    <a:pt x="379" y="4947"/>
                    <a:pt x="851" y="5136"/>
                  </a:cubicBezTo>
                  <a:lnTo>
                    <a:pt x="851" y="5419"/>
                  </a:lnTo>
                  <a:cubicBezTo>
                    <a:pt x="851" y="5671"/>
                    <a:pt x="1040" y="5861"/>
                    <a:pt x="1292" y="5861"/>
                  </a:cubicBezTo>
                  <a:cubicBezTo>
                    <a:pt x="1513" y="5861"/>
                    <a:pt x="1670" y="5671"/>
                    <a:pt x="1670" y="5419"/>
                  </a:cubicBezTo>
                  <a:lnTo>
                    <a:pt x="1670" y="5136"/>
                  </a:lnTo>
                  <a:cubicBezTo>
                    <a:pt x="2143" y="4978"/>
                    <a:pt x="2521" y="4506"/>
                    <a:pt x="2521" y="3970"/>
                  </a:cubicBezTo>
                  <a:cubicBezTo>
                    <a:pt x="2521" y="3309"/>
                    <a:pt x="1954" y="2899"/>
                    <a:pt x="1513" y="2584"/>
                  </a:cubicBezTo>
                  <a:cubicBezTo>
                    <a:pt x="1198" y="2363"/>
                    <a:pt x="851" y="2111"/>
                    <a:pt x="851" y="1891"/>
                  </a:cubicBezTo>
                  <a:cubicBezTo>
                    <a:pt x="851" y="1670"/>
                    <a:pt x="1040" y="1481"/>
                    <a:pt x="1261" y="1481"/>
                  </a:cubicBezTo>
                  <a:cubicBezTo>
                    <a:pt x="1481" y="1481"/>
                    <a:pt x="1639" y="1670"/>
                    <a:pt x="1639" y="1891"/>
                  </a:cubicBezTo>
                  <a:cubicBezTo>
                    <a:pt x="1639" y="2111"/>
                    <a:pt x="1828" y="2300"/>
                    <a:pt x="2080" y="2300"/>
                  </a:cubicBezTo>
                  <a:cubicBezTo>
                    <a:pt x="2300" y="2300"/>
                    <a:pt x="2458" y="2111"/>
                    <a:pt x="2458" y="1891"/>
                  </a:cubicBezTo>
                  <a:cubicBezTo>
                    <a:pt x="2458" y="1324"/>
                    <a:pt x="2111" y="883"/>
                    <a:pt x="1639" y="694"/>
                  </a:cubicBezTo>
                  <a:lnTo>
                    <a:pt x="1639" y="410"/>
                  </a:lnTo>
                  <a:cubicBezTo>
                    <a:pt x="1639" y="190"/>
                    <a:pt x="1450" y="1"/>
                    <a:pt x="12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87" name="Google Shape;7138;p65">
            <a:extLst>
              <a:ext uri="{FF2B5EF4-FFF2-40B4-BE49-F238E27FC236}">
                <a16:creationId xmlns:a16="http://schemas.microsoft.com/office/drawing/2014/main" id="{92956586-0DBA-1F26-DFCB-F6CFDFFA9B1A}"/>
              </a:ext>
            </a:extLst>
          </p:cNvPr>
          <p:cNvGrpSpPr/>
          <p:nvPr/>
        </p:nvGrpSpPr>
        <p:grpSpPr>
          <a:xfrm>
            <a:off x="10000462" y="5261087"/>
            <a:ext cx="931769" cy="937005"/>
            <a:chOff x="-62516625" y="2297875"/>
            <a:chExt cx="315875" cy="317650"/>
          </a:xfrm>
          <a:solidFill>
            <a:srgbClr val="555559"/>
          </a:solidFill>
        </p:grpSpPr>
        <p:sp>
          <p:nvSpPr>
            <p:cNvPr id="88" name="Google Shape;7139;p65">
              <a:extLst>
                <a:ext uri="{FF2B5EF4-FFF2-40B4-BE49-F238E27FC236}">
                  <a16:creationId xmlns:a16="http://schemas.microsoft.com/office/drawing/2014/main" id="{B870659F-D0C9-15C5-A0A9-3A97FF8ACE58}"/>
                </a:ext>
              </a:extLst>
            </p:cNvPr>
            <p:cNvSpPr/>
            <p:nvPr/>
          </p:nvSpPr>
          <p:spPr>
            <a:xfrm>
              <a:off x="-62516625" y="2297875"/>
              <a:ext cx="315875" cy="317650"/>
            </a:xfrm>
            <a:custGeom>
              <a:avLst/>
              <a:gdLst/>
              <a:ahLst/>
              <a:cxnLst/>
              <a:rect l="l" t="t" r="r" b="b"/>
              <a:pathLst>
                <a:path w="12635" h="12706" extrusionOk="0">
                  <a:moveTo>
                    <a:pt x="4632" y="3309"/>
                  </a:moveTo>
                  <a:cubicBezTo>
                    <a:pt x="5388" y="3309"/>
                    <a:pt x="6018" y="3939"/>
                    <a:pt x="6018" y="4695"/>
                  </a:cubicBezTo>
                  <a:cubicBezTo>
                    <a:pt x="6018" y="4916"/>
                    <a:pt x="5924" y="5168"/>
                    <a:pt x="5829" y="5388"/>
                  </a:cubicBezTo>
                  <a:lnTo>
                    <a:pt x="5357" y="5861"/>
                  </a:lnTo>
                  <a:cubicBezTo>
                    <a:pt x="5136" y="5987"/>
                    <a:pt x="4916" y="6081"/>
                    <a:pt x="4632" y="6081"/>
                  </a:cubicBezTo>
                  <a:cubicBezTo>
                    <a:pt x="3876" y="6081"/>
                    <a:pt x="3246" y="5451"/>
                    <a:pt x="3246" y="4695"/>
                  </a:cubicBezTo>
                  <a:cubicBezTo>
                    <a:pt x="3246" y="3939"/>
                    <a:pt x="3876" y="3309"/>
                    <a:pt x="4632" y="3309"/>
                  </a:cubicBezTo>
                  <a:close/>
                  <a:moveTo>
                    <a:pt x="4632" y="820"/>
                  </a:moveTo>
                  <a:cubicBezTo>
                    <a:pt x="6617" y="820"/>
                    <a:pt x="8287" y="2364"/>
                    <a:pt x="8444" y="4285"/>
                  </a:cubicBezTo>
                  <a:lnTo>
                    <a:pt x="8444" y="4412"/>
                  </a:lnTo>
                  <a:cubicBezTo>
                    <a:pt x="7877" y="4412"/>
                    <a:pt x="7310" y="4538"/>
                    <a:pt x="6806" y="4758"/>
                  </a:cubicBezTo>
                  <a:lnTo>
                    <a:pt x="6806" y="4695"/>
                  </a:lnTo>
                  <a:cubicBezTo>
                    <a:pt x="6806" y="3466"/>
                    <a:pt x="5829" y="2490"/>
                    <a:pt x="4601" y="2490"/>
                  </a:cubicBezTo>
                  <a:cubicBezTo>
                    <a:pt x="3372" y="2490"/>
                    <a:pt x="2395" y="3466"/>
                    <a:pt x="2395" y="4695"/>
                  </a:cubicBezTo>
                  <a:cubicBezTo>
                    <a:pt x="2395" y="5924"/>
                    <a:pt x="3372" y="6900"/>
                    <a:pt x="4601" y="6900"/>
                  </a:cubicBezTo>
                  <a:lnTo>
                    <a:pt x="4664" y="6900"/>
                  </a:lnTo>
                  <a:cubicBezTo>
                    <a:pt x="4443" y="7404"/>
                    <a:pt x="4317" y="7972"/>
                    <a:pt x="4317" y="8539"/>
                  </a:cubicBezTo>
                  <a:cubicBezTo>
                    <a:pt x="4317" y="9421"/>
                    <a:pt x="4601" y="10240"/>
                    <a:pt x="5073" y="10902"/>
                  </a:cubicBezTo>
                  <a:lnTo>
                    <a:pt x="4601" y="11532"/>
                  </a:lnTo>
                  <a:lnTo>
                    <a:pt x="1513" y="7026"/>
                  </a:lnTo>
                  <a:cubicBezTo>
                    <a:pt x="1009" y="6333"/>
                    <a:pt x="725" y="5546"/>
                    <a:pt x="725" y="4695"/>
                  </a:cubicBezTo>
                  <a:cubicBezTo>
                    <a:pt x="788" y="2553"/>
                    <a:pt x="2521" y="820"/>
                    <a:pt x="4632" y="820"/>
                  </a:cubicBezTo>
                  <a:close/>
                  <a:moveTo>
                    <a:pt x="8507" y="5231"/>
                  </a:moveTo>
                  <a:cubicBezTo>
                    <a:pt x="10334" y="5231"/>
                    <a:pt x="11815" y="6743"/>
                    <a:pt x="11815" y="8539"/>
                  </a:cubicBezTo>
                  <a:cubicBezTo>
                    <a:pt x="11815" y="10366"/>
                    <a:pt x="10303" y="11847"/>
                    <a:pt x="8507" y="11847"/>
                  </a:cubicBezTo>
                  <a:cubicBezTo>
                    <a:pt x="6680" y="11847"/>
                    <a:pt x="5199" y="10366"/>
                    <a:pt x="5199" y="8539"/>
                  </a:cubicBezTo>
                  <a:cubicBezTo>
                    <a:pt x="5199" y="6743"/>
                    <a:pt x="6680" y="5231"/>
                    <a:pt x="8507" y="5231"/>
                  </a:cubicBezTo>
                  <a:close/>
                  <a:moveTo>
                    <a:pt x="4664" y="1"/>
                  </a:moveTo>
                  <a:cubicBezTo>
                    <a:pt x="2080" y="1"/>
                    <a:pt x="1" y="2080"/>
                    <a:pt x="1" y="4695"/>
                  </a:cubicBezTo>
                  <a:cubicBezTo>
                    <a:pt x="1" y="5703"/>
                    <a:pt x="316" y="6711"/>
                    <a:pt x="946" y="7499"/>
                  </a:cubicBezTo>
                  <a:lnTo>
                    <a:pt x="4317" y="12540"/>
                  </a:lnTo>
                  <a:cubicBezTo>
                    <a:pt x="4396" y="12650"/>
                    <a:pt x="4522" y="12705"/>
                    <a:pt x="4648" y="12705"/>
                  </a:cubicBezTo>
                  <a:cubicBezTo>
                    <a:pt x="4774" y="12705"/>
                    <a:pt x="4900" y="12650"/>
                    <a:pt x="4979" y="12540"/>
                  </a:cubicBezTo>
                  <a:lnTo>
                    <a:pt x="5672" y="11532"/>
                  </a:lnTo>
                  <a:cubicBezTo>
                    <a:pt x="6396" y="12256"/>
                    <a:pt x="7404" y="12697"/>
                    <a:pt x="8507" y="12697"/>
                  </a:cubicBezTo>
                  <a:cubicBezTo>
                    <a:pt x="10776" y="12697"/>
                    <a:pt x="12634" y="10838"/>
                    <a:pt x="12634" y="8539"/>
                  </a:cubicBezTo>
                  <a:cubicBezTo>
                    <a:pt x="12634" y="6554"/>
                    <a:pt x="11217" y="4884"/>
                    <a:pt x="9326" y="4506"/>
                  </a:cubicBezTo>
                  <a:lnTo>
                    <a:pt x="9326" y="4222"/>
                  </a:lnTo>
                  <a:cubicBezTo>
                    <a:pt x="9074" y="1891"/>
                    <a:pt x="7121" y="1"/>
                    <a:pt x="466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89" name="Google Shape;7140;p65">
              <a:extLst>
                <a:ext uri="{FF2B5EF4-FFF2-40B4-BE49-F238E27FC236}">
                  <a16:creationId xmlns:a16="http://schemas.microsoft.com/office/drawing/2014/main" id="{265C4432-9524-31E4-CDC1-A821875B3F60}"/>
                </a:ext>
              </a:extLst>
            </p:cNvPr>
            <p:cNvSpPr/>
            <p:nvPr/>
          </p:nvSpPr>
          <p:spPr>
            <a:xfrm>
              <a:off x="-62335475" y="2438075"/>
              <a:ext cx="62250" cy="145750"/>
            </a:xfrm>
            <a:custGeom>
              <a:avLst/>
              <a:gdLst/>
              <a:ahLst/>
              <a:cxnLst/>
              <a:rect l="l" t="t" r="r" b="b"/>
              <a:pathLst>
                <a:path w="2490" h="5830" extrusionOk="0">
                  <a:moveTo>
                    <a:pt x="1261" y="1"/>
                  </a:moveTo>
                  <a:cubicBezTo>
                    <a:pt x="1009" y="1"/>
                    <a:pt x="820" y="190"/>
                    <a:pt x="820" y="410"/>
                  </a:cubicBezTo>
                  <a:lnTo>
                    <a:pt x="820" y="694"/>
                  </a:lnTo>
                  <a:cubicBezTo>
                    <a:pt x="348" y="851"/>
                    <a:pt x="1" y="1324"/>
                    <a:pt x="1" y="1891"/>
                  </a:cubicBezTo>
                  <a:cubicBezTo>
                    <a:pt x="1" y="2553"/>
                    <a:pt x="537" y="2931"/>
                    <a:pt x="978" y="3246"/>
                  </a:cubicBezTo>
                  <a:cubicBezTo>
                    <a:pt x="1293" y="3498"/>
                    <a:pt x="1639" y="3718"/>
                    <a:pt x="1639" y="3970"/>
                  </a:cubicBezTo>
                  <a:cubicBezTo>
                    <a:pt x="1671" y="4191"/>
                    <a:pt x="1482" y="4411"/>
                    <a:pt x="1261" y="4411"/>
                  </a:cubicBezTo>
                  <a:cubicBezTo>
                    <a:pt x="1009" y="4411"/>
                    <a:pt x="820" y="4191"/>
                    <a:pt x="820" y="3970"/>
                  </a:cubicBezTo>
                  <a:cubicBezTo>
                    <a:pt x="820" y="3718"/>
                    <a:pt x="631" y="3529"/>
                    <a:pt x="411" y="3529"/>
                  </a:cubicBezTo>
                  <a:cubicBezTo>
                    <a:pt x="190" y="3529"/>
                    <a:pt x="1" y="3718"/>
                    <a:pt x="1" y="3970"/>
                  </a:cubicBezTo>
                  <a:cubicBezTo>
                    <a:pt x="1" y="4506"/>
                    <a:pt x="348" y="4947"/>
                    <a:pt x="820" y="5136"/>
                  </a:cubicBezTo>
                  <a:lnTo>
                    <a:pt x="820" y="5420"/>
                  </a:lnTo>
                  <a:cubicBezTo>
                    <a:pt x="820" y="5672"/>
                    <a:pt x="1009" y="5829"/>
                    <a:pt x="1261" y="5829"/>
                  </a:cubicBezTo>
                  <a:cubicBezTo>
                    <a:pt x="1482" y="5829"/>
                    <a:pt x="1639" y="5609"/>
                    <a:pt x="1639" y="5420"/>
                  </a:cubicBezTo>
                  <a:lnTo>
                    <a:pt x="1639" y="5136"/>
                  </a:lnTo>
                  <a:cubicBezTo>
                    <a:pt x="2112" y="4978"/>
                    <a:pt x="2458" y="4506"/>
                    <a:pt x="2458" y="3970"/>
                  </a:cubicBezTo>
                  <a:cubicBezTo>
                    <a:pt x="2458" y="3309"/>
                    <a:pt x="1923" y="2899"/>
                    <a:pt x="1482" y="2584"/>
                  </a:cubicBezTo>
                  <a:cubicBezTo>
                    <a:pt x="1167" y="2364"/>
                    <a:pt x="820" y="2112"/>
                    <a:pt x="820" y="1891"/>
                  </a:cubicBezTo>
                  <a:cubicBezTo>
                    <a:pt x="820" y="1639"/>
                    <a:pt x="1009" y="1450"/>
                    <a:pt x="1261" y="1450"/>
                  </a:cubicBezTo>
                  <a:cubicBezTo>
                    <a:pt x="1482" y="1450"/>
                    <a:pt x="1639" y="1639"/>
                    <a:pt x="1639" y="1891"/>
                  </a:cubicBezTo>
                  <a:cubicBezTo>
                    <a:pt x="1639" y="2112"/>
                    <a:pt x="1860" y="2301"/>
                    <a:pt x="2049" y="2301"/>
                  </a:cubicBezTo>
                  <a:cubicBezTo>
                    <a:pt x="2269" y="2301"/>
                    <a:pt x="2490" y="2112"/>
                    <a:pt x="2490" y="1891"/>
                  </a:cubicBezTo>
                  <a:cubicBezTo>
                    <a:pt x="2490" y="1324"/>
                    <a:pt x="2112" y="883"/>
                    <a:pt x="1639" y="694"/>
                  </a:cubicBezTo>
                  <a:lnTo>
                    <a:pt x="1639" y="410"/>
                  </a:lnTo>
                  <a:cubicBezTo>
                    <a:pt x="1639" y="190"/>
                    <a:pt x="1450" y="1"/>
                    <a:pt x="12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90" name="Google Shape;7141;p65">
            <a:extLst>
              <a:ext uri="{FF2B5EF4-FFF2-40B4-BE49-F238E27FC236}">
                <a16:creationId xmlns:a16="http://schemas.microsoft.com/office/drawing/2014/main" id="{6C769887-E248-A4DB-EB9A-E3224CE8AD48}"/>
              </a:ext>
            </a:extLst>
          </p:cNvPr>
          <p:cNvGrpSpPr/>
          <p:nvPr/>
        </p:nvGrpSpPr>
        <p:grpSpPr>
          <a:xfrm>
            <a:off x="9996997" y="6383525"/>
            <a:ext cx="938702" cy="852788"/>
            <a:chOff x="-62518200" y="2692475"/>
            <a:chExt cx="318225" cy="289100"/>
          </a:xfrm>
          <a:solidFill>
            <a:srgbClr val="555559"/>
          </a:solidFill>
        </p:grpSpPr>
        <p:sp>
          <p:nvSpPr>
            <p:cNvPr id="91" name="Google Shape;7142;p65">
              <a:extLst>
                <a:ext uri="{FF2B5EF4-FFF2-40B4-BE49-F238E27FC236}">
                  <a16:creationId xmlns:a16="http://schemas.microsoft.com/office/drawing/2014/main" id="{3872C17D-8E08-E5E7-FA82-0ADF6ED1E1A2}"/>
                </a:ext>
              </a:extLst>
            </p:cNvPr>
            <p:cNvSpPr/>
            <p:nvPr/>
          </p:nvSpPr>
          <p:spPr>
            <a:xfrm>
              <a:off x="-62518200" y="2692475"/>
              <a:ext cx="318225" cy="289100"/>
            </a:xfrm>
            <a:custGeom>
              <a:avLst/>
              <a:gdLst/>
              <a:ahLst/>
              <a:cxnLst/>
              <a:rect l="l" t="t" r="r" b="b"/>
              <a:pathLst>
                <a:path w="12729" h="11564" extrusionOk="0">
                  <a:moveTo>
                    <a:pt x="3750" y="851"/>
                  </a:moveTo>
                  <a:cubicBezTo>
                    <a:pt x="5420" y="851"/>
                    <a:pt x="6617" y="1513"/>
                    <a:pt x="6617" y="2112"/>
                  </a:cubicBezTo>
                  <a:cubicBezTo>
                    <a:pt x="6617" y="2679"/>
                    <a:pt x="5420" y="3309"/>
                    <a:pt x="3750" y="3309"/>
                  </a:cubicBezTo>
                  <a:cubicBezTo>
                    <a:pt x="2206" y="3309"/>
                    <a:pt x="851" y="2679"/>
                    <a:pt x="851" y="2112"/>
                  </a:cubicBezTo>
                  <a:cubicBezTo>
                    <a:pt x="851" y="1481"/>
                    <a:pt x="2112" y="851"/>
                    <a:pt x="3750" y="851"/>
                  </a:cubicBezTo>
                  <a:close/>
                  <a:moveTo>
                    <a:pt x="6617" y="3403"/>
                  </a:moveTo>
                  <a:lnTo>
                    <a:pt x="6617" y="3781"/>
                  </a:lnTo>
                  <a:cubicBezTo>
                    <a:pt x="5829" y="4222"/>
                    <a:pt x="5199" y="4884"/>
                    <a:pt x="4821" y="5672"/>
                  </a:cubicBezTo>
                  <a:cubicBezTo>
                    <a:pt x="4475" y="5766"/>
                    <a:pt x="4096" y="5766"/>
                    <a:pt x="3750" y="5766"/>
                  </a:cubicBezTo>
                  <a:cubicBezTo>
                    <a:pt x="2206" y="5766"/>
                    <a:pt x="851" y="5136"/>
                    <a:pt x="851" y="4506"/>
                  </a:cubicBezTo>
                  <a:lnTo>
                    <a:pt x="851" y="3403"/>
                  </a:lnTo>
                  <a:cubicBezTo>
                    <a:pt x="1639" y="3939"/>
                    <a:pt x="2742" y="4159"/>
                    <a:pt x="3750" y="4159"/>
                  </a:cubicBezTo>
                  <a:cubicBezTo>
                    <a:pt x="4727" y="4159"/>
                    <a:pt x="5829" y="3939"/>
                    <a:pt x="6617" y="3403"/>
                  </a:cubicBezTo>
                  <a:close/>
                  <a:moveTo>
                    <a:pt x="883" y="5913"/>
                  </a:moveTo>
                  <a:cubicBezTo>
                    <a:pt x="1396" y="6254"/>
                    <a:pt x="2361" y="6617"/>
                    <a:pt x="3750" y="6617"/>
                  </a:cubicBezTo>
                  <a:cubicBezTo>
                    <a:pt x="4033" y="6617"/>
                    <a:pt x="4254" y="6617"/>
                    <a:pt x="4538" y="6585"/>
                  </a:cubicBezTo>
                  <a:lnTo>
                    <a:pt x="4538" y="6585"/>
                  </a:lnTo>
                  <a:cubicBezTo>
                    <a:pt x="4475" y="6869"/>
                    <a:pt x="4475" y="7184"/>
                    <a:pt x="4475" y="7467"/>
                  </a:cubicBezTo>
                  <a:cubicBezTo>
                    <a:pt x="4475" y="7719"/>
                    <a:pt x="4506" y="7971"/>
                    <a:pt x="4538" y="8255"/>
                  </a:cubicBezTo>
                  <a:cubicBezTo>
                    <a:pt x="4317" y="8287"/>
                    <a:pt x="4033" y="8287"/>
                    <a:pt x="3781" y="8287"/>
                  </a:cubicBezTo>
                  <a:cubicBezTo>
                    <a:pt x="2269" y="8287"/>
                    <a:pt x="883" y="7656"/>
                    <a:pt x="883" y="7026"/>
                  </a:cubicBezTo>
                  <a:lnTo>
                    <a:pt x="883" y="5913"/>
                  </a:lnTo>
                  <a:close/>
                  <a:moveTo>
                    <a:pt x="851" y="8350"/>
                  </a:moveTo>
                  <a:cubicBezTo>
                    <a:pt x="1639" y="8917"/>
                    <a:pt x="2773" y="9106"/>
                    <a:pt x="3750" y="9106"/>
                  </a:cubicBezTo>
                  <a:cubicBezTo>
                    <a:pt x="4096" y="9106"/>
                    <a:pt x="4412" y="9074"/>
                    <a:pt x="4727" y="9043"/>
                  </a:cubicBezTo>
                  <a:cubicBezTo>
                    <a:pt x="4979" y="9547"/>
                    <a:pt x="5294" y="10019"/>
                    <a:pt x="5672" y="10397"/>
                  </a:cubicBezTo>
                  <a:cubicBezTo>
                    <a:pt x="5136" y="10649"/>
                    <a:pt x="4475" y="10775"/>
                    <a:pt x="3750" y="10775"/>
                  </a:cubicBezTo>
                  <a:cubicBezTo>
                    <a:pt x="2112" y="10775"/>
                    <a:pt x="851" y="10082"/>
                    <a:pt x="851" y="9547"/>
                  </a:cubicBezTo>
                  <a:lnTo>
                    <a:pt x="851" y="8350"/>
                  </a:lnTo>
                  <a:close/>
                  <a:moveTo>
                    <a:pt x="8570" y="4159"/>
                  </a:moveTo>
                  <a:cubicBezTo>
                    <a:pt x="10366" y="4159"/>
                    <a:pt x="11878" y="5640"/>
                    <a:pt x="11878" y="7467"/>
                  </a:cubicBezTo>
                  <a:cubicBezTo>
                    <a:pt x="11878" y="9263"/>
                    <a:pt x="10366" y="10775"/>
                    <a:pt x="8570" y="10775"/>
                  </a:cubicBezTo>
                  <a:cubicBezTo>
                    <a:pt x="6743" y="10775"/>
                    <a:pt x="5262" y="9263"/>
                    <a:pt x="5262" y="7467"/>
                  </a:cubicBezTo>
                  <a:cubicBezTo>
                    <a:pt x="5262" y="5609"/>
                    <a:pt x="6743" y="4159"/>
                    <a:pt x="8570" y="4159"/>
                  </a:cubicBezTo>
                  <a:close/>
                  <a:moveTo>
                    <a:pt x="3781" y="1"/>
                  </a:moveTo>
                  <a:cubicBezTo>
                    <a:pt x="1797" y="1"/>
                    <a:pt x="64" y="851"/>
                    <a:pt x="64" y="2112"/>
                  </a:cubicBezTo>
                  <a:lnTo>
                    <a:pt x="64" y="9547"/>
                  </a:lnTo>
                  <a:cubicBezTo>
                    <a:pt x="1" y="10082"/>
                    <a:pt x="442" y="10649"/>
                    <a:pt x="1230" y="11027"/>
                  </a:cubicBezTo>
                  <a:cubicBezTo>
                    <a:pt x="1891" y="11405"/>
                    <a:pt x="2805" y="11563"/>
                    <a:pt x="3750" y="11563"/>
                  </a:cubicBezTo>
                  <a:cubicBezTo>
                    <a:pt x="4790" y="11563"/>
                    <a:pt x="5735" y="11311"/>
                    <a:pt x="6428" y="10964"/>
                  </a:cubicBezTo>
                  <a:cubicBezTo>
                    <a:pt x="7058" y="11342"/>
                    <a:pt x="7814" y="11563"/>
                    <a:pt x="8602" y="11563"/>
                  </a:cubicBezTo>
                  <a:cubicBezTo>
                    <a:pt x="10870" y="11563"/>
                    <a:pt x="12729" y="9704"/>
                    <a:pt x="12729" y="7404"/>
                  </a:cubicBezTo>
                  <a:cubicBezTo>
                    <a:pt x="12729" y="5136"/>
                    <a:pt x="10870" y="3277"/>
                    <a:pt x="8602" y="3277"/>
                  </a:cubicBezTo>
                  <a:cubicBezTo>
                    <a:pt x="8192" y="3277"/>
                    <a:pt x="7846" y="3309"/>
                    <a:pt x="7499" y="3435"/>
                  </a:cubicBezTo>
                  <a:lnTo>
                    <a:pt x="7499" y="2049"/>
                  </a:lnTo>
                  <a:cubicBezTo>
                    <a:pt x="7499" y="1481"/>
                    <a:pt x="7058" y="914"/>
                    <a:pt x="6302" y="536"/>
                  </a:cubicBezTo>
                  <a:cubicBezTo>
                    <a:pt x="5640" y="158"/>
                    <a:pt x="4727" y="1"/>
                    <a:pt x="378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92" name="Google Shape;7143;p65">
              <a:extLst>
                <a:ext uri="{FF2B5EF4-FFF2-40B4-BE49-F238E27FC236}">
                  <a16:creationId xmlns:a16="http://schemas.microsoft.com/office/drawing/2014/main" id="{AE060BC3-E1D5-1053-C21A-2215DDAADC88}"/>
                </a:ext>
              </a:extLst>
            </p:cNvPr>
            <p:cNvSpPr/>
            <p:nvPr/>
          </p:nvSpPr>
          <p:spPr>
            <a:xfrm>
              <a:off x="-62335475" y="2804325"/>
              <a:ext cx="62250" cy="146525"/>
            </a:xfrm>
            <a:custGeom>
              <a:avLst/>
              <a:gdLst/>
              <a:ahLst/>
              <a:cxnLst/>
              <a:rect l="l" t="t" r="r" b="b"/>
              <a:pathLst>
                <a:path w="2490" h="5861" extrusionOk="0">
                  <a:moveTo>
                    <a:pt x="1261" y="0"/>
                  </a:moveTo>
                  <a:cubicBezTo>
                    <a:pt x="1009" y="0"/>
                    <a:pt x="820" y="189"/>
                    <a:pt x="820" y="410"/>
                  </a:cubicBezTo>
                  <a:lnTo>
                    <a:pt x="820" y="694"/>
                  </a:lnTo>
                  <a:cubicBezTo>
                    <a:pt x="348" y="851"/>
                    <a:pt x="1" y="1324"/>
                    <a:pt x="1" y="1891"/>
                  </a:cubicBezTo>
                  <a:cubicBezTo>
                    <a:pt x="1" y="2552"/>
                    <a:pt x="537" y="2930"/>
                    <a:pt x="978" y="3245"/>
                  </a:cubicBezTo>
                  <a:cubicBezTo>
                    <a:pt x="1293" y="3497"/>
                    <a:pt x="1639" y="3718"/>
                    <a:pt x="1639" y="3970"/>
                  </a:cubicBezTo>
                  <a:cubicBezTo>
                    <a:pt x="1671" y="4254"/>
                    <a:pt x="1482" y="4411"/>
                    <a:pt x="1261" y="4411"/>
                  </a:cubicBezTo>
                  <a:cubicBezTo>
                    <a:pt x="1009" y="4411"/>
                    <a:pt x="820" y="4191"/>
                    <a:pt x="820" y="3970"/>
                  </a:cubicBezTo>
                  <a:cubicBezTo>
                    <a:pt x="820" y="3718"/>
                    <a:pt x="631" y="3529"/>
                    <a:pt x="411" y="3529"/>
                  </a:cubicBezTo>
                  <a:cubicBezTo>
                    <a:pt x="190" y="3529"/>
                    <a:pt x="1" y="3718"/>
                    <a:pt x="1" y="3970"/>
                  </a:cubicBezTo>
                  <a:cubicBezTo>
                    <a:pt x="1" y="4506"/>
                    <a:pt x="348" y="4947"/>
                    <a:pt x="820" y="5136"/>
                  </a:cubicBezTo>
                  <a:lnTo>
                    <a:pt x="820" y="5419"/>
                  </a:lnTo>
                  <a:cubicBezTo>
                    <a:pt x="820" y="5671"/>
                    <a:pt x="1009" y="5860"/>
                    <a:pt x="1261" y="5860"/>
                  </a:cubicBezTo>
                  <a:cubicBezTo>
                    <a:pt x="1482" y="5860"/>
                    <a:pt x="1639" y="5671"/>
                    <a:pt x="1639" y="5419"/>
                  </a:cubicBezTo>
                  <a:lnTo>
                    <a:pt x="1639" y="5136"/>
                  </a:lnTo>
                  <a:cubicBezTo>
                    <a:pt x="2112" y="4978"/>
                    <a:pt x="2458" y="4506"/>
                    <a:pt x="2458" y="3970"/>
                  </a:cubicBezTo>
                  <a:cubicBezTo>
                    <a:pt x="2458" y="3308"/>
                    <a:pt x="1923" y="2899"/>
                    <a:pt x="1482" y="2584"/>
                  </a:cubicBezTo>
                  <a:cubicBezTo>
                    <a:pt x="1167" y="2363"/>
                    <a:pt x="820" y="2111"/>
                    <a:pt x="820" y="1891"/>
                  </a:cubicBezTo>
                  <a:cubicBezTo>
                    <a:pt x="820" y="1639"/>
                    <a:pt x="1009" y="1450"/>
                    <a:pt x="1261" y="1450"/>
                  </a:cubicBezTo>
                  <a:cubicBezTo>
                    <a:pt x="1482" y="1450"/>
                    <a:pt x="1639" y="1639"/>
                    <a:pt x="1639" y="1891"/>
                  </a:cubicBezTo>
                  <a:cubicBezTo>
                    <a:pt x="1639" y="2111"/>
                    <a:pt x="1860" y="2300"/>
                    <a:pt x="2049" y="2300"/>
                  </a:cubicBezTo>
                  <a:cubicBezTo>
                    <a:pt x="2269" y="2300"/>
                    <a:pt x="2490" y="2111"/>
                    <a:pt x="2490" y="1891"/>
                  </a:cubicBezTo>
                  <a:cubicBezTo>
                    <a:pt x="2490" y="1324"/>
                    <a:pt x="2112" y="883"/>
                    <a:pt x="1639" y="694"/>
                  </a:cubicBezTo>
                  <a:lnTo>
                    <a:pt x="1639" y="410"/>
                  </a:lnTo>
                  <a:cubicBezTo>
                    <a:pt x="1639" y="189"/>
                    <a:pt x="1450" y="0"/>
                    <a:pt x="126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93" name="Google Shape;7144;p65">
            <a:extLst>
              <a:ext uri="{FF2B5EF4-FFF2-40B4-BE49-F238E27FC236}">
                <a16:creationId xmlns:a16="http://schemas.microsoft.com/office/drawing/2014/main" id="{2D100371-974C-02C9-09D2-B514B5E1EF3C}"/>
              </a:ext>
            </a:extLst>
          </p:cNvPr>
          <p:cNvGrpSpPr/>
          <p:nvPr/>
        </p:nvGrpSpPr>
        <p:grpSpPr>
          <a:xfrm>
            <a:off x="15711157" y="4179210"/>
            <a:ext cx="790032" cy="931697"/>
            <a:chOff x="-60597975" y="1939525"/>
            <a:chExt cx="267825" cy="315850"/>
          </a:xfrm>
          <a:solidFill>
            <a:srgbClr val="555559"/>
          </a:solidFill>
        </p:grpSpPr>
        <p:sp>
          <p:nvSpPr>
            <p:cNvPr id="94" name="Google Shape;7145;p65">
              <a:extLst>
                <a:ext uri="{FF2B5EF4-FFF2-40B4-BE49-F238E27FC236}">
                  <a16:creationId xmlns:a16="http://schemas.microsoft.com/office/drawing/2014/main" id="{F3A45903-B762-F65F-88D0-D213778D6B41}"/>
                </a:ext>
              </a:extLst>
            </p:cNvPr>
            <p:cNvSpPr/>
            <p:nvPr/>
          </p:nvSpPr>
          <p:spPr>
            <a:xfrm>
              <a:off x="-60597975" y="1939525"/>
              <a:ext cx="267825" cy="315850"/>
            </a:xfrm>
            <a:custGeom>
              <a:avLst/>
              <a:gdLst/>
              <a:ahLst/>
              <a:cxnLst/>
              <a:rect l="l" t="t" r="r" b="b"/>
              <a:pathLst>
                <a:path w="10713" h="12634" extrusionOk="0">
                  <a:moveTo>
                    <a:pt x="7436" y="788"/>
                  </a:moveTo>
                  <a:lnTo>
                    <a:pt x="7436" y="1859"/>
                  </a:lnTo>
                  <a:cubicBezTo>
                    <a:pt x="7310" y="1733"/>
                    <a:pt x="7247" y="1607"/>
                    <a:pt x="6995" y="1607"/>
                  </a:cubicBezTo>
                  <a:cubicBezTo>
                    <a:pt x="6806" y="1607"/>
                    <a:pt x="6743" y="1733"/>
                    <a:pt x="6617" y="1859"/>
                  </a:cubicBezTo>
                  <a:lnTo>
                    <a:pt x="6617" y="788"/>
                  </a:lnTo>
                  <a:close/>
                  <a:moveTo>
                    <a:pt x="9515" y="788"/>
                  </a:moveTo>
                  <a:cubicBezTo>
                    <a:pt x="9767" y="788"/>
                    <a:pt x="9925" y="977"/>
                    <a:pt x="9925" y="1197"/>
                  </a:cubicBezTo>
                  <a:lnTo>
                    <a:pt x="9925" y="4222"/>
                  </a:lnTo>
                  <a:lnTo>
                    <a:pt x="2490" y="4222"/>
                  </a:lnTo>
                  <a:lnTo>
                    <a:pt x="2490" y="788"/>
                  </a:lnTo>
                  <a:lnTo>
                    <a:pt x="5798" y="788"/>
                  </a:lnTo>
                  <a:lnTo>
                    <a:pt x="5798" y="2867"/>
                  </a:lnTo>
                  <a:cubicBezTo>
                    <a:pt x="5798" y="3119"/>
                    <a:pt x="5980" y="3287"/>
                    <a:pt x="6185" y="3287"/>
                  </a:cubicBezTo>
                  <a:cubicBezTo>
                    <a:pt x="6288" y="3287"/>
                    <a:pt x="6396" y="3245"/>
                    <a:pt x="6491" y="3151"/>
                  </a:cubicBezTo>
                  <a:lnTo>
                    <a:pt x="7058" y="2615"/>
                  </a:lnTo>
                  <a:lnTo>
                    <a:pt x="7594" y="3151"/>
                  </a:lnTo>
                  <a:cubicBezTo>
                    <a:pt x="7688" y="3245"/>
                    <a:pt x="7800" y="3287"/>
                    <a:pt x="7907" y="3287"/>
                  </a:cubicBezTo>
                  <a:cubicBezTo>
                    <a:pt x="8122" y="3287"/>
                    <a:pt x="8318" y="3119"/>
                    <a:pt x="8318" y="2867"/>
                  </a:cubicBezTo>
                  <a:lnTo>
                    <a:pt x="8318" y="788"/>
                  </a:lnTo>
                  <a:close/>
                  <a:moveTo>
                    <a:pt x="9925" y="5041"/>
                  </a:moveTo>
                  <a:lnTo>
                    <a:pt x="9925" y="8349"/>
                  </a:lnTo>
                  <a:lnTo>
                    <a:pt x="2490" y="8349"/>
                  </a:lnTo>
                  <a:lnTo>
                    <a:pt x="2490" y="5041"/>
                  </a:lnTo>
                  <a:close/>
                  <a:moveTo>
                    <a:pt x="9925" y="9168"/>
                  </a:moveTo>
                  <a:lnTo>
                    <a:pt x="9925" y="11373"/>
                  </a:lnTo>
                  <a:cubicBezTo>
                    <a:pt x="9925" y="11625"/>
                    <a:pt x="9736" y="11783"/>
                    <a:pt x="9515" y="11783"/>
                  </a:cubicBezTo>
                  <a:lnTo>
                    <a:pt x="2490" y="11783"/>
                  </a:lnTo>
                  <a:lnTo>
                    <a:pt x="2490" y="9168"/>
                  </a:lnTo>
                  <a:close/>
                  <a:moveTo>
                    <a:pt x="1639" y="788"/>
                  </a:moveTo>
                  <a:lnTo>
                    <a:pt x="1639" y="11814"/>
                  </a:lnTo>
                  <a:lnTo>
                    <a:pt x="820" y="11814"/>
                  </a:lnTo>
                  <a:lnTo>
                    <a:pt x="820" y="788"/>
                  </a:lnTo>
                  <a:close/>
                  <a:moveTo>
                    <a:pt x="379" y="0"/>
                  </a:moveTo>
                  <a:cubicBezTo>
                    <a:pt x="158" y="0"/>
                    <a:pt x="1" y="189"/>
                    <a:pt x="1" y="410"/>
                  </a:cubicBezTo>
                  <a:lnTo>
                    <a:pt x="1" y="12256"/>
                  </a:lnTo>
                  <a:cubicBezTo>
                    <a:pt x="1" y="12445"/>
                    <a:pt x="190" y="12634"/>
                    <a:pt x="379" y="12634"/>
                  </a:cubicBezTo>
                  <a:lnTo>
                    <a:pt x="9484" y="12634"/>
                  </a:lnTo>
                  <a:cubicBezTo>
                    <a:pt x="10146" y="12634"/>
                    <a:pt x="10713" y="12098"/>
                    <a:pt x="10713" y="11436"/>
                  </a:cubicBezTo>
                  <a:lnTo>
                    <a:pt x="10713" y="1229"/>
                  </a:lnTo>
                  <a:cubicBezTo>
                    <a:pt x="10713" y="567"/>
                    <a:pt x="10177" y="0"/>
                    <a:pt x="948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95" name="Google Shape;7146;p65">
              <a:extLst>
                <a:ext uri="{FF2B5EF4-FFF2-40B4-BE49-F238E27FC236}">
                  <a16:creationId xmlns:a16="http://schemas.microsoft.com/office/drawing/2014/main" id="{53C94210-3EC3-157D-1242-60246B6B9FAF}"/>
                </a:ext>
              </a:extLst>
            </p:cNvPr>
            <p:cNvSpPr/>
            <p:nvPr/>
          </p:nvSpPr>
          <p:spPr>
            <a:xfrm>
              <a:off x="-60494775" y="2097050"/>
              <a:ext cx="103175" cy="20500"/>
            </a:xfrm>
            <a:custGeom>
              <a:avLst/>
              <a:gdLst/>
              <a:ahLst/>
              <a:cxnLst/>
              <a:rect l="l" t="t" r="r" b="b"/>
              <a:pathLst>
                <a:path w="4127" h="820" extrusionOk="0">
                  <a:moveTo>
                    <a:pt x="410" y="0"/>
                  </a:moveTo>
                  <a:cubicBezTo>
                    <a:pt x="158" y="0"/>
                    <a:pt x="0" y="189"/>
                    <a:pt x="0" y="410"/>
                  </a:cubicBezTo>
                  <a:cubicBezTo>
                    <a:pt x="0" y="630"/>
                    <a:pt x="189" y="819"/>
                    <a:pt x="410" y="819"/>
                  </a:cubicBezTo>
                  <a:lnTo>
                    <a:pt x="3718" y="819"/>
                  </a:lnTo>
                  <a:cubicBezTo>
                    <a:pt x="3938" y="819"/>
                    <a:pt x="4127" y="630"/>
                    <a:pt x="4127" y="410"/>
                  </a:cubicBezTo>
                  <a:cubicBezTo>
                    <a:pt x="4127" y="158"/>
                    <a:pt x="3938" y="0"/>
                    <a:pt x="371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96" name="Google Shape;7147;p65">
            <a:extLst>
              <a:ext uri="{FF2B5EF4-FFF2-40B4-BE49-F238E27FC236}">
                <a16:creationId xmlns:a16="http://schemas.microsoft.com/office/drawing/2014/main" id="{38E21F05-CCAB-1F15-41AB-A19D9AC43ACF}"/>
              </a:ext>
            </a:extLst>
          </p:cNvPr>
          <p:cNvGrpSpPr/>
          <p:nvPr/>
        </p:nvGrpSpPr>
        <p:grpSpPr>
          <a:xfrm>
            <a:off x="15635681" y="5259686"/>
            <a:ext cx="940987" cy="939808"/>
            <a:chOff x="-60620800" y="2304600"/>
            <a:chExt cx="319000" cy="318600"/>
          </a:xfrm>
          <a:solidFill>
            <a:srgbClr val="555559"/>
          </a:solidFill>
        </p:grpSpPr>
        <p:sp>
          <p:nvSpPr>
            <p:cNvPr id="97" name="Google Shape;7148;p65">
              <a:extLst>
                <a:ext uri="{FF2B5EF4-FFF2-40B4-BE49-F238E27FC236}">
                  <a16:creationId xmlns:a16="http://schemas.microsoft.com/office/drawing/2014/main" id="{FE160ABC-9AF5-1BD9-8F5C-FA21C33117E8}"/>
                </a:ext>
              </a:extLst>
            </p:cNvPr>
            <p:cNvSpPr/>
            <p:nvPr/>
          </p:nvSpPr>
          <p:spPr>
            <a:xfrm>
              <a:off x="-60620800" y="2304600"/>
              <a:ext cx="319000" cy="318600"/>
            </a:xfrm>
            <a:custGeom>
              <a:avLst/>
              <a:gdLst/>
              <a:ahLst/>
              <a:cxnLst/>
              <a:rect l="l" t="t" r="r" b="b"/>
              <a:pathLst>
                <a:path w="12760" h="12744" extrusionOk="0">
                  <a:moveTo>
                    <a:pt x="10939" y="845"/>
                  </a:moveTo>
                  <a:cubicBezTo>
                    <a:pt x="10969" y="845"/>
                    <a:pt x="11001" y="853"/>
                    <a:pt x="11027" y="866"/>
                  </a:cubicBezTo>
                  <a:lnTo>
                    <a:pt x="11752" y="1276"/>
                  </a:lnTo>
                  <a:cubicBezTo>
                    <a:pt x="11783" y="1339"/>
                    <a:pt x="11815" y="1433"/>
                    <a:pt x="11783" y="1465"/>
                  </a:cubicBezTo>
                  <a:lnTo>
                    <a:pt x="11437" y="2063"/>
                  </a:lnTo>
                  <a:lnTo>
                    <a:pt x="10491" y="1496"/>
                  </a:lnTo>
                  <a:lnTo>
                    <a:pt x="10838" y="898"/>
                  </a:lnTo>
                  <a:cubicBezTo>
                    <a:pt x="10856" y="861"/>
                    <a:pt x="10897" y="845"/>
                    <a:pt x="10939" y="845"/>
                  </a:cubicBezTo>
                  <a:close/>
                  <a:moveTo>
                    <a:pt x="10050" y="2252"/>
                  </a:moveTo>
                  <a:lnTo>
                    <a:pt x="10995" y="2819"/>
                  </a:lnTo>
                  <a:lnTo>
                    <a:pt x="8916" y="6379"/>
                  </a:lnTo>
                  <a:lnTo>
                    <a:pt x="7971" y="5844"/>
                  </a:lnTo>
                  <a:lnTo>
                    <a:pt x="10050" y="2252"/>
                  </a:lnTo>
                  <a:close/>
                  <a:moveTo>
                    <a:pt x="7813" y="6663"/>
                  </a:moveTo>
                  <a:lnTo>
                    <a:pt x="8318" y="6978"/>
                  </a:lnTo>
                  <a:lnTo>
                    <a:pt x="7782" y="7324"/>
                  </a:lnTo>
                  <a:lnTo>
                    <a:pt x="7813" y="6663"/>
                  </a:lnTo>
                  <a:close/>
                  <a:moveTo>
                    <a:pt x="11342" y="5245"/>
                  </a:moveTo>
                  <a:cubicBezTo>
                    <a:pt x="11594" y="5245"/>
                    <a:pt x="11752" y="5434"/>
                    <a:pt x="11752" y="5686"/>
                  </a:cubicBezTo>
                  <a:lnTo>
                    <a:pt x="11752" y="11483"/>
                  </a:lnTo>
                  <a:cubicBezTo>
                    <a:pt x="11752" y="11704"/>
                    <a:pt x="11531" y="11893"/>
                    <a:pt x="11342" y="11893"/>
                  </a:cubicBezTo>
                  <a:lnTo>
                    <a:pt x="1197" y="11893"/>
                  </a:lnTo>
                  <a:cubicBezTo>
                    <a:pt x="945" y="11893"/>
                    <a:pt x="788" y="11704"/>
                    <a:pt x="788" y="11483"/>
                  </a:cubicBezTo>
                  <a:lnTo>
                    <a:pt x="788" y="5686"/>
                  </a:lnTo>
                  <a:cubicBezTo>
                    <a:pt x="788" y="5434"/>
                    <a:pt x="977" y="5245"/>
                    <a:pt x="1197" y="5245"/>
                  </a:cubicBezTo>
                  <a:lnTo>
                    <a:pt x="7372" y="5245"/>
                  </a:lnTo>
                  <a:lnTo>
                    <a:pt x="7057" y="5749"/>
                  </a:lnTo>
                  <a:cubicBezTo>
                    <a:pt x="7026" y="5812"/>
                    <a:pt x="7026" y="5875"/>
                    <a:pt x="7026" y="5970"/>
                  </a:cubicBezTo>
                  <a:lnTo>
                    <a:pt x="6900" y="7734"/>
                  </a:lnTo>
                  <a:lnTo>
                    <a:pt x="5545" y="7734"/>
                  </a:lnTo>
                  <a:cubicBezTo>
                    <a:pt x="5325" y="7734"/>
                    <a:pt x="5167" y="7923"/>
                    <a:pt x="5167" y="8175"/>
                  </a:cubicBezTo>
                  <a:cubicBezTo>
                    <a:pt x="5167" y="8396"/>
                    <a:pt x="5356" y="8585"/>
                    <a:pt x="5545" y="8585"/>
                  </a:cubicBezTo>
                  <a:lnTo>
                    <a:pt x="10523" y="8585"/>
                  </a:lnTo>
                  <a:cubicBezTo>
                    <a:pt x="10743" y="8585"/>
                    <a:pt x="10964" y="8396"/>
                    <a:pt x="10964" y="8175"/>
                  </a:cubicBezTo>
                  <a:cubicBezTo>
                    <a:pt x="10964" y="7923"/>
                    <a:pt x="10743" y="7734"/>
                    <a:pt x="10523" y="7734"/>
                  </a:cubicBezTo>
                  <a:lnTo>
                    <a:pt x="8633" y="7734"/>
                  </a:lnTo>
                  <a:lnTo>
                    <a:pt x="9294" y="7293"/>
                  </a:lnTo>
                  <a:cubicBezTo>
                    <a:pt x="9326" y="7261"/>
                    <a:pt x="9420" y="7230"/>
                    <a:pt x="9420" y="7135"/>
                  </a:cubicBezTo>
                  <a:lnTo>
                    <a:pt x="10523" y="5245"/>
                  </a:lnTo>
                  <a:close/>
                  <a:moveTo>
                    <a:pt x="10933" y="0"/>
                  </a:moveTo>
                  <a:cubicBezTo>
                    <a:pt x="10599" y="0"/>
                    <a:pt x="10280" y="175"/>
                    <a:pt x="10113" y="488"/>
                  </a:cubicBezTo>
                  <a:lnTo>
                    <a:pt x="9578" y="1433"/>
                  </a:lnTo>
                  <a:lnTo>
                    <a:pt x="7877" y="4395"/>
                  </a:lnTo>
                  <a:lnTo>
                    <a:pt x="1229" y="4395"/>
                  </a:lnTo>
                  <a:cubicBezTo>
                    <a:pt x="567" y="4395"/>
                    <a:pt x="0" y="4930"/>
                    <a:pt x="0" y="5592"/>
                  </a:cubicBezTo>
                  <a:lnTo>
                    <a:pt x="0" y="11483"/>
                  </a:lnTo>
                  <a:cubicBezTo>
                    <a:pt x="0" y="12145"/>
                    <a:pt x="567" y="12743"/>
                    <a:pt x="1229" y="12743"/>
                  </a:cubicBezTo>
                  <a:lnTo>
                    <a:pt x="11374" y="12743"/>
                  </a:lnTo>
                  <a:cubicBezTo>
                    <a:pt x="12067" y="12743"/>
                    <a:pt x="12602" y="12176"/>
                    <a:pt x="12602" y="11483"/>
                  </a:cubicBezTo>
                  <a:lnTo>
                    <a:pt x="12602" y="5686"/>
                  </a:lnTo>
                  <a:cubicBezTo>
                    <a:pt x="12602" y="5025"/>
                    <a:pt x="12067" y="4458"/>
                    <a:pt x="11374" y="4458"/>
                  </a:cubicBezTo>
                  <a:lnTo>
                    <a:pt x="11027" y="4458"/>
                  </a:lnTo>
                  <a:lnTo>
                    <a:pt x="12508" y="1937"/>
                  </a:lnTo>
                  <a:cubicBezTo>
                    <a:pt x="12760" y="1433"/>
                    <a:pt x="12602" y="835"/>
                    <a:pt x="12130" y="551"/>
                  </a:cubicBezTo>
                  <a:lnTo>
                    <a:pt x="11437" y="141"/>
                  </a:lnTo>
                  <a:cubicBezTo>
                    <a:pt x="11277" y="46"/>
                    <a:pt x="11103" y="0"/>
                    <a:pt x="1093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98" name="Google Shape;7149;p65">
              <a:extLst>
                <a:ext uri="{FF2B5EF4-FFF2-40B4-BE49-F238E27FC236}">
                  <a16:creationId xmlns:a16="http://schemas.microsoft.com/office/drawing/2014/main" id="{1CAE122E-0CF9-5E79-7153-88B3836D93E6}"/>
                </a:ext>
              </a:extLst>
            </p:cNvPr>
            <p:cNvSpPr/>
            <p:nvPr/>
          </p:nvSpPr>
          <p:spPr>
            <a:xfrm>
              <a:off x="-60491625" y="2560150"/>
              <a:ext cx="144925" cy="20525"/>
            </a:xfrm>
            <a:custGeom>
              <a:avLst/>
              <a:gdLst/>
              <a:ahLst/>
              <a:cxnLst/>
              <a:rect l="l" t="t" r="r" b="b"/>
              <a:pathLst>
                <a:path w="5797" h="821" extrusionOk="0">
                  <a:moveTo>
                    <a:pt x="378" y="1"/>
                  </a:moveTo>
                  <a:cubicBezTo>
                    <a:pt x="158" y="1"/>
                    <a:pt x="0" y="190"/>
                    <a:pt x="0" y="411"/>
                  </a:cubicBezTo>
                  <a:cubicBezTo>
                    <a:pt x="0" y="663"/>
                    <a:pt x="189" y="820"/>
                    <a:pt x="378" y="820"/>
                  </a:cubicBezTo>
                  <a:lnTo>
                    <a:pt x="5356" y="820"/>
                  </a:lnTo>
                  <a:cubicBezTo>
                    <a:pt x="5576" y="820"/>
                    <a:pt x="5797" y="631"/>
                    <a:pt x="5797" y="411"/>
                  </a:cubicBezTo>
                  <a:cubicBezTo>
                    <a:pt x="5797" y="190"/>
                    <a:pt x="5576" y="1"/>
                    <a:pt x="535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99" name="Google Shape;7150;p65">
              <a:extLst>
                <a:ext uri="{FF2B5EF4-FFF2-40B4-BE49-F238E27FC236}">
                  <a16:creationId xmlns:a16="http://schemas.microsoft.com/office/drawing/2014/main" id="{6CEDADD6-14E2-C456-6557-E310983E5F97}"/>
                </a:ext>
              </a:extLst>
            </p:cNvPr>
            <p:cNvSpPr/>
            <p:nvPr/>
          </p:nvSpPr>
          <p:spPr>
            <a:xfrm>
              <a:off x="-60573550" y="2445950"/>
              <a:ext cx="62250" cy="146525"/>
            </a:xfrm>
            <a:custGeom>
              <a:avLst/>
              <a:gdLst/>
              <a:ahLst/>
              <a:cxnLst/>
              <a:rect l="l" t="t" r="r" b="b"/>
              <a:pathLst>
                <a:path w="2490" h="5861" extrusionOk="0">
                  <a:moveTo>
                    <a:pt x="1229" y="1"/>
                  </a:moveTo>
                  <a:cubicBezTo>
                    <a:pt x="977" y="1"/>
                    <a:pt x="820" y="190"/>
                    <a:pt x="820" y="410"/>
                  </a:cubicBezTo>
                  <a:lnTo>
                    <a:pt x="820" y="694"/>
                  </a:lnTo>
                  <a:cubicBezTo>
                    <a:pt x="347" y="851"/>
                    <a:pt x="1" y="1324"/>
                    <a:pt x="1" y="1891"/>
                  </a:cubicBezTo>
                  <a:cubicBezTo>
                    <a:pt x="1" y="2553"/>
                    <a:pt x="568" y="2931"/>
                    <a:pt x="977" y="3246"/>
                  </a:cubicBezTo>
                  <a:cubicBezTo>
                    <a:pt x="1292" y="3498"/>
                    <a:pt x="1670" y="3718"/>
                    <a:pt x="1670" y="3970"/>
                  </a:cubicBezTo>
                  <a:cubicBezTo>
                    <a:pt x="1670" y="4191"/>
                    <a:pt x="1450" y="4348"/>
                    <a:pt x="1229" y="4348"/>
                  </a:cubicBezTo>
                  <a:cubicBezTo>
                    <a:pt x="977" y="4348"/>
                    <a:pt x="820" y="4159"/>
                    <a:pt x="820" y="3970"/>
                  </a:cubicBezTo>
                  <a:cubicBezTo>
                    <a:pt x="820" y="3718"/>
                    <a:pt x="631" y="3529"/>
                    <a:pt x="442" y="3529"/>
                  </a:cubicBezTo>
                  <a:cubicBezTo>
                    <a:pt x="190" y="3529"/>
                    <a:pt x="1" y="3718"/>
                    <a:pt x="1" y="3970"/>
                  </a:cubicBezTo>
                  <a:cubicBezTo>
                    <a:pt x="1" y="4506"/>
                    <a:pt x="347" y="4947"/>
                    <a:pt x="820" y="5136"/>
                  </a:cubicBezTo>
                  <a:lnTo>
                    <a:pt x="820" y="5420"/>
                  </a:lnTo>
                  <a:cubicBezTo>
                    <a:pt x="820" y="5672"/>
                    <a:pt x="1040" y="5861"/>
                    <a:pt x="1229" y="5861"/>
                  </a:cubicBezTo>
                  <a:cubicBezTo>
                    <a:pt x="1450" y="5861"/>
                    <a:pt x="1670" y="5672"/>
                    <a:pt x="1670" y="5420"/>
                  </a:cubicBezTo>
                  <a:lnTo>
                    <a:pt x="1670" y="5136"/>
                  </a:lnTo>
                  <a:cubicBezTo>
                    <a:pt x="2143" y="4979"/>
                    <a:pt x="2489" y="4506"/>
                    <a:pt x="2489" y="3970"/>
                  </a:cubicBezTo>
                  <a:cubicBezTo>
                    <a:pt x="2489" y="3309"/>
                    <a:pt x="1922" y="2899"/>
                    <a:pt x="1513" y="2584"/>
                  </a:cubicBezTo>
                  <a:cubicBezTo>
                    <a:pt x="1198" y="2364"/>
                    <a:pt x="820" y="2112"/>
                    <a:pt x="820" y="1891"/>
                  </a:cubicBezTo>
                  <a:cubicBezTo>
                    <a:pt x="788" y="1639"/>
                    <a:pt x="977" y="1450"/>
                    <a:pt x="1229" y="1450"/>
                  </a:cubicBezTo>
                  <a:cubicBezTo>
                    <a:pt x="1450" y="1450"/>
                    <a:pt x="1670" y="1639"/>
                    <a:pt x="1670" y="1891"/>
                  </a:cubicBezTo>
                  <a:cubicBezTo>
                    <a:pt x="1670" y="2112"/>
                    <a:pt x="1859" y="2269"/>
                    <a:pt x="2048" y="2269"/>
                  </a:cubicBezTo>
                  <a:cubicBezTo>
                    <a:pt x="2300" y="2269"/>
                    <a:pt x="2489" y="2080"/>
                    <a:pt x="2489" y="1891"/>
                  </a:cubicBezTo>
                  <a:cubicBezTo>
                    <a:pt x="2489" y="1324"/>
                    <a:pt x="2143" y="883"/>
                    <a:pt x="1670" y="694"/>
                  </a:cubicBezTo>
                  <a:lnTo>
                    <a:pt x="1670" y="410"/>
                  </a:lnTo>
                  <a:cubicBezTo>
                    <a:pt x="1670" y="190"/>
                    <a:pt x="1450" y="1"/>
                    <a:pt x="122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100" name="Google Shape;7151;p65">
            <a:extLst>
              <a:ext uri="{FF2B5EF4-FFF2-40B4-BE49-F238E27FC236}">
                <a16:creationId xmlns:a16="http://schemas.microsoft.com/office/drawing/2014/main" id="{01750E9C-2BB6-BF09-0B9B-F13E61AB56B3}"/>
              </a:ext>
            </a:extLst>
          </p:cNvPr>
          <p:cNvGrpSpPr/>
          <p:nvPr/>
        </p:nvGrpSpPr>
        <p:grpSpPr>
          <a:xfrm>
            <a:off x="15639145" y="6475301"/>
            <a:ext cx="934055" cy="669237"/>
            <a:chOff x="-60621600" y="2716100"/>
            <a:chExt cx="316650" cy="226875"/>
          </a:xfrm>
          <a:solidFill>
            <a:srgbClr val="555559"/>
          </a:solidFill>
        </p:grpSpPr>
        <p:sp>
          <p:nvSpPr>
            <p:cNvPr id="101" name="Google Shape;7152;p65">
              <a:extLst>
                <a:ext uri="{FF2B5EF4-FFF2-40B4-BE49-F238E27FC236}">
                  <a16:creationId xmlns:a16="http://schemas.microsoft.com/office/drawing/2014/main" id="{5FE8E476-3F04-A819-7005-E8E7C0BAC6CE}"/>
                </a:ext>
              </a:extLst>
            </p:cNvPr>
            <p:cNvSpPr/>
            <p:nvPr/>
          </p:nvSpPr>
          <p:spPr>
            <a:xfrm>
              <a:off x="-60621600" y="2716100"/>
              <a:ext cx="316650" cy="226875"/>
            </a:xfrm>
            <a:custGeom>
              <a:avLst/>
              <a:gdLst/>
              <a:ahLst/>
              <a:cxnLst/>
              <a:rect l="l" t="t" r="r" b="b"/>
              <a:pathLst>
                <a:path w="12666" h="9075" extrusionOk="0">
                  <a:moveTo>
                    <a:pt x="11374" y="789"/>
                  </a:moveTo>
                  <a:cubicBezTo>
                    <a:pt x="11626" y="789"/>
                    <a:pt x="11815" y="1009"/>
                    <a:pt x="11815" y="1230"/>
                  </a:cubicBezTo>
                  <a:lnTo>
                    <a:pt x="11815" y="1671"/>
                  </a:lnTo>
                  <a:lnTo>
                    <a:pt x="788" y="1671"/>
                  </a:lnTo>
                  <a:lnTo>
                    <a:pt x="788" y="1230"/>
                  </a:lnTo>
                  <a:cubicBezTo>
                    <a:pt x="788" y="1009"/>
                    <a:pt x="977" y="789"/>
                    <a:pt x="1166" y="789"/>
                  </a:cubicBezTo>
                  <a:close/>
                  <a:moveTo>
                    <a:pt x="11815" y="2490"/>
                  </a:moveTo>
                  <a:lnTo>
                    <a:pt x="11815" y="7877"/>
                  </a:lnTo>
                  <a:cubicBezTo>
                    <a:pt x="11815" y="8129"/>
                    <a:pt x="11626" y="8318"/>
                    <a:pt x="11374" y="8318"/>
                  </a:cubicBezTo>
                  <a:lnTo>
                    <a:pt x="1166" y="8318"/>
                  </a:lnTo>
                  <a:cubicBezTo>
                    <a:pt x="946" y="8318"/>
                    <a:pt x="788" y="8129"/>
                    <a:pt x="788" y="7877"/>
                  </a:cubicBezTo>
                  <a:lnTo>
                    <a:pt x="788" y="2490"/>
                  </a:lnTo>
                  <a:close/>
                  <a:moveTo>
                    <a:pt x="1229" y="1"/>
                  </a:moveTo>
                  <a:cubicBezTo>
                    <a:pt x="536" y="1"/>
                    <a:pt x="1" y="568"/>
                    <a:pt x="1" y="1230"/>
                  </a:cubicBezTo>
                  <a:lnTo>
                    <a:pt x="1" y="7846"/>
                  </a:lnTo>
                  <a:cubicBezTo>
                    <a:pt x="1" y="8507"/>
                    <a:pt x="536" y="9074"/>
                    <a:pt x="1229" y="9074"/>
                  </a:cubicBezTo>
                  <a:lnTo>
                    <a:pt x="11406" y="9074"/>
                  </a:lnTo>
                  <a:cubicBezTo>
                    <a:pt x="12099" y="9074"/>
                    <a:pt x="12666" y="8507"/>
                    <a:pt x="12666" y="7846"/>
                  </a:cubicBezTo>
                  <a:lnTo>
                    <a:pt x="12666" y="1230"/>
                  </a:lnTo>
                  <a:cubicBezTo>
                    <a:pt x="12634" y="568"/>
                    <a:pt x="12099" y="1"/>
                    <a:pt x="1140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02" name="Google Shape;7153;p65">
              <a:extLst>
                <a:ext uri="{FF2B5EF4-FFF2-40B4-BE49-F238E27FC236}">
                  <a16:creationId xmlns:a16="http://schemas.microsoft.com/office/drawing/2014/main" id="{740C224E-1A97-458F-0147-916BDA8BCC4D}"/>
                </a:ext>
              </a:extLst>
            </p:cNvPr>
            <p:cNvSpPr/>
            <p:nvPr/>
          </p:nvSpPr>
          <p:spPr>
            <a:xfrm>
              <a:off x="-60546775" y="2798025"/>
              <a:ext cx="166225" cy="104775"/>
            </a:xfrm>
            <a:custGeom>
              <a:avLst/>
              <a:gdLst/>
              <a:ahLst/>
              <a:cxnLst/>
              <a:rect l="l" t="t" r="r" b="b"/>
              <a:pathLst>
                <a:path w="6649" h="4191" extrusionOk="0">
                  <a:moveTo>
                    <a:pt x="2080" y="883"/>
                  </a:moveTo>
                  <a:cubicBezTo>
                    <a:pt x="2332" y="883"/>
                    <a:pt x="2553" y="946"/>
                    <a:pt x="2805" y="1072"/>
                  </a:cubicBezTo>
                  <a:cubicBezTo>
                    <a:pt x="2647" y="1387"/>
                    <a:pt x="2521" y="1733"/>
                    <a:pt x="2521" y="2080"/>
                  </a:cubicBezTo>
                  <a:cubicBezTo>
                    <a:pt x="2521" y="2489"/>
                    <a:pt x="2647" y="2804"/>
                    <a:pt x="2805" y="3119"/>
                  </a:cubicBezTo>
                  <a:cubicBezTo>
                    <a:pt x="2584" y="3245"/>
                    <a:pt x="2364" y="3308"/>
                    <a:pt x="2080" y="3308"/>
                  </a:cubicBezTo>
                  <a:cubicBezTo>
                    <a:pt x="1418" y="3308"/>
                    <a:pt x="820" y="2741"/>
                    <a:pt x="820" y="2048"/>
                  </a:cubicBezTo>
                  <a:cubicBezTo>
                    <a:pt x="820" y="1418"/>
                    <a:pt x="1418" y="883"/>
                    <a:pt x="2080" y="883"/>
                  </a:cubicBezTo>
                  <a:close/>
                  <a:moveTo>
                    <a:pt x="4569" y="883"/>
                  </a:moveTo>
                  <a:cubicBezTo>
                    <a:pt x="5231" y="883"/>
                    <a:pt x="5798" y="1418"/>
                    <a:pt x="5798" y="2080"/>
                  </a:cubicBezTo>
                  <a:cubicBezTo>
                    <a:pt x="5798" y="2741"/>
                    <a:pt x="5231" y="3340"/>
                    <a:pt x="4569" y="3340"/>
                  </a:cubicBezTo>
                  <a:cubicBezTo>
                    <a:pt x="3907" y="3340"/>
                    <a:pt x="3340" y="2804"/>
                    <a:pt x="3340" y="2080"/>
                  </a:cubicBezTo>
                  <a:cubicBezTo>
                    <a:pt x="3309" y="1418"/>
                    <a:pt x="3907" y="883"/>
                    <a:pt x="4569" y="883"/>
                  </a:cubicBezTo>
                  <a:close/>
                  <a:moveTo>
                    <a:pt x="2080" y="0"/>
                  </a:moveTo>
                  <a:cubicBezTo>
                    <a:pt x="946" y="0"/>
                    <a:pt x="1" y="946"/>
                    <a:pt x="1" y="2080"/>
                  </a:cubicBezTo>
                  <a:cubicBezTo>
                    <a:pt x="1" y="3245"/>
                    <a:pt x="946" y="4191"/>
                    <a:pt x="2080" y="4191"/>
                  </a:cubicBezTo>
                  <a:cubicBezTo>
                    <a:pt x="2521" y="4191"/>
                    <a:pt x="2962" y="4033"/>
                    <a:pt x="3340" y="3749"/>
                  </a:cubicBezTo>
                  <a:cubicBezTo>
                    <a:pt x="3687" y="4033"/>
                    <a:pt x="4128" y="4191"/>
                    <a:pt x="4569" y="4191"/>
                  </a:cubicBezTo>
                  <a:cubicBezTo>
                    <a:pt x="5703" y="4191"/>
                    <a:pt x="6648" y="3245"/>
                    <a:pt x="6648" y="2080"/>
                  </a:cubicBezTo>
                  <a:cubicBezTo>
                    <a:pt x="6648" y="946"/>
                    <a:pt x="5703" y="0"/>
                    <a:pt x="4569" y="0"/>
                  </a:cubicBezTo>
                  <a:cubicBezTo>
                    <a:pt x="4096" y="0"/>
                    <a:pt x="3655" y="158"/>
                    <a:pt x="3340" y="441"/>
                  </a:cubicBezTo>
                  <a:cubicBezTo>
                    <a:pt x="2994" y="158"/>
                    <a:pt x="2553" y="0"/>
                    <a:pt x="208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103" name="Google Shape;7154;p65">
            <a:extLst>
              <a:ext uri="{FF2B5EF4-FFF2-40B4-BE49-F238E27FC236}">
                <a16:creationId xmlns:a16="http://schemas.microsoft.com/office/drawing/2014/main" id="{560A7269-A0E6-D701-108B-FE04F8DF425D}"/>
              </a:ext>
            </a:extLst>
          </p:cNvPr>
          <p:cNvGrpSpPr/>
          <p:nvPr/>
        </p:nvGrpSpPr>
        <p:grpSpPr>
          <a:xfrm>
            <a:off x="19049303" y="6342930"/>
            <a:ext cx="913113" cy="933983"/>
            <a:chOff x="-59475600" y="2658625"/>
            <a:chExt cx="309550" cy="316625"/>
          </a:xfrm>
          <a:solidFill>
            <a:srgbClr val="555559"/>
          </a:solidFill>
        </p:grpSpPr>
        <p:sp>
          <p:nvSpPr>
            <p:cNvPr id="104" name="Google Shape;7155;p65">
              <a:extLst>
                <a:ext uri="{FF2B5EF4-FFF2-40B4-BE49-F238E27FC236}">
                  <a16:creationId xmlns:a16="http://schemas.microsoft.com/office/drawing/2014/main" id="{F83DFC66-A7AF-F696-B195-AC8BBD4D0E07}"/>
                </a:ext>
              </a:extLst>
            </p:cNvPr>
            <p:cNvSpPr/>
            <p:nvPr/>
          </p:nvSpPr>
          <p:spPr>
            <a:xfrm>
              <a:off x="-59427550" y="2913025"/>
              <a:ext cx="19700" cy="19700"/>
            </a:xfrm>
            <a:custGeom>
              <a:avLst/>
              <a:gdLst/>
              <a:ahLst/>
              <a:cxnLst/>
              <a:rect l="l" t="t" r="r" b="b"/>
              <a:pathLst>
                <a:path w="788" h="788" extrusionOk="0">
                  <a:moveTo>
                    <a:pt x="410" y="0"/>
                  </a:moveTo>
                  <a:cubicBezTo>
                    <a:pt x="189" y="0"/>
                    <a:pt x="0" y="189"/>
                    <a:pt x="0" y="410"/>
                  </a:cubicBezTo>
                  <a:cubicBezTo>
                    <a:pt x="0" y="630"/>
                    <a:pt x="189" y="788"/>
                    <a:pt x="410" y="788"/>
                  </a:cubicBezTo>
                  <a:cubicBezTo>
                    <a:pt x="630" y="788"/>
                    <a:pt x="788" y="630"/>
                    <a:pt x="788" y="410"/>
                  </a:cubicBezTo>
                  <a:cubicBezTo>
                    <a:pt x="788" y="189"/>
                    <a:pt x="630" y="0"/>
                    <a:pt x="41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05" name="Google Shape;7156;p65">
              <a:extLst>
                <a:ext uri="{FF2B5EF4-FFF2-40B4-BE49-F238E27FC236}">
                  <a16:creationId xmlns:a16="http://schemas.microsoft.com/office/drawing/2014/main" id="{48983C67-33A2-697A-EFF2-1A9AA4D24C51}"/>
                </a:ext>
              </a:extLst>
            </p:cNvPr>
            <p:cNvSpPr/>
            <p:nvPr/>
          </p:nvSpPr>
          <p:spPr>
            <a:xfrm>
              <a:off x="-59428350" y="2699575"/>
              <a:ext cx="20500" cy="152825"/>
            </a:xfrm>
            <a:custGeom>
              <a:avLst/>
              <a:gdLst/>
              <a:ahLst/>
              <a:cxnLst/>
              <a:rect l="l" t="t" r="r" b="b"/>
              <a:pathLst>
                <a:path w="820" h="6113" extrusionOk="0">
                  <a:moveTo>
                    <a:pt x="442" y="0"/>
                  </a:moveTo>
                  <a:cubicBezTo>
                    <a:pt x="190" y="0"/>
                    <a:pt x="1" y="189"/>
                    <a:pt x="1" y="441"/>
                  </a:cubicBezTo>
                  <a:lnTo>
                    <a:pt x="1" y="5671"/>
                  </a:lnTo>
                  <a:cubicBezTo>
                    <a:pt x="1" y="5923"/>
                    <a:pt x="190" y="6112"/>
                    <a:pt x="442" y="6112"/>
                  </a:cubicBezTo>
                  <a:cubicBezTo>
                    <a:pt x="662" y="6112"/>
                    <a:pt x="820" y="5923"/>
                    <a:pt x="820" y="5671"/>
                  </a:cubicBezTo>
                  <a:lnTo>
                    <a:pt x="820" y="410"/>
                  </a:lnTo>
                  <a:cubicBezTo>
                    <a:pt x="820" y="158"/>
                    <a:pt x="631" y="0"/>
                    <a:pt x="44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06" name="Google Shape;7157;p65">
              <a:extLst>
                <a:ext uri="{FF2B5EF4-FFF2-40B4-BE49-F238E27FC236}">
                  <a16:creationId xmlns:a16="http://schemas.microsoft.com/office/drawing/2014/main" id="{59C1FE01-EDC0-B206-808E-1DE11B3CC028}"/>
                </a:ext>
              </a:extLst>
            </p:cNvPr>
            <p:cNvSpPr/>
            <p:nvPr/>
          </p:nvSpPr>
          <p:spPr>
            <a:xfrm>
              <a:off x="-59330675" y="2913025"/>
              <a:ext cx="19700" cy="19700"/>
            </a:xfrm>
            <a:custGeom>
              <a:avLst/>
              <a:gdLst/>
              <a:ahLst/>
              <a:cxnLst/>
              <a:rect l="l" t="t" r="r" b="b"/>
              <a:pathLst>
                <a:path w="788" h="788" extrusionOk="0">
                  <a:moveTo>
                    <a:pt x="378" y="0"/>
                  </a:moveTo>
                  <a:cubicBezTo>
                    <a:pt x="158" y="0"/>
                    <a:pt x="0" y="189"/>
                    <a:pt x="0" y="410"/>
                  </a:cubicBezTo>
                  <a:cubicBezTo>
                    <a:pt x="0" y="630"/>
                    <a:pt x="158" y="788"/>
                    <a:pt x="378" y="788"/>
                  </a:cubicBezTo>
                  <a:cubicBezTo>
                    <a:pt x="599" y="788"/>
                    <a:pt x="788" y="630"/>
                    <a:pt x="788" y="410"/>
                  </a:cubicBezTo>
                  <a:cubicBezTo>
                    <a:pt x="788" y="189"/>
                    <a:pt x="599" y="0"/>
                    <a:pt x="37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07" name="Google Shape;7158;p65">
              <a:extLst>
                <a:ext uri="{FF2B5EF4-FFF2-40B4-BE49-F238E27FC236}">
                  <a16:creationId xmlns:a16="http://schemas.microsoft.com/office/drawing/2014/main" id="{FDF1808F-C13C-CB64-F3FF-48A4C42DD363}"/>
                </a:ext>
              </a:extLst>
            </p:cNvPr>
            <p:cNvSpPr/>
            <p:nvPr/>
          </p:nvSpPr>
          <p:spPr>
            <a:xfrm>
              <a:off x="-59330675" y="2699575"/>
              <a:ext cx="20500" cy="152825"/>
            </a:xfrm>
            <a:custGeom>
              <a:avLst/>
              <a:gdLst/>
              <a:ahLst/>
              <a:cxnLst/>
              <a:rect l="l" t="t" r="r" b="b"/>
              <a:pathLst>
                <a:path w="820" h="6113" extrusionOk="0">
                  <a:moveTo>
                    <a:pt x="378" y="0"/>
                  </a:moveTo>
                  <a:cubicBezTo>
                    <a:pt x="158" y="0"/>
                    <a:pt x="0" y="189"/>
                    <a:pt x="0" y="441"/>
                  </a:cubicBezTo>
                  <a:lnTo>
                    <a:pt x="0" y="5671"/>
                  </a:lnTo>
                  <a:cubicBezTo>
                    <a:pt x="0" y="5923"/>
                    <a:pt x="189" y="6112"/>
                    <a:pt x="378" y="6112"/>
                  </a:cubicBezTo>
                  <a:cubicBezTo>
                    <a:pt x="630" y="6112"/>
                    <a:pt x="820" y="5923"/>
                    <a:pt x="820" y="5671"/>
                  </a:cubicBezTo>
                  <a:lnTo>
                    <a:pt x="820" y="410"/>
                  </a:lnTo>
                  <a:cubicBezTo>
                    <a:pt x="788" y="158"/>
                    <a:pt x="567" y="0"/>
                    <a:pt x="37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08" name="Google Shape;7159;p65">
              <a:extLst>
                <a:ext uri="{FF2B5EF4-FFF2-40B4-BE49-F238E27FC236}">
                  <a16:creationId xmlns:a16="http://schemas.microsoft.com/office/drawing/2014/main" id="{4089C029-A798-E05E-B996-143B57EF4319}"/>
                </a:ext>
              </a:extLst>
            </p:cNvPr>
            <p:cNvSpPr/>
            <p:nvPr/>
          </p:nvSpPr>
          <p:spPr>
            <a:xfrm>
              <a:off x="-59475600" y="2658625"/>
              <a:ext cx="309550" cy="316625"/>
            </a:xfrm>
            <a:custGeom>
              <a:avLst/>
              <a:gdLst/>
              <a:ahLst/>
              <a:cxnLst/>
              <a:rect l="l" t="t" r="r" b="b"/>
              <a:pathLst>
                <a:path w="12382" h="12665" extrusionOk="0">
                  <a:moveTo>
                    <a:pt x="3372" y="788"/>
                  </a:moveTo>
                  <a:cubicBezTo>
                    <a:pt x="3624" y="788"/>
                    <a:pt x="3813" y="977"/>
                    <a:pt x="3813" y="1197"/>
                  </a:cubicBezTo>
                  <a:lnTo>
                    <a:pt x="3813" y="8538"/>
                  </a:lnTo>
                  <a:lnTo>
                    <a:pt x="788" y="8538"/>
                  </a:lnTo>
                  <a:lnTo>
                    <a:pt x="788" y="1197"/>
                  </a:lnTo>
                  <a:cubicBezTo>
                    <a:pt x="788" y="977"/>
                    <a:pt x="977" y="788"/>
                    <a:pt x="1166" y="788"/>
                  </a:cubicBezTo>
                  <a:close/>
                  <a:moveTo>
                    <a:pt x="7278" y="788"/>
                  </a:moveTo>
                  <a:cubicBezTo>
                    <a:pt x="7530" y="788"/>
                    <a:pt x="7688" y="977"/>
                    <a:pt x="7688" y="1197"/>
                  </a:cubicBezTo>
                  <a:lnTo>
                    <a:pt x="7688" y="8538"/>
                  </a:lnTo>
                  <a:lnTo>
                    <a:pt x="4632" y="8538"/>
                  </a:lnTo>
                  <a:lnTo>
                    <a:pt x="4632" y="1197"/>
                  </a:lnTo>
                  <a:cubicBezTo>
                    <a:pt x="4632" y="977"/>
                    <a:pt x="4852" y="788"/>
                    <a:pt x="5073" y="788"/>
                  </a:cubicBezTo>
                  <a:close/>
                  <a:moveTo>
                    <a:pt x="11122" y="788"/>
                  </a:moveTo>
                  <a:cubicBezTo>
                    <a:pt x="11342" y="788"/>
                    <a:pt x="11500" y="977"/>
                    <a:pt x="11500" y="1197"/>
                  </a:cubicBezTo>
                  <a:lnTo>
                    <a:pt x="11500" y="8538"/>
                  </a:lnTo>
                  <a:lnTo>
                    <a:pt x="8507" y="8538"/>
                  </a:lnTo>
                  <a:lnTo>
                    <a:pt x="8507" y="1197"/>
                  </a:lnTo>
                  <a:cubicBezTo>
                    <a:pt x="8507" y="977"/>
                    <a:pt x="8696" y="788"/>
                    <a:pt x="8885" y="788"/>
                  </a:cubicBezTo>
                  <a:close/>
                  <a:moveTo>
                    <a:pt x="3813" y="9325"/>
                  </a:moveTo>
                  <a:lnTo>
                    <a:pt x="3813" y="11405"/>
                  </a:lnTo>
                  <a:cubicBezTo>
                    <a:pt x="3813" y="11657"/>
                    <a:pt x="3624" y="11846"/>
                    <a:pt x="3372" y="11846"/>
                  </a:cubicBezTo>
                  <a:lnTo>
                    <a:pt x="1166" y="11846"/>
                  </a:lnTo>
                  <a:cubicBezTo>
                    <a:pt x="946" y="11846"/>
                    <a:pt x="788" y="11657"/>
                    <a:pt x="788" y="11405"/>
                  </a:cubicBezTo>
                  <a:lnTo>
                    <a:pt x="788" y="9325"/>
                  </a:lnTo>
                  <a:close/>
                  <a:moveTo>
                    <a:pt x="7688" y="9325"/>
                  </a:moveTo>
                  <a:lnTo>
                    <a:pt x="7688" y="11405"/>
                  </a:lnTo>
                  <a:cubicBezTo>
                    <a:pt x="7688" y="11657"/>
                    <a:pt x="7467" y="11846"/>
                    <a:pt x="7278" y="11846"/>
                  </a:cubicBezTo>
                  <a:lnTo>
                    <a:pt x="5073" y="11846"/>
                  </a:lnTo>
                  <a:cubicBezTo>
                    <a:pt x="4852" y="11846"/>
                    <a:pt x="4632" y="11657"/>
                    <a:pt x="4632" y="11405"/>
                  </a:cubicBezTo>
                  <a:lnTo>
                    <a:pt x="4632" y="9325"/>
                  </a:lnTo>
                  <a:close/>
                  <a:moveTo>
                    <a:pt x="11563" y="9325"/>
                  </a:moveTo>
                  <a:lnTo>
                    <a:pt x="11563" y="11405"/>
                  </a:lnTo>
                  <a:lnTo>
                    <a:pt x="11531" y="11405"/>
                  </a:lnTo>
                  <a:cubicBezTo>
                    <a:pt x="11531" y="11657"/>
                    <a:pt x="11342" y="11846"/>
                    <a:pt x="11153" y="11846"/>
                  </a:cubicBezTo>
                  <a:lnTo>
                    <a:pt x="8948" y="11846"/>
                  </a:lnTo>
                  <a:cubicBezTo>
                    <a:pt x="8696" y="11846"/>
                    <a:pt x="8538" y="11657"/>
                    <a:pt x="8538" y="11405"/>
                  </a:cubicBezTo>
                  <a:lnTo>
                    <a:pt x="8538" y="9325"/>
                  </a:lnTo>
                  <a:close/>
                  <a:moveTo>
                    <a:pt x="1229" y="0"/>
                  </a:moveTo>
                  <a:cubicBezTo>
                    <a:pt x="536" y="0"/>
                    <a:pt x="0" y="536"/>
                    <a:pt x="0" y="1197"/>
                  </a:cubicBezTo>
                  <a:lnTo>
                    <a:pt x="0" y="11405"/>
                  </a:lnTo>
                  <a:cubicBezTo>
                    <a:pt x="0" y="12066"/>
                    <a:pt x="536" y="12665"/>
                    <a:pt x="1229" y="12665"/>
                  </a:cubicBezTo>
                  <a:lnTo>
                    <a:pt x="3435" y="12665"/>
                  </a:lnTo>
                  <a:cubicBezTo>
                    <a:pt x="3750" y="12665"/>
                    <a:pt x="4002" y="12539"/>
                    <a:pt x="4254" y="12350"/>
                  </a:cubicBezTo>
                  <a:cubicBezTo>
                    <a:pt x="4474" y="12539"/>
                    <a:pt x="4758" y="12665"/>
                    <a:pt x="5073" y="12665"/>
                  </a:cubicBezTo>
                  <a:lnTo>
                    <a:pt x="7278" y="12665"/>
                  </a:lnTo>
                  <a:cubicBezTo>
                    <a:pt x="7593" y="12665"/>
                    <a:pt x="7877" y="12539"/>
                    <a:pt x="8097" y="12350"/>
                  </a:cubicBezTo>
                  <a:cubicBezTo>
                    <a:pt x="8349" y="12539"/>
                    <a:pt x="8633" y="12665"/>
                    <a:pt x="8948" y="12665"/>
                  </a:cubicBezTo>
                  <a:lnTo>
                    <a:pt x="11153" y="12665"/>
                  </a:lnTo>
                  <a:cubicBezTo>
                    <a:pt x="11815" y="12665"/>
                    <a:pt x="12382" y="12129"/>
                    <a:pt x="12382" y="11405"/>
                  </a:cubicBezTo>
                  <a:lnTo>
                    <a:pt x="12382" y="1197"/>
                  </a:lnTo>
                  <a:cubicBezTo>
                    <a:pt x="12350" y="536"/>
                    <a:pt x="11815" y="0"/>
                    <a:pt x="11153" y="0"/>
                  </a:cubicBezTo>
                  <a:lnTo>
                    <a:pt x="8948" y="0"/>
                  </a:lnTo>
                  <a:cubicBezTo>
                    <a:pt x="8633" y="0"/>
                    <a:pt x="8349" y="95"/>
                    <a:pt x="8097" y="315"/>
                  </a:cubicBezTo>
                  <a:cubicBezTo>
                    <a:pt x="7877" y="95"/>
                    <a:pt x="7593" y="0"/>
                    <a:pt x="7278" y="0"/>
                  </a:cubicBezTo>
                  <a:lnTo>
                    <a:pt x="5073" y="0"/>
                  </a:lnTo>
                  <a:cubicBezTo>
                    <a:pt x="4758" y="0"/>
                    <a:pt x="4474" y="95"/>
                    <a:pt x="4254" y="315"/>
                  </a:cubicBezTo>
                  <a:cubicBezTo>
                    <a:pt x="4002" y="95"/>
                    <a:pt x="3750" y="0"/>
                    <a:pt x="343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09" name="Google Shape;7160;p65">
              <a:extLst>
                <a:ext uri="{FF2B5EF4-FFF2-40B4-BE49-F238E27FC236}">
                  <a16:creationId xmlns:a16="http://schemas.microsoft.com/office/drawing/2014/main" id="{EA50B5E1-357E-9C6E-5EBB-D7FC281A19CC}"/>
                </a:ext>
              </a:extLst>
            </p:cNvPr>
            <p:cNvSpPr/>
            <p:nvPr/>
          </p:nvSpPr>
          <p:spPr>
            <a:xfrm>
              <a:off x="-59234600" y="2913025"/>
              <a:ext cx="19725" cy="19700"/>
            </a:xfrm>
            <a:custGeom>
              <a:avLst/>
              <a:gdLst/>
              <a:ahLst/>
              <a:cxnLst/>
              <a:rect l="l" t="t" r="r" b="b"/>
              <a:pathLst>
                <a:path w="789" h="788" extrusionOk="0">
                  <a:moveTo>
                    <a:pt x="411" y="0"/>
                  </a:moveTo>
                  <a:cubicBezTo>
                    <a:pt x="190" y="0"/>
                    <a:pt x="1" y="189"/>
                    <a:pt x="1" y="410"/>
                  </a:cubicBezTo>
                  <a:cubicBezTo>
                    <a:pt x="1" y="630"/>
                    <a:pt x="190" y="788"/>
                    <a:pt x="411" y="788"/>
                  </a:cubicBezTo>
                  <a:cubicBezTo>
                    <a:pt x="631" y="788"/>
                    <a:pt x="789" y="630"/>
                    <a:pt x="789" y="410"/>
                  </a:cubicBezTo>
                  <a:cubicBezTo>
                    <a:pt x="789" y="189"/>
                    <a:pt x="631" y="0"/>
                    <a:pt x="41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10" name="Google Shape;7161;p65">
              <a:extLst>
                <a:ext uri="{FF2B5EF4-FFF2-40B4-BE49-F238E27FC236}">
                  <a16:creationId xmlns:a16="http://schemas.microsoft.com/office/drawing/2014/main" id="{431A4C4E-D2C4-D1F5-3583-9EC511A41A48}"/>
                </a:ext>
              </a:extLst>
            </p:cNvPr>
            <p:cNvSpPr/>
            <p:nvPr/>
          </p:nvSpPr>
          <p:spPr>
            <a:xfrm>
              <a:off x="-59235375" y="2699575"/>
              <a:ext cx="20500" cy="152825"/>
            </a:xfrm>
            <a:custGeom>
              <a:avLst/>
              <a:gdLst/>
              <a:ahLst/>
              <a:cxnLst/>
              <a:rect l="l" t="t" r="r" b="b"/>
              <a:pathLst>
                <a:path w="820" h="6113" extrusionOk="0">
                  <a:moveTo>
                    <a:pt x="442" y="0"/>
                  </a:moveTo>
                  <a:cubicBezTo>
                    <a:pt x="190" y="0"/>
                    <a:pt x="0" y="189"/>
                    <a:pt x="0" y="441"/>
                  </a:cubicBezTo>
                  <a:lnTo>
                    <a:pt x="0" y="5671"/>
                  </a:lnTo>
                  <a:cubicBezTo>
                    <a:pt x="0" y="5923"/>
                    <a:pt x="190" y="6112"/>
                    <a:pt x="442" y="6112"/>
                  </a:cubicBezTo>
                  <a:cubicBezTo>
                    <a:pt x="662" y="6112"/>
                    <a:pt x="820" y="5923"/>
                    <a:pt x="820" y="5671"/>
                  </a:cubicBezTo>
                  <a:lnTo>
                    <a:pt x="820" y="410"/>
                  </a:lnTo>
                  <a:cubicBezTo>
                    <a:pt x="820" y="158"/>
                    <a:pt x="631" y="0"/>
                    <a:pt x="44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sp>
        <p:nvSpPr>
          <p:cNvPr id="111" name="Google Shape;7162;p65">
            <a:extLst>
              <a:ext uri="{FF2B5EF4-FFF2-40B4-BE49-F238E27FC236}">
                <a16:creationId xmlns:a16="http://schemas.microsoft.com/office/drawing/2014/main" id="{714AAAD3-0AEA-FCF5-3043-0E0B1F34A475}"/>
              </a:ext>
            </a:extLst>
          </p:cNvPr>
          <p:cNvSpPr/>
          <p:nvPr/>
        </p:nvSpPr>
        <p:spPr>
          <a:xfrm>
            <a:off x="5451612" y="4179370"/>
            <a:ext cx="931769" cy="931697"/>
          </a:xfrm>
          <a:custGeom>
            <a:avLst/>
            <a:gdLst/>
            <a:ahLst/>
            <a:cxnLst/>
            <a:rect l="l" t="t" r="r" b="b"/>
            <a:pathLst>
              <a:path w="12635" h="12634" extrusionOk="0">
                <a:moveTo>
                  <a:pt x="6302" y="2741"/>
                </a:moveTo>
                <a:cubicBezTo>
                  <a:pt x="6774" y="2741"/>
                  <a:pt x="7152" y="3087"/>
                  <a:pt x="7152" y="3560"/>
                </a:cubicBezTo>
                <a:cubicBezTo>
                  <a:pt x="7152" y="4033"/>
                  <a:pt x="6774" y="4411"/>
                  <a:pt x="6302" y="4411"/>
                </a:cubicBezTo>
                <a:cubicBezTo>
                  <a:pt x="5861" y="4411"/>
                  <a:pt x="5483" y="4033"/>
                  <a:pt x="5483" y="3560"/>
                </a:cubicBezTo>
                <a:cubicBezTo>
                  <a:pt x="5483" y="3087"/>
                  <a:pt x="5829" y="2741"/>
                  <a:pt x="6302" y="2741"/>
                </a:cubicBezTo>
                <a:close/>
                <a:moveTo>
                  <a:pt x="11910" y="819"/>
                </a:moveTo>
                <a:lnTo>
                  <a:pt x="11910" y="5230"/>
                </a:lnTo>
                <a:lnTo>
                  <a:pt x="8161" y="5230"/>
                </a:lnTo>
                <a:cubicBezTo>
                  <a:pt x="7972" y="5041"/>
                  <a:pt x="7751" y="4820"/>
                  <a:pt x="7530" y="4726"/>
                </a:cubicBezTo>
                <a:cubicBezTo>
                  <a:pt x="7814" y="4411"/>
                  <a:pt x="8003" y="4001"/>
                  <a:pt x="8003" y="3560"/>
                </a:cubicBezTo>
                <a:cubicBezTo>
                  <a:pt x="8003" y="2678"/>
                  <a:pt x="7247" y="1922"/>
                  <a:pt x="6333" y="1922"/>
                </a:cubicBezTo>
                <a:cubicBezTo>
                  <a:pt x="5451" y="1922"/>
                  <a:pt x="4695" y="2678"/>
                  <a:pt x="4695" y="3560"/>
                </a:cubicBezTo>
                <a:cubicBezTo>
                  <a:pt x="4695" y="4001"/>
                  <a:pt x="4853" y="4411"/>
                  <a:pt x="5168" y="4726"/>
                </a:cubicBezTo>
                <a:cubicBezTo>
                  <a:pt x="4916" y="4820"/>
                  <a:pt x="4695" y="5041"/>
                  <a:pt x="4537" y="5230"/>
                </a:cubicBezTo>
                <a:lnTo>
                  <a:pt x="883" y="5230"/>
                </a:lnTo>
                <a:lnTo>
                  <a:pt x="883" y="819"/>
                </a:lnTo>
                <a:close/>
                <a:moveTo>
                  <a:pt x="6302" y="5230"/>
                </a:moveTo>
                <a:cubicBezTo>
                  <a:pt x="7215" y="5230"/>
                  <a:pt x="7972" y="5986"/>
                  <a:pt x="7972" y="6868"/>
                </a:cubicBezTo>
                <a:lnTo>
                  <a:pt x="4664" y="6868"/>
                </a:lnTo>
                <a:cubicBezTo>
                  <a:pt x="4664" y="5986"/>
                  <a:pt x="5388" y="5230"/>
                  <a:pt x="6302" y="5230"/>
                </a:cubicBezTo>
                <a:close/>
                <a:moveTo>
                  <a:pt x="8287" y="7719"/>
                </a:moveTo>
                <a:lnTo>
                  <a:pt x="7593" y="11846"/>
                </a:lnTo>
                <a:lnTo>
                  <a:pt x="5010" y="11846"/>
                </a:lnTo>
                <a:lnTo>
                  <a:pt x="4285" y="7719"/>
                </a:lnTo>
                <a:close/>
                <a:moveTo>
                  <a:pt x="410" y="0"/>
                </a:moveTo>
                <a:cubicBezTo>
                  <a:pt x="158" y="0"/>
                  <a:pt x="1" y="189"/>
                  <a:pt x="1" y="378"/>
                </a:cubicBezTo>
                <a:lnTo>
                  <a:pt x="1" y="5608"/>
                </a:lnTo>
                <a:cubicBezTo>
                  <a:pt x="1" y="5860"/>
                  <a:pt x="190" y="6017"/>
                  <a:pt x="410" y="6017"/>
                </a:cubicBezTo>
                <a:lnTo>
                  <a:pt x="3970" y="6017"/>
                </a:lnTo>
                <a:cubicBezTo>
                  <a:pt x="3907" y="6301"/>
                  <a:pt x="3813" y="6553"/>
                  <a:pt x="3813" y="6837"/>
                </a:cubicBezTo>
                <a:lnTo>
                  <a:pt x="2994" y="6837"/>
                </a:lnTo>
                <a:cubicBezTo>
                  <a:pt x="2773" y="6837"/>
                  <a:pt x="2616" y="7026"/>
                  <a:pt x="2616" y="7246"/>
                </a:cubicBezTo>
                <a:cubicBezTo>
                  <a:pt x="2616" y="7467"/>
                  <a:pt x="2805" y="7656"/>
                  <a:pt x="2994" y="7656"/>
                </a:cubicBezTo>
                <a:lnTo>
                  <a:pt x="3466" y="7656"/>
                </a:lnTo>
                <a:lnTo>
                  <a:pt x="4254" y="12255"/>
                </a:lnTo>
                <a:cubicBezTo>
                  <a:pt x="4285" y="12476"/>
                  <a:pt x="4443" y="12633"/>
                  <a:pt x="4664" y="12633"/>
                </a:cubicBezTo>
                <a:lnTo>
                  <a:pt x="7972" y="12633"/>
                </a:lnTo>
                <a:cubicBezTo>
                  <a:pt x="8161" y="12633"/>
                  <a:pt x="8350" y="12476"/>
                  <a:pt x="8350" y="12255"/>
                </a:cubicBezTo>
                <a:lnTo>
                  <a:pt x="9137" y="7656"/>
                </a:lnTo>
                <a:lnTo>
                  <a:pt x="9610" y="7656"/>
                </a:lnTo>
                <a:cubicBezTo>
                  <a:pt x="9862" y="7656"/>
                  <a:pt x="10019" y="7467"/>
                  <a:pt x="10019" y="7215"/>
                </a:cubicBezTo>
                <a:cubicBezTo>
                  <a:pt x="10019" y="6994"/>
                  <a:pt x="9799" y="6837"/>
                  <a:pt x="9610" y="6837"/>
                </a:cubicBezTo>
                <a:lnTo>
                  <a:pt x="8791" y="6837"/>
                </a:lnTo>
                <a:cubicBezTo>
                  <a:pt x="8791" y="6553"/>
                  <a:pt x="8759" y="6269"/>
                  <a:pt x="8633" y="6017"/>
                </a:cubicBezTo>
                <a:lnTo>
                  <a:pt x="12225" y="6017"/>
                </a:lnTo>
                <a:cubicBezTo>
                  <a:pt x="12445" y="6017"/>
                  <a:pt x="12603" y="5797"/>
                  <a:pt x="12603" y="5608"/>
                </a:cubicBezTo>
                <a:lnTo>
                  <a:pt x="12603" y="378"/>
                </a:lnTo>
                <a:cubicBezTo>
                  <a:pt x="12634" y="189"/>
                  <a:pt x="12445" y="0"/>
                  <a:pt x="12256"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12" name="Google Shape;7163;p65">
            <a:extLst>
              <a:ext uri="{FF2B5EF4-FFF2-40B4-BE49-F238E27FC236}">
                <a16:creationId xmlns:a16="http://schemas.microsoft.com/office/drawing/2014/main" id="{FB847E32-CB0F-68C2-A5EE-39B3027FD882}"/>
              </a:ext>
            </a:extLst>
          </p:cNvPr>
          <p:cNvSpPr/>
          <p:nvPr/>
        </p:nvSpPr>
        <p:spPr>
          <a:xfrm>
            <a:off x="5521340" y="5259249"/>
            <a:ext cx="792318" cy="941062"/>
          </a:xfrm>
          <a:custGeom>
            <a:avLst/>
            <a:gdLst/>
            <a:ahLst/>
            <a:cxnLst/>
            <a:rect l="l" t="t" r="r" b="b"/>
            <a:pathLst>
              <a:path w="10744" h="12761" extrusionOk="0">
                <a:moveTo>
                  <a:pt x="5419" y="820"/>
                </a:moveTo>
                <a:cubicBezTo>
                  <a:pt x="6585" y="820"/>
                  <a:pt x="7530" y="1765"/>
                  <a:pt x="7530" y="2899"/>
                </a:cubicBezTo>
                <a:cubicBezTo>
                  <a:pt x="7530" y="3655"/>
                  <a:pt x="7121" y="4317"/>
                  <a:pt x="6490" y="4663"/>
                </a:cubicBezTo>
                <a:cubicBezTo>
                  <a:pt x="6364" y="4758"/>
                  <a:pt x="6301" y="4884"/>
                  <a:pt x="6301" y="5042"/>
                </a:cubicBezTo>
                <a:lnTo>
                  <a:pt x="6301" y="7436"/>
                </a:lnTo>
                <a:lnTo>
                  <a:pt x="4632" y="7436"/>
                </a:lnTo>
                <a:lnTo>
                  <a:pt x="4632" y="5042"/>
                </a:lnTo>
                <a:cubicBezTo>
                  <a:pt x="4632" y="4884"/>
                  <a:pt x="4569" y="4758"/>
                  <a:pt x="4443" y="4663"/>
                </a:cubicBezTo>
                <a:cubicBezTo>
                  <a:pt x="3687" y="4317"/>
                  <a:pt x="3340" y="3655"/>
                  <a:pt x="3340" y="2899"/>
                </a:cubicBezTo>
                <a:cubicBezTo>
                  <a:pt x="3340" y="1765"/>
                  <a:pt x="4285" y="820"/>
                  <a:pt x="5419" y="820"/>
                </a:cubicBezTo>
                <a:close/>
                <a:moveTo>
                  <a:pt x="8696" y="8286"/>
                </a:moveTo>
                <a:cubicBezTo>
                  <a:pt x="9357" y="8286"/>
                  <a:pt x="9924" y="8854"/>
                  <a:pt x="9924" y="9547"/>
                </a:cubicBezTo>
                <a:lnTo>
                  <a:pt x="9924" y="10271"/>
                </a:lnTo>
                <a:lnTo>
                  <a:pt x="820" y="10271"/>
                </a:lnTo>
                <a:lnTo>
                  <a:pt x="820" y="9547"/>
                </a:lnTo>
                <a:cubicBezTo>
                  <a:pt x="820" y="8885"/>
                  <a:pt x="1387" y="8286"/>
                  <a:pt x="2048" y="8286"/>
                </a:cubicBezTo>
                <a:close/>
                <a:moveTo>
                  <a:pt x="9137" y="11059"/>
                </a:moveTo>
                <a:lnTo>
                  <a:pt x="9137" y="11878"/>
                </a:lnTo>
                <a:lnTo>
                  <a:pt x="1702" y="11878"/>
                </a:lnTo>
                <a:lnTo>
                  <a:pt x="1702" y="11059"/>
                </a:lnTo>
                <a:close/>
                <a:moveTo>
                  <a:pt x="5325" y="1"/>
                </a:moveTo>
                <a:cubicBezTo>
                  <a:pt x="3718" y="1"/>
                  <a:pt x="2458" y="1292"/>
                  <a:pt x="2458" y="2899"/>
                </a:cubicBezTo>
                <a:cubicBezTo>
                  <a:pt x="2458" y="3403"/>
                  <a:pt x="2615" y="3939"/>
                  <a:pt x="2836" y="4348"/>
                </a:cubicBezTo>
                <a:cubicBezTo>
                  <a:pt x="3025" y="4726"/>
                  <a:pt x="3340" y="5010"/>
                  <a:pt x="3655" y="5262"/>
                </a:cubicBezTo>
                <a:lnTo>
                  <a:pt x="3655" y="7467"/>
                </a:lnTo>
                <a:lnTo>
                  <a:pt x="2080" y="7467"/>
                </a:lnTo>
                <a:cubicBezTo>
                  <a:pt x="946" y="7467"/>
                  <a:pt x="0" y="8413"/>
                  <a:pt x="0" y="9547"/>
                </a:cubicBezTo>
                <a:lnTo>
                  <a:pt x="0" y="10649"/>
                </a:lnTo>
                <a:cubicBezTo>
                  <a:pt x="0" y="10901"/>
                  <a:pt x="189" y="11059"/>
                  <a:pt x="441" y="11059"/>
                </a:cubicBezTo>
                <a:lnTo>
                  <a:pt x="820" y="11059"/>
                </a:lnTo>
                <a:lnTo>
                  <a:pt x="820" y="12319"/>
                </a:lnTo>
                <a:cubicBezTo>
                  <a:pt x="820" y="12540"/>
                  <a:pt x="1009" y="12760"/>
                  <a:pt x="1229" y="12760"/>
                </a:cubicBezTo>
                <a:lnTo>
                  <a:pt x="9483" y="12760"/>
                </a:lnTo>
                <a:cubicBezTo>
                  <a:pt x="9735" y="12760"/>
                  <a:pt x="9924" y="12540"/>
                  <a:pt x="9924" y="12319"/>
                </a:cubicBezTo>
                <a:lnTo>
                  <a:pt x="9924" y="11059"/>
                </a:lnTo>
                <a:lnTo>
                  <a:pt x="10303" y="11059"/>
                </a:lnTo>
                <a:cubicBezTo>
                  <a:pt x="10555" y="11059"/>
                  <a:pt x="10744" y="10870"/>
                  <a:pt x="10744" y="10649"/>
                </a:cubicBezTo>
                <a:lnTo>
                  <a:pt x="10744" y="9547"/>
                </a:lnTo>
                <a:cubicBezTo>
                  <a:pt x="10744" y="8413"/>
                  <a:pt x="9798" y="7467"/>
                  <a:pt x="8664" y="7467"/>
                </a:cubicBezTo>
                <a:lnTo>
                  <a:pt x="7026" y="7467"/>
                </a:lnTo>
                <a:lnTo>
                  <a:pt x="7026" y="5262"/>
                </a:lnTo>
                <a:cubicBezTo>
                  <a:pt x="7373" y="5042"/>
                  <a:pt x="7656" y="4726"/>
                  <a:pt x="7845" y="4348"/>
                </a:cubicBezTo>
                <a:cubicBezTo>
                  <a:pt x="8129" y="3939"/>
                  <a:pt x="8223" y="3403"/>
                  <a:pt x="8223" y="2899"/>
                </a:cubicBezTo>
                <a:cubicBezTo>
                  <a:pt x="8223" y="1292"/>
                  <a:pt x="6932" y="1"/>
                  <a:pt x="5325"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nvGrpSpPr>
          <p:cNvPr id="113" name="Google Shape;7164;p65">
            <a:extLst>
              <a:ext uri="{FF2B5EF4-FFF2-40B4-BE49-F238E27FC236}">
                <a16:creationId xmlns:a16="http://schemas.microsoft.com/office/drawing/2014/main" id="{76A40B22-FAC0-B85F-AB62-EE211AADE0BC}"/>
              </a:ext>
            </a:extLst>
          </p:cNvPr>
          <p:cNvGrpSpPr/>
          <p:nvPr/>
        </p:nvGrpSpPr>
        <p:grpSpPr>
          <a:xfrm>
            <a:off x="5587097" y="6341751"/>
            <a:ext cx="671451" cy="936341"/>
            <a:chOff x="-63987100" y="2646800"/>
            <a:chExt cx="227625" cy="317425"/>
          </a:xfrm>
          <a:solidFill>
            <a:srgbClr val="555559"/>
          </a:solidFill>
        </p:grpSpPr>
        <p:sp>
          <p:nvSpPr>
            <p:cNvPr id="114" name="Google Shape;7165;p65">
              <a:extLst>
                <a:ext uri="{FF2B5EF4-FFF2-40B4-BE49-F238E27FC236}">
                  <a16:creationId xmlns:a16="http://schemas.microsoft.com/office/drawing/2014/main" id="{33E2AE37-0BC2-2936-616E-05BB602977A1}"/>
                </a:ext>
              </a:extLst>
            </p:cNvPr>
            <p:cNvSpPr/>
            <p:nvPr/>
          </p:nvSpPr>
          <p:spPr>
            <a:xfrm>
              <a:off x="-63987100" y="2646800"/>
              <a:ext cx="227625" cy="317425"/>
            </a:xfrm>
            <a:custGeom>
              <a:avLst/>
              <a:gdLst/>
              <a:ahLst/>
              <a:cxnLst/>
              <a:rect l="l" t="t" r="r" b="b"/>
              <a:pathLst>
                <a:path w="9105" h="12697" extrusionOk="0">
                  <a:moveTo>
                    <a:pt x="7467" y="851"/>
                  </a:moveTo>
                  <a:lnTo>
                    <a:pt x="7467" y="2426"/>
                  </a:lnTo>
                  <a:cubicBezTo>
                    <a:pt x="7152" y="2300"/>
                    <a:pt x="6711" y="2237"/>
                    <a:pt x="6238" y="2237"/>
                  </a:cubicBezTo>
                  <a:cubicBezTo>
                    <a:pt x="5198" y="2237"/>
                    <a:pt x="4411" y="2678"/>
                    <a:pt x="4379" y="2710"/>
                  </a:cubicBezTo>
                  <a:cubicBezTo>
                    <a:pt x="4379" y="2710"/>
                    <a:pt x="3718" y="3056"/>
                    <a:pt x="2930" y="3056"/>
                  </a:cubicBezTo>
                  <a:cubicBezTo>
                    <a:pt x="2426" y="3056"/>
                    <a:pt x="1953" y="2899"/>
                    <a:pt x="1701" y="2773"/>
                  </a:cubicBezTo>
                  <a:lnTo>
                    <a:pt x="1701" y="851"/>
                  </a:lnTo>
                  <a:close/>
                  <a:moveTo>
                    <a:pt x="6207" y="3088"/>
                  </a:moveTo>
                  <a:cubicBezTo>
                    <a:pt x="6711" y="3088"/>
                    <a:pt x="7183" y="3245"/>
                    <a:pt x="7404" y="3371"/>
                  </a:cubicBezTo>
                  <a:cubicBezTo>
                    <a:pt x="7309" y="4789"/>
                    <a:pt x="6049" y="5986"/>
                    <a:pt x="4537" y="5986"/>
                  </a:cubicBezTo>
                  <a:cubicBezTo>
                    <a:pt x="3151" y="5986"/>
                    <a:pt x="2016" y="5041"/>
                    <a:pt x="1701" y="3718"/>
                  </a:cubicBezTo>
                  <a:lnTo>
                    <a:pt x="1701" y="3718"/>
                  </a:lnTo>
                  <a:cubicBezTo>
                    <a:pt x="2016" y="3844"/>
                    <a:pt x="2426" y="3939"/>
                    <a:pt x="2899" y="3939"/>
                  </a:cubicBezTo>
                  <a:cubicBezTo>
                    <a:pt x="3907" y="3939"/>
                    <a:pt x="4694" y="3498"/>
                    <a:pt x="4726" y="3466"/>
                  </a:cubicBezTo>
                  <a:cubicBezTo>
                    <a:pt x="4726" y="3466"/>
                    <a:pt x="5419" y="3088"/>
                    <a:pt x="6207" y="3088"/>
                  </a:cubicBezTo>
                  <a:close/>
                  <a:moveTo>
                    <a:pt x="4537" y="10240"/>
                  </a:moveTo>
                  <a:cubicBezTo>
                    <a:pt x="5135" y="10240"/>
                    <a:pt x="5639" y="10933"/>
                    <a:pt x="5765" y="11878"/>
                  </a:cubicBezTo>
                  <a:lnTo>
                    <a:pt x="3308" y="11878"/>
                  </a:lnTo>
                  <a:cubicBezTo>
                    <a:pt x="3434" y="10933"/>
                    <a:pt x="3938" y="10240"/>
                    <a:pt x="4537" y="10240"/>
                  </a:cubicBezTo>
                  <a:close/>
                  <a:moveTo>
                    <a:pt x="4505" y="6774"/>
                  </a:moveTo>
                  <a:cubicBezTo>
                    <a:pt x="6144" y="6806"/>
                    <a:pt x="7467" y="8066"/>
                    <a:pt x="7467" y="9672"/>
                  </a:cubicBezTo>
                  <a:lnTo>
                    <a:pt x="7467" y="11878"/>
                  </a:lnTo>
                  <a:lnTo>
                    <a:pt x="6585" y="11878"/>
                  </a:lnTo>
                  <a:cubicBezTo>
                    <a:pt x="6553" y="11279"/>
                    <a:pt x="6364" y="10744"/>
                    <a:pt x="6049" y="10303"/>
                  </a:cubicBezTo>
                  <a:cubicBezTo>
                    <a:pt x="5639" y="9704"/>
                    <a:pt x="5104" y="9389"/>
                    <a:pt x="4537" y="9389"/>
                  </a:cubicBezTo>
                  <a:cubicBezTo>
                    <a:pt x="3938" y="9389"/>
                    <a:pt x="3434" y="9704"/>
                    <a:pt x="3056" y="10303"/>
                  </a:cubicBezTo>
                  <a:cubicBezTo>
                    <a:pt x="2772" y="10744"/>
                    <a:pt x="2583" y="11279"/>
                    <a:pt x="2489" y="11878"/>
                  </a:cubicBezTo>
                  <a:lnTo>
                    <a:pt x="1638" y="11878"/>
                  </a:lnTo>
                  <a:lnTo>
                    <a:pt x="1638" y="9672"/>
                  </a:lnTo>
                  <a:cubicBezTo>
                    <a:pt x="1638" y="8066"/>
                    <a:pt x="2930" y="6774"/>
                    <a:pt x="4505" y="6774"/>
                  </a:cubicBezTo>
                  <a:close/>
                  <a:moveTo>
                    <a:pt x="410" y="0"/>
                  </a:moveTo>
                  <a:cubicBezTo>
                    <a:pt x="158" y="0"/>
                    <a:pt x="0" y="189"/>
                    <a:pt x="0" y="410"/>
                  </a:cubicBezTo>
                  <a:cubicBezTo>
                    <a:pt x="0" y="662"/>
                    <a:pt x="221" y="851"/>
                    <a:pt x="410" y="851"/>
                  </a:cubicBezTo>
                  <a:lnTo>
                    <a:pt x="851" y="851"/>
                  </a:lnTo>
                  <a:lnTo>
                    <a:pt x="851" y="3056"/>
                  </a:lnTo>
                  <a:cubicBezTo>
                    <a:pt x="851" y="4506"/>
                    <a:pt x="1670" y="5734"/>
                    <a:pt x="2867" y="6364"/>
                  </a:cubicBezTo>
                  <a:cubicBezTo>
                    <a:pt x="1670" y="6995"/>
                    <a:pt x="851" y="8223"/>
                    <a:pt x="851" y="9672"/>
                  </a:cubicBezTo>
                  <a:lnTo>
                    <a:pt x="851" y="11878"/>
                  </a:lnTo>
                  <a:lnTo>
                    <a:pt x="410" y="11878"/>
                  </a:lnTo>
                  <a:cubicBezTo>
                    <a:pt x="158" y="11878"/>
                    <a:pt x="0" y="12067"/>
                    <a:pt x="0" y="12287"/>
                  </a:cubicBezTo>
                  <a:cubicBezTo>
                    <a:pt x="0" y="12508"/>
                    <a:pt x="221" y="12697"/>
                    <a:pt x="410" y="12697"/>
                  </a:cubicBezTo>
                  <a:lnTo>
                    <a:pt x="8664" y="12697"/>
                  </a:lnTo>
                  <a:cubicBezTo>
                    <a:pt x="8916" y="12697"/>
                    <a:pt x="9105" y="12508"/>
                    <a:pt x="9105" y="12287"/>
                  </a:cubicBezTo>
                  <a:cubicBezTo>
                    <a:pt x="9105" y="12035"/>
                    <a:pt x="8916" y="11878"/>
                    <a:pt x="8664" y="11878"/>
                  </a:cubicBezTo>
                  <a:lnTo>
                    <a:pt x="8286" y="11878"/>
                  </a:lnTo>
                  <a:lnTo>
                    <a:pt x="8286" y="9672"/>
                  </a:lnTo>
                  <a:cubicBezTo>
                    <a:pt x="8286" y="8223"/>
                    <a:pt x="7467" y="6995"/>
                    <a:pt x="6270" y="6364"/>
                  </a:cubicBezTo>
                  <a:cubicBezTo>
                    <a:pt x="7467" y="5734"/>
                    <a:pt x="8286" y="4506"/>
                    <a:pt x="8286" y="3056"/>
                  </a:cubicBezTo>
                  <a:lnTo>
                    <a:pt x="8286" y="851"/>
                  </a:lnTo>
                  <a:lnTo>
                    <a:pt x="8664" y="851"/>
                  </a:lnTo>
                  <a:cubicBezTo>
                    <a:pt x="8916" y="851"/>
                    <a:pt x="9105" y="662"/>
                    <a:pt x="9105" y="410"/>
                  </a:cubicBezTo>
                  <a:cubicBezTo>
                    <a:pt x="9105" y="189"/>
                    <a:pt x="8916" y="0"/>
                    <a:pt x="866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15" name="Google Shape;7166;p65">
              <a:extLst>
                <a:ext uri="{FF2B5EF4-FFF2-40B4-BE49-F238E27FC236}">
                  <a16:creationId xmlns:a16="http://schemas.microsoft.com/office/drawing/2014/main" id="{5848A472-52D5-03DB-6E78-21AF1A7E773E}"/>
                </a:ext>
              </a:extLst>
            </p:cNvPr>
            <p:cNvSpPr/>
            <p:nvPr/>
          </p:nvSpPr>
          <p:spPr>
            <a:xfrm>
              <a:off x="-63883150" y="2826375"/>
              <a:ext cx="20500" cy="41775"/>
            </a:xfrm>
            <a:custGeom>
              <a:avLst/>
              <a:gdLst/>
              <a:ahLst/>
              <a:cxnLst/>
              <a:rect l="l" t="t" r="r" b="b"/>
              <a:pathLst>
                <a:path w="820" h="1671" extrusionOk="0">
                  <a:moveTo>
                    <a:pt x="379" y="1"/>
                  </a:moveTo>
                  <a:cubicBezTo>
                    <a:pt x="158" y="1"/>
                    <a:pt x="1" y="221"/>
                    <a:pt x="1" y="442"/>
                  </a:cubicBezTo>
                  <a:lnTo>
                    <a:pt x="1" y="1261"/>
                  </a:lnTo>
                  <a:cubicBezTo>
                    <a:pt x="1" y="1513"/>
                    <a:pt x="190" y="1670"/>
                    <a:pt x="379" y="1670"/>
                  </a:cubicBezTo>
                  <a:cubicBezTo>
                    <a:pt x="631" y="1670"/>
                    <a:pt x="820" y="1481"/>
                    <a:pt x="820" y="1261"/>
                  </a:cubicBezTo>
                  <a:lnTo>
                    <a:pt x="820" y="442"/>
                  </a:lnTo>
                  <a:cubicBezTo>
                    <a:pt x="820" y="221"/>
                    <a:pt x="631" y="1"/>
                    <a:pt x="37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116" name="Google Shape;7167;p65">
            <a:extLst>
              <a:ext uri="{FF2B5EF4-FFF2-40B4-BE49-F238E27FC236}">
                <a16:creationId xmlns:a16="http://schemas.microsoft.com/office/drawing/2014/main" id="{E48E39CF-EFB8-9D16-67C4-52DBF8F67BA9}"/>
              </a:ext>
            </a:extLst>
          </p:cNvPr>
          <p:cNvGrpSpPr/>
          <p:nvPr/>
        </p:nvGrpSpPr>
        <p:grpSpPr>
          <a:xfrm>
            <a:off x="11129593" y="4173384"/>
            <a:ext cx="913113" cy="943348"/>
            <a:chOff x="-62148000" y="1930075"/>
            <a:chExt cx="309550" cy="319800"/>
          </a:xfrm>
          <a:solidFill>
            <a:srgbClr val="555559"/>
          </a:solidFill>
        </p:grpSpPr>
        <p:sp>
          <p:nvSpPr>
            <p:cNvPr id="117" name="Google Shape;7168;p65">
              <a:extLst>
                <a:ext uri="{FF2B5EF4-FFF2-40B4-BE49-F238E27FC236}">
                  <a16:creationId xmlns:a16="http://schemas.microsoft.com/office/drawing/2014/main" id="{96876E3A-703B-F48A-B930-2F168D77B7EF}"/>
                </a:ext>
              </a:extLst>
            </p:cNvPr>
            <p:cNvSpPr/>
            <p:nvPr/>
          </p:nvSpPr>
          <p:spPr>
            <a:xfrm>
              <a:off x="-62148000" y="1930075"/>
              <a:ext cx="309550" cy="319800"/>
            </a:xfrm>
            <a:custGeom>
              <a:avLst/>
              <a:gdLst/>
              <a:ahLst/>
              <a:cxnLst/>
              <a:rect l="l" t="t" r="r" b="b"/>
              <a:pathLst>
                <a:path w="12382" h="12792" extrusionOk="0">
                  <a:moveTo>
                    <a:pt x="11594" y="1670"/>
                  </a:moveTo>
                  <a:lnTo>
                    <a:pt x="11594" y="2899"/>
                  </a:lnTo>
                  <a:cubicBezTo>
                    <a:pt x="11594" y="3970"/>
                    <a:pt x="10775" y="4883"/>
                    <a:pt x="9735" y="4946"/>
                  </a:cubicBezTo>
                  <a:cubicBezTo>
                    <a:pt x="9861" y="4631"/>
                    <a:pt x="9924" y="4190"/>
                    <a:pt x="9924" y="3781"/>
                  </a:cubicBezTo>
                  <a:lnTo>
                    <a:pt x="9924" y="1670"/>
                  </a:lnTo>
                  <a:close/>
                  <a:moveTo>
                    <a:pt x="2489" y="1733"/>
                  </a:moveTo>
                  <a:lnTo>
                    <a:pt x="2489" y="3812"/>
                  </a:lnTo>
                  <a:cubicBezTo>
                    <a:pt x="2489" y="4253"/>
                    <a:pt x="2584" y="4631"/>
                    <a:pt x="2678" y="5041"/>
                  </a:cubicBezTo>
                  <a:cubicBezTo>
                    <a:pt x="1638" y="4915"/>
                    <a:pt x="851" y="4033"/>
                    <a:pt x="851" y="2993"/>
                  </a:cubicBezTo>
                  <a:lnTo>
                    <a:pt x="851" y="1733"/>
                  </a:lnTo>
                  <a:close/>
                  <a:moveTo>
                    <a:pt x="9105" y="882"/>
                  </a:moveTo>
                  <a:lnTo>
                    <a:pt x="9105" y="3812"/>
                  </a:lnTo>
                  <a:cubicBezTo>
                    <a:pt x="9105" y="5419"/>
                    <a:pt x="7813" y="6679"/>
                    <a:pt x="6207" y="6679"/>
                  </a:cubicBezTo>
                  <a:cubicBezTo>
                    <a:pt x="4600" y="6679"/>
                    <a:pt x="3308" y="5387"/>
                    <a:pt x="3308" y="3812"/>
                  </a:cubicBezTo>
                  <a:lnTo>
                    <a:pt x="3308" y="882"/>
                  </a:lnTo>
                  <a:close/>
                  <a:moveTo>
                    <a:pt x="6648" y="7467"/>
                  </a:moveTo>
                  <a:lnTo>
                    <a:pt x="6648" y="8601"/>
                  </a:lnTo>
                  <a:lnTo>
                    <a:pt x="5797" y="8601"/>
                  </a:lnTo>
                  <a:lnTo>
                    <a:pt x="5797" y="7467"/>
                  </a:lnTo>
                  <a:cubicBezTo>
                    <a:pt x="5923" y="7467"/>
                    <a:pt x="6081" y="7498"/>
                    <a:pt x="6207" y="7498"/>
                  </a:cubicBezTo>
                  <a:cubicBezTo>
                    <a:pt x="6301" y="7498"/>
                    <a:pt x="6459" y="7498"/>
                    <a:pt x="6648" y="7467"/>
                  </a:cubicBezTo>
                  <a:close/>
                  <a:moveTo>
                    <a:pt x="7057" y="9389"/>
                  </a:moveTo>
                  <a:cubicBezTo>
                    <a:pt x="7309" y="9389"/>
                    <a:pt x="7498" y="9609"/>
                    <a:pt x="7498" y="9830"/>
                  </a:cubicBezTo>
                  <a:lnTo>
                    <a:pt x="7498" y="10271"/>
                  </a:lnTo>
                  <a:lnTo>
                    <a:pt x="5009" y="10271"/>
                  </a:lnTo>
                  <a:lnTo>
                    <a:pt x="5009" y="9830"/>
                  </a:lnTo>
                  <a:lnTo>
                    <a:pt x="4978" y="9830"/>
                  </a:lnTo>
                  <a:cubicBezTo>
                    <a:pt x="4978" y="9609"/>
                    <a:pt x="5167" y="9389"/>
                    <a:pt x="5419" y="9389"/>
                  </a:cubicBezTo>
                  <a:close/>
                  <a:moveTo>
                    <a:pt x="8727" y="11090"/>
                  </a:moveTo>
                  <a:cubicBezTo>
                    <a:pt x="8948" y="11090"/>
                    <a:pt x="9105" y="11279"/>
                    <a:pt x="9105" y="11499"/>
                  </a:cubicBezTo>
                  <a:lnTo>
                    <a:pt x="9105" y="11909"/>
                  </a:lnTo>
                  <a:lnTo>
                    <a:pt x="3308" y="11909"/>
                  </a:lnTo>
                  <a:lnTo>
                    <a:pt x="3308" y="11499"/>
                  </a:lnTo>
                  <a:cubicBezTo>
                    <a:pt x="3308" y="11247"/>
                    <a:pt x="3529" y="11090"/>
                    <a:pt x="3718" y="11090"/>
                  </a:cubicBezTo>
                  <a:close/>
                  <a:moveTo>
                    <a:pt x="2899" y="0"/>
                  </a:moveTo>
                  <a:cubicBezTo>
                    <a:pt x="2647" y="0"/>
                    <a:pt x="2489" y="189"/>
                    <a:pt x="2489" y="410"/>
                  </a:cubicBezTo>
                  <a:lnTo>
                    <a:pt x="2489" y="819"/>
                  </a:lnTo>
                  <a:lnTo>
                    <a:pt x="410" y="819"/>
                  </a:lnTo>
                  <a:cubicBezTo>
                    <a:pt x="221" y="882"/>
                    <a:pt x="0" y="1040"/>
                    <a:pt x="0" y="1292"/>
                  </a:cubicBezTo>
                  <a:lnTo>
                    <a:pt x="0" y="2930"/>
                  </a:lnTo>
                  <a:cubicBezTo>
                    <a:pt x="0" y="4568"/>
                    <a:pt x="1323" y="5860"/>
                    <a:pt x="2930" y="5860"/>
                  </a:cubicBezTo>
                  <a:lnTo>
                    <a:pt x="3119" y="5860"/>
                  </a:lnTo>
                  <a:cubicBezTo>
                    <a:pt x="3560" y="6522"/>
                    <a:pt x="4222" y="7026"/>
                    <a:pt x="4978" y="7309"/>
                  </a:cubicBezTo>
                  <a:lnTo>
                    <a:pt x="4978" y="8695"/>
                  </a:lnTo>
                  <a:cubicBezTo>
                    <a:pt x="4505" y="8853"/>
                    <a:pt x="4159" y="9326"/>
                    <a:pt x="4159" y="9861"/>
                  </a:cubicBezTo>
                  <a:lnTo>
                    <a:pt x="4159" y="10302"/>
                  </a:lnTo>
                  <a:lnTo>
                    <a:pt x="3749" y="10302"/>
                  </a:lnTo>
                  <a:cubicBezTo>
                    <a:pt x="3088" y="10302"/>
                    <a:pt x="2521" y="10869"/>
                    <a:pt x="2521" y="11531"/>
                  </a:cubicBezTo>
                  <a:lnTo>
                    <a:pt x="2521" y="12350"/>
                  </a:lnTo>
                  <a:cubicBezTo>
                    <a:pt x="2521" y="12571"/>
                    <a:pt x="2741" y="12791"/>
                    <a:pt x="2930" y="12791"/>
                  </a:cubicBezTo>
                  <a:lnTo>
                    <a:pt x="9546" y="12791"/>
                  </a:lnTo>
                  <a:cubicBezTo>
                    <a:pt x="9767" y="12791"/>
                    <a:pt x="9924" y="12571"/>
                    <a:pt x="9924" y="12350"/>
                  </a:cubicBezTo>
                  <a:lnTo>
                    <a:pt x="9924" y="11499"/>
                  </a:lnTo>
                  <a:cubicBezTo>
                    <a:pt x="9924" y="10806"/>
                    <a:pt x="9389" y="10271"/>
                    <a:pt x="8727" y="10271"/>
                  </a:cubicBezTo>
                  <a:lnTo>
                    <a:pt x="8286" y="10271"/>
                  </a:lnTo>
                  <a:lnTo>
                    <a:pt x="8286" y="9830"/>
                  </a:lnTo>
                  <a:cubicBezTo>
                    <a:pt x="8286" y="9294"/>
                    <a:pt x="7939" y="8853"/>
                    <a:pt x="7467" y="8664"/>
                  </a:cubicBezTo>
                  <a:lnTo>
                    <a:pt x="7467" y="7278"/>
                  </a:lnTo>
                  <a:cubicBezTo>
                    <a:pt x="8191" y="6994"/>
                    <a:pt x="8885" y="6490"/>
                    <a:pt x="9294" y="5828"/>
                  </a:cubicBezTo>
                  <a:lnTo>
                    <a:pt x="9515" y="5828"/>
                  </a:lnTo>
                  <a:cubicBezTo>
                    <a:pt x="11121" y="5828"/>
                    <a:pt x="12382" y="4505"/>
                    <a:pt x="12382" y="2899"/>
                  </a:cubicBezTo>
                  <a:lnTo>
                    <a:pt x="12382" y="1260"/>
                  </a:lnTo>
                  <a:cubicBezTo>
                    <a:pt x="12382" y="1008"/>
                    <a:pt x="12193" y="819"/>
                    <a:pt x="11972" y="819"/>
                  </a:cubicBezTo>
                  <a:lnTo>
                    <a:pt x="9893" y="819"/>
                  </a:lnTo>
                  <a:lnTo>
                    <a:pt x="9893" y="410"/>
                  </a:lnTo>
                  <a:cubicBezTo>
                    <a:pt x="9893" y="189"/>
                    <a:pt x="9704" y="0"/>
                    <a:pt x="951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18" name="Google Shape;7169;p65">
              <a:extLst>
                <a:ext uri="{FF2B5EF4-FFF2-40B4-BE49-F238E27FC236}">
                  <a16:creationId xmlns:a16="http://schemas.microsoft.com/office/drawing/2014/main" id="{613D2DA2-F2DB-D642-29C2-C0BD62F4BA2A}"/>
                </a:ext>
              </a:extLst>
            </p:cNvPr>
            <p:cNvSpPr/>
            <p:nvPr/>
          </p:nvSpPr>
          <p:spPr>
            <a:xfrm>
              <a:off x="-62044825" y="1972200"/>
              <a:ext cx="107125" cy="97700"/>
            </a:xfrm>
            <a:custGeom>
              <a:avLst/>
              <a:gdLst/>
              <a:ahLst/>
              <a:cxnLst/>
              <a:rect l="l" t="t" r="r" b="b"/>
              <a:pathLst>
                <a:path w="4285" h="3908" extrusionOk="0">
                  <a:moveTo>
                    <a:pt x="2111" y="1308"/>
                  </a:moveTo>
                  <a:lnTo>
                    <a:pt x="2237" y="1560"/>
                  </a:lnTo>
                  <a:cubicBezTo>
                    <a:pt x="2300" y="1686"/>
                    <a:pt x="2395" y="1781"/>
                    <a:pt x="2552" y="1812"/>
                  </a:cubicBezTo>
                  <a:lnTo>
                    <a:pt x="2867" y="1844"/>
                  </a:lnTo>
                  <a:lnTo>
                    <a:pt x="2615" y="2033"/>
                  </a:lnTo>
                  <a:cubicBezTo>
                    <a:pt x="2552" y="2127"/>
                    <a:pt x="2458" y="2285"/>
                    <a:pt x="2521" y="2411"/>
                  </a:cubicBezTo>
                  <a:lnTo>
                    <a:pt x="2552" y="2726"/>
                  </a:lnTo>
                  <a:lnTo>
                    <a:pt x="2269" y="2568"/>
                  </a:lnTo>
                  <a:cubicBezTo>
                    <a:pt x="2206" y="2505"/>
                    <a:pt x="2143" y="2505"/>
                    <a:pt x="2080" y="2505"/>
                  </a:cubicBezTo>
                  <a:cubicBezTo>
                    <a:pt x="1985" y="2505"/>
                    <a:pt x="1954" y="2505"/>
                    <a:pt x="1891" y="2568"/>
                  </a:cubicBezTo>
                  <a:lnTo>
                    <a:pt x="1607" y="2726"/>
                  </a:lnTo>
                  <a:lnTo>
                    <a:pt x="1639" y="2411"/>
                  </a:lnTo>
                  <a:cubicBezTo>
                    <a:pt x="1670" y="2285"/>
                    <a:pt x="1607" y="2127"/>
                    <a:pt x="1513" y="2033"/>
                  </a:cubicBezTo>
                  <a:lnTo>
                    <a:pt x="1292" y="1844"/>
                  </a:lnTo>
                  <a:lnTo>
                    <a:pt x="1670" y="1812"/>
                  </a:lnTo>
                  <a:cubicBezTo>
                    <a:pt x="1796" y="1812"/>
                    <a:pt x="1922" y="1686"/>
                    <a:pt x="1985" y="1560"/>
                  </a:cubicBezTo>
                  <a:lnTo>
                    <a:pt x="2111" y="1308"/>
                  </a:lnTo>
                  <a:close/>
                  <a:moveTo>
                    <a:pt x="2143" y="1"/>
                  </a:moveTo>
                  <a:cubicBezTo>
                    <a:pt x="1993" y="1"/>
                    <a:pt x="1843" y="79"/>
                    <a:pt x="1765" y="237"/>
                  </a:cubicBezTo>
                  <a:lnTo>
                    <a:pt x="1355" y="1056"/>
                  </a:lnTo>
                  <a:lnTo>
                    <a:pt x="473" y="1182"/>
                  </a:lnTo>
                  <a:cubicBezTo>
                    <a:pt x="95" y="1214"/>
                    <a:pt x="0" y="1655"/>
                    <a:pt x="221" y="1875"/>
                  </a:cubicBezTo>
                  <a:lnTo>
                    <a:pt x="851" y="2505"/>
                  </a:lnTo>
                  <a:lnTo>
                    <a:pt x="693" y="3419"/>
                  </a:lnTo>
                  <a:cubicBezTo>
                    <a:pt x="668" y="3693"/>
                    <a:pt x="880" y="3908"/>
                    <a:pt x="1110" y="3908"/>
                  </a:cubicBezTo>
                  <a:cubicBezTo>
                    <a:pt x="1171" y="3908"/>
                    <a:pt x="1233" y="3893"/>
                    <a:pt x="1292" y="3860"/>
                  </a:cubicBezTo>
                  <a:lnTo>
                    <a:pt x="2111" y="3419"/>
                  </a:lnTo>
                  <a:lnTo>
                    <a:pt x="2930" y="3860"/>
                  </a:lnTo>
                  <a:cubicBezTo>
                    <a:pt x="2992" y="3891"/>
                    <a:pt x="3056" y="3905"/>
                    <a:pt x="3119" y="3905"/>
                  </a:cubicBezTo>
                  <a:cubicBezTo>
                    <a:pt x="3376" y="3905"/>
                    <a:pt x="3605" y="3672"/>
                    <a:pt x="3529" y="3419"/>
                  </a:cubicBezTo>
                  <a:lnTo>
                    <a:pt x="3371" y="2505"/>
                  </a:lnTo>
                  <a:lnTo>
                    <a:pt x="4033" y="1875"/>
                  </a:lnTo>
                  <a:cubicBezTo>
                    <a:pt x="4285" y="1655"/>
                    <a:pt x="4159" y="1214"/>
                    <a:pt x="3812" y="1182"/>
                  </a:cubicBezTo>
                  <a:lnTo>
                    <a:pt x="2899" y="1056"/>
                  </a:lnTo>
                  <a:lnTo>
                    <a:pt x="2521" y="237"/>
                  </a:lnTo>
                  <a:cubicBezTo>
                    <a:pt x="2442" y="79"/>
                    <a:pt x="2292" y="1"/>
                    <a:pt x="21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119" name="Google Shape;7170;p65">
            <a:extLst>
              <a:ext uri="{FF2B5EF4-FFF2-40B4-BE49-F238E27FC236}">
                <a16:creationId xmlns:a16="http://schemas.microsoft.com/office/drawing/2014/main" id="{30B23070-DC26-83B6-3ECF-75914BA83884}"/>
              </a:ext>
            </a:extLst>
          </p:cNvPr>
          <p:cNvGrpSpPr/>
          <p:nvPr/>
        </p:nvGrpSpPr>
        <p:grpSpPr>
          <a:xfrm>
            <a:off x="11122626" y="5263705"/>
            <a:ext cx="927050" cy="931769"/>
            <a:chOff x="-62150375" y="2297875"/>
            <a:chExt cx="314275" cy="315875"/>
          </a:xfrm>
          <a:solidFill>
            <a:srgbClr val="555559"/>
          </a:solidFill>
        </p:grpSpPr>
        <p:sp>
          <p:nvSpPr>
            <p:cNvPr id="120" name="Google Shape;7171;p65">
              <a:extLst>
                <a:ext uri="{FF2B5EF4-FFF2-40B4-BE49-F238E27FC236}">
                  <a16:creationId xmlns:a16="http://schemas.microsoft.com/office/drawing/2014/main" id="{7C49B049-3F73-1AF7-363A-E9AE5758934C}"/>
                </a:ext>
              </a:extLst>
            </p:cNvPr>
            <p:cNvSpPr/>
            <p:nvPr/>
          </p:nvSpPr>
          <p:spPr>
            <a:xfrm>
              <a:off x="-61994425" y="2297875"/>
              <a:ext cx="64600" cy="69925"/>
            </a:xfrm>
            <a:custGeom>
              <a:avLst/>
              <a:gdLst/>
              <a:ahLst/>
              <a:cxnLst/>
              <a:rect l="l" t="t" r="r" b="b"/>
              <a:pathLst>
                <a:path w="2584" h="2797" extrusionOk="0">
                  <a:moveTo>
                    <a:pt x="1324" y="1"/>
                  </a:moveTo>
                  <a:cubicBezTo>
                    <a:pt x="1072" y="1"/>
                    <a:pt x="883" y="190"/>
                    <a:pt x="883" y="442"/>
                  </a:cubicBezTo>
                  <a:lnTo>
                    <a:pt x="883" y="1387"/>
                  </a:lnTo>
                  <a:lnTo>
                    <a:pt x="757" y="1261"/>
                  </a:lnTo>
                  <a:cubicBezTo>
                    <a:pt x="678" y="1182"/>
                    <a:pt x="568" y="1143"/>
                    <a:pt x="457" y="1143"/>
                  </a:cubicBezTo>
                  <a:cubicBezTo>
                    <a:pt x="347" y="1143"/>
                    <a:pt x="237" y="1182"/>
                    <a:pt x="158" y="1261"/>
                  </a:cubicBezTo>
                  <a:cubicBezTo>
                    <a:pt x="1" y="1419"/>
                    <a:pt x="1" y="1702"/>
                    <a:pt x="158" y="1860"/>
                  </a:cubicBezTo>
                  <a:lnTo>
                    <a:pt x="1009" y="2679"/>
                  </a:lnTo>
                  <a:cubicBezTo>
                    <a:pt x="1088" y="2758"/>
                    <a:pt x="1190" y="2797"/>
                    <a:pt x="1292" y="2797"/>
                  </a:cubicBezTo>
                  <a:cubicBezTo>
                    <a:pt x="1395" y="2797"/>
                    <a:pt x="1497" y="2758"/>
                    <a:pt x="1576" y="2679"/>
                  </a:cubicBezTo>
                  <a:lnTo>
                    <a:pt x="2426" y="1860"/>
                  </a:lnTo>
                  <a:cubicBezTo>
                    <a:pt x="2584" y="1702"/>
                    <a:pt x="2584" y="1419"/>
                    <a:pt x="2426" y="1261"/>
                  </a:cubicBezTo>
                  <a:cubicBezTo>
                    <a:pt x="2348" y="1182"/>
                    <a:pt x="2237" y="1143"/>
                    <a:pt x="2127" y="1143"/>
                  </a:cubicBezTo>
                  <a:cubicBezTo>
                    <a:pt x="2017" y="1143"/>
                    <a:pt x="1907" y="1182"/>
                    <a:pt x="1828" y="1261"/>
                  </a:cubicBezTo>
                  <a:lnTo>
                    <a:pt x="1702" y="1387"/>
                  </a:lnTo>
                  <a:lnTo>
                    <a:pt x="1702" y="442"/>
                  </a:lnTo>
                  <a:cubicBezTo>
                    <a:pt x="1733" y="190"/>
                    <a:pt x="1544" y="1"/>
                    <a:pt x="132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21" name="Google Shape;7172;p65">
              <a:extLst>
                <a:ext uri="{FF2B5EF4-FFF2-40B4-BE49-F238E27FC236}">
                  <a16:creationId xmlns:a16="http://schemas.microsoft.com/office/drawing/2014/main" id="{E59C7B60-716F-DC3C-CDA7-AEE87447E121}"/>
                </a:ext>
              </a:extLst>
            </p:cNvPr>
            <p:cNvSpPr/>
            <p:nvPr/>
          </p:nvSpPr>
          <p:spPr>
            <a:xfrm>
              <a:off x="-62150375" y="2338050"/>
              <a:ext cx="314275" cy="275700"/>
            </a:xfrm>
            <a:custGeom>
              <a:avLst/>
              <a:gdLst/>
              <a:ahLst/>
              <a:cxnLst/>
              <a:rect l="l" t="t" r="r" b="b"/>
              <a:pathLst>
                <a:path w="12571" h="11028" extrusionOk="0">
                  <a:moveTo>
                    <a:pt x="11752" y="2805"/>
                  </a:moveTo>
                  <a:lnTo>
                    <a:pt x="11059" y="6932"/>
                  </a:lnTo>
                  <a:lnTo>
                    <a:pt x="3970" y="6932"/>
                  </a:lnTo>
                  <a:lnTo>
                    <a:pt x="3183" y="2805"/>
                  </a:lnTo>
                  <a:close/>
                  <a:moveTo>
                    <a:pt x="5199" y="9421"/>
                  </a:moveTo>
                  <a:cubicBezTo>
                    <a:pt x="5388" y="9452"/>
                    <a:pt x="5514" y="9610"/>
                    <a:pt x="5514" y="9830"/>
                  </a:cubicBezTo>
                  <a:cubicBezTo>
                    <a:pt x="5514" y="10051"/>
                    <a:pt x="5293" y="10240"/>
                    <a:pt x="5073" y="10240"/>
                  </a:cubicBezTo>
                  <a:cubicBezTo>
                    <a:pt x="4821" y="10240"/>
                    <a:pt x="4663" y="10051"/>
                    <a:pt x="4663" y="9830"/>
                  </a:cubicBezTo>
                  <a:cubicBezTo>
                    <a:pt x="4663" y="9610"/>
                    <a:pt x="4789" y="9452"/>
                    <a:pt x="4978" y="9421"/>
                  </a:cubicBezTo>
                  <a:close/>
                  <a:moveTo>
                    <a:pt x="9830" y="9421"/>
                  </a:moveTo>
                  <a:cubicBezTo>
                    <a:pt x="10019" y="9452"/>
                    <a:pt x="10145" y="9610"/>
                    <a:pt x="10145" y="9830"/>
                  </a:cubicBezTo>
                  <a:cubicBezTo>
                    <a:pt x="10145" y="10051"/>
                    <a:pt x="9956" y="10240"/>
                    <a:pt x="9704" y="10240"/>
                  </a:cubicBezTo>
                  <a:cubicBezTo>
                    <a:pt x="9484" y="10240"/>
                    <a:pt x="9326" y="10051"/>
                    <a:pt x="9326" y="9830"/>
                  </a:cubicBezTo>
                  <a:cubicBezTo>
                    <a:pt x="9358" y="9610"/>
                    <a:pt x="9484" y="9452"/>
                    <a:pt x="9673" y="9421"/>
                  </a:cubicBezTo>
                  <a:close/>
                  <a:moveTo>
                    <a:pt x="284" y="1"/>
                  </a:moveTo>
                  <a:cubicBezTo>
                    <a:pt x="190" y="64"/>
                    <a:pt x="1" y="253"/>
                    <a:pt x="1" y="473"/>
                  </a:cubicBezTo>
                  <a:cubicBezTo>
                    <a:pt x="1" y="725"/>
                    <a:pt x="190" y="883"/>
                    <a:pt x="379" y="883"/>
                  </a:cubicBezTo>
                  <a:lnTo>
                    <a:pt x="1954" y="883"/>
                  </a:lnTo>
                  <a:lnTo>
                    <a:pt x="3151" y="7058"/>
                  </a:lnTo>
                  <a:cubicBezTo>
                    <a:pt x="2710" y="7247"/>
                    <a:pt x="2427" y="7688"/>
                    <a:pt x="2427" y="8192"/>
                  </a:cubicBezTo>
                  <a:cubicBezTo>
                    <a:pt x="2427" y="8885"/>
                    <a:pt x="2994" y="9421"/>
                    <a:pt x="3655" y="9421"/>
                  </a:cubicBezTo>
                  <a:lnTo>
                    <a:pt x="3844" y="9421"/>
                  </a:lnTo>
                  <a:cubicBezTo>
                    <a:pt x="3813" y="9547"/>
                    <a:pt x="3781" y="9704"/>
                    <a:pt x="3781" y="9830"/>
                  </a:cubicBezTo>
                  <a:cubicBezTo>
                    <a:pt x="3781" y="10492"/>
                    <a:pt x="4317" y="11027"/>
                    <a:pt x="5010" y="11027"/>
                  </a:cubicBezTo>
                  <a:cubicBezTo>
                    <a:pt x="5672" y="11027"/>
                    <a:pt x="6207" y="10492"/>
                    <a:pt x="6207" y="9830"/>
                  </a:cubicBezTo>
                  <a:cubicBezTo>
                    <a:pt x="6207" y="9673"/>
                    <a:pt x="6176" y="9547"/>
                    <a:pt x="6144" y="9421"/>
                  </a:cubicBezTo>
                  <a:lnTo>
                    <a:pt x="8475" y="9421"/>
                  </a:lnTo>
                  <a:cubicBezTo>
                    <a:pt x="8412" y="9547"/>
                    <a:pt x="8381" y="9704"/>
                    <a:pt x="8381" y="9830"/>
                  </a:cubicBezTo>
                  <a:cubicBezTo>
                    <a:pt x="8381" y="10492"/>
                    <a:pt x="8948" y="11027"/>
                    <a:pt x="9610" y="11027"/>
                  </a:cubicBezTo>
                  <a:cubicBezTo>
                    <a:pt x="10271" y="11027"/>
                    <a:pt x="10870" y="10492"/>
                    <a:pt x="10870" y="9830"/>
                  </a:cubicBezTo>
                  <a:cubicBezTo>
                    <a:pt x="10870" y="9673"/>
                    <a:pt x="10838" y="9547"/>
                    <a:pt x="10775" y="9421"/>
                  </a:cubicBezTo>
                  <a:lnTo>
                    <a:pt x="11405" y="9421"/>
                  </a:lnTo>
                  <a:cubicBezTo>
                    <a:pt x="11657" y="9421"/>
                    <a:pt x="11815" y="9231"/>
                    <a:pt x="11815" y="9042"/>
                  </a:cubicBezTo>
                  <a:cubicBezTo>
                    <a:pt x="11815" y="8822"/>
                    <a:pt x="11626" y="8601"/>
                    <a:pt x="11405" y="8601"/>
                  </a:cubicBezTo>
                  <a:lnTo>
                    <a:pt x="3529" y="8601"/>
                  </a:lnTo>
                  <a:cubicBezTo>
                    <a:pt x="3309" y="8601"/>
                    <a:pt x="3151" y="8412"/>
                    <a:pt x="3151" y="8160"/>
                  </a:cubicBezTo>
                  <a:cubicBezTo>
                    <a:pt x="3151" y="7940"/>
                    <a:pt x="3340" y="7719"/>
                    <a:pt x="3529" y="7719"/>
                  </a:cubicBezTo>
                  <a:lnTo>
                    <a:pt x="11311" y="7719"/>
                  </a:lnTo>
                  <a:cubicBezTo>
                    <a:pt x="11500" y="7719"/>
                    <a:pt x="11689" y="7562"/>
                    <a:pt x="11689" y="7373"/>
                  </a:cubicBezTo>
                  <a:lnTo>
                    <a:pt x="12508" y="2426"/>
                  </a:lnTo>
                  <a:cubicBezTo>
                    <a:pt x="12571" y="2174"/>
                    <a:pt x="12351" y="1954"/>
                    <a:pt x="12130" y="1954"/>
                  </a:cubicBezTo>
                  <a:lnTo>
                    <a:pt x="2899" y="1954"/>
                  </a:lnTo>
                  <a:lnTo>
                    <a:pt x="2584" y="379"/>
                  </a:lnTo>
                  <a:cubicBezTo>
                    <a:pt x="2553" y="158"/>
                    <a:pt x="2395" y="1"/>
                    <a:pt x="220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22" name="Google Shape;7173;p65">
              <a:extLst>
                <a:ext uri="{FF2B5EF4-FFF2-40B4-BE49-F238E27FC236}">
                  <a16:creationId xmlns:a16="http://schemas.microsoft.com/office/drawing/2014/main" id="{554CE2E1-F372-38DB-91F2-CC5A1BD16B61}"/>
                </a:ext>
              </a:extLst>
            </p:cNvPr>
            <p:cNvSpPr/>
            <p:nvPr/>
          </p:nvSpPr>
          <p:spPr>
            <a:xfrm>
              <a:off x="-61972375" y="2430200"/>
              <a:ext cx="20500" cy="60675"/>
            </a:xfrm>
            <a:custGeom>
              <a:avLst/>
              <a:gdLst/>
              <a:ahLst/>
              <a:cxnLst/>
              <a:rect l="l" t="t" r="r" b="b"/>
              <a:pathLst>
                <a:path w="820" h="2427" extrusionOk="0">
                  <a:moveTo>
                    <a:pt x="442" y="1"/>
                  </a:moveTo>
                  <a:cubicBezTo>
                    <a:pt x="190" y="1"/>
                    <a:pt x="1" y="190"/>
                    <a:pt x="1" y="379"/>
                  </a:cubicBezTo>
                  <a:lnTo>
                    <a:pt x="1" y="2048"/>
                  </a:lnTo>
                  <a:cubicBezTo>
                    <a:pt x="32" y="2269"/>
                    <a:pt x="221" y="2427"/>
                    <a:pt x="442" y="2427"/>
                  </a:cubicBezTo>
                  <a:cubicBezTo>
                    <a:pt x="662" y="2427"/>
                    <a:pt x="820" y="2237"/>
                    <a:pt x="820" y="2048"/>
                  </a:cubicBezTo>
                  <a:lnTo>
                    <a:pt x="820" y="379"/>
                  </a:lnTo>
                  <a:cubicBezTo>
                    <a:pt x="820" y="158"/>
                    <a:pt x="631" y="1"/>
                    <a:pt x="44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23" name="Google Shape;7174;p65">
              <a:extLst>
                <a:ext uri="{FF2B5EF4-FFF2-40B4-BE49-F238E27FC236}">
                  <a16:creationId xmlns:a16="http://schemas.microsoft.com/office/drawing/2014/main" id="{66CC1A1D-E4B8-E280-8BAE-1720E8C319F7}"/>
                </a:ext>
              </a:extLst>
            </p:cNvPr>
            <p:cNvSpPr/>
            <p:nvPr/>
          </p:nvSpPr>
          <p:spPr>
            <a:xfrm>
              <a:off x="-61909350" y="2430200"/>
              <a:ext cx="19700" cy="60675"/>
            </a:xfrm>
            <a:custGeom>
              <a:avLst/>
              <a:gdLst/>
              <a:ahLst/>
              <a:cxnLst/>
              <a:rect l="l" t="t" r="r" b="b"/>
              <a:pathLst>
                <a:path w="788" h="2427" extrusionOk="0">
                  <a:moveTo>
                    <a:pt x="378" y="1"/>
                  </a:moveTo>
                  <a:cubicBezTo>
                    <a:pt x="189" y="1"/>
                    <a:pt x="0" y="190"/>
                    <a:pt x="0" y="379"/>
                  </a:cubicBezTo>
                  <a:lnTo>
                    <a:pt x="0" y="2048"/>
                  </a:lnTo>
                  <a:cubicBezTo>
                    <a:pt x="0" y="2269"/>
                    <a:pt x="189" y="2427"/>
                    <a:pt x="378" y="2427"/>
                  </a:cubicBezTo>
                  <a:cubicBezTo>
                    <a:pt x="630" y="2427"/>
                    <a:pt x="788" y="2237"/>
                    <a:pt x="788" y="2048"/>
                  </a:cubicBezTo>
                  <a:lnTo>
                    <a:pt x="788" y="379"/>
                  </a:lnTo>
                  <a:cubicBezTo>
                    <a:pt x="788" y="158"/>
                    <a:pt x="599" y="1"/>
                    <a:pt x="37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24" name="Google Shape;7175;p65">
              <a:extLst>
                <a:ext uri="{FF2B5EF4-FFF2-40B4-BE49-F238E27FC236}">
                  <a16:creationId xmlns:a16="http://schemas.microsoft.com/office/drawing/2014/main" id="{CCA7EFE7-DCEB-CF0B-E92C-FD4FBC7D514E}"/>
                </a:ext>
              </a:extLst>
            </p:cNvPr>
            <p:cNvSpPr/>
            <p:nvPr/>
          </p:nvSpPr>
          <p:spPr>
            <a:xfrm>
              <a:off x="-62033800" y="2430200"/>
              <a:ext cx="21275" cy="60675"/>
            </a:xfrm>
            <a:custGeom>
              <a:avLst/>
              <a:gdLst/>
              <a:ahLst/>
              <a:cxnLst/>
              <a:rect l="l" t="t" r="r" b="b"/>
              <a:pathLst>
                <a:path w="851" h="2427" extrusionOk="0">
                  <a:moveTo>
                    <a:pt x="410" y="1"/>
                  </a:moveTo>
                  <a:cubicBezTo>
                    <a:pt x="158" y="1"/>
                    <a:pt x="0" y="190"/>
                    <a:pt x="0" y="379"/>
                  </a:cubicBezTo>
                  <a:lnTo>
                    <a:pt x="0" y="2048"/>
                  </a:lnTo>
                  <a:cubicBezTo>
                    <a:pt x="0" y="2269"/>
                    <a:pt x="221" y="2427"/>
                    <a:pt x="410" y="2427"/>
                  </a:cubicBezTo>
                  <a:cubicBezTo>
                    <a:pt x="630" y="2427"/>
                    <a:pt x="851" y="2237"/>
                    <a:pt x="851" y="2048"/>
                  </a:cubicBezTo>
                  <a:lnTo>
                    <a:pt x="851" y="379"/>
                  </a:lnTo>
                  <a:cubicBezTo>
                    <a:pt x="851" y="158"/>
                    <a:pt x="630" y="1"/>
                    <a:pt x="41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125" name="Google Shape;7176;p65">
            <a:extLst>
              <a:ext uri="{FF2B5EF4-FFF2-40B4-BE49-F238E27FC236}">
                <a16:creationId xmlns:a16="http://schemas.microsoft.com/office/drawing/2014/main" id="{1BE670AF-007A-05D4-8CA3-D5AB5FBE799E}"/>
              </a:ext>
            </a:extLst>
          </p:cNvPr>
          <p:cNvGrpSpPr/>
          <p:nvPr/>
        </p:nvGrpSpPr>
        <p:grpSpPr>
          <a:xfrm>
            <a:off x="11119121" y="6340569"/>
            <a:ext cx="934055" cy="938702"/>
            <a:chOff x="-62150375" y="2664925"/>
            <a:chExt cx="316650" cy="318225"/>
          </a:xfrm>
          <a:solidFill>
            <a:srgbClr val="555559"/>
          </a:solidFill>
        </p:grpSpPr>
        <p:sp>
          <p:nvSpPr>
            <p:cNvPr id="126" name="Google Shape;7177;p65">
              <a:extLst>
                <a:ext uri="{FF2B5EF4-FFF2-40B4-BE49-F238E27FC236}">
                  <a16:creationId xmlns:a16="http://schemas.microsoft.com/office/drawing/2014/main" id="{BC749EE8-BC17-D99A-9DB9-E0E73D9BE928}"/>
                </a:ext>
              </a:extLst>
            </p:cNvPr>
            <p:cNvSpPr/>
            <p:nvPr/>
          </p:nvSpPr>
          <p:spPr>
            <a:xfrm>
              <a:off x="-62150375" y="2961850"/>
              <a:ext cx="316650" cy="21300"/>
            </a:xfrm>
            <a:custGeom>
              <a:avLst/>
              <a:gdLst/>
              <a:ahLst/>
              <a:cxnLst/>
              <a:rect l="l" t="t" r="r" b="b"/>
              <a:pathLst>
                <a:path w="12666" h="852" extrusionOk="0">
                  <a:moveTo>
                    <a:pt x="379" y="0"/>
                  </a:moveTo>
                  <a:cubicBezTo>
                    <a:pt x="158" y="0"/>
                    <a:pt x="1" y="189"/>
                    <a:pt x="1" y="410"/>
                  </a:cubicBezTo>
                  <a:cubicBezTo>
                    <a:pt x="1" y="662"/>
                    <a:pt x="190" y="851"/>
                    <a:pt x="379" y="851"/>
                  </a:cubicBezTo>
                  <a:lnTo>
                    <a:pt x="12225" y="851"/>
                  </a:lnTo>
                  <a:cubicBezTo>
                    <a:pt x="12477" y="851"/>
                    <a:pt x="12634" y="662"/>
                    <a:pt x="12634" y="410"/>
                  </a:cubicBezTo>
                  <a:cubicBezTo>
                    <a:pt x="12666" y="158"/>
                    <a:pt x="12477" y="0"/>
                    <a:pt x="1222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27" name="Google Shape;7178;p65">
              <a:extLst>
                <a:ext uri="{FF2B5EF4-FFF2-40B4-BE49-F238E27FC236}">
                  <a16:creationId xmlns:a16="http://schemas.microsoft.com/office/drawing/2014/main" id="{938CD1A8-0423-A365-D83B-5AD3D7AFA87C}"/>
                </a:ext>
              </a:extLst>
            </p:cNvPr>
            <p:cNvSpPr/>
            <p:nvPr/>
          </p:nvSpPr>
          <p:spPr>
            <a:xfrm>
              <a:off x="-62150375" y="2838200"/>
              <a:ext cx="82725" cy="102400"/>
            </a:xfrm>
            <a:custGeom>
              <a:avLst/>
              <a:gdLst/>
              <a:ahLst/>
              <a:cxnLst/>
              <a:rect l="l" t="t" r="r" b="b"/>
              <a:pathLst>
                <a:path w="3309" h="4096" extrusionOk="0">
                  <a:moveTo>
                    <a:pt x="2363" y="756"/>
                  </a:moveTo>
                  <a:cubicBezTo>
                    <a:pt x="2427" y="756"/>
                    <a:pt x="2521" y="851"/>
                    <a:pt x="2521" y="914"/>
                  </a:cubicBezTo>
                  <a:lnTo>
                    <a:pt x="2521" y="3119"/>
                  </a:lnTo>
                  <a:cubicBezTo>
                    <a:pt x="2521" y="3214"/>
                    <a:pt x="2427" y="3245"/>
                    <a:pt x="2363" y="3245"/>
                  </a:cubicBezTo>
                  <a:lnTo>
                    <a:pt x="977" y="3245"/>
                  </a:lnTo>
                  <a:cubicBezTo>
                    <a:pt x="883" y="3245"/>
                    <a:pt x="820" y="3151"/>
                    <a:pt x="820" y="3119"/>
                  </a:cubicBezTo>
                  <a:lnTo>
                    <a:pt x="820" y="914"/>
                  </a:lnTo>
                  <a:cubicBezTo>
                    <a:pt x="820" y="851"/>
                    <a:pt x="883" y="756"/>
                    <a:pt x="977" y="756"/>
                  </a:cubicBezTo>
                  <a:close/>
                  <a:moveTo>
                    <a:pt x="946" y="0"/>
                  </a:moveTo>
                  <a:cubicBezTo>
                    <a:pt x="379" y="0"/>
                    <a:pt x="1" y="441"/>
                    <a:pt x="1" y="945"/>
                  </a:cubicBezTo>
                  <a:lnTo>
                    <a:pt x="1" y="3151"/>
                  </a:lnTo>
                  <a:cubicBezTo>
                    <a:pt x="1" y="3686"/>
                    <a:pt x="410" y="4096"/>
                    <a:pt x="946" y="4096"/>
                  </a:cubicBezTo>
                  <a:lnTo>
                    <a:pt x="2300" y="4096"/>
                  </a:lnTo>
                  <a:cubicBezTo>
                    <a:pt x="2868" y="4096"/>
                    <a:pt x="3309" y="3686"/>
                    <a:pt x="3309" y="3151"/>
                  </a:cubicBezTo>
                  <a:lnTo>
                    <a:pt x="3309" y="945"/>
                  </a:lnTo>
                  <a:cubicBezTo>
                    <a:pt x="3309" y="410"/>
                    <a:pt x="2868" y="0"/>
                    <a:pt x="230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28" name="Google Shape;7179;p65">
              <a:extLst>
                <a:ext uri="{FF2B5EF4-FFF2-40B4-BE49-F238E27FC236}">
                  <a16:creationId xmlns:a16="http://schemas.microsoft.com/office/drawing/2014/main" id="{3E12347C-C5B4-328C-92B7-6D283264E0CC}"/>
                </a:ext>
              </a:extLst>
            </p:cNvPr>
            <p:cNvSpPr/>
            <p:nvPr/>
          </p:nvSpPr>
          <p:spPr>
            <a:xfrm>
              <a:off x="-62033800" y="2664925"/>
              <a:ext cx="82725" cy="274900"/>
            </a:xfrm>
            <a:custGeom>
              <a:avLst/>
              <a:gdLst/>
              <a:ahLst/>
              <a:cxnLst/>
              <a:rect l="l" t="t" r="r" b="b"/>
              <a:pathLst>
                <a:path w="3309" h="10996" extrusionOk="0">
                  <a:moveTo>
                    <a:pt x="2332" y="788"/>
                  </a:moveTo>
                  <a:cubicBezTo>
                    <a:pt x="2426" y="851"/>
                    <a:pt x="2489" y="882"/>
                    <a:pt x="2489" y="945"/>
                  </a:cubicBezTo>
                  <a:lnTo>
                    <a:pt x="2489" y="10050"/>
                  </a:lnTo>
                  <a:cubicBezTo>
                    <a:pt x="2489" y="10145"/>
                    <a:pt x="2426" y="10176"/>
                    <a:pt x="2332" y="10176"/>
                  </a:cubicBezTo>
                  <a:lnTo>
                    <a:pt x="946" y="10176"/>
                  </a:lnTo>
                  <a:cubicBezTo>
                    <a:pt x="882" y="10176"/>
                    <a:pt x="851" y="10082"/>
                    <a:pt x="851" y="10050"/>
                  </a:cubicBezTo>
                  <a:lnTo>
                    <a:pt x="851" y="945"/>
                  </a:lnTo>
                  <a:cubicBezTo>
                    <a:pt x="851" y="882"/>
                    <a:pt x="914" y="788"/>
                    <a:pt x="946" y="788"/>
                  </a:cubicBezTo>
                  <a:close/>
                  <a:moveTo>
                    <a:pt x="946" y="0"/>
                  </a:moveTo>
                  <a:cubicBezTo>
                    <a:pt x="410" y="0"/>
                    <a:pt x="0" y="441"/>
                    <a:pt x="0" y="945"/>
                  </a:cubicBezTo>
                  <a:lnTo>
                    <a:pt x="0" y="10050"/>
                  </a:lnTo>
                  <a:cubicBezTo>
                    <a:pt x="0" y="10617"/>
                    <a:pt x="441" y="10995"/>
                    <a:pt x="946" y="10995"/>
                  </a:cubicBezTo>
                  <a:lnTo>
                    <a:pt x="2332" y="10995"/>
                  </a:lnTo>
                  <a:cubicBezTo>
                    <a:pt x="2899" y="10995"/>
                    <a:pt x="3308" y="10554"/>
                    <a:pt x="3308" y="10050"/>
                  </a:cubicBezTo>
                  <a:lnTo>
                    <a:pt x="3308" y="945"/>
                  </a:lnTo>
                  <a:cubicBezTo>
                    <a:pt x="3308" y="410"/>
                    <a:pt x="2899" y="0"/>
                    <a:pt x="233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29" name="Google Shape;7180;p65">
              <a:extLst>
                <a:ext uri="{FF2B5EF4-FFF2-40B4-BE49-F238E27FC236}">
                  <a16:creationId xmlns:a16="http://schemas.microsoft.com/office/drawing/2014/main" id="{12A48BE3-B32C-5B2B-57D2-F03F9AF192F4}"/>
                </a:ext>
              </a:extLst>
            </p:cNvPr>
            <p:cNvSpPr/>
            <p:nvPr/>
          </p:nvSpPr>
          <p:spPr>
            <a:xfrm>
              <a:off x="-61917225" y="2754700"/>
              <a:ext cx="83500" cy="185900"/>
            </a:xfrm>
            <a:custGeom>
              <a:avLst/>
              <a:gdLst/>
              <a:ahLst/>
              <a:cxnLst/>
              <a:rect l="l" t="t" r="r" b="b"/>
              <a:pathLst>
                <a:path w="3340" h="7436" extrusionOk="0">
                  <a:moveTo>
                    <a:pt x="2394" y="788"/>
                  </a:moveTo>
                  <a:cubicBezTo>
                    <a:pt x="2489" y="788"/>
                    <a:pt x="2520" y="883"/>
                    <a:pt x="2520" y="946"/>
                  </a:cubicBezTo>
                  <a:lnTo>
                    <a:pt x="2520" y="6459"/>
                  </a:lnTo>
                  <a:cubicBezTo>
                    <a:pt x="2520" y="6554"/>
                    <a:pt x="2426" y="6585"/>
                    <a:pt x="2394" y="6585"/>
                  </a:cubicBezTo>
                  <a:lnTo>
                    <a:pt x="1008" y="6585"/>
                  </a:lnTo>
                  <a:cubicBezTo>
                    <a:pt x="945" y="6585"/>
                    <a:pt x="851" y="6491"/>
                    <a:pt x="851" y="6459"/>
                  </a:cubicBezTo>
                  <a:lnTo>
                    <a:pt x="851" y="946"/>
                  </a:lnTo>
                  <a:cubicBezTo>
                    <a:pt x="851" y="883"/>
                    <a:pt x="945" y="788"/>
                    <a:pt x="1008" y="788"/>
                  </a:cubicBezTo>
                  <a:close/>
                  <a:moveTo>
                    <a:pt x="977" y="1"/>
                  </a:moveTo>
                  <a:cubicBezTo>
                    <a:pt x="441" y="1"/>
                    <a:pt x="0" y="442"/>
                    <a:pt x="0" y="977"/>
                  </a:cubicBezTo>
                  <a:lnTo>
                    <a:pt x="0" y="6491"/>
                  </a:lnTo>
                  <a:cubicBezTo>
                    <a:pt x="0" y="7058"/>
                    <a:pt x="441" y="7436"/>
                    <a:pt x="977" y="7436"/>
                  </a:cubicBezTo>
                  <a:lnTo>
                    <a:pt x="2363" y="7436"/>
                  </a:lnTo>
                  <a:cubicBezTo>
                    <a:pt x="2899" y="7436"/>
                    <a:pt x="3308" y="7026"/>
                    <a:pt x="3308" y="6491"/>
                  </a:cubicBezTo>
                  <a:lnTo>
                    <a:pt x="3308" y="977"/>
                  </a:lnTo>
                  <a:cubicBezTo>
                    <a:pt x="3340" y="442"/>
                    <a:pt x="2899" y="1"/>
                    <a:pt x="236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130" name="Google Shape;7181;p65">
            <a:extLst>
              <a:ext uri="{FF2B5EF4-FFF2-40B4-BE49-F238E27FC236}">
                <a16:creationId xmlns:a16="http://schemas.microsoft.com/office/drawing/2014/main" id="{88C1D754-3E0E-7CDA-C2D2-05FADA3F97B2}"/>
              </a:ext>
            </a:extLst>
          </p:cNvPr>
          <p:cNvGrpSpPr/>
          <p:nvPr/>
        </p:nvGrpSpPr>
        <p:grpSpPr>
          <a:xfrm>
            <a:off x="16774392" y="4174673"/>
            <a:ext cx="936341" cy="940768"/>
            <a:chOff x="-60254550" y="1938025"/>
            <a:chExt cx="317425" cy="318925"/>
          </a:xfrm>
          <a:solidFill>
            <a:srgbClr val="555559"/>
          </a:solidFill>
        </p:grpSpPr>
        <p:sp>
          <p:nvSpPr>
            <p:cNvPr id="131" name="Google Shape;7182;p65">
              <a:extLst>
                <a:ext uri="{FF2B5EF4-FFF2-40B4-BE49-F238E27FC236}">
                  <a16:creationId xmlns:a16="http://schemas.microsoft.com/office/drawing/2014/main" id="{E8B3DC2D-4557-0D1E-B78A-CA3159EBA6BF}"/>
                </a:ext>
              </a:extLst>
            </p:cNvPr>
            <p:cNvSpPr/>
            <p:nvPr/>
          </p:nvSpPr>
          <p:spPr>
            <a:xfrm>
              <a:off x="-60254550" y="2049000"/>
              <a:ext cx="317425" cy="207950"/>
            </a:xfrm>
            <a:custGeom>
              <a:avLst/>
              <a:gdLst/>
              <a:ahLst/>
              <a:cxnLst/>
              <a:rect l="l" t="t" r="r" b="b"/>
              <a:pathLst>
                <a:path w="12697" h="8318" extrusionOk="0">
                  <a:moveTo>
                    <a:pt x="10428" y="1639"/>
                  </a:moveTo>
                  <a:cubicBezTo>
                    <a:pt x="11184" y="1639"/>
                    <a:pt x="11814" y="2269"/>
                    <a:pt x="11814" y="3025"/>
                  </a:cubicBezTo>
                  <a:cubicBezTo>
                    <a:pt x="11814" y="3781"/>
                    <a:pt x="11184" y="4411"/>
                    <a:pt x="10428" y="4411"/>
                  </a:cubicBezTo>
                  <a:lnTo>
                    <a:pt x="9767" y="4411"/>
                  </a:lnTo>
                  <a:cubicBezTo>
                    <a:pt x="9861" y="4033"/>
                    <a:pt x="9893" y="3686"/>
                    <a:pt x="9893" y="3308"/>
                  </a:cubicBezTo>
                  <a:lnTo>
                    <a:pt x="9893" y="1639"/>
                  </a:lnTo>
                  <a:close/>
                  <a:moveTo>
                    <a:pt x="9073" y="819"/>
                  </a:moveTo>
                  <a:lnTo>
                    <a:pt x="9073" y="3308"/>
                  </a:lnTo>
                  <a:cubicBezTo>
                    <a:pt x="9073" y="5577"/>
                    <a:pt x="7215" y="7435"/>
                    <a:pt x="4915" y="7435"/>
                  </a:cubicBezTo>
                  <a:cubicBezTo>
                    <a:pt x="2646" y="7435"/>
                    <a:pt x="788" y="5577"/>
                    <a:pt x="788" y="3308"/>
                  </a:cubicBezTo>
                  <a:lnTo>
                    <a:pt x="788" y="819"/>
                  </a:lnTo>
                  <a:close/>
                  <a:moveTo>
                    <a:pt x="410" y="0"/>
                  </a:moveTo>
                  <a:cubicBezTo>
                    <a:pt x="158" y="0"/>
                    <a:pt x="0" y="189"/>
                    <a:pt x="0" y="441"/>
                  </a:cubicBezTo>
                  <a:lnTo>
                    <a:pt x="0" y="3308"/>
                  </a:lnTo>
                  <a:cubicBezTo>
                    <a:pt x="0" y="5041"/>
                    <a:pt x="882" y="6522"/>
                    <a:pt x="2205" y="7435"/>
                  </a:cubicBezTo>
                  <a:lnTo>
                    <a:pt x="410" y="7435"/>
                  </a:lnTo>
                  <a:cubicBezTo>
                    <a:pt x="158" y="7435"/>
                    <a:pt x="0" y="7624"/>
                    <a:pt x="0" y="7877"/>
                  </a:cubicBezTo>
                  <a:cubicBezTo>
                    <a:pt x="0" y="8097"/>
                    <a:pt x="189" y="8318"/>
                    <a:pt x="410" y="8318"/>
                  </a:cubicBezTo>
                  <a:lnTo>
                    <a:pt x="9483" y="8318"/>
                  </a:lnTo>
                  <a:cubicBezTo>
                    <a:pt x="9735" y="8318"/>
                    <a:pt x="9893" y="8097"/>
                    <a:pt x="9893" y="7877"/>
                  </a:cubicBezTo>
                  <a:cubicBezTo>
                    <a:pt x="9893" y="7624"/>
                    <a:pt x="9704" y="7435"/>
                    <a:pt x="9483" y="7435"/>
                  </a:cubicBezTo>
                  <a:lnTo>
                    <a:pt x="7687" y="7435"/>
                  </a:lnTo>
                  <a:cubicBezTo>
                    <a:pt x="8506" y="6900"/>
                    <a:pt x="9137" y="6144"/>
                    <a:pt x="9546" y="5230"/>
                  </a:cubicBezTo>
                  <a:lnTo>
                    <a:pt x="10491" y="5230"/>
                  </a:lnTo>
                  <a:cubicBezTo>
                    <a:pt x="11688" y="5230"/>
                    <a:pt x="12697" y="4253"/>
                    <a:pt x="12697" y="3025"/>
                  </a:cubicBezTo>
                  <a:cubicBezTo>
                    <a:pt x="12697" y="1796"/>
                    <a:pt x="11657" y="819"/>
                    <a:pt x="10428" y="819"/>
                  </a:cubicBezTo>
                  <a:lnTo>
                    <a:pt x="9893" y="819"/>
                  </a:lnTo>
                  <a:lnTo>
                    <a:pt x="9893" y="441"/>
                  </a:lnTo>
                  <a:cubicBezTo>
                    <a:pt x="9893" y="189"/>
                    <a:pt x="9704" y="0"/>
                    <a:pt x="948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32" name="Google Shape;7183;p65">
              <a:extLst>
                <a:ext uri="{FF2B5EF4-FFF2-40B4-BE49-F238E27FC236}">
                  <a16:creationId xmlns:a16="http://schemas.microsoft.com/office/drawing/2014/main" id="{1BA77B78-BE93-ADBF-DEB0-C8E2CAB303DB}"/>
                </a:ext>
              </a:extLst>
            </p:cNvPr>
            <p:cNvSpPr/>
            <p:nvPr/>
          </p:nvSpPr>
          <p:spPr>
            <a:xfrm>
              <a:off x="-60219125" y="1938025"/>
              <a:ext cx="51225" cy="103625"/>
            </a:xfrm>
            <a:custGeom>
              <a:avLst/>
              <a:gdLst/>
              <a:ahLst/>
              <a:cxnLst/>
              <a:rect l="l" t="t" r="r" b="b"/>
              <a:pathLst>
                <a:path w="2049" h="4145" extrusionOk="0">
                  <a:moveTo>
                    <a:pt x="1068" y="0"/>
                  </a:moveTo>
                  <a:cubicBezTo>
                    <a:pt x="947" y="0"/>
                    <a:pt x="819" y="61"/>
                    <a:pt x="725" y="155"/>
                  </a:cubicBezTo>
                  <a:cubicBezTo>
                    <a:pt x="568" y="312"/>
                    <a:pt x="568" y="564"/>
                    <a:pt x="757" y="722"/>
                  </a:cubicBezTo>
                  <a:cubicBezTo>
                    <a:pt x="1103" y="1100"/>
                    <a:pt x="1103" y="1446"/>
                    <a:pt x="757" y="1761"/>
                  </a:cubicBezTo>
                  <a:cubicBezTo>
                    <a:pt x="32" y="2392"/>
                    <a:pt x="1" y="3368"/>
                    <a:pt x="757" y="4030"/>
                  </a:cubicBezTo>
                  <a:cubicBezTo>
                    <a:pt x="832" y="4105"/>
                    <a:pt x="936" y="4144"/>
                    <a:pt x="1041" y="4144"/>
                  </a:cubicBezTo>
                  <a:cubicBezTo>
                    <a:pt x="1156" y="4144"/>
                    <a:pt x="1273" y="4097"/>
                    <a:pt x="1356" y="3998"/>
                  </a:cubicBezTo>
                  <a:cubicBezTo>
                    <a:pt x="1513" y="3841"/>
                    <a:pt x="1513" y="3557"/>
                    <a:pt x="1292" y="3400"/>
                  </a:cubicBezTo>
                  <a:cubicBezTo>
                    <a:pt x="946" y="3085"/>
                    <a:pt x="946" y="2707"/>
                    <a:pt x="1292" y="2392"/>
                  </a:cubicBezTo>
                  <a:cubicBezTo>
                    <a:pt x="2017" y="1761"/>
                    <a:pt x="2049" y="785"/>
                    <a:pt x="1292" y="92"/>
                  </a:cubicBezTo>
                  <a:cubicBezTo>
                    <a:pt x="1229" y="28"/>
                    <a:pt x="1150" y="0"/>
                    <a:pt x="10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33" name="Google Shape;7184;p65">
              <a:extLst>
                <a:ext uri="{FF2B5EF4-FFF2-40B4-BE49-F238E27FC236}">
                  <a16:creationId xmlns:a16="http://schemas.microsoft.com/office/drawing/2014/main" id="{35A9ABA0-873A-480B-B2F5-F3C2BD167B95}"/>
                </a:ext>
              </a:extLst>
            </p:cNvPr>
            <p:cNvSpPr/>
            <p:nvPr/>
          </p:nvSpPr>
          <p:spPr>
            <a:xfrm>
              <a:off x="-60156900" y="1938025"/>
              <a:ext cx="51225" cy="103625"/>
            </a:xfrm>
            <a:custGeom>
              <a:avLst/>
              <a:gdLst/>
              <a:ahLst/>
              <a:cxnLst/>
              <a:rect l="l" t="t" r="r" b="b"/>
              <a:pathLst>
                <a:path w="2049" h="4145" extrusionOk="0">
                  <a:moveTo>
                    <a:pt x="1057" y="0"/>
                  </a:moveTo>
                  <a:cubicBezTo>
                    <a:pt x="926" y="0"/>
                    <a:pt x="788" y="61"/>
                    <a:pt x="694" y="155"/>
                  </a:cubicBezTo>
                  <a:cubicBezTo>
                    <a:pt x="536" y="312"/>
                    <a:pt x="536" y="564"/>
                    <a:pt x="757" y="722"/>
                  </a:cubicBezTo>
                  <a:cubicBezTo>
                    <a:pt x="1103" y="1100"/>
                    <a:pt x="1103" y="1446"/>
                    <a:pt x="757" y="1761"/>
                  </a:cubicBezTo>
                  <a:cubicBezTo>
                    <a:pt x="32" y="2392"/>
                    <a:pt x="1" y="3368"/>
                    <a:pt x="757" y="4030"/>
                  </a:cubicBezTo>
                  <a:cubicBezTo>
                    <a:pt x="832" y="4105"/>
                    <a:pt x="929" y="4144"/>
                    <a:pt x="1026" y="4144"/>
                  </a:cubicBezTo>
                  <a:cubicBezTo>
                    <a:pt x="1133" y="4144"/>
                    <a:pt x="1242" y="4097"/>
                    <a:pt x="1324" y="3998"/>
                  </a:cubicBezTo>
                  <a:cubicBezTo>
                    <a:pt x="1859" y="3463"/>
                    <a:pt x="473" y="3179"/>
                    <a:pt x="1292" y="2392"/>
                  </a:cubicBezTo>
                  <a:cubicBezTo>
                    <a:pt x="2017" y="1761"/>
                    <a:pt x="2049" y="785"/>
                    <a:pt x="1292" y="92"/>
                  </a:cubicBezTo>
                  <a:cubicBezTo>
                    <a:pt x="1229" y="28"/>
                    <a:pt x="1145" y="0"/>
                    <a:pt x="105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34" name="Google Shape;7185;p65">
              <a:extLst>
                <a:ext uri="{FF2B5EF4-FFF2-40B4-BE49-F238E27FC236}">
                  <a16:creationId xmlns:a16="http://schemas.microsoft.com/office/drawing/2014/main" id="{C57BBFD6-8FC8-B8ED-C576-248946224107}"/>
                </a:ext>
              </a:extLst>
            </p:cNvPr>
            <p:cNvSpPr/>
            <p:nvPr/>
          </p:nvSpPr>
          <p:spPr>
            <a:xfrm>
              <a:off x="-60094675" y="1938025"/>
              <a:ext cx="51225" cy="103625"/>
            </a:xfrm>
            <a:custGeom>
              <a:avLst/>
              <a:gdLst/>
              <a:ahLst/>
              <a:cxnLst/>
              <a:rect l="l" t="t" r="r" b="b"/>
              <a:pathLst>
                <a:path w="2049" h="4145" extrusionOk="0">
                  <a:moveTo>
                    <a:pt x="1056" y="0"/>
                  </a:moveTo>
                  <a:cubicBezTo>
                    <a:pt x="926" y="0"/>
                    <a:pt x="788" y="61"/>
                    <a:pt x="694" y="155"/>
                  </a:cubicBezTo>
                  <a:cubicBezTo>
                    <a:pt x="536" y="312"/>
                    <a:pt x="536" y="564"/>
                    <a:pt x="725" y="722"/>
                  </a:cubicBezTo>
                  <a:cubicBezTo>
                    <a:pt x="1103" y="1100"/>
                    <a:pt x="1103" y="1446"/>
                    <a:pt x="725" y="1761"/>
                  </a:cubicBezTo>
                  <a:cubicBezTo>
                    <a:pt x="32" y="2392"/>
                    <a:pt x="1" y="3368"/>
                    <a:pt x="725" y="4030"/>
                  </a:cubicBezTo>
                  <a:cubicBezTo>
                    <a:pt x="800" y="4105"/>
                    <a:pt x="904" y="4144"/>
                    <a:pt x="1009" y="4144"/>
                  </a:cubicBezTo>
                  <a:cubicBezTo>
                    <a:pt x="1125" y="4144"/>
                    <a:pt x="1241" y="4097"/>
                    <a:pt x="1324" y="3998"/>
                  </a:cubicBezTo>
                  <a:cubicBezTo>
                    <a:pt x="1481" y="3841"/>
                    <a:pt x="1481" y="3557"/>
                    <a:pt x="1292" y="3400"/>
                  </a:cubicBezTo>
                  <a:cubicBezTo>
                    <a:pt x="946" y="3085"/>
                    <a:pt x="946" y="2707"/>
                    <a:pt x="1292" y="2392"/>
                  </a:cubicBezTo>
                  <a:cubicBezTo>
                    <a:pt x="1985" y="1761"/>
                    <a:pt x="2048" y="785"/>
                    <a:pt x="1292" y="92"/>
                  </a:cubicBezTo>
                  <a:cubicBezTo>
                    <a:pt x="1229" y="28"/>
                    <a:pt x="1145" y="0"/>
                    <a:pt x="105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135" name="Google Shape;7186;p65">
            <a:extLst>
              <a:ext uri="{FF2B5EF4-FFF2-40B4-BE49-F238E27FC236}">
                <a16:creationId xmlns:a16="http://schemas.microsoft.com/office/drawing/2014/main" id="{0FBFC968-FAFC-B0F5-DA3E-028CD04A52C4}"/>
              </a:ext>
            </a:extLst>
          </p:cNvPr>
          <p:cNvGrpSpPr/>
          <p:nvPr/>
        </p:nvGrpSpPr>
        <p:grpSpPr>
          <a:xfrm>
            <a:off x="16719978" y="5262379"/>
            <a:ext cx="935006" cy="934425"/>
            <a:chOff x="6479471" y="2079003"/>
            <a:chExt cx="348923" cy="348706"/>
          </a:xfrm>
          <a:solidFill>
            <a:srgbClr val="555559"/>
          </a:solidFill>
        </p:grpSpPr>
        <p:sp>
          <p:nvSpPr>
            <p:cNvPr id="136" name="Google Shape;7187;p65">
              <a:extLst>
                <a:ext uri="{FF2B5EF4-FFF2-40B4-BE49-F238E27FC236}">
                  <a16:creationId xmlns:a16="http://schemas.microsoft.com/office/drawing/2014/main" id="{23384FF8-E938-93A9-9FC9-0ECDE3E546AC}"/>
                </a:ext>
              </a:extLst>
            </p:cNvPr>
            <p:cNvSpPr/>
            <p:nvPr/>
          </p:nvSpPr>
          <p:spPr>
            <a:xfrm>
              <a:off x="6479471" y="2200291"/>
              <a:ext cx="38170" cy="22566"/>
            </a:xfrm>
            <a:custGeom>
              <a:avLst/>
              <a:gdLst/>
              <a:ahLst/>
              <a:cxnLst/>
              <a:rect l="l" t="t" r="r" b="b"/>
              <a:pathLst>
                <a:path w="1387" h="820" extrusionOk="0">
                  <a:moveTo>
                    <a:pt x="379" y="0"/>
                  </a:moveTo>
                  <a:cubicBezTo>
                    <a:pt x="158" y="0"/>
                    <a:pt x="1" y="189"/>
                    <a:pt x="1" y="378"/>
                  </a:cubicBezTo>
                  <a:cubicBezTo>
                    <a:pt x="1" y="630"/>
                    <a:pt x="190" y="819"/>
                    <a:pt x="379" y="819"/>
                  </a:cubicBezTo>
                  <a:lnTo>
                    <a:pt x="946" y="819"/>
                  </a:lnTo>
                  <a:cubicBezTo>
                    <a:pt x="1166" y="819"/>
                    <a:pt x="1387" y="630"/>
                    <a:pt x="1387" y="378"/>
                  </a:cubicBezTo>
                  <a:cubicBezTo>
                    <a:pt x="1387" y="189"/>
                    <a:pt x="1166" y="0"/>
                    <a:pt x="94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nvGrpSpPr>
            <p:cNvPr id="137" name="Google Shape;7188;p65">
              <a:extLst>
                <a:ext uri="{FF2B5EF4-FFF2-40B4-BE49-F238E27FC236}">
                  <a16:creationId xmlns:a16="http://schemas.microsoft.com/office/drawing/2014/main" id="{BC6914AE-9610-59F8-B15C-A396B2569C06}"/>
                </a:ext>
              </a:extLst>
            </p:cNvPr>
            <p:cNvGrpSpPr/>
            <p:nvPr/>
          </p:nvGrpSpPr>
          <p:grpSpPr>
            <a:xfrm>
              <a:off x="6520582" y="2079003"/>
              <a:ext cx="307811" cy="348706"/>
              <a:chOff x="-60218325" y="2304850"/>
              <a:chExt cx="279625" cy="316775"/>
            </a:xfrm>
            <a:grpFill/>
          </p:grpSpPr>
          <p:sp>
            <p:nvSpPr>
              <p:cNvPr id="138" name="Google Shape;7189;p65">
                <a:extLst>
                  <a:ext uri="{FF2B5EF4-FFF2-40B4-BE49-F238E27FC236}">
                    <a16:creationId xmlns:a16="http://schemas.microsoft.com/office/drawing/2014/main" id="{79D175DB-B8ED-FBFE-94FF-724004C82823}"/>
                  </a:ext>
                </a:extLst>
              </p:cNvPr>
              <p:cNvSpPr/>
              <p:nvPr/>
            </p:nvSpPr>
            <p:spPr>
              <a:xfrm>
                <a:off x="-60218325" y="2304850"/>
                <a:ext cx="235525" cy="316775"/>
              </a:xfrm>
              <a:custGeom>
                <a:avLst/>
                <a:gdLst/>
                <a:ahLst/>
                <a:cxnLst/>
                <a:rect l="l" t="t" r="r" b="b"/>
                <a:pathLst>
                  <a:path w="9421" h="12671" extrusionOk="0">
                    <a:moveTo>
                      <a:pt x="4884" y="825"/>
                    </a:moveTo>
                    <a:cubicBezTo>
                      <a:pt x="6994" y="825"/>
                      <a:pt x="8633" y="2463"/>
                      <a:pt x="8633" y="4542"/>
                    </a:cubicBezTo>
                    <a:cubicBezTo>
                      <a:pt x="8570" y="6023"/>
                      <a:pt x="7688" y="7378"/>
                      <a:pt x="6364" y="7945"/>
                    </a:cubicBezTo>
                    <a:cubicBezTo>
                      <a:pt x="6207" y="8039"/>
                      <a:pt x="6112" y="8165"/>
                      <a:pt x="6112" y="8354"/>
                    </a:cubicBezTo>
                    <a:lnTo>
                      <a:pt x="6112" y="8543"/>
                    </a:lnTo>
                    <a:lnTo>
                      <a:pt x="3623" y="8543"/>
                    </a:lnTo>
                    <a:lnTo>
                      <a:pt x="3623" y="8354"/>
                    </a:lnTo>
                    <a:cubicBezTo>
                      <a:pt x="3623" y="8197"/>
                      <a:pt x="3560" y="8039"/>
                      <a:pt x="3403" y="7945"/>
                    </a:cubicBezTo>
                    <a:cubicBezTo>
                      <a:pt x="1828" y="7251"/>
                      <a:pt x="914" y="5582"/>
                      <a:pt x="1229" y="3880"/>
                    </a:cubicBezTo>
                    <a:cubicBezTo>
                      <a:pt x="1481" y="2431"/>
                      <a:pt x="2647" y="1203"/>
                      <a:pt x="4096" y="888"/>
                    </a:cubicBezTo>
                    <a:cubicBezTo>
                      <a:pt x="4379" y="856"/>
                      <a:pt x="4663" y="825"/>
                      <a:pt x="4884" y="825"/>
                    </a:cubicBezTo>
                    <a:close/>
                    <a:moveTo>
                      <a:pt x="6081" y="9362"/>
                    </a:moveTo>
                    <a:lnTo>
                      <a:pt x="6081" y="10213"/>
                    </a:lnTo>
                    <a:lnTo>
                      <a:pt x="3592" y="10213"/>
                    </a:lnTo>
                    <a:lnTo>
                      <a:pt x="3592" y="9362"/>
                    </a:lnTo>
                    <a:close/>
                    <a:moveTo>
                      <a:pt x="5986" y="11032"/>
                    </a:moveTo>
                    <a:cubicBezTo>
                      <a:pt x="5829" y="11505"/>
                      <a:pt x="5419" y="11851"/>
                      <a:pt x="4852" y="11851"/>
                    </a:cubicBezTo>
                    <a:cubicBezTo>
                      <a:pt x="4316" y="11851"/>
                      <a:pt x="3875" y="11505"/>
                      <a:pt x="3686" y="11032"/>
                    </a:cubicBezTo>
                    <a:close/>
                    <a:moveTo>
                      <a:pt x="4842" y="0"/>
                    </a:moveTo>
                    <a:cubicBezTo>
                      <a:pt x="4526" y="0"/>
                      <a:pt x="4202" y="32"/>
                      <a:pt x="3875" y="100"/>
                    </a:cubicBezTo>
                    <a:cubicBezTo>
                      <a:pt x="2111" y="509"/>
                      <a:pt x="693" y="1959"/>
                      <a:pt x="378" y="3723"/>
                    </a:cubicBezTo>
                    <a:cubicBezTo>
                      <a:pt x="0" y="5834"/>
                      <a:pt x="1071" y="7724"/>
                      <a:pt x="2773" y="8575"/>
                    </a:cubicBezTo>
                    <a:lnTo>
                      <a:pt x="2773" y="10591"/>
                    </a:lnTo>
                    <a:cubicBezTo>
                      <a:pt x="2773" y="11725"/>
                      <a:pt x="3718" y="12670"/>
                      <a:pt x="4852" y="12670"/>
                    </a:cubicBezTo>
                    <a:cubicBezTo>
                      <a:pt x="5986" y="12670"/>
                      <a:pt x="6963" y="11725"/>
                      <a:pt x="6963" y="10591"/>
                    </a:cubicBezTo>
                    <a:lnTo>
                      <a:pt x="6963" y="8575"/>
                    </a:lnTo>
                    <a:cubicBezTo>
                      <a:pt x="8444" y="7787"/>
                      <a:pt x="9420" y="6243"/>
                      <a:pt x="9420" y="4511"/>
                    </a:cubicBezTo>
                    <a:cubicBezTo>
                      <a:pt x="9392" y="1995"/>
                      <a:pt x="7331" y="0"/>
                      <a:pt x="484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39" name="Google Shape;7190;p65">
                <a:extLst>
                  <a:ext uri="{FF2B5EF4-FFF2-40B4-BE49-F238E27FC236}">
                    <a16:creationId xmlns:a16="http://schemas.microsoft.com/office/drawing/2014/main" id="{DB40884F-0D66-CBA1-5746-E574986298F6}"/>
                  </a:ext>
                </a:extLst>
              </p:cNvPr>
              <p:cNvSpPr/>
              <p:nvPr/>
            </p:nvSpPr>
            <p:spPr>
              <a:xfrm>
                <a:off x="-60127750" y="2347500"/>
                <a:ext cx="62250" cy="145750"/>
              </a:xfrm>
              <a:custGeom>
                <a:avLst/>
                <a:gdLst/>
                <a:ahLst/>
                <a:cxnLst/>
                <a:rect l="l" t="t" r="r" b="b"/>
                <a:pathLst>
                  <a:path w="2490" h="5830" extrusionOk="0">
                    <a:moveTo>
                      <a:pt x="1229" y="1"/>
                    </a:moveTo>
                    <a:cubicBezTo>
                      <a:pt x="1009" y="1"/>
                      <a:pt x="851" y="190"/>
                      <a:pt x="851" y="379"/>
                    </a:cubicBezTo>
                    <a:lnTo>
                      <a:pt x="851" y="662"/>
                    </a:lnTo>
                    <a:cubicBezTo>
                      <a:pt x="378" y="820"/>
                      <a:pt x="0" y="1292"/>
                      <a:pt x="0" y="1828"/>
                    </a:cubicBezTo>
                    <a:cubicBezTo>
                      <a:pt x="0" y="2521"/>
                      <a:pt x="567" y="2899"/>
                      <a:pt x="1009" y="3214"/>
                    </a:cubicBezTo>
                    <a:cubicBezTo>
                      <a:pt x="1324" y="3466"/>
                      <a:pt x="1670" y="3687"/>
                      <a:pt x="1670" y="3939"/>
                    </a:cubicBezTo>
                    <a:cubicBezTo>
                      <a:pt x="1670" y="4159"/>
                      <a:pt x="1481" y="4348"/>
                      <a:pt x="1229" y="4348"/>
                    </a:cubicBezTo>
                    <a:cubicBezTo>
                      <a:pt x="1009" y="4348"/>
                      <a:pt x="851" y="4159"/>
                      <a:pt x="851" y="3939"/>
                    </a:cubicBezTo>
                    <a:cubicBezTo>
                      <a:pt x="851" y="3687"/>
                      <a:pt x="630" y="3498"/>
                      <a:pt x="441" y="3498"/>
                    </a:cubicBezTo>
                    <a:cubicBezTo>
                      <a:pt x="221" y="3498"/>
                      <a:pt x="0" y="3687"/>
                      <a:pt x="0" y="3939"/>
                    </a:cubicBezTo>
                    <a:cubicBezTo>
                      <a:pt x="0" y="4474"/>
                      <a:pt x="378" y="4915"/>
                      <a:pt x="851" y="5104"/>
                    </a:cubicBezTo>
                    <a:lnTo>
                      <a:pt x="851" y="5388"/>
                    </a:lnTo>
                    <a:cubicBezTo>
                      <a:pt x="851" y="5608"/>
                      <a:pt x="1040" y="5829"/>
                      <a:pt x="1229" y="5829"/>
                    </a:cubicBezTo>
                    <a:cubicBezTo>
                      <a:pt x="1481" y="5829"/>
                      <a:pt x="1670" y="5608"/>
                      <a:pt x="1670" y="5388"/>
                    </a:cubicBezTo>
                    <a:lnTo>
                      <a:pt x="1670" y="5104"/>
                    </a:lnTo>
                    <a:cubicBezTo>
                      <a:pt x="2143" y="4947"/>
                      <a:pt x="2489" y="4474"/>
                      <a:pt x="2489" y="3939"/>
                    </a:cubicBezTo>
                    <a:cubicBezTo>
                      <a:pt x="2489" y="3246"/>
                      <a:pt x="1954" y="2868"/>
                      <a:pt x="1513" y="2553"/>
                    </a:cubicBezTo>
                    <a:cubicBezTo>
                      <a:pt x="1198" y="2300"/>
                      <a:pt x="851" y="2080"/>
                      <a:pt x="851" y="1828"/>
                    </a:cubicBezTo>
                    <a:cubicBezTo>
                      <a:pt x="788" y="1607"/>
                      <a:pt x="1009" y="1418"/>
                      <a:pt x="1229" y="1418"/>
                    </a:cubicBezTo>
                    <a:cubicBezTo>
                      <a:pt x="1481" y="1418"/>
                      <a:pt x="1670" y="1607"/>
                      <a:pt x="1670" y="1828"/>
                    </a:cubicBezTo>
                    <a:cubicBezTo>
                      <a:pt x="1670" y="2080"/>
                      <a:pt x="1859" y="2269"/>
                      <a:pt x="2048" y="2269"/>
                    </a:cubicBezTo>
                    <a:cubicBezTo>
                      <a:pt x="2300" y="2269"/>
                      <a:pt x="2489" y="2080"/>
                      <a:pt x="2489" y="1828"/>
                    </a:cubicBezTo>
                    <a:cubicBezTo>
                      <a:pt x="2489" y="1292"/>
                      <a:pt x="2143" y="851"/>
                      <a:pt x="1670" y="662"/>
                    </a:cubicBezTo>
                    <a:lnTo>
                      <a:pt x="1670" y="379"/>
                    </a:lnTo>
                    <a:cubicBezTo>
                      <a:pt x="1670" y="158"/>
                      <a:pt x="1481" y="1"/>
                      <a:pt x="122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40" name="Google Shape;7191;p65">
                <a:extLst>
                  <a:ext uri="{FF2B5EF4-FFF2-40B4-BE49-F238E27FC236}">
                    <a16:creationId xmlns:a16="http://schemas.microsoft.com/office/drawing/2014/main" id="{C408CD93-E1CE-5DCD-F024-9202599BDD5A}"/>
                  </a:ext>
                </a:extLst>
              </p:cNvPr>
              <p:cNvSpPr/>
              <p:nvPr/>
            </p:nvSpPr>
            <p:spPr>
              <a:xfrm>
                <a:off x="-60212825" y="2510750"/>
                <a:ext cx="32325" cy="30325"/>
              </a:xfrm>
              <a:custGeom>
                <a:avLst/>
                <a:gdLst/>
                <a:ahLst/>
                <a:cxnLst/>
                <a:rect l="l" t="t" r="r" b="b"/>
                <a:pathLst>
                  <a:path w="1293" h="1213" extrusionOk="0">
                    <a:moveTo>
                      <a:pt x="836" y="0"/>
                    </a:moveTo>
                    <a:cubicBezTo>
                      <a:pt x="725" y="0"/>
                      <a:pt x="615" y="39"/>
                      <a:pt x="536" y="118"/>
                    </a:cubicBezTo>
                    <a:lnTo>
                      <a:pt x="158" y="496"/>
                    </a:lnTo>
                    <a:cubicBezTo>
                      <a:pt x="1" y="654"/>
                      <a:pt x="1" y="906"/>
                      <a:pt x="158" y="1095"/>
                    </a:cubicBezTo>
                    <a:cubicBezTo>
                      <a:pt x="237" y="1174"/>
                      <a:pt x="340" y="1213"/>
                      <a:pt x="442" y="1213"/>
                    </a:cubicBezTo>
                    <a:cubicBezTo>
                      <a:pt x="544" y="1213"/>
                      <a:pt x="647" y="1174"/>
                      <a:pt x="725" y="1095"/>
                    </a:cubicBezTo>
                    <a:lnTo>
                      <a:pt x="1135" y="717"/>
                    </a:lnTo>
                    <a:cubicBezTo>
                      <a:pt x="1293" y="559"/>
                      <a:pt x="1293" y="276"/>
                      <a:pt x="1135" y="118"/>
                    </a:cubicBezTo>
                    <a:cubicBezTo>
                      <a:pt x="1056" y="39"/>
                      <a:pt x="946" y="0"/>
                      <a:pt x="83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41" name="Google Shape;7192;p65">
                <a:extLst>
                  <a:ext uri="{FF2B5EF4-FFF2-40B4-BE49-F238E27FC236}">
                    <a16:creationId xmlns:a16="http://schemas.microsoft.com/office/drawing/2014/main" id="{C837DC64-1F32-1910-8DB1-8C79AF1CB751}"/>
                  </a:ext>
                </a:extLst>
              </p:cNvPr>
              <p:cNvSpPr/>
              <p:nvPr/>
            </p:nvSpPr>
            <p:spPr>
              <a:xfrm>
                <a:off x="-60012750" y="2310675"/>
                <a:ext cx="32300" cy="30350"/>
              </a:xfrm>
              <a:custGeom>
                <a:avLst/>
                <a:gdLst/>
                <a:ahLst/>
                <a:cxnLst/>
                <a:rect l="l" t="t" r="r" b="b"/>
                <a:pathLst>
                  <a:path w="1292" h="1214" extrusionOk="0">
                    <a:moveTo>
                      <a:pt x="835" y="1"/>
                    </a:moveTo>
                    <a:cubicBezTo>
                      <a:pt x="725" y="1"/>
                      <a:pt x="614" y="40"/>
                      <a:pt x="536" y="119"/>
                    </a:cubicBezTo>
                    <a:lnTo>
                      <a:pt x="126" y="528"/>
                    </a:lnTo>
                    <a:cubicBezTo>
                      <a:pt x="0" y="686"/>
                      <a:pt x="0" y="938"/>
                      <a:pt x="126" y="1096"/>
                    </a:cubicBezTo>
                    <a:cubicBezTo>
                      <a:pt x="205" y="1174"/>
                      <a:pt x="315" y="1214"/>
                      <a:pt x="425" y="1214"/>
                    </a:cubicBezTo>
                    <a:cubicBezTo>
                      <a:pt x="536" y="1214"/>
                      <a:pt x="646" y="1174"/>
                      <a:pt x="725" y="1096"/>
                    </a:cubicBezTo>
                    <a:lnTo>
                      <a:pt x="1134" y="718"/>
                    </a:lnTo>
                    <a:cubicBezTo>
                      <a:pt x="1292" y="560"/>
                      <a:pt x="1292" y="276"/>
                      <a:pt x="1134" y="119"/>
                    </a:cubicBezTo>
                    <a:cubicBezTo>
                      <a:pt x="1056" y="40"/>
                      <a:pt x="945" y="1"/>
                      <a:pt x="83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42" name="Google Shape;7193;p65">
                <a:extLst>
                  <a:ext uri="{FF2B5EF4-FFF2-40B4-BE49-F238E27FC236}">
                    <a16:creationId xmlns:a16="http://schemas.microsoft.com/office/drawing/2014/main" id="{2CF1B25A-5453-6878-CE87-BDDEA9145542}"/>
                  </a:ext>
                </a:extLst>
              </p:cNvPr>
              <p:cNvSpPr/>
              <p:nvPr/>
            </p:nvSpPr>
            <p:spPr>
              <a:xfrm>
                <a:off x="-60012750" y="2510750"/>
                <a:ext cx="32300" cy="30325"/>
              </a:xfrm>
              <a:custGeom>
                <a:avLst/>
                <a:gdLst/>
                <a:ahLst/>
                <a:cxnLst/>
                <a:rect l="l" t="t" r="r" b="b"/>
                <a:pathLst>
                  <a:path w="1292" h="1213" extrusionOk="0">
                    <a:moveTo>
                      <a:pt x="425" y="0"/>
                    </a:moveTo>
                    <a:cubicBezTo>
                      <a:pt x="315" y="0"/>
                      <a:pt x="205" y="39"/>
                      <a:pt x="126" y="118"/>
                    </a:cubicBezTo>
                    <a:cubicBezTo>
                      <a:pt x="0" y="276"/>
                      <a:pt x="0" y="559"/>
                      <a:pt x="126" y="717"/>
                    </a:cubicBezTo>
                    <a:lnTo>
                      <a:pt x="536" y="1095"/>
                    </a:lnTo>
                    <a:cubicBezTo>
                      <a:pt x="614" y="1174"/>
                      <a:pt x="725" y="1213"/>
                      <a:pt x="835" y="1213"/>
                    </a:cubicBezTo>
                    <a:cubicBezTo>
                      <a:pt x="945" y="1213"/>
                      <a:pt x="1056" y="1174"/>
                      <a:pt x="1134" y="1095"/>
                    </a:cubicBezTo>
                    <a:cubicBezTo>
                      <a:pt x="1292" y="937"/>
                      <a:pt x="1292" y="654"/>
                      <a:pt x="1134" y="496"/>
                    </a:cubicBezTo>
                    <a:lnTo>
                      <a:pt x="725" y="118"/>
                    </a:lnTo>
                    <a:cubicBezTo>
                      <a:pt x="646" y="39"/>
                      <a:pt x="536" y="0"/>
                      <a:pt x="42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43" name="Google Shape;7194;p65">
                <a:extLst>
                  <a:ext uri="{FF2B5EF4-FFF2-40B4-BE49-F238E27FC236}">
                    <a16:creationId xmlns:a16="http://schemas.microsoft.com/office/drawing/2014/main" id="{1D6ED723-F48E-FF98-C706-08F10C5B5691}"/>
                  </a:ext>
                </a:extLst>
              </p:cNvPr>
              <p:cNvSpPr/>
              <p:nvPr/>
            </p:nvSpPr>
            <p:spPr>
              <a:xfrm>
                <a:off x="-60212825" y="2310675"/>
                <a:ext cx="32325" cy="30350"/>
              </a:xfrm>
              <a:custGeom>
                <a:avLst/>
                <a:gdLst/>
                <a:ahLst/>
                <a:cxnLst/>
                <a:rect l="l" t="t" r="r" b="b"/>
                <a:pathLst>
                  <a:path w="1293" h="1214" extrusionOk="0">
                    <a:moveTo>
                      <a:pt x="442" y="1"/>
                    </a:moveTo>
                    <a:cubicBezTo>
                      <a:pt x="340" y="1"/>
                      <a:pt x="237" y="40"/>
                      <a:pt x="158" y="119"/>
                    </a:cubicBezTo>
                    <a:cubicBezTo>
                      <a:pt x="1" y="276"/>
                      <a:pt x="1" y="560"/>
                      <a:pt x="158" y="718"/>
                    </a:cubicBezTo>
                    <a:lnTo>
                      <a:pt x="536" y="1096"/>
                    </a:lnTo>
                    <a:cubicBezTo>
                      <a:pt x="615" y="1174"/>
                      <a:pt x="725" y="1214"/>
                      <a:pt x="836" y="1214"/>
                    </a:cubicBezTo>
                    <a:cubicBezTo>
                      <a:pt x="946" y="1214"/>
                      <a:pt x="1056" y="1174"/>
                      <a:pt x="1135" y="1096"/>
                    </a:cubicBezTo>
                    <a:cubicBezTo>
                      <a:pt x="1293" y="938"/>
                      <a:pt x="1293" y="686"/>
                      <a:pt x="1135" y="528"/>
                    </a:cubicBezTo>
                    <a:lnTo>
                      <a:pt x="725" y="119"/>
                    </a:lnTo>
                    <a:cubicBezTo>
                      <a:pt x="647" y="40"/>
                      <a:pt x="544" y="1"/>
                      <a:pt x="44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44" name="Google Shape;7195;p65">
                <a:extLst>
                  <a:ext uri="{FF2B5EF4-FFF2-40B4-BE49-F238E27FC236}">
                    <a16:creationId xmlns:a16="http://schemas.microsoft.com/office/drawing/2014/main" id="{F4936947-F095-D825-DF13-5C2CFA611A23}"/>
                  </a:ext>
                </a:extLst>
              </p:cNvPr>
              <p:cNvSpPr/>
              <p:nvPr/>
            </p:nvSpPr>
            <p:spPr>
              <a:xfrm>
                <a:off x="-59974175" y="2415250"/>
                <a:ext cx="35475" cy="20500"/>
              </a:xfrm>
              <a:custGeom>
                <a:avLst/>
                <a:gdLst/>
                <a:ahLst/>
                <a:cxnLst/>
                <a:rect l="l" t="t" r="r" b="b"/>
                <a:pathLst>
                  <a:path w="1419" h="820" extrusionOk="0">
                    <a:moveTo>
                      <a:pt x="442" y="0"/>
                    </a:moveTo>
                    <a:cubicBezTo>
                      <a:pt x="221" y="0"/>
                      <a:pt x="1" y="189"/>
                      <a:pt x="1" y="378"/>
                    </a:cubicBezTo>
                    <a:cubicBezTo>
                      <a:pt x="1" y="630"/>
                      <a:pt x="221" y="819"/>
                      <a:pt x="442" y="819"/>
                    </a:cubicBezTo>
                    <a:lnTo>
                      <a:pt x="1009" y="819"/>
                    </a:lnTo>
                    <a:cubicBezTo>
                      <a:pt x="1230" y="819"/>
                      <a:pt x="1387" y="630"/>
                      <a:pt x="1387" y="378"/>
                    </a:cubicBezTo>
                    <a:cubicBezTo>
                      <a:pt x="1419" y="189"/>
                      <a:pt x="1230" y="0"/>
                      <a:pt x="100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grpSp>
        <p:nvGrpSpPr>
          <p:cNvPr id="145" name="Google Shape;7196;p65">
            <a:extLst>
              <a:ext uri="{FF2B5EF4-FFF2-40B4-BE49-F238E27FC236}">
                <a16:creationId xmlns:a16="http://schemas.microsoft.com/office/drawing/2014/main" id="{C95C71D3-3840-5A61-F821-05641654DADA}"/>
              </a:ext>
            </a:extLst>
          </p:cNvPr>
          <p:cNvGrpSpPr/>
          <p:nvPr/>
        </p:nvGrpSpPr>
        <p:grpSpPr>
          <a:xfrm>
            <a:off x="16846406" y="6339425"/>
            <a:ext cx="792318" cy="940987"/>
            <a:chOff x="-60232500" y="2671225"/>
            <a:chExt cx="268600" cy="319000"/>
          </a:xfrm>
          <a:solidFill>
            <a:srgbClr val="555559"/>
          </a:solidFill>
        </p:grpSpPr>
        <p:sp>
          <p:nvSpPr>
            <p:cNvPr id="146" name="Google Shape;7197;p65">
              <a:extLst>
                <a:ext uri="{FF2B5EF4-FFF2-40B4-BE49-F238E27FC236}">
                  <a16:creationId xmlns:a16="http://schemas.microsoft.com/office/drawing/2014/main" id="{980D2724-3F3D-6D20-7101-029AFED9C5B3}"/>
                </a:ext>
              </a:extLst>
            </p:cNvPr>
            <p:cNvSpPr/>
            <p:nvPr/>
          </p:nvSpPr>
          <p:spPr>
            <a:xfrm>
              <a:off x="-60222275" y="2843700"/>
              <a:ext cx="63025" cy="146525"/>
            </a:xfrm>
            <a:custGeom>
              <a:avLst/>
              <a:gdLst/>
              <a:ahLst/>
              <a:cxnLst/>
              <a:rect l="l" t="t" r="r" b="b"/>
              <a:pathLst>
                <a:path w="2521" h="5861" extrusionOk="0">
                  <a:moveTo>
                    <a:pt x="1261" y="1"/>
                  </a:moveTo>
                  <a:cubicBezTo>
                    <a:pt x="1040" y="1"/>
                    <a:pt x="851" y="190"/>
                    <a:pt x="851" y="410"/>
                  </a:cubicBezTo>
                  <a:lnTo>
                    <a:pt x="851" y="694"/>
                  </a:lnTo>
                  <a:cubicBezTo>
                    <a:pt x="379" y="851"/>
                    <a:pt x="1" y="1324"/>
                    <a:pt x="1" y="1891"/>
                  </a:cubicBezTo>
                  <a:cubicBezTo>
                    <a:pt x="1" y="2553"/>
                    <a:pt x="568" y="2931"/>
                    <a:pt x="1009" y="3246"/>
                  </a:cubicBezTo>
                  <a:cubicBezTo>
                    <a:pt x="1324" y="3498"/>
                    <a:pt x="1671" y="3718"/>
                    <a:pt x="1671" y="3970"/>
                  </a:cubicBezTo>
                  <a:cubicBezTo>
                    <a:pt x="1671" y="4191"/>
                    <a:pt x="1482" y="4348"/>
                    <a:pt x="1261" y="4348"/>
                  </a:cubicBezTo>
                  <a:cubicBezTo>
                    <a:pt x="1072" y="4348"/>
                    <a:pt x="851" y="4159"/>
                    <a:pt x="851" y="3970"/>
                  </a:cubicBezTo>
                  <a:cubicBezTo>
                    <a:pt x="851" y="3718"/>
                    <a:pt x="631" y="3529"/>
                    <a:pt x="442" y="3529"/>
                  </a:cubicBezTo>
                  <a:cubicBezTo>
                    <a:pt x="253" y="3529"/>
                    <a:pt x="64" y="3718"/>
                    <a:pt x="64" y="3970"/>
                  </a:cubicBezTo>
                  <a:cubicBezTo>
                    <a:pt x="64" y="4506"/>
                    <a:pt x="410" y="4947"/>
                    <a:pt x="883" y="5136"/>
                  </a:cubicBezTo>
                  <a:lnTo>
                    <a:pt x="883" y="5419"/>
                  </a:lnTo>
                  <a:cubicBezTo>
                    <a:pt x="883" y="5672"/>
                    <a:pt x="1072" y="5861"/>
                    <a:pt x="1324" y="5861"/>
                  </a:cubicBezTo>
                  <a:cubicBezTo>
                    <a:pt x="1545" y="5861"/>
                    <a:pt x="1702" y="5672"/>
                    <a:pt x="1702" y="5419"/>
                  </a:cubicBezTo>
                  <a:lnTo>
                    <a:pt x="1702" y="5136"/>
                  </a:lnTo>
                  <a:cubicBezTo>
                    <a:pt x="2175" y="4978"/>
                    <a:pt x="2521" y="4506"/>
                    <a:pt x="2521" y="3970"/>
                  </a:cubicBezTo>
                  <a:cubicBezTo>
                    <a:pt x="2521" y="3309"/>
                    <a:pt x="1986" y="2899"/>
                    <a:pt x="1545" y="2584"/>
                  </a:cubicBezTo>
                  <a:cubicBezTo>
                    <a:pt x="1229" y="2364"/>
                    <a:pt x="883" y="2111"/>
                    <a:pt x="883" y="1891"/>
                  </a:cubicBezTo>
                  <a:cubicBezTo>
                    <a:pt x="883" y="1639"/>
                    <a:pt x="1072" y="1450"/>
                    <a:pt x="1261" y="1450"/>
                  </a:cubicBezTo>
                  <a:cubicBezTo>
                    <a:pt x="1513" y="1450"/>
                    <a:pt x="1671" y="1639"/>
                    <a:pt x="1671" y="1891"/>
                  </a:cubicBezTo>
                  <a:cubicBezTo>
                    <a:pt x="1671" y="2111"/>
                    <a:pt x="1860" y="2269"/>
                    <a:pt x="2112" y="2269"/>
                  </a:cubicBezTo>
                  <a:cubicBezTo>
                    <a:pt x="2332" y="2269"/>
                    <a:pt x="2490" y="2080"/>
                    <a:pt x="2490" y="1891"/>
                  </a:cubicBezTo>
                  <a:cubicBezTo>
                    <a:pt x="2490" y="1324"/>
                    <a:pt x="2143" y="883"/>
                    <a:pt x="1671" y="694"/>
                  </a:cubicBezTo>
                  <a:lnTo>
                    <a:pt x="1671" y="410"/>
                  </a:lnTo>
                  <a:cubicBezTo>
                    <a:pt x="1671" y="190"/>
                    <a:pt x="1482" y="1"/>
                    <a:pt x="12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47" name="Google Shape;7198;p65">
              <a:extLst>
                <a:ext uri="{FF2B5EF4-FFF2-40B4-BE49-F238E27FC236}">
                  <a16:creationId xmlns:a16="http://schemas.microsoft.com/office/drawing/2014/main" id="{392A7CF5-3243-EBF8-92FA-A8AB2BD714EF}"/>
                </a:ext>
              </a:extLst>
            </p:cNvPr>
            <p:cNvSpPr/>
            <p:nvPr/>
          </p:nvSpPr>
          <p:spPr>
            <a:xfrm>
              <a:off x="-60232500" y="2671225"/>
              <a:ext cx="268600" cy="318225"/>
            </a:xfrm>
            <a:custGeom>
              <a:avLst/>
              <a:gdLst/>
              <a:ahLst/>
              <a:cxnLst/>
              <a:rect l="l" t="t" r="r" b="b"/>
              <a:pathLst>
                <a:path w="10744" h="12729" extrusionOk="0">
                  <a:moveTo>
                    <a:pt x="5419" y="1701"/>
                  </a:moveTo>
                  <a:cubicBezTo>
                    <a:pt x="7561" y="1701"/>
                    <a:pt x="9357" y="3151"/>
                    <a:pt x="9830" y="5167"/>
                  </a:cubicBezTo>
                  <a:cubicBezTo>
                    <a:pt x="9641" y="5041"/>
                    <a:pt x="9389" y="5009"/>
                    <a:pt x="9137" y="5009"/>
                  </a:cubicBezTo>
                  <a:cubicBezTo>
                    <a:pt x="8601" y="5009"/>
                    <a:pt x="8191" y="5230"/>
                    <a:pt x="7908" y="5545"/>
                  </a:cubicBezTo>
                  <a:cubicBezTo>
                    <a:pt x="7593" y="5198"/>
                    <a:pt x="7152" y="5009"/>
                    <a:pt x="6679" y="5009"/>
                  </a:cubicBezTo>
                  <a:cubicBezTo>
                    <a:pt x="6175" y="5009"/>
                    <a:pt x="5734" y="5230"/>
                    <a:pt x="5419" y="5545"/>
                  </a:cubicBezTo>
                  <a:cubicBezTo>
                    <a:pt x="5104" y="5198"/>
                    <a:pt x="4663" y="5009"/>
                    <a:pt x="4190" y="5009"/>
                  </a:cubicBezTo>
                  <a:cubicBezTo>
                    <a:pt x="3686" y="5009"/>
                    <a:pt x="3245" y="5230"/>
                    <a:pt x="2993" y="5545"/>
                  </a:cubicBezTo>
                  <a:cubicBezTo>
                    <a:pt x="2678" y="5198"/>
                    <a:pt x="2237" y="5009"/>
                    <a:pt x="1764" y="5009"/>
                  </a:cubicBezTo>
                  <a:cubicBezTo>
                    <a:pt x="1512" y="5009"/>
                    <a:pt x="1292" y="5041"/>
                    <a:pt x="1040" y="5167"/>
                  </a:cubicBezTo>
                  <a:cubicBezTo>
                    <a:pt x="1481" y="3151"/>
                    <a:pt x="3308" y="1701"/>
                    <a:pt x="5419" y="1701"/>
                  </a:cubicBezTo>
                  <a:close/>
                  <a:moveTo>
                    <a:pt x="5356" y="0"/>
                  </a:moveTo>
                  <a:cubicBezTo>
                    <a:pt x="5104" y="0"/>
                    <a:pt x="4946" y="189"/>
                    <a:pt x="4946" y="441"/>
                  </a:cubicBezTo>
                  <a:lnTo>
                    <a:pt x="4946" y="851"/>
                  </a:lnTo>
                  <a:cubicBezTo>
                    <a:pt x="2206" y="1071"/>
                    <a:pt x="0" y="3371"/>
                    <a:pt x="0" y="6207"/>
                  </a:cubicBezTo>
                  <a:lnTo>
                    <a:pt x="0" y="6648"/>
                  </a:lnTo>
                  <a:lnTo>
                    <a:pt x="32" y="6648"/>
                  </a:lnTo>
                  <a:cubicBezTo>
                    <a:pt x="32" y="6900"/>
                    <a:pt x="221" y="7089"/>
                    <a:pt x="473" y="7089"/>
                  </a:cubicBezTo>
                  <a:cubicBezTo>
                    <a:pt x="693" y="7089"/>
                    <a:pt x="851" y="6900"/>
                    <a:pt x="851" y="6648"/>
                  </a:cubicBezTo>
                  <a:cubicBezTo>
                    <a:pt x="851" y="6175"/>
                    <a:pt x="1197" y="5829"/>
                    <a:pt x="1701" y="5829"/>
                  </a:cubicBezTo>
                  <a:cubicBezTo>
                    <a:pt x="2143" y="5829"/>
                    <a:pt x="2521" y="6175"/>
                    <a:pt x="2521" y="6648"/>
                  </a:cubicBezTo>
                  <a:cubicBezTo>
                    <a:pt x="2521" y="6900"/>
                    <a:pt x="2710" y="7089"/>
                    <a:pt x="2899" y="7089"/>
                  </a:cubicBezTo>
                  <a:cubicBezTo>
                    <a:pt x="3119" y="7089"/>
                    <a:pt x="3308" y="6900"/>
                    <a:pt x="3308" y="6648"/>
                  </a:cubicBezTo>
                  <a:cubicBezTo>
                    <a:pt x="3308" y="6175"/>
                    <a:pt x="3655" y="5829"/>
                    <a:pt x="4127" y="5829"/>
                  </a:cubicBezTo>
                  <a:cubicBezTo>
                    <a:pt x="4600" y="5829"/>
                    <a:pt x="4946" y="6175"/>
                    <a:pt x="4946" y="6648"/>
                  </a:cubicBezTo>
                  <a:lnTo>
                    <a:pt x="4946" y="11499"/>
                  </a:lnTo>
                  <a:cubicBezTo>
                    <a:pt x="4946" y="12161"/>
                    <a:pt x="5514" y="12728"/>
                    <a:pt x="6175" y="12728"/>
                  </a:cubicBezTo>
                  <a:cubicBezTo>
                    <a:pt x="6837" y="12728"/>
                    <a:pt x="7404" y="12161"/>
                    <a:pt x="7404" y="11499"/>
                  </a:cubicBezTo>
                  <a:lnTo>
                    <a:pt x="7404" y="10680"/>
                  </a:lnTo>
                  <a:cubicBezTo>
                    <a:pt x="7404" y="10428"/>
                    <a:pt x="7215" y="10239"/>
                    <a:pt x="6994" y="10239"/>
                  </a:cubicBezTo>
                  <a:cubicBezTo>
                    <a:pt x="6805" y="10239"/>
                    <a:pt x="6616" y="10428"/>
                    <a:pt x="6616" y="10680"/>
                  </a:cubicBezTo>
                  <a:lnTo>
                    <a:pt x="6616" y="11499"/>
                  </a:lnTo>
                  <a:cubicBezTo>
                    <a:pt x="6616" y="11720"/>
                    <a:pt x="6427" y="11940"/>
                    <a:pt x="6175" y="11940"/>
                  </a:cubicBezTo>
                  <a:cubicBezTo>
                    <a:pt x="5955" y="11940"/>
                    <a:pt x="5797" y="11720"/>
                    <a:pt x="5797" y="11499"/>
                  </a:cubicBezTo>
                  <a:lnTo>
                    <a:pt x="5797" y="6648"/>
                  </a:lnTo>
                  <a:cubicBezTo>
                    <a:pt x="5797" y="6175"/>
                    <a:pt x="6144" y="5829"/>
                    <a:pt x="6616" y="5829"/>
                  </a:cubicBezTo>
                  <a:cubicBezTo>
                    <a:pt x="7089" y="5829"/>
                    <a:pt x="7435" y="6175"/>
                    <a:pt x="7435" y="6648"/>
                  </a:cubicBezTo>
                  <a:cubicBezTo>
                    <a:pt x="7435" y="6900"/>
                    <a:pt x="7624" y="7089"/>
                    <a:pt x="7876" y="7089"/>
                  </a:cubicBezTo>
                  <a:cubicBezTo>
                    <a:pt x="8097" y="7089"/>
                    <a:pt x="8255" y="6900"/>
                    <a:pt x="8255" y="6648"/>
                  </a:cubicBezTo>
                  <a:cubicBezTo>
                    <a:pt x="8255" y="6175"/>
                    <a:pt x="8633" y="5829"/>
                    <a:pt x="9105" y="5829"/>
                  </a:cubicBezTo>
                  <a:cubicBezTo>
                    <a:pt x="9578" y="5829"/>
                    <a:pt x="9924" y="6175"/>
                    <a:pt x="9924" y="6648"/>
                  </a:cubicBezTo>
                  <a:cubicBezTo>
                    <a:pt x="9924" y="6900"/>
                    <a:pt x="10113" y="7089"/>
                    <a:pt x="10302" y="7089"/>
                  </a:cubicBezTo>
                  <a:cubicBezTo>
                    <a:pt x="10554" y="7089"/>
                    <a:pt x="10743" y="6900"/>
                    <a:pt x="10743" y="6648"/>
                  </a:cubicBezTo>
                  <a:lnTo>
                    <a:pt x="10743" y="6207"/>
                  </a:lnTo>
                  <a:cubicBezTo>
                    <a:pt x="10743" y="3371"/>
                    <a:pt x="8538" y="1071"/>
                    <a:pt x="5797" y="851"/>
                  </a:cubicBezTo>
                  <a:lnTo>
                    <a:pt x="5797" y="441"/>
                  </a:lnTo>
                  <a:cubicBezTo>
                    <a:pt x="5797" y="189"/>
                    <a:pt x="5577" y="0"/>
                    <a:pt x="535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148" name="Google Shape;7199;p65">
            <a:extLst>
              <a:ext uri="{FF2B5EF4-FFF2-40B4-BE49-F238E27FC236}">
                <a16:creationId xmlns:a16="http://schemas.microsoft.com/office/drawing/2014/main" id="{5C8D8BB2-798C-681D-00C4-2DD4834DFB16}"/>
              </a:ext>
            </a:extLst>
          </p:cNvPr>
          <p:cNvGrpSpPr/>
          <p:nvPr/>
        </p:nvGrpSpPr>
        <p:grpSpPr>
          <a:xfrm>
            <a:off x="20174549" y="4174566"/>
            <a:ext cx="931769" cy="940987"/>
            <a:chOff x="-59100700" y="1911950"/>
            <a:chExt cx="315875" cy="319000"/>
          </a:xfrm>
          <a:solidFill>
            <a:srgbClr val="555559"/>
          </a:solidFill>
        </p:grpSpPr>
        <p:sp>
          <p:nvSpPr>
            <p:cNvPr id="149" name="Google Shape;7200;p65">
              <a:extLst>
                <a:ext uri="{FF2B5EF4-FFF2-40B4-BE49-F238E27FC236}">
                  <a16:creationId xmlns:a16="http://schemas.microsoft.com/office/drawing/2014/main" id="{8EE32F81-929A-4BA6-9D5B-1EB8DBAF17E6}"/>
                </a:ext>
              </a:extLst>
            </p:cNvPr>
            <p:cNvSpPr/>
            <p:nvPr/>
          </p:nvSpPr>
          <p:spPr>
            <a:xfrm>
              <a:off x="-59015625" y="1993850"/>
              <a:ext cx="20500" cy="20525"/>
            </a:xfrm>
            <a:custGeom>
              <a:avLst/>
              <a:gdLst/>
              <a:ahLst/>
              <a:cxnLst/>
              <a:rect l="l" t="t" r="r" b="b"/>
              <a:pathLst>
                <a:path w="820" h="821" extrusionOk="0">
                  <a:moveTo>
                    <a:pt x="189" y="1"/>
                  </a:moveTo>
                  <a:cubicBezTo>
                    <a:pt x="63" y="1"/>
                    <a:pt x="0" y="64"/>
                    <a:pt x="0" y="190"/>
                  </a:cubicBezTo>
                  <a:lnTo>
                    <a:pt x="0" y="631"/>
                  </a:lnTo>
                  <a:cubicBezTo>
                    <a:pt x="0" y="757"/>
                    <a:pt x="95" y="820"/>
                    <a:pt x="189" y="820"/>
                  </a:cubicBezTo>
                  <a:lnTo>
                    <a:pt x="630" y="820"/>
                  </a:lnTo>
                  <a:cubicBezTo>
                    <a:pt x="725" y="820"/>
                    <a:pt x="820" y="757"/>
                    <a:pt x="820" y="631"/>
                  </a:cubicBezTo>
                  <a:lnTo>
                    <a:pt x="820" y="190"/>
                  </a:lnTo>
                  <a:cubicBezTo>
                    <a:pt x="820" y="64"/>
                    <a:pt x="725" y="1"/>
                    <a:pt x="63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50" name="Google Shape;7201;p65">
              <a:extLst>
                <a:ext uri="{FF2B5EF4-FFF2-40B4-BE49-F238E27FC236}">
                  <a16:creationId xmlns:a16="http://schemas.microsoft.com/office/drawing/2014/main" id="{0CE4BE7A-9C38-2BF3-9638-6063C1058626}"/>
                </a:ext>
              </a:extLst>
            </p:cNvPr>
            <p:cNvSpPr/>
            <p:nvPr/>
          </p:nvSpPr>
          <p:spPr>
            <a:xfrm>
              <a:off x="-58954200" y="1993850"/>
              <a:ext cx="21300" cy="20525"/>
            </a:xfrm>
            <a:custGeom>
              <a:avLst/>
              <a:gdLst/>
              <a:ahLst/>
              <a:cxnLst/>
              <a:rect l="l" t="t" r="r" b="b"/>
              <a:pathLst>
                <a:path w="852" h="821" extrusionOk="0">
                  <a:moveTo>
                    <a:pt x="221" y="1"/>
                  </a:moveTo>
                  <a:cubicBezTo>
                    <a:pt x="95" y="1"/>
                    <a:pt x="1" y="64"/>
                    <a:pt x="1" y="190"/>
                  </a:cubicBezTo>
                  <a:lnTo>
                    <a:pt x="1" y="631"/>
                  </a:lnTo>
                  <a:cubicBezTo>
                    <a:pt x="1" y="757"/>
                    <a:pt x="127" y="820"/>
                    <a:pt x="221" y="820"/>
                  </a:cubicBezTo>
                  <a:lnTo>
                    <a:pt x="631" y="820"/>
                  </a:lnTo>
                  <a:cubicBezTo>
                    <a:pt x="757" y="820"/>
                    <a:pt x="851" y="757"/>
                    <a:pt x="851" y="631"/>
                  </a:cubicBezTo>
                  <a:lnTo>
                    <a:pt x="851" y="190"/>
                  </a:lnTo>
                  <a:cubicBezTo>
                    <a:pt x="851" y="64"/>
                    <a:pt x="757" y="1"/>
                    <a:pt x="63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51" name="Google Shape;7202;p65">
              <a:extLst>
                <a:ext uri="{FF2B5EF4-FFF2-40B4-BE49-F238E27FC236}">
                  <a16:creationId xmlns:a16="http://schemas.microsoft.com/office/drawing/2014/main" id="{6B37EC54-34F7-374C-3E92-8A17AC117ADB}"/>
                </a:ext>
              </a:extLst>
            </p:cNvPr>
            <p:cNvSpPr/>
            <p:nvPr/>
          </p:nvSpPr>
          <p:spPr>
            <a:xfrm>
              <a:off x="-58891975" y="1993850"/>
              <a:ext cx="21300" cy="20525"/>
            </a:xfrm>
            <a:custGeom>
              <a:avLst/>
              <a:gdLst/>
              <a:ahLst/>
              <a:cxnLst/>
              <a:rect l="l" t="t" r="r" b="b"/>
              <a:pathLst>
                <a:path w="852" h="821" extrusionOk="0">
                  <a:moveTo>
                    <a:pt x="190" y="1"/>
                  </a:moveTo>
                  <a:cubicBezTo>
                    <a:pt x="95" y="1"/>
                    <a:pt x="1" y="64"/>
                    <a:pt x="1" y="190"/>
                  </a:cubicBezTo>
                  <a:lnTo>
                    <a:pt x="1" y="631"/>
                  </a:lnTo>
                  <a:cubicBezTo>
                    <a:pt x="1" y="757"/>
                    <a:pt x="127" y="820"/>
                    <a:pt x="190" y="820"/>
                  </a:cubicBezTo>
                  <a:lnTo>
                    <a:pt x="631" y="820"/>
                  </a:lnTo>
                  <a:cubicBezTo>
                    <a:pt x="757" y="820"/>
                    <a:pt x="851" y="757"/>
                    <a:pt x="851" y="631"/>
                  </a:cubicBezTo>
                  <a:lnTo>
                    <a:pt x="851" y="190"/>
                  </a:lnTo>
                  <a:cubicBezTo>
                    <a:pt x="851" y="64"/>
                    <a:pt x="757" y="1"/>
                    <a:pt x="63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52" name="Google Shape;7203;p65">
              <a:extLst>
                <a:ext uri="{FF2B5EF4-FFF2-40B4-BE49-F238E27FC236}">
                  <a16:creationId xmlns:a16="http://schemas.microsoft.com/office/drawing/2014/main" id="{D594256A-91C2-69B9-DD62-991529267A38}"/>
                </a:ext>
              </a:extLst>
            </p:cNvPr>
            <p:cNvSpPr/>
            <p:nvPr/>
          </p:nvSpPr>
          <p:spPr>
            <a:xfrm>
              <a:off x="-59015625" y="2034825"/>
              <a:ext cx="20500" cy="21275"/>
            </a:xfrm>
            <a:custGeom>
              <a:avLst/>
              <a:gdLst/>
              <a:ahLst/>
              <a:cxnLst/>
              <a:rect l="l" t="t" r="r" b="b"/>
              <a:pathLst>
                <a:path w="820" h="851" extrusionOk="0">
                  <a:moveTo>
                    <a:pt x="189" y="0"/>
                  </a:moveTo>
                  <a:cubicBezTo>
                    <a:pt x="63" y="0"/>
                    <a:pt x="0" y="95"/>
                    <a:pt x="0" y="221"/>
                  </a:cubicBezTo>
                  <a:lnTo>
                    <a:pt x="0" y="630"/>
                  </a:lnTo>
                  <a:cubicBezTo>
                    <a:pt x="0" y="756"/>
                    <a:pt x="95" y="851"/>
                    <a:pt x="189" y="851"/>
                  </a:cubicBezTo>
                  <a:lnTo>
                    <a:pt x="630" y="851"/>
                  </a:lnTo>
                  <a:cubicBezTo>
                    <a:pt x="725" y="851"/>
                    <a:pt x="820" y="756"/>
                    <a:pt x="820" y="630"/>
                  </a:cubicBezTo>
                  <a:lnTo>
                    <a:pt x="820" y="221"/>
                  </a:lnTo>
                  <a:cubicBezTo>
                    <a:pt x="820" y="95"/>
                    <a:pt x="725" y="0"/>
                    <a:pt x="6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53" name="Google Shape;7204;p65">
              <a:extLst>
                <a:ext uri="{FF2B5EF4-FFF2-40B4-BE49-F238E27FC236}">
                  <a16:creationId xmlns:a16="http://schemas.microsoft.com/office/drawing/2014/main" id="{B69F3C61-DD1E-7A68-5C88-5EB7C98B3ADE}"/>
                </a:ext>
              </a:extLst>
            </p:cNvPr>
            <p:cNvSpPr/>
            <p:nvPr/>
          </p:nvSpPr>
          <p:spPr>
            <a:xfrm>
              <a:off x="-58954200" y="2034825"/>
              <a:ext cx="21300" cy="21275"/>
            </a:xfrm>
            <a:custGeom>
              <a:avLst/>
              <a:gdLst/>
              <a:ahLst/>
              <a:cxnLst/>
              <a:rect l="l" t="t" r="r" b="b"/>
              <a:pathLst>
                <a:path w="852" h="851" extrusionOk="0">
                  <a:moveTo>
                    <a:pt x="221" y="0"/>
                  </a:moveTo>
                  <a:cubicBezTo>
                    <a:pt x="95" y="0"/>
                    <a:pt x="1" y="95"/>
                    <a:pt x="1" y="221"/>
                  </a:cubicBezTo>
                  <a:lnTo>
                    <a:pt x="1" y="630"/>
                  </a:lnTo>
                  <a:cubicBezTo>
                    <a:pt x="1" y="756"/>
                    <a:pt x="127" y="851"/>
                    <a:pt x="221" y="851"/>
                  </a:cubicBezTo>
                  <a:lnTo>
                    <a:pt x="631" y="851"/>
                  </a:lnTo>
                  <a:cubicBezTo>
                    <a:pt x="757" y="851"/>
                    <a:pt x="851" y="756"/>
                    <a:pt x="851" y="630"/>
                  </a:cubicBezTo>
                  <a:lnTo>
                    <a:pt x="851" y="221"/>
                  </a:lnTo>
                  <a:cubicBezTo>
                    <a:pt x="851" y="95"/>
                    <a:pt x="757" y="0"/>
                    <a:pt x="63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54" name="Google Shape;7205;p65">
              <a:extLst>
                <a:ext uri="{FF2B5EF4-FFF2-40B4-BE49-F238E27FC236}">
                  <a16:creationId xmlns:a16="http://schemas.microsoft.com/office/drawing/2014/main" id="{D80EE166-7859-6DD3-BE37-588DB2A76133}"/>
                </a:ext>
              </a:extLst>
            </p:cNvPr>
            <p:cNvSpPr/>
            <p:nvPr/>
          </p:nvSpPr>
          <p:spPr>
            <a:xfrm>
              <a:off x="-58891975" y="2034825"/>
              <a:ext cx="21300" cy="21275"/>
            </a:xfrm>
            <a:custGeom>
              <a:avLst/>
              <a:gdLst/>
              <a:ahLst/>
              <a:cxnLst/>
              <a:rect l="l" t="t" r="r" b="b"/>
              <a:pathLst>
                <a:path w="852" h="851" extrusionOk="0">
                  <a:moveTo>
                    <a:pt x="190" y="0"/>
                  </a:moveTo>
                  <a:cubicBezTo>
                    <a:pt x="95" y="0"/>
                    <a:pt x="1" y="95"/>
                    <a:pt x="1" y="221"/>
                  </a:cubicBezTo>
                  <a:lnTo>
                    <a:pt x="1" y="630"/>
                  </a:lnTo>
                  <a:cubicBezTo>
                    <a:pt x="1" y="756"/>
                    <a:pt x="127" y="851"/>
                    <a:pt x="190" y="851"/>
                  </a:cubicBezTo>
                  <a:lnTo>
                    <a:pt x="631" y="851"/>
                  </a:lnTo>
                  <a:cubicBezTo>
                    <a:pt x="757" y="851"/>
                    <a:pt x="851" y="756"/>
                    <a:pt x="851" y="630"/>
                  </a:cubicBezTo>
                  <a:lnTo>
                    <a:pt x="851" y="221"/>
                  </a:lnTo>
                  <a:cubicBezTo>
                    <a:pt x="851" y="95"/>
                    <a:pt x="757" y="0"/>
                    <a:pt x="63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55" name="Google Shape;7206;p65">
              <a:extLst>
                <a:ext uri="{FF2B5EF4-FFF2-40B4-BE49-F238E27FC236}">
                  <a16:creationId xmlns:a16="http://schemas.microsoft.com/office/drawing/2014/main" id="{8299BB7A-6298-5102-0D08-0A8DDD1CA3C5}"/>
                </a:ext>
              </a:extLst>
            </p:cNvPr>
            <p:cNvSpPr/>
            <p:nvPr/>
          </p:nvSpPr>
          <p:spPr>
            <a:xfrm>
              <a:off x="-59015625" y="2076550"/>
              <a:ext cx="20500" cy="20525"/>
            </a:xfrm>
            <a:custGeom>
              <a:avLst/>
              <a:gdLst/>
              <a:ahLst/>
              <a:cxnLst/>
              <a:rect l="l" t="t" r="r" b="b"/>
              <a:pathLst>
                <a:path w="820" h="821" extrusionOk="0">
                  <a:moveTo>
                    <a:pt x="189" y="1"/>
                  </a:moveTo>
                  <a:cubicBezTo>
                    <a:pt x="63" y="1"/>
                    <a:pt x="0" y="64"/>
                    <a:pt x="0" y="190"/>
                  </a:cubicBezTo>
                  <a:lnTo>
                    <a:pt x="0" y="631"/>
                  </a:lnTo>
                  <a:cubicBezTo>
                    <a:pt x="0" y="757"/>
                    <a:pt x="95" y="820"/>
                    <a:pt x="189" y="820"/>
                  </a:cubicBezTo>
                  <a:lnTo>
                    <a:pt x="630" y="820"/>
                  </a:lnTo>
                  <a:cubicBezTo>
                    <a:pt x="725" y="820"/>
                    <a:pt x="820" y="757"/>
                    <a:pt x="820" y="631"/>
                  </a:cubicBezTo>
                  <a:lnTo>
                    <a:pt x="820" y="190"/>
                  </a:lnTo>
                  <a:cubicBezTo>
                    <a:pt x="820" y="64"/>
                    <a:pt x="725" y="1"/>
                    <a:pt x="63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56" name="Google Shape;7207;p65">
              <a:extLst>
                <a:ext uri="{FF2B5EF4-FFF2-40B4-BE49-F238E27FC236}">
                  <a16:creationId xmlns:a16="http://schemas.microsoft.com/office/drawing/2014/main" id="{DD64FCD2-119C-C8FF-4E7A-E763561C71A3}"/>
                </a:ext>
              </a:extLst>
            </p:cNvPr>
            <p:cNvSpPr/>
            <p:nvPr/>
          </p:nvSpPr>
          <p:spPr>
            <a:xfrm>
              <a:off x="-58954200" y="2076550"/>
              <a:ext cx="21300" cy="20525"/>
            </a:xfrm>
            <a:custGeom>
              <a:avLst/>
              <a:gdLst/>
              <a:ahLst/>
              <a:cxnLst/>
              <a:rect l="l" t="t" r="r" b="b"/>
              <a:pathLst>
                <a:path w="852" h="821" extrusionOk="0">
                  <a:moveTo>
                    <a:pt x="221" y="1"/>
                  </a:moveTo>
                  <a:cubicBezTo>
                    <a:pt x="95" y="1"/>
                    <a:pt x="1" y="64"/>
                    <a:pt x="1" y="190"/>
                  </a:cubicBezTo>
                  <a:lnTo>
                    <a:pt x="1" y="631"/>
                  </a:lnTo>
                  <a:cubicBezTo>
                    <a:pt x="1" y="757"/>
                    <a:pt x="127" y="820"/>
                    <a:pt x="221" y="820"/>
                  </a:cubicBezTo>
                  <a:lnTo>
                    <a:pt x="631" y="820"/>
                  </a:lnTo>
                  <a:cubicBezTo>
                    <a:pt x="757" y="820"/>
                    <a:pt x="851" y="757"/>
                    <a:pt x="851" y="631"/>
                  </a:cubicBezTo>
                  <a:lnTo>
                    <a:pt x="851" y="190"/>
                  </a:lnTo>
                  <a:cubicBezTo>
                    <a:pt x="851" y="64"/>
                    <a:pt x="757" y="1"/>
                    <a:pt x="63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57" name="Google Shape;7208;p65">
              <a:extLst>
                <a:ext uri="{FF2B5EF4-FFF2-40B4-BE49-F238E27FC236}">
                  <a16:creationId xmlns:a16="http://schemas.microsoft.com/office/drawing/2014/main" id="{C3289EFE-0C35-BC26-A231-5CBB2456150D}"/>
                </a:ext>
              </a:extLst>
            </p:cNvPr>
            <p:cNvSpPr/>
            <p:nvPr/>
          </p:nvSpPr>
          <p:spPr>
            <a:xfrm>
              <a:off x="-58891975" y="2076550"/>
              <a:ext cx="21300" cy="20525"/>
            </a:xfrm>
            <a:custGeom>
              <a:avLst/>
              <a:gdLst/>
              <a:ahLst/>
              <a:cxnLst/>
              <a:rect l="l" t="t" r="r" b="b"/>
              <a:pathLst>
                <a:path w="852" h="821" extrusionOk="0">
                  <a:moveTo>
                    <a:pt x="190" y="1"/>
                  </a:moveTo>
                  <a:cubicBezTo>
                    <a:pt x="95" y="1"/>
                    <a:pt x="1" y="64"/>
                    <a:pt x="1" y="190"/>
                  </a:cubicBezTo>
                  <a:lnTo>
                    <a:pt x="1" y="631"/>
                  </a:lnTo>
                  <a:cubicBezTo>
                    <a:pt x="1" y="757"/>
                    <a:pt x="127" y="820"/>
                    <a:pt x="190" y="820"/>
                  </a:cubicBezTo>
                  <a:lnTo>
                    <a:pt x="631" y="820"/>
                  </a:lnTo>
                  <a:cubicBezTo>
                    <a:pt x="757" y="820"/>
                    <a:pt x="851" y="757"/>
                    <a:pt x="851" y="631"/>
                  </a:cubicBezTo>
                  <a:lnTo>
                    <a:pt x="851" y="190"/>
                  </a:lnTo>
                  <a:cubicBezTo>
                    <a:pt x="851" y="64"/>
                    <a:pt x="757" y="1"/>
                    <a:pt x="63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58" name="Google Shape;7209;p65">
              <a:extLst>
                <a:ext uri="{FF2B5EF4-FFF2-40B4-BE49-F238E27FC236}">
                  <a16:creationId xmlns:a16="http://schemas.microsoft.com/office/drawing/2014/main" id="{B330A151-40AF-3300-1CD4-CD70C3731877}"/>
                </a:ext>
              </a:extLst>
            </p:cNvPr>
            <p:cNvSpPr/>
            <p:nvPr/>
          </p:nvSpPr>
          <p:spPr>
            <a:xfrm>
              <a:off x="-59100700" y="1911950"/>
              <a:ext cx="315875" cy="319000"/>
            </a:xfrm>
            <a:custGeom>
              <a:avLst/>
              <a:gdLst/>
              <a:ahLst/>
              <a:cxnLst/>
              <a:rect l="l" t="t" r="r" b="b"/>
              <a:pathLst>
                <a:path w="12635" h="12760" extrusionOk="0">
                  <a:moveTo>
                    <a:pt x="9169" y="788"/>
                  </a:moveTo>
                  <a:lnTo>
                    <a:pt x="9169" y="1607"/>
                  </a:lnTo>
                  <a:lnTo>
                    <a:pt x="3403" y="1607"/>
                  </a:lnTo>
                  <a:lnTo>
                    <a:pt x="3403" y="788"/>
                  </a:lnTo>
                  <a:close/>
                  <a:moveTo>
                    <a:pt x="1734" y="9074"/>
                  </a:moveTo>
                  <a:lnTo>
                    <a:pt x="1734" y="11815"/>
                  </a:lnTo>
                  <a:lnTo>
                    <a:pt x="788" y="11815"/>
                  </a:lnTo>
                  <a:lnTo>
                    <a:pt x="788" y="9074"/>
                  </a:lnTo>
                  <a:close/>
                  <a:moveTo>
                    <a:pt x="5861" y="9074"/>
                  </a:moveTo>
                  <a:lnTo>
                    <a:pt x="5861" y="11815"/>
                  </a:lnTo>
                  <a:lnTo>
                    <a:pt x="4223" y="11815"/>
                  </a:lnTo>
                  <a:lnTo>
                    <a:pt x="4223" y="9074"/>
                  </a:lnTo>
                  <a:close/>
                  <a:moveTo>
                    <a:pt x="8350" y="9074"/>
                  </a:moveTo>
                  <a:lnTo>
                    <a:pt x="8350" y="11815"/>
                  </a:lnTo>
                  <a:lnTo>
                    <a:pt x="6711" y="11815"/>
                  </a:lnTo>
                  <a:lnTo>
                    <a:pt x="6711" y="9074"/>
                  </a:lnTo>
                  <a:close/>
                  <a:moveTo>
                    <a:pt x="10051" y="2458"/>
                  </a:moveTo>
                  <a:lnTo>
                    <a:pt x="10051" y="11815"/>
                  </a:lnTo>
                  <a:lnTo>
                    <a:pt x="9169" y="11815"/>
                  </a:lnTo>
                  <a:lnTo>
                    <a:pt x="9169" y="8664"/>
                  </a:lnTo>
                  <a:cubicBezTo>
                    <a:pt x="9169" y="8444"/>
                    <a:pt x="8980" y="8223"/>
                    <a:pt x="8791" y="8223"/>
                  </a:cubicBezTo>
                  <a:lnTo>
                    <a:pt x="3813" y="8223"/>
                  </a:lnTo>
                  <a:cubicBezTo>
                    <a:pt x="3592" y="8223"/>
                    <a:pt x="3435" y="8444"/>
                    <a:pt x="3435" y="8664"/>
                  </a:cubicBezTo>
                  <a:lnTo>
                    <a:pt x="3435" y="11815"/>
                  </a:lnTo>
                  <a:lnTo>
                    <a:pt x="2616" y="11815"/>
                  </a:lnTo>
                  <a:lnTo>
                    <a:pt x="2616" y="2458"/>
                  </a:lnTo>
                  <a:close/>
                  <a:moveTo>
                    <a:pt x="11815" y="9074"/>
                  </a:moveTo>
                  <a:lnTo>
                    <a:pt x="11815" y="11815"/>
                  </a:lnTo>
                  <a:lnTo>
                    <a:pt x="10839" y="11815"/>
                  </a:lnTo>
                  <a:lnTo>
                    <a:pt x="10839" y="9074"/>
                  </a:lnTo>
                  <a:close/>
                  <a:moveTo>
                    <a:pt x="2994" y="0"/>
                  </a:moveTo>
                  <a:cubicBezTo>
                    <a:pt x="2773" y="0"/>
                    <a:pt x="2616" y="190"/>
                    <a:pt x="2616" y="410"/>
                  </a:cubicBezTo>
                  <a:lnTo>
                    <a:pt x="2616" y="1670"/>
                  </a:lnTo>
                  <a:lnTo>
                    <a:pt x="2206" y="1670"/>
                  </a:lnTo>
                  <a:cubicBezTo>
                    <a:pt x="1986" y="1670"/>
                    <a:pt x="1765" y="1859"/>
                    <a:pt x="1765" y="2080"/>
                  </a:cubicBezTo>
                  <a:lnTo>
                    <a:pt x="1765" y="8318"/>
                  </a:lnTo>
                  <a:lnTo>
                    <a:pt x="410" y="8318"/>
                  </a:lnTo>
                  <a:cubicBezTo>
                    <a:pt x="158" y="8318"/>
                    <a:pt x="1" y="8507"/>
                    <a:pt x="1" y="8727"/>
                  </a:cubicBezTo>
                  <a:lnTo>
                    <a:pt x="1" y="12319"/>
                  </a:lnTo>
                  <a:cubicBezTo>
                    <a:pt x="1" y="12571"/>
                    <a:pt x="190" y="12760"/>
                    <a:pt x="410" y="12760"/>
                  </a:cubicBezTo>
                  <a:lnTo>
                    <a:pt x="12256" y="12760"/>
                  </a:lnTo>
                  <a:cubicBezTo>
                    <a:pt x="12477" y="12760"/>
                    <a:pt x="12634" y="12571"/>
                    <a:pt x="12634" y="12319"/>
                  </a:cubicBezTo>
                  <a:lnTo>
                    <a:pt x="12634" y="8664"/>
                  </a:lnTo>
                  <a:cubicBezTo>
                    <a:pt x="12634" y="8444"/>
                    <a:pt x="12445" y="8223"/>
                    <a:pt x="12225" y="8223"/>
                  </a:cubicBezTo>
                  <a:lnTo>
                    <a:pt x="10839" y="8223"/>
                  </a:lnTo>
                  <a:lnTo>
                    <a:pt x="10839" y="2017"/>
                  </a:lnTo>
                  <a:cubicBezTo>
                    <a:pt x="10839" y="1765"/>
                    <a:pt x="10650" y="1576"/>
                    <a:pt x="10429" y="1576"/>
                  </a:cubicBezTo>
                  <a:lnTo>
                    <a:pt x="10019" y="1576"/>
                  </a:lnTo>
                  <a:lnTo>
                    <a:pt x="10019" y="410"/>
                  </a:lnTo>
                  <a:cubicBezTo>
                    <a:pt x="10019" y="158"/>
                    <a:pt x="9799" y="0"/>
                    <a:pt x="961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159" name="Google Shape;7210;p65">
            <a:extLst>
              <a:ext uri="{FF2B5EF4-FFF2-40B4-BE49-F238E27FC236}">
                <a16:creationId xmlns:a16="http://schemas.microsoft.com/office/drawing/2014/main" id="{87932DCC-DA77-56C6-F462-D302DE9B8112}"/>
              </a:ext>
            </a:extLst>
          </p:cNvPr>
          <p:cNvGrpSpPr/>
          <p:nvPr/>
        </p:nvGrpSpPr>
        <p:grpSpPr>
          <a:xfrm>
            <a:off x="6578414" y="4178325"/>
            <a:ext cx="968864" cy="933466"/>
            <a:chOff x="-63665750" y="1914325"/>
            <a:chExt cx="328450" cy="316450"/>
          </a:xfrm>
          <a:solidFill>
            <a:srgbClr val="555559"/>
          </a:solidFill>
        </p:grpSpPr>
        <p:sp>
          <p:nvSpPr>
            <p:cNvPr id="160" name="Google Shape;7211;p65">
              <a:extLst>
                <a:ext uri="{FF2B5EF4-FFF2-40B4-BE49-F238E27FC236}">
                  <a16:creationId xmlns:a16="http://schemas.microsoft.com/office/drawing/2014/main" id="{FA40421A-C47D-6BC2-CCCF-8919574DB867}"/>
                </a:ext>
              </a:extLst>
            </p:cNvPr>
            <p:cNvSpPr/>
            <p:nvPr/>
          </p:nvSpPr>
          <p:spPr>
            <a:xfrm>
              <a:off x="-63665750" y="1914325"/>
              <a:ext cx="328450" cy="316450"/>
            </a:xfrm>
            <a:custGeom>
              <a:avLst/>
              <a:gdLst/>
              <a:ahLst/>
              <a:cxnLst/>
              <a:rect l="l" t="t" r="r" b="b"/>
              <a:pathLst>
                <a:path w="13138" h="12658" extrusionOk="0">
                  <a:moveTo>
                    <a:pt x="8144" y="835"/>
                  </a:moveTo>
                  <a:cubicBezTo>
                    <a:pt x="9097" y="835"/>
                    <a:pt x="10050" y="1197"/>
                    <a:pt x="10775" y="1922"/>
                  </a:cubicBezTo>
                  <a:cubicBezTo>
                    <a:pt x="12256" y="3371"/>
                    <a:pt x="12256" y="5734"/>
                    <a:pt x="10775" y="7183"/>
                  </a:cubicBezTo>
                  <a:cubicBezTo>
                    <a:pt x="10050" y="7908"/>
                    <a:pt x="9097" y="8270"/>
                    <a:pt x="8144" y="8270"/>
                  </a:cubicBezTo>
                  <a:cubicBezTo>
                    <a:pt x="7191" y="8270"/>
                    <a:pt x="6238" y="7908"/>
                    <a:pt x="5513" y="7183"/>
                  </a:cubicBezTo>
                  <a:cubicBezTo>
                    <a:pt x="4064" y="5734"/>
                    <a:pt x="4064" y="3371"/>
                    <a:pt x="5513" y="1922"/>
                  </a:cubicBezTo>
                  <a:cubicBezTo>
                    <a:pt x="6238" y="1197"/>
                    <a:pt x="7191" y="835"/>
                    <a:pt x="8144" y="835"/>
                  </a:cubicBezTo>
                  <a:close/>
                  <a:moveTo>
                    <a:pt x="3466" y="8632"/>
                  </a:moveTo>
                  <a:lnTo>
                    <a:pt x="4064" y="9231"/>
                  </a:lnTo>
                  <a:lnTo>
                    <a:pt x="1607" y="11688"/>
                  </a:lnTo>
                  <a:lnTo>
                    <a:pt x="1008" y="11090"/>
                  </a:lnTo>
                  <a:lnTo>
                    <a:pt x="3466" y="8632"/>
                  </a:lnTo>
                  <a:close/>
                  <a:moveTo>
                    <a:pt x="8172" y="0"/>
                  </a:moveTo>
                  <a:cubicBezTo>
                    <a:pt x="7010" y="0"/>
                    <a:pt x="5844" y="441"/>
                    <a:pt x="4946" y="1323"/>
                  </a:cubicBezTo>
                  <a:cubicBezTo>
                    <a:pt x="3277" y="3024"/>
                    <a:pt x="3182" y="5671"/>
                    <a:pt x="4694" y="7467"/>
                  </a:cubicBezTo>
                  <a:lnTo>
                    <a:pt x="4096" y="8065"/>
                  </a:lnTo>
                  <a:lnTo>
                    <a:pt x="3214" y="7183"/>
                  </a:lnTo>
                  <a:cubicBezTo>
                    <a:pt x="3151" y="7104"/>
                    <a:pt x="3048" y="7065"/>
                    <a:pt x="2942" y="7065"/>
                  </a:cubicBezTo>
                  <a:cubicBezTo>
                    <a:pt x="2836" y="7065"/>
                    <a:pt x="2725" y="7104"/>
                    <a:pt x="2646" y="7183"/>
                  </a:cubicBezTo>
                  <a:cubicBezTo>
                    <a:pt x="2489" y="7341"/>
                    <a:pt x="2489" y="7624"/>
                    <a:pt x="2646" y="7782"/>
                  </a:cubicBezTo>
                  <a:lnTo>
                    <a:pt x="2899" y="8065"/>
                  </a:lnTo>
                  <a:lnTo>
                    <a:pt x="158" y="10806"/>
                  </a:lnTo>
                  <a:cubicBezTo>
                    <a:pt x="0" y="10964"/>
                    <a:pt x="0" y="11247"/>
                    <a:pt x="158" y="11405"/>
                  </a:cubicBezTo>
                  <a:lnTo>
                    <a:pt x="1292" y="12539"/>
                  </a:lnTo>
                  <a:cubicBezTo>
                    <a:pt x="1371" y="12618"/>
                    <a:pt x="1481" y="12657"/>
                    <a:pt x="1591" y="12657"/>
                  </a:cubicBezTo>
                  <a:cubicBezTo>
                    <a:pt x="1701" y="12657"/>
                    <a:pt x="1812" y="12618"/>
                    <a:pt x="1890" y="12539"/>
                  </a:cubicBezTo>
                  <a:lnTo>
                    <a:pt x="4631" y="9798"/>
                  </a:lnTo>
                  <a:lnTo>
                    <a:pt x="4915" y="10050"/>
                  </a:lnTo>
                  <a:cubicBezTo>
                    <a:pt x="4994" y="10129"/>
                    <a:pt x="5104" y="10168"/>
                    <a:pt x="5214" y="10168"/>
                  </a:cubicBezTo>
                  <a:cubicBezTo>
                    <a:pt x="5324" y="10168"/>
                    <a:pt x="5435" y="10129"/>
                    <a:pt x="5513" y="10050"/>
                  </a:cubicBezTo>
                  <a:cubicBezTo>
                    <a:pt x="5671" y="9893"/>
                    <a:pt x="5671" y="9640"/>
                    <a:pt x="5513" y="9483"/>
                  </a:cubicBezTo>
                  <a:lnTo>
                    <a:pt x="4631" y="8601"/>
                  </a:lnTo>
                  <a:lnTo>
                    <a:pt x="5230" y="8034"/>
                  </a:lnTo>
                  <a:cubicBezTo>
                    <a:pt x="6059" y="8730"/>
                    <a:pt x="7090" y="9078"/>
                    <a:pt x="8127" y="9078"/>
                  </a:cubicBezTo>
                  <a:cubicBezTo>
                    <a:pt x="9296" y="9078"/>
                    <a:pt x="10472" y="8635"/>
                    <a:pt x="11373" y="7750"/>
                  </a:cubicBezTo>
                  <a:cubicBezTo>
                    <a:pt x="13138" y="5986"/>
                    <a:pt x="13138" y="3087"/>
                    <a:pt x="11373" y="1323"/>
                  </a:cubicBezTo>
                  <a:cubicBezTo>
                    <a:pt x="10491" y="441"/>
                    <a:pt x="9333" y="0"/>
                    <a:pt x="817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61" name="Google Shape;7212;p65">
              <a:extLst>
                <a:ext uri="{FF2B5EF4-FFF2-40B4-BE49-F238E27FC236}">
                  <a16:creationId xmlns:a16="http://schemas.microsoft.com/office/drawing/2014/main" id="{7278835C-4C7A-4AB3-423F-53A32C3A20FA}"/>
                </a:ext>
              </a:extLst>
            </p:cNvPr>
            <p:cNvSpPr/>
            <p:nvPr/>
          </p:nvSpPr>
          <p:spPr>
            <a:xfrm>
              <a:off x="-63524775" y="1955275"/>
              <a:ext cx="123675" cy="134700"/>
            </a:xfrm>
            <a:custGeom>
              <a:avLst/>
              <a:gdLst/>
              <a:ahLst/>
              <a:cxnLst/>
              <a:rect l="l" t="t" r="r" b="b"/>
              <a:pathLst>
                <a:path w="4947" h="5388" extrusionOk="0">
                  <a:moveTo>
                    <a:pt x="2458" y="882"/>
                  </a:moveTo>
                  <a:cubicBezTo>
                    <a:pt x="2930" y="882"/>
                    <a:pt x="3308" y="1229"/>
                    <a:pt x="3308" y="1702"/>
                  </a:cubicBezTo>
                  <a:cubicBezTo>
                    <a:pt x="3308" y="2174"/>
                    <a:pt x="2962" y="2521"/>
                    <a:pt x="2458" y="2521"/>
                  </a:cubicBezTo>
                  <a:cubicBezTo>
                    <a:pt x="1985" y="2521"/>
                    <a:pt x="1639" y="2174"/>
                    <a:pt x="1639" y="1702"/>
                  </a:cubicBezTo>
                  <a:cubicBezTo>
                    <a:pt x="1639" y="1229"/>
                    <a:pt x="2048" y="882"/>
                    <a:pt x="2458" y="882"/>
                  </a:cubicBezTo>
                  <a:close/>
                  <a:moveTo>
                    <a:pt x="2458" y="3340"/>
                  </a:moveTo>
                  <a:cubicBezTo>
                    <a:pt x="3245" y="3340"/>
                    <a:pt x="3876" y="3875"/>
                    <a:pt x="4096" y="4600"/>
                  </a:cubicBezTo>
                  <a:lnTo>
                    <a:pt x="883" y="4600"/>
                  </a:lnTo>
                  <a:cubicBezTo>
                    <a:pt x="1040" y="3875"/>
                    <a:pt x="1733" y="3340"/>
                    <a:pt x="2458" y="3340"/>
                  </a:cubicBezTo>
                  <a:close/>
                  <a:moveTo>
                    <a:pt x="2458" y="0"/>
                  </a:moveTo>
                  <a:cubicBezTo>
                    <a:pt x="1576" y="0"/>
                    <a:pt x="820" y="756"/>
                    <a:pt x="820" y="1670"/>
                  </a:cubicBezTo>
                  <a:cubicBezTo>
                    <a:pt x="820" y="2080"/>
                    <a:pt x="977" y="2489"/>
                    <a:pt x="1292" y="2804"/>
                  </a:cubicBezTo>
                  <a:cubicBezTo>
                    <a:pt x="536" y="3245"/>
                    <a:pt x="0" y="4033"/>
                    <a:pt x="0" y="4978"/>
                  </a:cubicBezTo>
                  <a:cubicBezTo>
                    <a:pt x="0" y="5230"/>
                    <a:pt x="189" y="5388"/>
                    <a:pt x="410" y="5388"/>
                  </a:cubicBezTo>
                  <a:lnTo>
                    <a:pt x="4569" y="5388"/>
                  </a:lnTo>
                  <a:cubicBezTo>
                    <a:pt x="4789" y="5388"/>
                    <a:pt x="4947" y="5199"/>
                    <a:pt x="4947" y="4978"/>
                  </a:cubicBezTo>
                  <a:cubicBezTo>
                    <a:pt x="4947" y="4033"/>
                    <a:pt x="4443" y="3245"/>
                    <a:pt x="3655" y="2804"/>
                  </a:cubicBezTo>
                  <a:cubicBezTo>
                    <a:pt x="3939" y="2489"/>
                    <a:pt x="4128" y="2080"/>
                    <a:pt x="4128" y="1670"/>
                  </a:cubicBezTo>
                  <a:cubicBezTo>
                    <a:pt x="4128" y="756"/>
                    <a:pt x="3371" y="0"/>
                    <a:pt x="245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162" name="Google Shape;7213;p65">
            <a:extLst>
              <a:ext uri="{FF2B5EF4-FFF2-40B4-BE49-F238E27FC236}">
                <a16:creationId xmlns:a16="http://schemas.microsoft.com/office/drawing/2014/main" id="{B7F551CC-347B-F7FA-5F1C-C2DF4BA2E616}"/>
              </a:ext>
            </a:extLst>
          </p:cNvPr>
          <p:cNvGrpSpPr/>
          <p:nvPr/>
        </p:nvGrpSpPr>
        <p:grpSpPr>
          <a:xfrm>
            <a:off x="6591172" y="5259651"/>
            <a:ext cx="943348" cy="939881"/>
            <a:chOff x="-63666550" y="2278975"/>
            <a:chExt cx="319800" cy="318625"/>
          </a:xfrm>
          <a:solidFill>
            <a:srgbClr val="555559"/>
          </a:solidFill>
        </p:grpSpPr>
        <p:sp>
          <p:nvSpPr>
            <p:cNvPr id="163" name="Google Shape;7214;p65">
              <a:extLst>
                <a:ext uri="{FF2B5EF4-FFF2-40B4-BE49-F238E27FC236}">
                  <a16:creationId xmlns:a16="http://schemas.microsoft.com/office/drawing/2014/main" id="{7FD146AB-26FE-CCC6-912C-2EE4D7C04929}"/>
                </a:ext>
              </a:extLst>
            </p:cNvPr>
            <p:cNvSpPr/>
            <p:nvPr/>
          </p:nvSpPr>
          <p:spPr>
            <a:xfrm>
              <a:off x="-63481450" y="2309700"/>
              <a:ext cx="62225" cy="146525"/>
            </a:xfrm>
            <a:custGeom>
              <a:avLst/>
              <a:gdLst/>
              <a:ahLst/>
              <a:cxnLst/>
              <a:rect l="l" t="t" r="r" b="b"/>
              <a:pathLst>
                <a:path w="2489" h="5861" extrusionOk="0">
                  <a:moveTo>
                    <a:pt x="1229" y="0"/>
                  </a:moveTo>
                  <a:cubicBezTo>
                    <a:pt x="977" y="0"/>
                    <a:pt x="819" y="189"/>
                    <a:pt x="819" y="441"/>
                  </a:cubicBezTo>
                  <a:lnTo>
                    <a:pt x="819" y="694"/>
                  </a:lnTo>
                  <a:cubicBezTo>
                    <a:pt x="347" y="883"/>
                    <a:pt x="0" y="1324"/>
                    <a:pt x="0" y="1891"/>
                  </a:cubicBezTo>
                  <a:cubicBezTo>
                    <a:pt x="0" y="2552"/>
                    <a:pt x="536" y="2962"/>
                    <a:pt x="977" y="3277"/>
                  </a:cubicBezTo>
                  <a:cubicBezTo>
                    <a:pt x="1292" y="3497"/>
                    <a:pt x="1638" y="3749"/>
                    <a:pt x="1638" y="3970"/>
                  </a:cubicBezTo>
                  <a:cubicBezTo>
                    <a:pt x="1607" y="4254"/>
                    <a:pt x="1418" y="4411"/>
                    <a:pt x="1197" y="4411"/>
                  </a:cubicBezTo>
                  <a:cubicBezTo>
                    <a:pt x="977" y="4411"/>
                    <a:pt x="819" y="4222"/>
                    <a:pt x="819" y="3970"/>
                  </a:cubicBezTo>
                  <a:cubicBezTo>
                    <a:pt x="819" y="3749"/>
                    <a:pt x="630" y="3560"/>
                    <a:pt x="410" y="3560"/>
                  </a:cubicBezTo>
                  <a:cubicBezTo>
                    <a:pt x="189" y="3560"/>
                    <a:pt x="0" y="3749"/>
                    <a:pt x="0" y="3970"/>
                  </a:cubicBezTo>
                  <a:cubicBezTo>
                    <a:pt x="0" y="4537"/>
                    <a:pt x="347" y="4978"/>
                    <a:pt x="819" y="5167"/>
                  </a:cubicBezTo>
                  <a:lnTo>
                    <a:pt x="819" y="5419"/>
                  </a:lnTo>
                  <a:cubicBezTo>
                    <a:pt x="819" y="5671"/>
                    <a:pt x="1008" y="5860"/>
                    <a:pt x="1197" y="5860"/>
                  </a:cubicBezTo>
                  <a:cubicBezTo>
                    <a:pt x="1449" y="5860"/>
                    <a:pt x="1638" y="5671"/>
                    <a:pt x="1638" y="5419"/>
                  </a:cubicBezTo>
                  <a:lnTo>
                    <a:pt x="1638" y="5167"/>
                  </a:lnTo>
                  <a:cubicBezTo>
                    <a:pt x="2111" y="5010"/>
                    <a:pt x="2489" y="4537"/>
                    <a:pt x="2489" y="3970"/>
                  </a:cubicBezTo>
                  <a:cubicBezTo>
                    <a:pt x="2489" y="3308"/>
                    <a:pt x="1922" y="2930"/>
                    <a:pt x="1481" y="2615"/>
                  </a:cubicBezTo>
                  <a:cubicBezTo>
                    <a:pt x="1166" y="2363"/>
                    <a:pt x="819" y="2143"/>
                    <a:pt x="819" y="1891"/>
                  </a:cubicBezTo>
                  <a:cubicBezTo>
                    <a:pt x="819" y="1670"/>
                    <a:pt x="1008" y="1450"/>
                    <a:pt x="1229" y="1450"/>
                  </a:cubicBezTo>
                  <a:cubicBezTo>
                    <a:pt x="1449" y="1450"/>
                    <a:pt x="1638" y="1670"/>
                    <a:pt x="1638" y="1891"/>
                  </a:cubicBezTo>
                  <a:cubicBezTo>
                    <a:pt x="1638" y="2111"/>
                    <a:pt x="1859" y="2332"/>
                    <a:pt x="2048" y="2332"/>
                  </a:cubicBezTo>
                  <a:cubicBezTo>
                    <a:pt x="2269" y="2332"/>
                    <a:pt x="2489" y="2111"/>
                    <a:pt x="2489" y="1891"/>
                  </a:cubicBezTo>
                  <a:cubicBezTo>
                    <a:pt x="2489" y="1324"/>
                    <a:pt x="2111" y="914"/>
                    <a:pt x="1638" y="694"/>
                  </a:cubicBezTo>
                  <a:lnTo>
                    <a:pt x="1638" y="441"/>
                  </a:lnTo>
                  <a:cubicBezTo>
                    <a:pt x="1638" y="189"/>
                    <a:pt x="1449" y="0"/>
                    <a:pt x="122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64" name="Google Shape;7215;p65">
              <a:extLst>
                <a:ext uri="{FF2B5EF4-FFF2-40B4-BE49-F238E27FC236}">
                  <a16:creationId xmlns:a16="http://schemas.microsoft.com/office/drawing/2014/main" id="{60F3EF6E-5CF6-9F32-32B1-405CB32C6314}"/>
                </a:ext>
              </a:extLst>
            </p:cNvPr>
            <p:cNvSpPr/>
            <p:nvPr/>
          </p:nvSpPr>
          <p:spPr>
            <a:xfrm>
              <a:off x="-63666550" y="2278975"/>
              <a:ext cx="319800" cy="318625"/>
            </a:xfrm>
            <a:custGeom>
              <a:avLst/>
              <a:gdLst/>
              <a:ahLst/>
              <a:cxnLst/>
              <a:rect l="l" t="t" r="r" b="b"/>
              <a:pathLst>
                <a:path w="12792" h="12745" extrusionOk="0">
                  <a:moveTo>
                    <a:pt x="8601" y="914"/>
                  </a:moveTo>
                  <a:cubicBezTo>
                    <a:pt x="10429" y="914"/>
                    <a:pt x="11909" y="2427"/>
                    <a:pt x="11909" y="4222"/>
                  </a:cubicBezTo>
                  <a:cubicBezTo>
                    <a:pt x="11909" y="6050"/>
                    <a:pt x="10429" y="7530"/>
                    <a:pt x="8601" y="7530"/>
                  </a:cubicBezTo>
                  <a:cubicBezTo>
                    <a:pt x="7971" y="7530"/>
                    <a:pt x="7404" y="7373"/>
                    <a:pt x="6869" y="7026"/>
                  </a:cubicBezTo>
                  <a:lnTo>
                    <a:pt x="7089" y="6270"/>
                  </a:lnTo>
                  <a:cubicBezTo>
                    <a:pt x="7144" y="5997"/>
                    <a:pt x="6938" y="5748"/>
                    <a:pt x="6677" y="5748"/>
                  </a:cubicBezTo>
                  <a:cubicBezTo>
                    <a:pt x="6637" y="5748"/>
                    <a:pt x="6596" y="5754"/>
                    <a:pt x="6554" y="5766"/>
                  </a:cubicBezTo>
                  <a:lnTo>
                    <a:pt x="5829" y="5955"/>
                  </a:lnTo>
                  <a:cubicBezTo>
                    <a:pt x="5514" y="5451"/>
                    <a:pt x="5293" y="4852"/>
                    <a:pt x="5293" y="4222"/>
                  </a:cubicBezTo>
                  <a:cubicBezTo>
                    <a:pt x="5293" y="2364"/>
                    <a:pt x="6774" y="914"/>
                    <a:pt x="8601" y="914"/>
                  </a:cubicBezTo>
                  <a:close/>
                  <a:moveTo>
                    <a:pt x="6050" y="6711"/>
                  </a:moveTo>
                  <a:lnTo>
                    <a:pt x="5041" y="10303"/>
                  </a:lnTo>
                  <a:lnTo>
                    <a:pt x="4789" y="9421"/>
                  </a:lnTo>
                  <a:cubicBezTo>
                    <a:pt x="4749" y="9221"/>
                    <a:pt x="4571" y="9098"/>
                    <a:pt x="4389" y="9098"/>
                  </a:cubicBezTo>
                  <a:cubicBezTo>
                    <a:pt x="4284" y="9098"/>
                    <a:pt x="4177" y="9139"/>
                    <a:pt x="4096" y="9232"/>
                  </a:cubicBezTo>
                  <a:lnTo>
                    <a:pt x="1418" y="11910"/>
                  </a:lnTo>
                  <a:lnTo>
                    <a:pt x="820" y="11311"/>
                  </a:lnTo>
                  <a:lnTo>
                    <a:pt x="3529" y="8665"/>
                  </a:lnTo>
                  <a:cubicBezTo>
                    <a:pt x="3781" y="8444"/>
                    <a:pt x="3655" y="8034"/>
                    <a:pt x="3340" y="7971"/>
                  </a:cubicBezTo>
                  <a:lnTo>
                    <a:pt x="2458" y="7719"/>
                  </a:lnTo>
                  <a:lnTo>
                    <a:pt x="6050" y="6711"/>
                  </a:lnTo>
                  <a:close/>
                  <a:moveTo>
                    <a:pt x="8664" y="1"/>
                  </a:moveTo>
                  <a:cubicBezTo>
                    <a:pt x="6365" y="1"/>
                    <a:pt x="4506" y="1860"/>
                    <a:pt x="4506" y="4159"/>
                  </a:cubicBezTo>
                  <a:cubicBezTo>
                    <a:pt x="4506" y="4852"/>
                    <a:pt x="4663" y="5514"/>
                    <a:pt x="5041" y="6113"/>
                  </a:cubicBezTo>
                  <a:lnTo>
                    <a:pt x="820" y="7341"/>
                  </a:lnTo>
                  <a:cubicBezTo>
                    <a:pt x="631" y="7373"/>
                    <a:pt x="505" y="7562"/>
                    <a:pt x="505" y="7719"/>
                  </a:cubicBezTo>
                  <a:cubicBezTo>
                    <a:pt x="505" y="7940"/>
                    <a:pt x="631" y="8097"/>
                    <a:pt x="820" y="8129"/>
                  </a:cubicBezTo>
                  <a:lnTo>
                    <a:pt x="2458" y="8570"/>
                  </a:lnTo>
                  <a:lnTo>
                    <a:pt x="316" y="10712"/>
                  </a:lnTo>
                  <a:cubicBezTo>
                    <a:pt x="1" y="11027"/>
                    <a:pt x="1" y="11563"/>
                    <a:pt x="316" y="11910"/>
                  </a:cubicBezTo>
                  <a:lnTo>
                    <a:pt x="883" y="12508"/>
                  </a:lnTo>
                  <a:cubicBezTo>
                    <a:pt x="1040" y="12666"/>
                    <a:pt x="1253" y="12744"/>
                    <a:pt x="1469" y="12744"/>
                  </a:cubicBezTo>
                  <a:cubicBezTo>
                    <a:pt x="1686" y="12744"/>
                    <a:pt x="1907" y="12666"/>
                    <a:pt x="2080" y="12508"/>
                  </a:cubicBezTo>
                  <a:lnTo>
                    <a:pt x="4254" y="10334"/>
                  </a:lnTo>
                  <a:lnTo>
                    <a:pt x="4663" y="11973"/>
                  </a:lnTo>
                  <a:cubicBezTo>
                    <a:pt x="4727" y="12181"/>
                    <a:pt x="4906" y="12292"/>
                    <a:pt x="5078" y="12292"/>
                  </a:cubicBezTo>
                  <a:cubicBezTo>
                    <a:pt x="5244" y="12292"/>
                    <a:pt x="5405" y="12189"/>
                    <a:pt x="5451" y="11973"/>
                  </a:cubicBezTo>
                  <a:lnTo>
                    <a:pt x="6680" y="7782"/>
                  </a:lnTo>
                  <a:cubicBezTo>
                    <a:pt x="7278" y="8097"/>
                    <a:pt x="7940" y="8286"/>
                    <a:pt x="8664" y="8286"/>
                  </a:cubicBezTo>
                  <a:cubicBezTo>
                    <a:pt x="10933" y="8286"/>
                    <a:pt x="12792" y="6428"/>
                    <a:pt x="12792" y="4159"/>
                  </a:cubicBezTo>
                  <a:cubicBezTo>
                    <a:pt x="12792" y="1860"/>
                    <a:pt x="10933" y="1"/>
                    <a:pt x="866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165" name="Google Shape;7216;p65">
            <a:extLst>
              <a:ext uri="{FF2B5EF4-FFF2-40B4-BE49-F238E27FC236}">
                <a16:creationId xmlns:a16="http://schemas.microsoft.com/office/drawing/2014/main" id="{AC61E642-B5A7-D87D-291D-F608C31AE1AE}"/>
              </a:ext>
            </a:extLst>
          </p:cNvPr>
          <p:cNvGrpSpPr/>
          <p:nvPr/>
        </p:nvGrpSpPr>
        <p:grpSpPr>
          <a:xfrm>
            <a:off x="6584202" y="6341456"/>
            <a:ext cx="957285" cy="936933"/>
            <a:chOff x="-63669700" y="2646600"/>
            <a:chExt cx="324525" cy="317625"/>
          </a:xfrm>
          <a:solidFill>
            <a:srgbClr val="555559"/>
          </a:solidFill>
        </p:grpSpPr>
        <p:sp>
          <p:nvSpPr>
            <p:cNvPr id="166" name="Google Shape;7217;p65">
              <a:extLst>
                <a:ext uri="{FF2B5EF4-FFF2-40B4-BE49-F238E27FC236}">
                  <a16:creationId xmlns:a16="http://schemas.microsoft.com/office/drawing/2014/main" id="{E6263F27-D001-D556-FB3D-99BC4A3BA5AF}"/>
                </a:ext>
              </a:extLst>
            </p:cNvPr>
            <p:cNvSpPr/>
            <p:nvPr/>
          </p:nvSpPr>
          <p:spPr>
            <a:xfrm>
              <a:off x="-63669700" y="2646600"/>
              <a:ext cx="324525" cy="317550"/>
            </a:xfrm>
            <a:custGeom>
              <a:avLst/>
              <a:gdLst/>
              <a:ahLst/>
              <a:cxnLst/>
              <a:rect l="l" t="t" r="r" b="b"/>
              <a:pathLst>
                <a:path w="12981" h="12702" extrusionOk="0">
                  <a:moveTo>
                    <a:pt x="6947" y="867"/>
                  </a:moveTo>
                  <a:cubicBezTo>
                    <a:pt x="7058" y="867"/>
                    <a:pt x="7168" y="906"/>
                    <a:pt x="7247" y="985"/>
                  </a:cubicBezTo>
                  <a:cubicBezTo>
                    <a:pt x="7404" y="1143"/>
                    <a:pt x="7404" y="1426"/>
                    <a:pt x="7247" y="1584"/>
                  </a:cubicBezTo>
                  <a:lnTo>
                    <a:pt x="5199" y="3632"/>
                  </a:lnTo>
                  <a:cubicBezTo>
                    <a:pt x="5120" y="3710"/>
                    <a:pt x="5010" y="3750"/>
                    <a:pt x="4900" y="3750"/>
                  </a:cubicBezTo>
                  <a:cubicBezTo>
                    <a:pt x="4789" y="3750"/>
                    <a:pt x="4679" y="3710"/>
                    <a:pt x="4600" y="3632"/>
                  </a:cubicBezTo>
                  <a:cubicBezTo>
                    <a:pt x="4443" y="3474"/>
                    <a:pt x="4443" y="3190"/>
                    <a:pt x="4600" y="3033"/>
                  </a:cubicBezTo>
                  <a:lnTo>
                    <a:pt x="6648" y="985"/>
                  </a:lnTo>
                  <a:cubicBezTo>
                    <a:pt x="6727" y="906"/>
                    <a:pt x="6837" y="867"/>
                    <a:pt x="6947" y="867"/>
                  </a:cubicBezTo>
                  <a:close/>
                  <a:moveTo>
                    <a:pt x="7530" y="2434"/>
                  </a:moveTo>
                  <a:lnTo>
                    <a:pt x="10429" y="5364"/>
                  </a:lnTo>
                  <a:lnTo>
                    <a:pt x="8979" y="6814"/>
                  </a:lnTo>
                  <a:lnTo>
                    <a:pt x="6050" y="3884"/>
                  </a:lnTo>
                  <a:lnTo>
                    <a:pt x="7530" y="2434"/>
                  </a:lnTo>
                  <a:close/>
                  <a:moveTo>
                    <a:pt x="6648" y="5679"/>
                  </a:moveTo>
                  <a:lnTo>
                    <a:pt x="7247" y="6246"/>
                  </a:lnTo>
                  <a:lnTo>
                    <a:pt x="5482" y="8042"/>
                  </a:lnTo>
                  <a:lnTo>
                    <a:pt x="4884" y="7444"/>
                  </a:lnTo>
                  <a:lnTo>
                    <a:pt x="6648" y="5679"/>
                  </a:lnTo>
                  <a:close/>
                  <a:moveTo>
                    <a:pt x="11642" y="5561"/>
                  </a:moveTo>
                  <a:cubicBezTo>
                    <a:pt x="11752" y="5561"/>
                    <a:pt x="11862" y="5601"/>
                    <a:pt x="11941" y="5679"/>
                  </a:cubicBezTo>
                  <a:cubicBezTo>
                    <a:pt x="12098" y="5837"/>
                    <a:pt x="12098" y="6089"/>
                    <a:pt x="11941" y="6246"/>
                  </a:cubicBezTo>
                  <a:lnTo>
                    <a:pt x="9893" y="8294"/>
                  </a:lnTo>
                  <a:cubicBezTo>
                    <a:pt x="9814" y="8373"/>
                    <a:pt x="9704" y="8412"/>
                    <a:pt x="9594" y="8412"/>
                  </a:cubicBezTo>
                  <a:cubicBezTo>
                    <a:pt x="9484" y="8412"/>
                    <a:pt x="9373" y="8373"/>
                    <a:pt x="9295" y="8294"/>
                  </a:cubicBezTo>
                  <a:cubicBezTo>
                    <a:pt x="9137" y="8137"/>
                    <a:pt x="9137" y="7885"/>
                    <a:pt x="9295" y="7727"/>
                  </a:cubicBezTo>
                  <a:lnTo>
                    <a:pt x="11342" y="5679"/>
                  </a:lnTo>
                  <a:cubicBezTo>
                    <a:pt x="11421" y="5601"/>
                    <a:pt x="11531" y="5561"/>
                    <a:pt x="11642" y="5561"/>
                  </a:cubicBezTo>
                  <a:close/>
                  <a:moveTo>
                    <a:pt x="4065" y="7664"/>
                  </a:moveTo>
                  <a:lnTo>
                    <a:pt x="5230" y="8861"/>
                  </a:lnTo>
                  <a:lnTo>
                    <a:pt x="2426" y="11665"/>
                  </a:lnTo>
                  <a:cubicBezTo>
                    <a:pt x="2269" y="11823"/>
                    <a:pt x="2064" y="11902"/>
                    <a:pt x="1855" y="11902"/>
                  </a:cubicBezTo>
                  <a:cubicBezTo>
                    <a:pt x="1647" y="11902"/>
                    <a:pt x="1434" y="11823"/>
                    <a:pt x="1261" y="11665"/>
                  </a:cubicBezTo>
                  <a:cubicBezTo>
                    <a:pt x="914" y="11350"/>
                    <a:pt x="914" y="10783"/>
                    <a:pt x="1261" y="10468"/>
                  </a:cubicBezTo>
                  <a:lnTo>
                    <a:pt x="4065" y="7664"/>
                  </a:lnTo>
                  <a:close/>
                  <a:moveTo>
                    <a:pt x="6971" y="1"/>
                  </a:moveTo>
                  <a:cubicBezTo>
                    <a:pt x="6648" y="1"/>
                    <a:pt x="6317" y="119"/>
                    <a:pt x="6050" y="355"/>
                  </a:cubicBezTo>
                  <a:lnTo>
                    <a:pt x="4002" y="2403"/>
                  </a:lnTo>
                  <a:cubicBezTo>
                    <a:pt x="3529" y="2875"/>
                    <a:pt x="3529" y="3663"/>
                    <a:pt x="4002" y="4167"/>
                  </a:cubicBezTo>
                  <a:cubicBezTo>
                    <a:pt x="4258" y="4424"/>
                    <a:pt x="4564" y="4544"/>
                    <a:pt x="4874" y="4544"/>
                  </a:cubicBezTo>
                  <a:cubicBezTo>
                    <a:pt x="5058" y="4544"/>
                    <a:pt x="5243" y="4501"/>
                    <a:pt x="5419" y="4419"/>
                  </a:cubicBezTo>
                  <a:lnTo>
                    <a:pt x="6081" y="5018"/>
                  </a:lnTo>
                  <a:lnTo>
                    <a:pt x="4285" y="6814"/>
                  </a:lnTo>
                  <a:cubicBezTo>
                    <a:pt x="4206" y="6735"/>
                    <a:pt x="4096" y="6695"/>
                    <a:pt x="3990" y="6695"/>
                  </a:cubicBezTo>
                  <a:cubicBezTo>
                    <a:pt x="3884" y="6695"/>
                    <a:pt x="3781" y="6735"/>
                    <a:pt x="3718" y="6814"/>
                  </a:cubicBezTo>
                  <a:lnTo>
                    <a:pt x="631" y="9869"/>
                  </a:lnTo>
                  <a:cubicBezTo>
                    <a:pt x="1" y="10500"/>
                    <a:pt x="1" y="11571"/>
                    <a:pt x="631" y="12201"/>
                  </a:cubicBezTo>
                  <a:cubicBezTo>
                    <a:pt x="965" y="12536"/>
                    <a:pt x="1405" y="12701"/>
                    <a:pt x="1840" y="12701"/>
                  </a:cubicBezTo>
                  <a:cubicBezTo>
                    <a:pt x="2264" y="12701"/>
                    <a:pt x="2682" y="12544"/>
                    <a:pt x="2994" y="12232"/>
                  </a:cubicBezTo>
                  <a:lnTo>
                    <a:pt x="6050" y="9176"/>
                  </a:lnTo>
                  <a:cubicBezTo>
                    <a:pt x="6207" y="9019"/>
                    <a:pt x="6207" y="8735"/>
                    <a:pt x="6050" y="8578"/>
                  </a:cubicBezTo>
                  <a:lnTo>
                    <a:pt x="7845" y="6814"/>
                  </a:lnTo>
                  <a:lnTo>
                    <a:pt x="8475" y="7444"/>
                  </a:lnTo>
                  <a:cubicBezTo>
                    <a:pt x="8255" y="7853"/>
                    <a:pt x="8318" y="8452"/>
                    <a:pt x="8696" y="8861"/>
                  </a:cubicBezTo>
                  <a:cubicBezTo>
                    <a:pt x="8932" y="9098"/>
                    <a:pt x="9247" y="9216"/>
                    <a:pt x="9566" y="9216"/>
                  </a:cubicBezTo>
                  <a:cubicBezTo>
                    <a:pt x="9885" y="9216"/>
                    <a:pt x="10208" y="9098"/>
                    <a:pt x="10460" y="8861"/>
                  </a:cubicBezTo>
                  <a:lnTo>
                    <a:pt x="12508" y="6814"/>
                  </a:lnTo>
                  <a:cubicBezTo>
                    <a:pt x="12981" y="6341"/>
                    <a:pt x="12981" y="5553"/>
                    <a:pt x="12508" y="5018"/>
                  </a:cubicBezTo>
                  <a:cubicBezTo>
                    <a:pt x="12274" y="4784"/>
                    <a:pt x="11979" y="4670"/>
                    <a:pt x="11669" y="4670"/>
                  </a:cubicBezTo>
                  <a:cubicBezTo>
                    <a:pt x="11479" y="4670"/>
                    <a:pt x="11282" y="4713"/>
                    <a:pt x="11090" y="4797"/>
                  </a:cubicBezTo>
                  <a:lnTo>
                    <a:pt x="8066" y="1773"/>
                  </a:lnTo>
                  <a:cubicBezTo>
                    <a:pt x="8255" y="1332"/>
                    <a:pt x="8223" y="733"/>
                    <a:pt x="7845" y="355"/>
                  </a:cubicBezTo>
                  <a:cubicBezTo>
                    <a:pt x="7609" y="119"/>
                    <a:pt x="7294" y="1"/>
                    <a:pt x="697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67" name="Google Shape;7218;p65">
              <a:extLst>
                <a:ext uri="{FF2B5EF4-FFF2-40B4-BE49-F238E27FC236}">
                  <a16:creationId xmlns:a16="http://schemas.microsoft.com/office/drawing/2014/main" id="{648E5909-DFD9-B030-281D-487D735B25C7}"/>
                </a:ext>
              </a:extLst>
            </p:cNvPr>
            <p:cNvSpPr/>
            <p:nvPr/>
          </p:nvSpPr>
          <p:spPr>
            <a:xfrm>
              <a:off x="-63532650" y="2901200"/>
              <a:ext cx="185900" cy="63025"/>
            </a:xfrm>
            <a:custGeom>
              <a:avLst/>
              <a:gdLst/>
              <a:ahLst/>
              <a:cxnLst/>
              <a:rect l="l" t="t" r="r" b="b"/>
              <a:pathLst>
                <a:path w="7436" h="2521" extrusionOk="0">
                  <a:moveTo>
                    <a:pt x="5356" y="851"/>
                  </a:moveTo>
                  <a:cubicBezTo>
                    <a:pt x="5577" y="851"/>
                    <a:pt x="5734" y="1040"/>
                    <a:pt x="5734" y="1261"/>
                  </a:cubicBezTo>
                  <a:lnTo>
                    <a:pt x="5734" y="1702"/>
                  </a:lnTo>
                  <a:lnTo>
                    <a:pt x="1607" y="1702"/>
                  </a:lnTo>
                  <a:lnTo>
                    <a:pt x="1607" y="1261"/>
                  </a:lnTo>
                  <a:cubicBezTo>
                    <a:pt x="1607" y="1040"/>
                    <a:pt x="1796" y="851"/>
                    <a:pt x="2048" y="851"/>
                  </a:cubicBezTo>
                  <a:close/>
                  <a:moveTo>
                    <a:pt x="2048" y="1"/>
                  </a:moveTo>
                  <a:cubicBezTo>
                    <a:pt x="1355" y="1"/>
                    <a:pt x="788" y="568"/>
                    <a:pt x="788" y="1261"/>
                  </a:cubicBezTo>
                  <a:lnTo>
                    <a:pt x="788" y="1702"/>
                  </a:lnTo>
                  <a:lnTo>
                    <a:pt x="378" y="1702"/>
                  </a:lnTo>
                  <a:cubicBezTo>
                    <a:pt x="158" y="1702"/>
                    <a:pt x="0" y="1891"/>
                    <a:pt x="0" y="2111"/>
                  </a:cubicBezTo>
                  <a:cubicBezTo>
                    <a:pt x="0" y="2332"/>
                    <a:pt x="189" y="2521"/>
                    <a:pt x="378" y="2521"/>
                  </a:cubicBezTo>
                  <a:lnTo>
                    <a:pt x="6995" y="2521"/>
                  </a:lnTo>
                  <a:cubicBezTo>
                    <a:pt x="7247" y="2521"/>
                    <a:pt x="7436" y="2332"/>
                    <a:pt x="7436" y="2111"/>
                  </a:cubicBezTo>
                  <a:cubicBezTo>
                    <a:pt x="7404" y="1891"/>
                    <a:pt x="7184" y="1702"/>
                    <a:pt x="6963" y="1702"/>
                  </a:cubicBezTo>
                  <a:lnTo>
                    <a:pt x="6553" y="1702"/>
                  </a:lnTo>
                  <a:lnTo>
                    <a:pt x="6553" y="1261"/>
                  </a:lnTo>
                  <a:cubicBezTo>
                    <a:pt x="6553" y="599"/>
                    <a:pt x="6018" y="1"/>
                    <a:pt x="535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168" name="Google Shape;7219;p65">
            <a:extLst>
              <a:ext uri="{FF2B5EF4-FFF2-40B4-BE49-F238E27FC236}">
                <a16:creationId xmlns:a16="http://schemas.microsoft.com/office/drawing/2014/main" id="{B07987FC-27E9-43FB-77BA-2AE28EF63778}"/>
              </a:ext>
            </a:extLst>
          </p:cNvPr>
          <p:cNvGrpSpPr/>
          <p:nvPr/>
        </p:nvGrpSpPr>
        <p:grpSpPr>
          <a:xfrm>
            <a:off x="12236201" y="4177441"/>
            <a:ext cx="934055" cy="935237"/>
            <a:chOff x="-61784125" y="1931250"/>
            <a:chExt cx="316650" cy="317050"/>
          </a:xfrm>
          <a:solidFill>
            <a:srgbClr val="555559"/>
          </a:solidFill>
        </p:grpSpPr>
        <p:sp>
          <p:nvSpPr>
            <p:cNvPr id="169" name="Google Shape;7220;p65">
              <a:extLst>
                <a:ext uri="{FF2B5EF4-FFF2-40B4-BE49-F238E27FC236}">
                  <a16:creationId xmlns:a16="http://schemas.microsoft.com/office/drawing/2014/main" id="{D17BE9F8-64EC-0AB8-5CD0-2092FEE60D87}"/>
                </a:ext>
              </a:extLst>
            </p:cNvPr>
            <p:cNvSpPr/>
            <p:nvPr/>
          </p:nvSpPr>
          <p:spPr>
            <a:xfrm>
              <a:off x="-61688025" y="1931250"/>
              <a:ext cx="124450" cy="134300"/>
            </a:xfrm>
            <a:custGeom>
              <a:avLst/>
              <a:gdLst/>
              <a:ahLst/>
              <a:cxnLst/>
              <a:rect l="l" t="t" r="r" b="b"/>
              <a:pathLst>
                <a:path w="4978" h="5372" extrusionOk="0">
                  <a:moveTo>
                    <a:pt x="2497" y="845"/>
                  </a:moveTo>
                  <a:cubicBezTo>
                    <a:pt x="2709" y="845"/>
                    <a:pt x="2922" y="922"/>
                    <a:pt x="3088" y="1087"/>
                  </a:cubicBezTo>
                  <a:cubicBezTo>
                    <a:pt x="3277" y="1276"/>
                    <a:pt x="3340" y="1591"/>
                    <a:pt x="3277" y="1906"/>
                  </a:cubicBezTo>
                  <a:cubicBezTo>
                    <a:pt x="3182" y="2190"/>
                    <a:pt x="2993" y="2410"/>
                    <a:pt x="2709" y="2442"/>
                  </a:cubicBezTo>
                  <a:cubicBezTo>
                    <a:pt x="2625" y="2467"/>
                    <a:pt x="2545" y="2479"/>
                    <a:pt x="2469" y="2479"/>
                  </a:cubicBezTo>
                  <a:cubicBezTo>
                    <a:pt x="2259" y="2479"/>
                    <a:pt x="2075" y="2391"/>
                    <a:pt x="1890" y="2253"/>
                  </a:cubicBezTo>
                  <a:cubicBezTo>
                    <a:pt x="1701" y="2032"/>
                    <a:pt x="1607" y="1717"/>
                    <a:pt x="1701" y="1434"/>
                  </a:cubicBezTo>
                  <a:cubicBezTo>
                    <a:pt x="1800" y="1059"/>
                    <a:pt x="2145" y="845"/>
                    <a:pt x="2497" y="845"/>
                  </a:cubicBezTo>
                  <a:close/>
                  <a:moveTo>
                    <a:pt x="2520" y="3324"/>
                  </a:moveTo>
                  <a:cubicBezTo>
                    <a:pt x="3277" y="3324"/>
                    <a:pt x="3907" y="3828"/>
                    <a:pt x="4096" y="4553"/>
                  </a:cubicBezTo>
                  <a:lnTo>
                    <a:pt x="914" y="4553"/>
                  </a:lnTo>
                  <a:cubicBezTo>
                    <a:pt x="1103" y="3828"/>
                    <a:pt x="1733" y="3324"/>
                    <a:pt x="2520" y="3324"/>
                  </a:cubicBezTo>
                  <a:close/>
                  <a:moveTo>
                    <a:pt x="2510" y="1"/>
                  </a:moveTo>
                  <a:cubicBezTo>
                    <a:pt x="1805" y="1"/>
                    <a:pt x="1113" y="455"/>
                    <a:pt x="914" y="1213"/>
                  </a:cubicBezTo>
                  <a:cubicBezTo>
                    <a:pt x="756" y="1780"/>
                    <a:pt x="914" y="2347"/>
                    <a:pt x="1292" y="2789"/>
                  </a:cubicBezTo>
                  <a:cubicBezTo>
                    <a:pt x="567" y="3198"/>
                    <a:pt x="0" y="3986"/>
                    <a:pt x="0" y="4931"/>
                  </a:cubicBezTo>
                  <a:cubicBezTo>
                    <a:pt x="0" y="5183"/>
                    <a:pt x="189" y="5372"/>
                    <a:pt x="441" y="5372"/>
                  </a:cubicBezTo>
                  <a:lnTo>
                    <a:pt x="4568" y="5372"/>
                  </a:lnTo>
                  <a:cubicBezTo>
                    <a:pt x="4820" y="5372"/>
                    <a:pt x="4978" y="5183"/>
                    <a:pt x="4978" y="4931"/>
                  </a:cubicBezTo>
                  <a:cubicBezTo>
                    <a:pt x="4978" y="3986"/>
                    <a:pt x="4442" y="3198"/>
                    <a:pt x="3718" y="2789"/>
                  </a:cubicBezTo>
                  <a:cubicBezTo>
                    <a:pt x="3907" y="2568"/>
                    <a:pt x="4033" y="2347"/>
                    <a:pt x="4096" y="2064"/>
                  </a:cubicBezTo>
                  <a:cubicBezTo>
                    <a:pt x="4253" y="1528"/>
                    <a:pt x="4096" y="930"/>
                    <a:pt x="3655" y="489"/>
                  </a:cubicBezTo>
                  <a:cubicBezTo>
                    <a:pt x="3331" y="153"/>
                    <a:pt x="2918" y="1"/>
                    <a:pt x="251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70" name="Google Shape;7221;p65">
              <a:extLst>
                <a:ext uri="{FF2B5EF4-FFF2-40B4-BE49-F238E27FC236}">
                  <a16:creationId xmlns:a16="http://schemas.microsoft.com/office/drawing/2014/main" id="{A0C0F95C-85C0-F936-40D6-4B7AE49A482E}"/>
                </a:ext>
              </a:extLst>
            </p:cNvPr>
            <p:cNvSpPr/>
            <p:nvPr/>
          </p:nvSpPr>
          <p:spPr>
            <a:xfrm>
              <a:off x="-61784125" y="2113325"/>
              <a:ext cx="124450" cy="134975"/>
            </a:xfrm>
            <a:custGeom>
              <a:avLst/>
              <a:gdLst/>
              <a:ahLst/>
              <a:cxnLst/>
              <a:rect l="l" t="t" r="r" b="b"/>
              <a:pathLst>
                <a:path w="4978" h="5399" extrusionOk="0">
                  <a:moveTo>
                    <a:pt x="2482" y="848"/>
                  </a:moveTo>
                  <a:cubicBezTo>
                    <a:pt x="2688" y="848"/>
                    <a:pt x="2895" y="921"/>
                    <a:pt x="3056" y="1082"/>
                  </a:cubicBezTo>
                  <a:cubicBezTo>
                    <a:pt x="3245" y="1271"/>
                    <a:pt x="3340" y="1586"/>
                    <a:pt x="3245" y="1901"/>
                  </a:cubicBezTo>
                  <a:cubicBezTo>
                    <a:pt x="3182" y="2185"/>
                    <a:pt x="2993" y="2437"/>
                    <a:pt x="2710" y="2468"/>
                  </a:cubicBezTo>
                  <a:cubicBezTo>
                    <a:pt x="2633" y="2483"/>
                    <a:pt x="2559" y="2491"/>
                    <a:pt x="2487" y="2491"/>
                  </a:cubicBezTo>
                  <a:cubicBezTo>
                    <a:pt x="2261" y="2491"/>
                    <a:pt x="2058" y="2415"/>
                    <a:pt x="1891" y="2248"/>
                  </a:cubicBezTo>
                  <a:cubicBezTo>
                    <a:pt x="1670" y="2059"/>
                    <a:pt x="1607" y="1743"/>
                    <a:pt x="1670" y="1428"/>
                  </a:cubicBezTo>
                  <a:cubicBezTo>
                    <a:pt x="1770" y="1068"/>
                    <a:pt x="2124" y="848"/>
                    <a:pt x="2482" y="848"/>
                  </a:cubicBezTo>
                  <a:close/>
                  <a:moveTo>
                    <a:pt x="2458" y="3319"/>
                  </a:moveTo>
                  <a:cubicBezTo>
                    <a:pt x="3245" y="3319"/>
                    <a:pt x="3907" y="3854"/>
                    <a:pt x="4096" y="4547"/>
                  </a:cubicBezTo>
                  <a:lnTo>
                    <a:pt x="883" y="4547"/>
                  </a:lnTo>
                  <a:cubicBezTo>
                    <a:pt x="1040" y="3886"/>
                    <a:pt x="1733" y="3319"/>
                    <a:pt x="2458" y="3319"/>
                  </a:cubicBezTo>
                  <a:close/>
                  <a:moveTo>
                    <a:pt x="2509" y="1"/>
                  </a:moveTo>
                  <a:cubicBezTo>
                    <a:pt x="1812" y="1"/>
                    <a:pt x="1143" y="437"/>
                    <a:pt x="946" y="1208"/>
                  </a:cubicBezTo>
                  <a:cubicBezTo>
                    <a:pt x="788" y="1806"/>
                    <a:pt x="946" y="2342"/>
                    <a:pt x="1324" y="2783"/>
                  </a:cubicBezTo>
                  <a:cubicBezTo>
                    <a:pt x="568" y="3224"/>
                    <a:pt x="32" y="4012"/>
                    <a:pt x="32" y="4957"/>
                  </a:cubicBezTo>
                  <a:cubicBezTo>
                    <a:pt x="0" y="5209"/>
                    <a:pt x="189" y="5398"/>
                    <a:pt x="410" y="5398"/>
                  </a:cubicBezTo>
                  <a:lnTo>
                    <a:pt x="4569" y="5398"/>
                  </a:lnTo>
                  <a:cubicBezTo>
                    <a:pt x="4789" y="5398"/>
                    <a:pt x="4978" y="5209"/>
                    <a:pt x="4978" y="4988"/>
                  </a:cubicBezTo>
                  <a:cubicBezTo>
                    <a:pt x="4978" y="4043"/>
                    <a:pt x="4474" y="3256"/>
                    <a:pt x="3718" y="2815"/>
                  </a:cubicBezTo>
                  <a:cubicBezTo>
                    <a:pt x="3939" y="2626"/>
                    <a:pt x="4033" y="2374"/>
                    <a:pt x="4128" y="2090"/>
                  </a:cubicBezTo>
                  <a:cubicBezTo>
                    <a:pt x="4285" y="1523"/>
                    <a:pt x="4128" y="924"/>
                    <a:pt x="3687" y="483"/>
                  </a:cubicBezTo>
                  <a:cubicBezTo>
                    <a:pt x="3346" y="155"/>
                    <a:pt x="2923" y="1"/>
                    <a:pt x="250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71" name="Google Shape;7222;p65">
              <a:extLst>
                <a:ext uri="{FF2B5EF4-FFF2-40B4-BE49-F238E27FC236}">
                  <a16:creationId xmlns:a16="http://schemas.microsoft.com/office/drawing/2014/main" id="{6A4615FF-3D7D-70DC-F2E1-1D9BB87CB62D}"/>
                </a:ext>
              </a:extLst>
            </p:cNvPr>
            <p:cNvSpPr/>
            <p:nvPr/>
          </p:nvSpPr>
          <p:spPr>
            <a:xfrm>
              <a:off x="-61591150" y="2113325"/>
              <a:ext cx="123675" cy="134175"/>
            </a:xfrm>
            <a:custGeom>
              <a:avLst/>
              <a:gdLst/>
              <a:ahLst/>
              <a:cxnLst/>
              <a:rect l="l" t="t" r="r" b="b"/>
              <a:pathLst>
                <a:path w="4947" h="5367" extrusionOk="0">
                  <a:moveTo>
                    <a:pt x="2482" y="848"/>
                  </a:moveTo>
                  <a:cubicBezTo>
                    <a:pt x="2688" y="848"/>
                    <a:pt x="2895" y="921"/>
                    <a:pt x="3056" y="1082"/>
                  </a:cubicBezTo>
                  <a:cubicBezTo>
                    <a:pt x="3245" y="1271"/>
                    <a:pt x="3340" y="1586"/>
                    <a:pt x="3245" y="1901"/>
                  </a:cubicBezTo>
                  <a:cubicBezTo>
                    <a:pt x="3182" y="2185"/>
                    <a:pt x="2993" y="2437"/>
                    <a:pt x="2710" y="2468"/>
                  </a:cubicBezTo>
                  <a:cubicBezTo>
                    <a:pt x="2633" y="2483"/>
                    <a:pt x="2559" y="2491"/>
                    <a:pt x="2486" y="2491"/>
                  </a:cubicBezTo>
                  <a:cubicBezTo>
                    <a:pt x="2261" y="2491"/>
                    <a:pt x="2057" y="2415"/>
                    <a:pt x="1890" y="2248"/>
                  </a:cubicBezTo>
                  <a:cubicBezTo>
                    <a:pt x="1670" y="2059"/>
                    <a:pt x="1607" y="1743"/>
                    <a:pt x="1670" y="1428"/>
                  </a:cubicBezTo>
                  <a:cubicBezTo>
                    <a:pt x="1770" y="1068"/>
                    <a:pt x="2124" y="848"/>
                    <a:pt x="2482" y="848"/>
                  </a:cubicBezTo>
                  <a:close/>
                  <a:moveTo>
                    <a:pt x="2521" y="3382"/>
                  </a:moveTo>
                  <a:cubicBezTo>
                    <a:pt x="3308" y="3382"/>
                    <a:pt x="3938" y="3886"/>
                    <a:pt x="4127" y="4579"/>
                  </a:cubicBezTo>
                  <a:lnTo>
                    <a:pt x="882" y="4579"/>
                  </a:lnTo>
                  <a:cubicBezTo>
                    <a:pt x="1103" y="3886"/>
                    <a:pt x="1733" y="3382"/>
                    <a:pt x="2521" y="3382"/>
                  </a:cubicBezTo>
                  <a:close/>
                  <a:moveTo>
                    <a:pt x="2467" y="1"/>
                  </a:moveTo>
                  <a:cubicBezTo>
                    <a:pt x="1761" y="1"/>
                    <a:pt x="1080" y="437"/>
                    <a:pt x="882" y="1208"/>
                  </a:cubicBezTo>
                  <a:cubicBezTo>
                    <a:pt x="725" y="1806"/>
                    <a:pt x="882" y="2342"/>
                    <a:pt x="1292" y="2783"/>
                  </a:cubicBezTo>
                  <a:cubicBezTo>
                    <a:pt x="536" y="3224"/>
                    <a:pt x="0" y="4012"/>
                    <a:pt x="0" y="4957"/>
                  </a:cubicBezTo>
                  <a:cubicBezTo>
                    <a:pt x="0" y="5178"/>
                    <a:pt x="189" y="5367"/>
                    <a:pt x="378" y="5367"/>
                  </a:cubicBezTo>
                  <a:lnTo>
                    <a:pt x="4505" y="5367"/>
                  </a:lnTo>
                  <a:cubicBezTo>
                    <a:pt x="4757" y="5367"/>
                    <a:pt x="4946" y="5178"/>
                    <a:pt x="4946" y="4957"/>
                  </a:cubicBezTo>
                  <a:cubicBezTo>
                    <a:pt x="4946" y="4075"/>
                    <a:pt x="4442" y="3256"/>
                    <a:pt x="3686" y="2815"/>
                  </a:cubicBezTo>
                  <a:cubicBezTo>
                    <a:pt x="3875" y="2626"/>
                    <a:pt x="4001" y="2374"/>
                    <a:pt x="4096" y="2090"/>
                  </a:cubicBezTo>
                  <a:cubicBezTo>
                    <a:pt x="4253" y="1523"/>
                    <a:pt x="4096" y="924"/>
                    <a:pt x="3655" y="483"/>
                  </a:cubicBezTo>
                  <a:cubicBezTo>
                    <a:pt x="3314" y="155"/>
                    <a:pt x="2887" y="1"/>
                    <a:pt x="24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72" name="Google Shape;7223;p65">
              <a:extLst>
                <a:ext uri="{FF2B5EF4-FFF2-40B4-BE49-F238E27FC236}">
                  <a16:creationId xmlns:a16="http://schemas.microsoft.com/office/drawing/2014/main" id="{64C7B3D0-EFA0-752B-EB65-3B6869BD0975}"/>
                </a:ext>
              </a:extLst>
            </p:cNvPr>
            <p:cNvSpPr/>
            <p:nvPr/>
          </p:nvSpPr>
          <p:spPr>
            <a:xfrm>
              <a:off x="-61677800" y="2072225"/>
              <a:ext cx="106350" cy="62450"/>
            </a:xfrm>
            <a:custGeom>
              <a:avLst/>
              <a:gdLst/>
              <a:ahLst/>
              <a:cxnLst/>
              <a:rect l="l" t="t" r="r" b="b"/>
              <a:pathLst>
                <a:path w="4254" h="2498" extrusionOk="0">
                  <a:moveTo>
                    <a:pt x="2096" y="1"/>
                  </a:moveTo>
                  <a:cubicBezTo>
                    <a:pt x="1985" y="1"/>
                    <a:pt x="1875" y="48"/>
                    <a:pt x="1796" y="142"/>
                  </a:cubicBezTo>
                  <a:lnTo>
                    <a:pt x="158" y="1781"/>
                  </a:lnTo>
                  <a:cubicBezTo>
                    <a:pt x="1" y="1938"/>
                    <a:pt x="1" y="2222"/>
                    <a:pt x="158" y="2379"/>
                  </a:cubicBezTo>
                  <a:cubicBezTo>
                    <a:pt x="237" y="2458"/>
                    <a:pt x="339" y="2497"/>
                    <a:pt x="442" y="2497"/>
                  </a:cubicBezTo>
                  <a:cubicBezTo>
                    <a:pt x="544" y="2497"/>
                    <a:pt x="646" y="2458"/>
                    <a:pt x="725" y="2379"/>
                  </a:cubicBezTo>
                  <a:lnTo>
                    <a:pt x="2111" y="993"/>
                  </a:lnTo>
                  <a:lnTo>
                    <a:pt x="3498" y="2379"/>
                  </a:lnTo>
                  <a:cubicBezTo>
                    <a:pt x="3576" y="2458"/>
                    <a:pt x="3687" y="2497"/>
                    <a:pt x="3797" y="2497"/>
                  </a:cubicBezTo>
                  <a:cubicBezTo>
                    <a:pt x="3907" y="2497"/>
                    <a:pt x="4017" y="2458"/>
                    <a:pt x="4096" y="2379"/>
                  </a:cubicBezTo>
                  <a:cubicBezTo>
                    <a:pt x="4254" y="2222"/>
                    <a:pt x="4254" y="1938"/>
                    <a:pt x="4096" y="1781"/>
                  </a:cubicBezTo>
                  <a:lnTo>
                    <a:pt x="2395" y="142"/>
                  </a:lnTo>
                  <a:cubicBezTo>
                    <a:pt x="2316" y="48"/>
                    <a:pt x="2206" y="1"/>
                    <a:pt x="209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173" name="Google Shape;7224;p65">
            <a:extLst>
              <a:ext uri="{FF2B5EF4-FFF2-40B4-BE49-F238E27FC236}">
                <a16:creationId xmlns:a16="http://schemas.microsoft.com/office/drawing/2014/main" id="{30AB469A-8AED-DC7A-68E8-24FA1A5709C9}"/>
              </a:ext>
            </a:extLst>
          </p:cNvPr>
          <p:cNvGrpSpPr/>
          <p:nvPr/>
        </p:nvGrpSpPr>
        <p:grpSpPr>
          <a:xfrm>
            <a:off x="12236201" y="5262564"/>
            <a:ext cx="934055" cy="934055"/>
            <a:chOff x="-61783350" y="2297100"/>
            <a:chExt cx="316650" cy="316650"/>
          </a:xfrm>
          <a:solidFill>
            <a:srgbClr val="555559"/>
          </a:solidFill>
        </p:grpSpPr>
        <p:sp>
          <p:nvSpPr>
            <p:cNvPr id="174" name="Google Shape;7225;p65">
              <a:extLst>
                <a:ext uri="{FF2B5EF4-FFF2-40B4-BE49-F238E27FC236}">
                  <a16:creationId xmlns:a16="http://schemas.microsoft.com/office/drawing/2014/main" id="{CF5D57AE-23FD-56C7-5E31-9D5F3A5309D5}"/>
                </a:ext>
              </a:extLst>
            </p:cNvPr>
            <p:cNvSpPr/>
            <p:nvPr/>
          </p:nvSpPr>
          <p:spPr>
            <a:xfrm>
              <a:off x="-61783350" y="2297100"/>
              <a:ext cx="316650" cy="316650"/>
            </a:xfrm>
            <a:custGeom>
              <a:avLst/>
              <a:gdLst/>
              <a:ahLst/>
              <a:cxnLst/>
              <a:rect l="l" t="t" r="r" b="b"/>
              <a:pathLst>
                <a:path w="12666" h="12666" extrusionOk="0">
                  <a:moveTo>
                    <a:pt x="379" y="0"/>
                  </a:moveTo>
                  <a:cubicBezTo>
                    <a:pt x="158" y="0"/>
                    <a:pt x="1" y="189"/>
                    <a:pt x="1" y="441"/>
                  </a:cubicBezTo>
                  <a:lnTo>
                    <a:pt x="1" y="12287"/>
                  </a:lnTo>
                  <a:cubicBezTo>
                    <a:pt x="1" y="12508"/>
                    <a:pt x="190" y="12665"/>
                    <a:pt x="379" y="12665"/>
                  </a:cubicBezTo>
                  <a:lnTo>
                    <a:pt x="12256" y="12665"/>
                  </a:lnTo>
                  <a:cubicBezTo>
                    <a:pt x="12477" y="12665"/>
                    <a:pt x="12666" y="12476"/>
                    <a:pt x="12666" y="12287"/>
                  </a:cubicBezTo>
                  <a:cubicBezTo>
                    <a:pt x="12634" y="12098"/>
                    <a:pt x="12477" y="11878"/>
                    <a:pt x="12256" y="11878"/>
                  </a:cubicBezTo>
                  <a:lnTo>
                    <a:pt x="820" y="11878"/>
                  </a:lnTo>
                  <a:lnTo>
                    <a:pt x="820" y="441"/>
                  </a:lnTo>
                  <a:cubicBezTo>
                    <a:pt x="820" y="189"/>
                    <a:pt x="631" y="0"/>
                    <a:pt x="37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75" name="Google Shape;7226;p65">
              <a:extLst>
                <a:ext uri="{FF2B5EF4-FFF2-40B4-BE49-F238E27FC236}">
                  <a16:creationId xmlns:a16="http://schemas.microsoft.com/office/drawing/2014/main" id="{49A72CB4-C33B-F643-F329-7F9D0FD278C5}"/>
                </a:ext>
              </a:extLst>
            </p:cNvPr>
            <p:cNvSpPr/>
            <p:nvPr/>
          </p:nvSpPr>
          <p:spPr>
            <a:xfrm>
              <a:off x="-61742375" y="2387675"/>
              <a:ext cx="275675" cy="151250"/>
            </a:xfrm>
            <a:custGeom>
              <a:avLst/>
              <a:gdLst/>
              <a:ahLst/>
              <a:cxnLst/>
              <a:rect l="l" t="t" r="r" b="b"/>
              <a:pathLst>
                <a:path w="11027" h="6050" extrusionOk="0">
                  <a:moveTo>
                    <a:pt x="9767" y="788"/>
                  </a:moveTo>
                  <a:cubicBezTo>
                    <a:pt x="10019" y="788"/>
                    <a:pt x="10208" y="977"/>
                    <a:pt x="10208" y="1229"/>
                  </a:cubicBezTo>
                  <a:cubicBezTo>
                    <a:pt x="10176" y="1450"/>
                    <a:pt x="10019" y="1639"/>
                    <a:pt x="9767" y="1639"/>
                  </a:cubicBezTo>
                  <a:cubicBezTo>
                    <a:pt x="9546" y="1639"/>
                    <a:pt x="9389" y="1450"/>
                    <a:pt x="9389" y="1229"/>
                  </a:cubicBezTo>
                  <a:cubicBezTo>
                    <a:pt x="9389" y="977"/>
                    <a:pt x="9578" y="788"/>
                    <a:pt x="9767" y="788"/>
                  </a:cubicBezTo>
                  <a:close/>
                  <a:moveTo>
                    <a:pt x="4001" y="1607"/>
                  </a:moveTo>
                  <a:cubicBezTo>
                    <a:pt x="4222" y="1607"/>
                    <a:pt x="4379" y="1796"/>
                    <a:pt x="4379" y="2048"/>
                  </a:cubicBezTo>
                  <a:cubicBezTo>
                    <a:pt x="4379" y="2269"/>
                    <a:pt x="4222" y="2489"/>
                    <a:pt x="4001" y="2489"/>
                  </a:cubicBezTo>
                  <a:cubicBezTo>
                    <a:pt x="3749" y="2489"/>
                    <a:pt x="3560" y="2269"/>
                    <a:pt x="3560" y="2048"/>
                  </a:cubicBezTo>
                  <a:cubicBezTo>
                    <a:pt x="3560" y="1796"/>
                    <a:pt x="3749" y="1607"/>
                    <a:pt x="4001" y="1607"/>
                  </a:cubicBezTo>
                  <a:close/>
                  <a:moveTo>
                    <a:pt x="6459" y="4128"/>
                  </a:moveTo>
                  <a:cubicBezTo>
                    <a:pt x="6679" y="4128"/>
                    <a:pt x="6900" y="4317"/>
                    <a:pt x="6900" y="4569"/>
                  </a:cubicBezTo>
                  <a:cubicBezTo>
                    <a:pt x="6868" y="4758"/>
                    <a:pt x="6711" y="4947"/>
                    <a:pt x="6459" y="4947"/>
                  </a:cubicBezTo>
                  <a:cubicBezTo>
                    <a:pt x="6238" y="4947"/>
                    <a:pt x="6081" y="4758"/>
                    <a:pt x="6081" y="4569"/>
                  </a:cubicBezTo>
                  <a:cubicBezTo>
                    <a:pt x="6081" y="4317"/>
                    <a:pt x="6270" y="4128"/>
                    <a:pt x="6459" y="4128"/>
                  </a:cubicBezTo>
                  <a:close/>
                  <a:moveTo>
                    <a:pt x="1229" y="4380"/>
                  </a:moveTo>
                  <a:cubicBezTo>
                    <a:pt x="1481" y="4380"/>
                    <a:pt x="1638" y="4569"/>
                    <a:pt x="1638" y="4789"/>
                  </a:cubicBezTo>
                  <a:cubicBezTo>
                    <a:pt x="1638" y="5041"/>
                    <a:pt x="1481" y="5230"/>
                    <a:pt x="1229" y="5230"/>
                  </a:cubicBezTo>
                  <a:cubicBezTo>
                    <a:pt x="1008" y="5230"/>
                    <a:pt x="788" y="5041"/>
                    <a:pt x="788" y="4789"/>
                  </a:cubicBezTo>
                  <a:cubicBezTo>
                    <a:pt x="788" y="4569"/>
                    <a:pt x="1008" y="4380"/>
                    <a:pt x="1229" y="4380"/>
                  </a:cubicBezTo>
                  <a:close/>
                  <a:moveTo>
                    <a:pt x="9767" y="0"/>
                  </a:moveTo>
                  <a:cubicBezTo>
                    <a:pt x="9105" y="0"/>
                    <a:pt x="8570" y="536"/>
                    <a:pt x="8570" y="1229"/>
                  </a:cubicBezTo>
                  <a:cubicBezTo>
                    <a:pt x="8570" y="1418"/>
                    <a:pt x="8601" y="1576"/>
                    <a:pt x="8664" y="1765"/>
                  </a:cubicBezTo>
                  <a:lnTo>
                    <a:pt x="7026" y="3434"/>
                  </a:lnTo>
                  <a:cubicBezTo>
                    <a:pt x="6868" y="3340"/>
                    <a:pt x="6679" y="3308"/>
                    <a:pt x="6459" y="3308"/>
                  </a:cubicBezTo>
                  <a:cubicBezTo>
                    <a:pt x="6270" y="3308"/>
                    <a:pt x="6112" y="3340"/>
                    <a:pt x="5923" y="3434"/>
                  </a:cubicBezTo>
                  <a:lnTo>
                    <a:pt x="5104" y="2584"/>
                  </a:lnTo>
                  <a:cubicBezTo>
                    <a:pt x="5167" y="2426"/>
                    <a:pt x="5199" y="2237"/>
                    <a:pt x="5199" y="2048"/>
                  </a:cubicBezTo>
                  <a:cubicBezTo>
                    <a:pt x="5199" y="1387"/>
                    <a:pt x="4663" y="788"/>
                    <a:pt x="4001" y="788"/>
                  </a:cubicBezTo>
                  <a:cubicBezTo>
                    <a:pt x="3308" y="788"/>
                    <a:pt x="2773" y="1324"/>
                    <a:pt x="2773" y="2048"/>
                  </a:cubicBezTo>
                  <a:cubicBezTo>
                    <a:pt x="2773" y="2237"/>
                    <a:pt x="2804" y="2395"/>
                    <a:pt x="2899" y="2584"/>
                  </a:cubicBezTo>
                  <a:lnTo>
                    <a:pt x="1796" y="3686"/>
                  </a:lnTo>
                  <a:cubicBezTo>
                    <a:pt x="1638" y="3623"/>
                    <a:pt x="1418" y="3592"/>
                    <a:pt x="1229" y="3592"/>
                  </a:cubicBezTo>
                  <a:cubicBezTo>
                    <a:pt x="567" y="3592"/>
                    <a:pt x="0" y="4128"/>
                    <a:pt x="0" y="4852"/>
                  </a:cubicBezTo>
                  <a:cubicBezTo>
                    <a:pt x="0" y="5514"/>
                    <a:pt x="567" y="6049"/>
                    <a:pt x="1229" y="6049"/>
                  </a:cubicBezTo>
                  <a:cubicBezTo>
                    <a:pt x="1890" y="6049"/>
                    <a:pt x="2458" y="5514"/>
                    <a:pt x="2458" y="4852"/>
                  </a:cubicBezTo>
                  <a:cubicBezTo>
                    <a:pt x="2458" y="4632"/>
                    <a:pt x="2426" y="4474"/>
                    <a:pt x="2332" y="4285"/>
                  </a:cubicBezTo>
                  <a:lnTo>
                    <a:pt x="3434" y="3182"/>
                  </a:lnTo>
                  <a:cubicBezTo>
                    <a:pt x="3592" y="3245"/>
                    <a:pt x="3781" y="3308"/>
                    <a:pt x="4001" y="3308"/>
                  </a:cubicBezTo>
                  <a:cubicBezTo>
                    <a:pt x="4190" y="3308"/>
                    <a:pt x="4348" y="3277"/>
                    <a:pt x="4537" y="3182"/>
                  </a:cubicBezTo>
                  <a:lnTo>
                    <a:pt x="5356" y="4001"/>
                  </a:lnTo>
                  <a:cubicBezTo>
                    <a:pt x="5293" y="4159"/>
                    <a:pt x="5262" y="4348"/>
                    <a:pt x="5262" y="4569"/>
                  </a:cubicBezTo>
                  <a:cubicBezTo>
                    <a:pt x="5262" y="5230"/>
                    <a:pt x="5797" y="5766"/>
                    <a:pt x="6459" y="5766"/>
                  </a:cubicBezTo>
                  <a:cubicBezTo>
                    <a:pt x="7152" y="5766"/>
                    <a:pt x="7687" y="5230"/>
                    <a:pt x="7687" y="4569"/>
                  </a:cubicBezTo>
                  <a:cubicBezTo>
                    <a:pt x="7687" y="4348"/>
                    <a:pt x="7656" y="4191"/>
                    <a:pt x="7561" y="4001"/>
                  </a:cubicBezTo>
                  <a:lnTo>
                    <a:pt x="9231" y="2363"/>
                  </a:lnTo>
                  <a:cubicBezTo>
                    <a:pt x="9389" y="2426"/>
                    <a:pt x="9578" y="2489"/>
                    <a:pt x="9767" y="2489"/>
                  </a:cubicBezTo>
                  <a:cubicBezTo>
                    <a:pt x="10460" y="2489"/>
                    <a:pt x="11027" y="1922"/>
                    <a:pt x="11027" y="1229"/>
                  </a:cubicBezTo>
                  <a:cubicBezTo>
                    <a:pt x="10995" y="536"/>
                    <a:pt x="10460" y="0"/>
                    <a:pt x="97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176" name="Google Shape;7227;p65">
            <a:extLst>
              <a:ext uri="{FF2B5EF4-FFF2-40B4-BE49-F238E27FC236}">
                <a16:creationId xmlns:a16="http://schemas.microsoft.com/office/drawing/2014/main" id="{2FCC4A19-D82B-1ABB-A52A-2E380A904150}"/>
              </a:ext>
            </a:extLst>
          </p:cNvPr>
          <p:cNvGrpSpPr/>
          <p:nvPr/>
        </p:nvGrpSpPr>
        <p:grpSpPr>
          <a:xfrm>
            <a:off x="12236201" y="6339020"/>
            <a:ext cx="934055" cy="941799"/>
            <a:chOff x="-61782550" y="2664925"/>
            <a:chExt cx="316650" cy="319275"/>
          </a:xfrm>
          <a:solidFill>
            <a:srgbClr val="555559"/>
          </a:solidFill>
        </p:grpSpPr>
        <p:sp>
          <p:nvSpPr>
            <p:cNvPr id="177" name="Google Shape;7228;p65">
              <a:extLst>
                <a:ext uri="{FF2B5EF4-FFF2-40B4-BE49-F238E27FC236}">
                  <a16:creationId xmlns:a16="http://schemas.microsoft.com/office/drawing/2014/main" id="{C601F1C2-50F3-68E5-F75F-F3FA5EFC7E1D}"/>
                </a:ext>
              </a:extLst>
            </p:cNvPr>
            <p:cNvSpPr/>
            <p:nvPr/>
          </p:nvSpPr>
          <p:spPr>
            <a:xfrm>
              <a:off x="-61782550" y="2664925"/>
              <a:ext cx="316650" cy="319275"/>
            </a:xfrm>
            <a:custGeom>
              <a:avLst/>
              <a:gdLst/>
              <a:ahLst/>
              <a:cxnLst/>
              <a:rect l="l" t="t" r="r" b="b"/>
              <a:pathLst>
                <a:path w="12666" h="12771" extrusionOk="0">
                  <a:moveTo>
                    <a:pt x="10208" y="851"/>
                  </a:moveTo>
                  <a:cubicBezTo>
                    <a:pt x="10366" y="1670"/>
                    <a:pt x="10996" y="2300"/>
                    <a:pt x="11815" y="2457"/>
                  </a:cubicBezTo>
                  <a:lnTo>
                    <a:pt x="11815" y="6679"/>
                  </a:lnTo>
                  <a:lnTo>
                    <a:pt x="11783" y="6679"/>
                  </a:lnTo>
                  <a:cubicBezTo>
                    <a:pt x="10964" y="6837"/>
                    <a:pt x="10334" y="7467"/>
                    <a:pt x="10177" y="8286"/>
                  </a:cubicBezTo>
                  <a:lnTo>
                    <a:pt x="9011" y="8286"/>
                  </a:lnTo>
                  <a:cubicBezTo>
                    <a:pt x="9105" y="8002"/>
                    <a:pt x="9168" y="7719"/>
                    <a:pt x="9168" y="7467"/>
                  </a:cubicBezTo>
                  <a:cubicBezTo>
                    <a:pt x="9168" y="6081"/>
                    <a:pt x="8066" y="4978"/>
                    <a:pt x="6711" y="4978"/>
                  </a:cubicBezTo>
                  <a:cubicBezTo>
                    <a:pt x="5325" y="4978"/>
                    <a:pt x="4222" y="6081"/>
                    <a:pt x="4222" y="7467"/>
                  </a:cubicBezTo>
                  <a:cubicBezTo>
                    <a:pt x="4222" y="7719"/>
                    <a:pt x="4254" y="8002"/>
                    <a:pt x="4380" y="8286"/>
                  </a:cubicBezTo>
                  <a:lnTo>
                    <a:pt x="2395" y="8286"/>
                  </a:lnTo>
                  <a:cubicBezTo>
                    <a:pt x="2237" y="7467"/>
                    <a:pt x="1607" y="6837"/>
                    <a:pt x="788" y="6679"/>
                  </a:cubicBezTo>
                  <a:lnTo>
                    <a:pt x="788" y="2457"/>
                  </a:lnTo>
                  <a:cubicBezTo>
                    <a:pt x="1607" y="2300"/>
                    <a:pt x="2237" y="1670"/>
                    <a:pt x="2395" y="851"/>
                  </a:cubicBezTo>
                  <a:close/>
                  <a:moveTo>
                    <a:pt x="6711" y="5797"/>
                  </a:moveTo>
                  <a:cubicBezTo>
                    <a:pt x="7593" y="5797"/>
                    <a:pt x="8349" y="6553"/>
                    <a:pt x="8349" y="7467"/>
                  </a:cubicBezTo>
                  <a:cubicBezTo>
                    <a:pt x="8349" y="8349"/>
                    <a:pt x="7593" y="9105"/>
                    <a:pt x="6711" y="9105"/>
                  </a:cubicBezTo>
                  <a:cubicBezTo>
                    <a:pt x="5797" y="9105"/>
                    <a:pt x="5041" y="8349"/>
                    <a:pt x="5041" y="7467"/>
                  </a:cubicBezTo>
                  <a:cubicBezTo>
                    <a:pt x="5041" y="6553"/>
                    <a:pt x="5797" y="5797"/>
                    <a:pt x="6711" y="5797"/>
                  </a:cubicBezTo>
                  <a:close/>
                  <a:moveTo>
                    <a:pt x="7530" y="9767"/>
                  </a:moveTo>
                  <a:lnTo>
                    <a:pt x="7530" y="11468"/>
                  </a:lnTo>
                  <a:lnTo>
                    <a:pt x="6932" y="11090"/>
                  </a:lnTo>
                  <a:cubicBezTo>
                    <a:pt x="6853" y="11043"/>
                    <a:pt x="6774" y="11019"/>
                    <a:pt x="6695" y="11019"/>
                  </a:cubicBezTo>
                  <a:cubicBezTo>
                    <a:pt x="6616" y="11019"/>
                    <a:pt x="6538" y="11043"/>
                    <a:pt x="6459" y="11090"/>
                  </a:cubicBezTo>
                  <a:lnTo>
                    <a:pt x="5860" y="11468"/>
                  </a:lnTo>
                  <a:lnTo>
                    <a:pt x="5860" y="9767"/>
                  </a:lnTo>
                  <a:cubicBezTo>
                    <a:pt x="6144" y="9861"/>
                    <a:pt x="6427" y="9924"/>
                    <a:pt x="6711" y="9924"/>
                  </a:cubicBezTo>
                  <a:cubicBezTo>
                    <a:pt x="6995" y="9924"/>
                    <a:pt x="7247" y="9893"/>
                    <a:pt x="7530" y="9767"/>
                  </a:cubicBezTo>
                  <a:close/>
                  <a:moveTo>
                    <a:pt x="2048" y="0"/>
                  </a:moveTo>
                  <a:cubicBezTo>
                    <a:pt x="1828" y="0"/>
                    <a:pt x="1670" y="221"/>
                    <a:pt x="1670" y="441"/>
                  </a:cubicBezTo>
                  <a:cubicBezTo>
                    <a:pt x="1670" y="1103"/>
                    <a:pt x="1103" y="1670"/>
                    <a:pt x="410" y="1670"/>
                  </a:cubicBezTo>
                  <a:cubicBezTo>
                    <a:pt x="158" y="1670"/>
                    <a:pt x="0" y="1859"/>
                    <a:pt x="0" y="2111"/>
                  </a:cubicBezTo>
                  <a:lnTo>
                    <a:pt x="0" y="7057"/>
                  </a:lnTo>
                  <a:cubicBezTo>
                    <a:pt x="0" y="7278"/>
                    <a:pt x="189" y="7498"/>
                    <a:pt x="410" y="7498"/>
                  </a:cubicBezTo>
                  <a:cubicBezTo>
                    <a:pt x="1072" y="7498"/>
                    <a:pt x="1670" y="8034"/>
                    <a:pt x="1670" y="8758"/>
                  </a:cubicBezTo>
                  <a:cubicBezTo>
                    <a:pt x="1670" y="8979"/>
                    <a:pt x="1859" y="9136"/>
                    <a:pt x="2048" y="9136"/>
                  </a:cubicBezTo>
                  <a:lnTo>
                    <a:pt x="4884" y="9136"/>
                  </a:lnTo>
                  <a:lnTo>
                    <a:pt x="5073" y="9326"/>
                  </a:lnTo>
                  <a:lnTo>
                    <a:pt x="5073" y="12318"/>
                  </a:lnTo>
                  <a:cubicBezTo>
                    <a:pt x="5073" y="12562"/>
                    <a:pt x="5298" y="12749"/>
                    <a:pt x="5517" y="12749"/>
                  </a:cubicBezTo>
                  <a:cubicBezTo>
                    <a:pt x="5581" y="12749"/>
                    <a:pt x="5645" y="12732"/>
                    <a:pt x="5703" y="12697"/>
                  </a:cubicBezTo>
                  <a:lnTo>
                    <a:pt x="6743" y="12003"/>
                  </a:lnTo>
                  <a:lnTo>
                    <a:pt x="7782" y="12697"/>
                  </a:lnTo>
                  <a:cubicBezTo>
                    <a:pt x="7850" y="12747"/>
                    <a:pt x="7926" y="12771"/>
                    <a:pt x="8002" y="12771"/>
                  </a:cubicBezTo>
                  <a:cubicBezTo>
                    <a:pt x="8210" y="12771"/>
                    <a:pt x="8412" y="12595"/>
                    <a:pt x="8412" y="12318"/>
                  </a:cubicBezTo>
                  <a:lnTo>
                    <a:pt x="8412" y="9262"/>
                  </a:lnTo>
                  <a:lnTo>
                    <a:pt x="8601" y="9073"/>
                  </a:lnTo>
                  <a:lnTo>
                    <a:pt x="10618" y="9073"/>
                  </a:lnTo>
                  <a:cubicBezTo>
                    <a:pt x="10838" y="9073"/>
                    <a:pt x="10996" y="8884"/>
                    <a:pt x="10996" y="8664"/>
                  </a:cubicBezTo>
                  <a:cubicBezTo>
                    <a:pt x="10996" y="8002"/>
                    <a:pt x="11563" y="7404"/>
                    <a:pt x="12224" y="7404"/>
                  </a:cubicBezTo>
                  <a:cubicBezTo>
                    <a:pt x="12445" y="7404"/>
                    <a:pt x="12665" y="7215"/>
                    <a:pt x="12665" y="6994"/>
                  </a:cubicBezTo>
                  <a:lnTo>
                    <a:pt x="12665" y="2016"/>
                  </a:lnTo>
                  <a:cubicBezTo>
                    <a:pt x="12602" y="1827"/>
                    <a:pt x="12445" y="1670"/>
                    <a:pt x="12224" y="1670"/>
                  </a:cubicBezTo>
                  <a:cubicBezTo>
                    <a:pt x="11531" y="1670"/>
                    <a:pt x="10996" y="1103"/>
                    <a:pt x="10996" y="441"/>
                  </a:cubicBezTo>
                  <a:cubicBezTo>
                    <a:pt x="10996" y="221"/>
                    <a:pt x="10807" y="0"/>
                    <a:pt x="1058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78" name="Google Shape;7229;p65">
              <a:extLst>
                <a:ext uri="{FF2B5EF4-FFF2-40B4-BE49-F238E27FC236}">
                  <a16:creationId xmlns:a16="http://schemas.microsoft.com/office/drawing/2014/main" id="{0C0D578D-24AB-4A28-C017-0311694E1000}"/>
                </a:ext>
              </a:extLst>
            </p:cNvPr>
            <p:cNvSpPr/>
            <p:nvPr/>
          </p:nvSpPr>
          <p:spPr>
            <a:xfrm>
              <a:off x="-61701425" y="2705875"/>
              <a:ext cx="151250" cy="21275"/>
            </a:xfrm>
            <a:custGeom>
              <a:avLst/>
              <a:gdLst/>
              <a:ahLst/>
              <a:cxnLst/>
              <a:rect l="l" t="t" r="r" b="b"/>
              <a:pathLst>
                <a:path w="6050" h="851" extrusionOk="0">
                  <a:moveTo>
                    <a:pt x="410" y="0"/>
                  </a:moveTo>
                  <a:cubicBezTo>
                    <a:pt x="189" y="0"/>
                    <a:pt x="0" y="189"/>
                    <a:pt x="0" y="410"/>
                  </a:cubicBezTo>
                  <a:cubicBezTo>
                    <a:pt x="0" y="662"/>
                    <a:pt x="189" y="851"/>
                    <a:pt x="410" y="851"/>
                  </a:cubicBezTo>
                  <a:lnTo>
                    <a:pt x="5671" y="851"/>
                  </a:lnTo>
                  <a:cubicBezTo>
                    <a:pt x="5892" y="851"/>
                    <a:pt x="6049" y="662"/>
                    <a:pt x="6049" y="410"/>
                  </a:cubicBezTo>
                  <a:cubicBezTo>
                    <a:pt x="6049" y="189"/>
                    <a:pt x="5860" y="0"/>
                    <a:pt x="567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79" name="Google Shape;7230;p65">
              <a:extLst>
                <a:ext uri="{FF2B5EF4-FFF2-40B4-BE49-F238E27FC236}">
                  <a16:creationId xmlns:a16="http://schemas.microsoft.com/office/drawing/2014/main" id="{6A1DD07F-D277-6D4A-9C62-78B2440515C4}"/>
                </a:ext>
              </a:extLst>
            </p:cNvPr>
            <p:cNvSpPr/>
            <p:nvPr/>
          </p:nvSpPr>
          <p:spPr>
            <a:xfrm>
              <a:off x="-61742375" y="2747625"/>
              <a:ext cx="233925" cy="22075"/>
            </a:xfrm>
            <a:custGeom>
              <a:avLst/>
              <a:gdLst/>
              <a:ahLst/>
              <a:cxnLst/>
              <a:rect l="l" t="t" r="r" b="b"/>
              <a:pathLst>
                <a:path w="9357" h="883" extrusionOk="0">
                  <a:moveTo>
                    <a:pt x="410" y="0"/>
                  </a:moveTo>
                  <a:cubicBezTo>
                    <a:pt x="158" y="0"/>
                    <a:pt x="0" y="221"/>
                    <a:pt x="0" y="441"/>
                  </a:cubicBezTo>
                  <a:cubicBezTo>
                    <a:pt x="0" y="693"/>
                    <a:pt x="221" y="882"/>
                    <a:pt x="410" y="882"/>
                  </a:cubicBezTo>
                  <a:lnTo>
                    <a:pt x="8948" y="882"/>
                  </a:lnTo>
                  <a:cubicBezTo>
                    <a:pt x="9200" y="882"/>
                    <a:pt x="9357" y="693"/>
                    <a:pt x="9357" y="441"/>
                  </a:cubicBezTo>
                  <a:cubicBezTo>
                    <a:pt x="9357" y="221"/>
                    <a:pt x="9137" y="0"/>
                    <a:pt x="894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180" name="Google Shape;7231;p65">
            <a:extLst>
              <a:ext uri="{FF2B5EF4-FFF2-40B4-BE49-F238E27FC236}">
                <a16:creationId xmlns:a16="http://schemas.microsoft.com/office/drawing/2014/main" id="{2BEA49B0-2749-E3A9-1449-2AECD719251B}"/>
              </a:ext>
            </a:extLst>
          </p:cNvPr>
          <p:cNvGrpSpPr/>
          <p:nvPr/>
        </p:nvGrpSpPr>
        <p:grpSpPr>
          <a:xfrm>
            <a:off x="17902151" y="4199674"/>
            <a:ext cx="936341" cy="890767"/>
            <a:chOff x="-59889100" y="1945025"/>
            <a:chExt cx="317425" cy="301975"/>
          </a:xfrm>
          <a:solidFill>
            <a:srgbClr val="555559"/>
          </a:solidFill>
        </p:grpSpPr>
        <p:sp>
          <p:nvSpPr>
            <p:cNvPr id="181" name="Google Shape;7232;p65">
              <a:extLst>
                <a:ext uri="{FF2B5EF4-FFF2-40B4-BE49-F238E27FC236}">
                  <a16:creationId xmlns:a16="http://schemas.microsoft.com/office/drawing/2014/main" id="{92822DB2-5B62-AE34-0FF2-A0C4A5ADA3F7}"/>
                </a:ext>
              </a:extLst>
            </p:cNvPr>
            <p:cNvSpPr/>
            <p:nvPr/>
          </p:nvSpPr>
          <p:spPr>
            <a:xfrm>
              <a:off x="-59845000" y="2074200"/>
              <a:ext cx="63025" cy="61450"/>
            </a:xfrm>
            <a:custGeom>
              <a:avLst/>
              <a:gdLst/>
              <a:ahLst/>
              <a:cxnLst/>
              <a:rect l="l" t="t" r="r" b="b"/>
              <a:pathLst>
                <a:path w="2521" h="2458" extrusionOk="0">
                  <a:moveTo>
                    <a:pt x="1702" y="788"/>
                  </a:moveTo>
                  <a:lnTo>
                    <a:pt x="1702" y="1639"/>
                  </a:lnTo>
                  <a:lnTo>
                    <a:pt x="883" y="1639"/>
                  </a:lnTo>
                  <a:lnTo>
                    <a:pt x="883" y="788"/>
                  </a:lnTo>
                  <a:close/>
                  <a:moveTo>
                    <a:pt x="442" y="0"/>
                  </a:moveTo>
                  <a:cubicBezTo>
                    <a:pt x="190" y="0"/>
                    <a:pt x="1" y="190"/>
                    <a:pt x="1" y="410"/>
                  </a:cubicBezTo>
                  <a:lnTo>
                    <a:pt x="1" y="2048"/>
                  </a:lnTo>
                  <a:cubicBezTo>
                    <a:pt x="1" y="2300"/>
                    <a:pt x="190" y="2458"/>
                    <a:pt x="442" y="2458"/>
                  </a:cubicBezTo>
                  <a:lnTo>
                    <a:pt x="2080" y="2458"/>
                  </a:lnTo>
                  <a:cubicBezTo>
                    <a:pt x="2332" y="2458"/>
                    <a:pt x="2521" y="2237"/>
                    <a:pt x="2521" y="2048"/>
                  </a:cubicBezTo>
                  <a:lnTo>
                    <a:pt x="2521" y="410"/>
                  </a:lnTo>
                  <a:cubicBezTo>
                    <a:pt x="2521" y="158"/>
                    <a:pt x="2332" y="0"/>
                    <a:pt x="208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82" name="Google Shape;7233;p65">
              <a:extLst>
                <a:ext uri="{FF2B5EF4-FFF2-40B4-BE49-F238E27FC236}">
                  <a16:creationId xmlns:a16="http://schemas.microsoft.com/office/drawing/2014/main" id="{29C784A8-BDEA-DE6C-88F7-7D416A5AE8C8}"/>
                </a:ext>
              </a:extLst>
            </p:cNvPr>
            <p:cNvSpPr/>
            <p:nvPr/>
          </p:nvSpPr>
          <p:spPr>
            <a:xfrm>
              <a:off x="-59761500" y="1990700"/>
              <a:ext cx="61450" cy="144950"/>
            </a:xfrm>
            <a:custGeom>
              <a:avLst/>
              <a:gdLst/>
              <a:ahLst/>
              <a:cxnLst/>
              <a:rect l="l" t="t" r="r" b="b"/>
              <a:pathLst>
                <a:path w="2458" h="5798" extrusionOk="0">
                  <a:moveTo>
                    <a:pt x="1670" y="820"/>
                  </a:moveTo>
                  <a:lnTo>
                    <a:pt x="1670" y="4979"/>
                  </a:lnTo>
                  <a:lnTo>
                    <a:pt x="851" y="4979"/>
                  </a:lnTo>
                  <a:lnTo>
                    <a:pt x="851" y="820"/>
                  </a:lnTo>
                  <a:close/>
                  <a:moveTo>
                    <a:pt x="410" y="1"/>
                  </a:moveTo>
                  <a:cubicBezTo>
                    <a:pt x="158" y="1"/>
                    <a:pt x="0" y="190"/>
                    <a:pt x="0" y="411"/>
                  </a:cubicBezTo>
                  <a:lnTo>
                    <a:pt x="0" y="5357"/>
                  </a:lnTo>
                  <a:cubicBezTo>
                    <a:pt x="0" y="5577"/>
                    <a:pt x="158" y="5798"/>
                    <a:pt x="410" y="5798"/>
                  </a:cubicBezTo>
                  <a:lnTo>
                    <a:pt x="2048" y="5798"/>
                  </a:lnTo>
                  <a:cubicBezTo>
                    <a:pt x="2300" y="5798"/>
                    <a:pt x="2458" y="5577"/>
                    <a:pt x="2458" y="5388"/>
                  </a:cubicBezTo>
                  <a:lnTo>
                    <a:pt x="2458" y="411"/>
                  </a:lnTo>
                  <a:cubicBezTo>
                    <a:pt x="2458" y="158"/>
                    <a:pt x="2269" y="1"/>
                    <a:pt x="204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83" name="Google Shape;7234;p65">
              <a:extLst>
                <a:ext uri="{FF2B5EF4-FFF2-40B4-BE49-F238E27FC236}">
                  <a16:creationId xmlns:a16="http://schemas.microsoft.com/office/drawing/2014/main" id="{08F6FAF0-EFB0-7E1D-D0D0-63943D6628E5}"/>
                </a:ext>
              </a:extLst>
            </p:cNvPr>
            <p:cNvSpPr/>
            <p:nvPr/>
          </p:nvSpPr>
          <p:spPr>
            <a:xfrm>
              <a:off x="-59678800" y="2053725"/>
              <a:ext cx="61450" cy="81925"/>
            </a:xfrm>
            <a:custGeom>
              <a:avLst/>
              <a:gdLst/>
              <a:ahLst/>
              <a:cxnLst/>
              <a:rect l="l" t="t" r="r" b="b"/>
              <a:pathLst>
                <a:path w="2458" h="3277" extrusionOk="0">
                  <a:moveTo>
                    <a:pt x="1670" y="788"/>
                  </a:moveTo>
                  <a:lnTo>
                    <a:pt x="1670" y="2458"/>
                  </a:lnTo>
                  <a:lnTo>
                    <a:pt x="851" y="2458"/>
                  </a:lnTo>
                  <a:lnTo>
                    <a:pt x="851" y="788"/>
                  </a:lnTo>
                  <a:close/>
                  <a:moveTo>
                    <a:pt x="410" y="0"/>
                  </a:moveTo>
                  <a:cubicBezTo>
                    <a:pt x="158" y="0"/>
                    <a:pt x="0" y="189"/>
                    <a:pt x="0" y="410"/>
                  </a:cubicBezTo>
                  <a:lnTo>
                    <a:pt x="0" y="2867"/>
                  </a:lnTo>
                  <a:cubicBezTo>
                    <a:pt x="0" y="3056"/>
                    <a:pt x="158" y="3277"/>
                    <a:pt x="410" y="3277"/>
                  </a:cubicBezTo>
                  <a:lnTo>
                    <a:pt x="2048" y="3277"/>
                  </a:lnTo>
                  <a:cubicBezTo>
                    <a:pt x="2300" y="3277"/>
                    <a:pt x="2458" y="3056"/>
                    <a:pt x="2458" y="2867"/>
                  </a:cubicBezTo>
                  <a:lnTo>
                    <a:pt x="2458" y="410"/>
                  </a:lnTo>
                  <a:cubicBezTo>
                    <a:pt x="2458" y="158"/>
                    <a:pt x="2269" y="0"/>
                    <a:pt x="204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84" name="Google Shape;7235;p65">
              <a:extLst>
                <a:ext uri="{FF2B5EF4-FFF2-40B4-BE49-F238E27FC236}">
                  <a16:creationId xmlns:a16="http://schemas.microsoft.com/office/drawing/2014/main" id="{40359158-3FEB-7F30-C70D-03A1DB29B462}"/>
                </a:ext>
              </a:extLst>
            </p:cNvPr>
            <p:cNvSpPr/>
            <p:nvPr/>
          </p:nvSpPr>
          <p:spPr>
            <a:xfrm>
              <a:off x="-59889100" y="1945025"/>
              <a:ext cx="317425" cy="301975"/>
            </a:xfrm>
            <a:custGeom>
              <a:avLst/>
              <a:gdLst/>
              <a:ahLst/>
              <a:cxnLst/>
              <a:rect l="l" t="t" r="r" b="b"/>
              <a:pathLst>
                <a:path w="12697" h="12079" extrusionOk="0">
                  <a:moveTo>
                    <a:pt x="6333" y="851"/>
                  </a:moveTo>
                  <a:cubicBezTo>
                    <a:pt x="9357" y="851"/>
                    <a:pt x="11846" y="2931"/>
                    <a:pt x="11846" y="5546"/>
                  </a:cubicBezTo>
                  <a:cubicBezTo>
                    <a:pt x="11846" y="8129"/>
                    <a:pt x="9357" y="10208"/>
                    <a:pt x="6333" y="10208"/>
                  </a:cubicBezTo>
                  <a:cubicBezTo>
                    <a:pt x="5482" y="10208"/>
                    <a:pt x="4600" y="10019"/>
                    <a:pt x="3812" y="9704"/>
                  </a:cubicBezTo>
                  <a:cubicBezTo>
                    <a:pt x="3757" y="9682"/>
                    <a:pt x="3697" y="9671"/>
                    <a:pt x="3637" y="9671"/>
                  </a:cubicBezTo>
                  <a:cubicBezTo>
                    <a:pt x="3529" y="9671"/>
                    <a:pt x="3421" y="9706"/>
                    <a:pt x="3340" y="9767"/>
                  </a:cubicBezTo>
                  <a:lnTo>
                    <a:pt x="2489" y="10649"/>
                  </a:lnTo>
                  <a:lnTo>
                    <a:pt x="2489" y="9074"/>
                  </a:lnTo>
                  <a:cubicBezTo>
                    <a:pt x="2489" y="8948"/>
                    <a:pt x="2426" y="8822"/>
                    <a:pt x="2363" y="8759"/>
                  </a:cubicBezTo>
                  <a:cubicBezTo>
                    <a:pt x="1387" y="7877"/>
                    <a:pt x="819" y="6743"/>
                    <a:pt x="819" y="5514"/>
                  </a:cubicBezTo>
                  <a:cubicBezTo>
                    <a:pt x="819" y="2962"/>
                    <a:pt x="3308" y="851"/>
                    <a:pt x="6333" y="851"/>
                  </a:cubicBezTo>
                  <a:close/>
                  <a:moveTo>
                    <a:pt x="6333" y="1"/>
                  </a:moveTo>
                  <a:cubicBezTo>
                    <a:pt x="2836" y="1"/>
                    <a:pt x="0" y="2490"/>
                    <a:pt x="0" y="5514"/>
                  </a:cubicBezTo>
                  <a:cubicBezTo>
                    <a:pt x="0" y="6963"/>
                    <a:pt x="599" y="8255"/>
                    <a:pt x="1639" y="9263"/>
                  </a:cubicBezTo>
                  <a:lnTo>
                    <a:pt x="1639" y="11689"/>
                  </a:lnTo>
                  <a:cubicBezTo>
                    <a:pt x="1639" y="11918"/>
                    <a:pt x="1832" y="12079"/>
                    <a:pt x="2045" y="12079"/>
                  </a:cubicBezTo>
                  <a:cubicBezTo>
                    <a:pt x="2153" y="12079"/>
                    <a:pt x="2267" y="12037"/>
                    <a:pt x="2363" y="11941"/>
                  </a:cubicBezTo>
                  <a:lnTo>
                    <a:pt x="3749" y="10555"/>
                  </a:lnTo>
                  <a:cubicBezTo>
                    <a:pt x="4569" y="10901"/>
                    <a:pt x="5419" y="11027"/>
                    <a:pt x="6333" y="11027"/>
                  </a:cubicBezTo>
                  <a:cubicBezTo>
                    <a:pt x="9830" y="11027"/>
                    <a:pt x="12697" y="8570"/>
                    <a:pt x="12697" y="5514"/>
                  </a:cubicBezTo>
                  <a:cubicBezTo>
                    <a:pt x="12697" y="2490"/>
                    <a:pt x="9861" y="1"/>
                    <a:pt x="633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sp>
        <p:nvSpPr>
          <p:cNvPr id="185" name="Google Shape;7236;p65">
            <a:extLst>
              <a:ext uri="{FF2B5EF4-FFF2-40B4-BE49-F238E27FC236}">
                <a16:creationId xmlns:a16="http://schemas.microsoft.com/office/drawing/2014/main" id="{8F65FE4B-E0F2-78B4-8CE7-65B2D7B435B0}"/>
              </a:ext>
            </a:extLst>
          </p:cNvPr>
          <p:cNvSpPr/>
          <p:nvPr/>
        </p:nvSpPr>
        <p:spPr>
          <a:xfrm>
            <a:off x="17895993" y="5363824"/>
            <a:ext cx="938702" cy="731920"/>
          </a:xfrm>
          <a:custGeom>
            <a:avLst/>
            <a:gdLst/>
            <a:ahLst/>
            <a:cxnLst/>
            <a:rect l="l" t="t" r="r" b="b"/>
            <a:pathLst>
              <a:path w="12729" h="9925" extrusionOk="0">
                <a:moveTo>
                  <a:pt x="925" y="3644"/>
                </a:moveTo>
                <a:cubicBezTo>
                  <a:pt x="944" y="3644"/>
                  <a:pt x="963" y="3648"/>
                  <a:pt x="978" y="3655"/>
                </a:cubicBezTo>
                <a:lnTo>
                  <a:pt x="1608" y="3970"/>
                </a:lnTo>
                <a:lnTo>
                  <a:pt x="1608" y="5923"/>
                </a:lnTo>
                <a:lnTo>
                  <a:pt x="978" y="6239"/>
                </a:lnTo>
                <a:cubicBezTo>
                  <a:pt x="963" y="6253"/>
                  <a:pt x="945" y="6259"/>
                  <a:pt x="926" y="6259"/>
                </a:cubicBezTo>
                <a:cubicBezTo>
                  <a:pt x="863" y="6259"/>
                  <a:pt x="788" y="6192"/>
                  <a:pt x="788" y="6144"/>
                </a:cubicBezTo>
                <a:lnTo>
                  <a:pt x="788" y="3781"/>
                </a:lnTo>
                <a:cubicBezTo>
                  <a:pt x="788" y="3685"/>
                  <a:pt x="862" y="3644"/>
                  <a:pt x="925" y="3644"/>
                </a:cubicBezTo>
                <a:close/>
                <a:moveTo>
                  <a:pt x="10177" y="1796"/>
                </a:moveTo>
                <a:lnTo>
                  <a:pt x="10177" y="8129"/>
                </a:lnTo>
                <a:lnTo>
                  <a:pt x="2458" y="5892"/>
                </a:lnTo>
                <a:lnTo>
                  <a:pt x="2458" y="4033"/>
                </a:lnTo>
                <a:lnTo>
                  <a:pt x="10177" y="1796"/>
                </a:lnTo>
                <a:close/>
                <a:moveTo>
                  <a:pt x="4128" y="7247"/>
                </a:moveTo>
                <a:lnTo>
                  <a:pt x="6963" y="8066"/>
                </a:lnTo>
                <a:cubicBezTo>
                  <a:pt x="6648" y="8507"/>
                  <a:pt x="6176" y="8822"/>
                  <a:pt x="5640" y="8822"/>
                </a:cubicBezTo>
                <a:cubicBezTo>
                  <a:pt x="4758" y="8822"/>
                  <a:pt x="4097" y="8097"/>
                  <a:pt x="4128" y="7247"/>
                </a:cubicBezTo>
                <a:close/>
                <a:moveTo>
                  <a:pt x="11374" y="820"/>
                </a:moveTo>
                <a:cubicBezTo>
                  <a:pt x="11626" y="820"/>
                  <a:pt x="11815" y="1009"/>
                  <a:pt x="11815" y="1261"/>
                </a:cubicBezTo>
                <a:lnTo>
                  <a:pt x="11815" y="8696"/>
                </a:lnTo>
                <a:cubicBezTo>
                  <a:pt x="11815" y="8916"/>
                  <a:pt x="11626" y="9137"/>
                  <a:pt x="11374" y="9137"/>
                </a:cubicBezTo>
                <a:cubicBezTo>
                  <a:pt x="11154" y="9137"/>
                  <a:pt x="10996" y="8916"/>
                  <a:pt x="10996" y="8696"/>
                </a:cubicBezTo>
                <a:lnTo>
                  <a:pt x="10996" y="1261"/>
                </a:lnTo>
                <a:cubicBezTo>
                  <a:pt x="10996" y="1009"/>
                  <a:pt x="11185" y="820"/>
                  <a:pt x="11374" y="820"/>
                </a:cubicBezTo>
                <a:close/>
                <a:moveTo>
                  <a:pt x="11437" y="1"/>
                </a:moveTo>
                <a:cubicBezTo>
                  <a:pt x="10839" y="1"/>
                  <a:pt x="10366" y="379"/>
                  <a:pt x="10240" y="883"/>
                </a:cubicBezTo>
                <a:lnTo>
                  <a:pt x="2080" y="3246"/>
                </a:lnTo>
                <a:lnTo>
                  <a:pt x="1387" y="2899"/>
                </a:lnTo>
                <a:cubicBezTo>
                  <a:pt x="1251" y="2831"/>
                  <a:pt x="1109" y="2800"/>
                  <a:pt x="970" y="2800"/>
                </a:cubicBezTo>
                <a:cubicBezTo>
                  <a:pt x="466" y="2800"/>
                  <a:pt x="1" y="3213"/>
                  <a:pt x="1" y="3781"/>
                </a:cubicBezTo>
                <a:lnTo>
                  <a:pt x="1" y="6144"/>
                </a:lnTo>
                <a:cubicBezTo>
                  <a:pt x="1" y="6687"/>
                  <a:pt x="465" y="7094"/>
                  <a:pt x="983" y="7094"/>
                </a:cubicBezTo>
                <a:cubicBezTo>
                  <a:pt x="1127" y="7094"/>
                  <a:pt x="1275" y="7063"/>
                  <a:pt x="1419" y="6995"/>
                </a:cubicBezTo>
                <a:lnTo>
                  <a:pt x="2143" y="6648"/>
                </a:lnTo>
                <a:lnTo>
                  <a:pt x="3340" y="6995"/>
                </a:lnTo>
                <a:cubicBezTo>
                  <a:pt x="3151" y="8412"/>
                  <a:pt x="4254" y="9641"/>
                  <a:pt x="5672" y="9641"/>
                </a:cubicBezTo>
                <a:cubicBezTo>
                  <a:pt x="6585" y="9641"/>
                  <a:pt x="7405" y="9074"/>
                  <a:pt x="7814" y="8286"/>
                </a:cubicBezTo>
                <a:lnTo>
                  <a:pt x="10271" y="9011"/>
                </a:lnTo>
                <a:cubicBezTo>
                  <a:pt x="10429" y="9515"/>
                  <a:pt x="10902" y="9925"/>
                  <a:pt x="11469" y="9925"/>
                </a:cubicBezTo>
                <a:cubicBezTo>
                  <a:pt x="12130" y="9925"/>
                  <a:pt x="12729" y="9358"/>
                  <a:pt x="12729" y="8664"/>
                </a:cubicBezTo>
                <a:lnTo>
                  <a:pt x="12729" y="1198"/>
                </a:lnTo>
                <a:cubicBezTo>
                  <a:pt x="12634" y="536"/>
                  <a:pt x="12099" y="1"/>
                  <a:pt x="11437"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nvGrpSpPr>
          <p:cNvPr id="186" name="Google Shape;7237;p65">
            <a:extLst>
              <a:ext uri="{FF2B5EF4-FFF2-40B4-BE49-F238E27FC236}">
                <a16:creationId xmlns:a16="http://schemas.microsoft.com/office/drawing/2014/main" id="{15BF43FB-7C10-0C94-A7EB-EFF131D674D4}"/>
              </a:ext>
            </a:extLst>
          </p:cNvPr>
          <p:cNvGrpSpPr/>
          <p:nvPr/>
        </p:nvGrpSpPr>
        <p:grpSpPr>
          <a:xfrm>
            <a:off x="17899828" y="6343924"/>
            <a:ext cx="940987" cy="931992"/>
            <a:chOff x="-59889100" y="2671925"/>
            <a:chExt cx="319000" cy="315950"/>
          </a:xfrm>
          <a:solidFill>
            <a:srgbClr val="555559"/>
          </a:solidFill>
        </p:grpSpPr>
        <p:sp>
          <p:nvSpPr>
            <p:cNvPr id="187" name="Google Shape;7238;p65">
              <a:extLst>
                <a:ext uri="{FF2B5EF4-FFF2-40B4-BE49-F238E27FC236}">
                  <a16:creationId xmlns:a16="http://schemas.microsoft.com/office/drawing/2014/main" id="{96442702-457E-9118-99C5-DBC24CB07A0B}"/>
                </a:ext>
              </a:extLst>
            </p:cNvPr>
            <p:cNvSpPr/>
            <p:nvPr/>
          </p:nvSpPr>
          <p:spPr>
            <a:xfrm>
              <a:off x="-59889100" y="2672000"/>
              <a:ext cx="149675" cy="256025"/>
            </a:xfrm>
            <a:custGeom>
              <a:avLst/>
              <a:gdLst/>
              <a:ahLst/>
              <a:cxnLst/>
              <a:rect l="l" t="t" r="r" b="b"/>
              <a:pathLst>
                <a:path w="5987" h="10241" extrusionOk="0">
                  <a:moveTo>
                    <a:pt x="5073" y="946"/>
                  </a:moveTo>
                  <a:lnTo>
                    <a:pt x="5073" y="2647"/>
                  </a:lnTo>
                  <a:lnTo>
                    <a:pt x="5104" y="2647"/>
                  </a:lnTo>
                  <a:cubicBezTo>
                    <a:pt x="3623" y="3151"/>
                    <a:pt x="2489" y="4569"/>
                    <a:pt x="2489" y="6302"/>
                  </a:cubicBezTo>
                  <a:cubicBezTo>
                    <a:pt x="2489" y="6900"/>
                    <a:pt x="2647" y="7499"/>
                    <a:pt x="2867" y="8034"/>
                  </a:cubicBezTo>
                  <a:lnTo>
                    <a:pt x="1639" y="9263"/>
                  </a:lnTo>
                  <a:cubicBezTo>
                    <a:pt x="1103" y="8381"/>
                    <a:pt x="788" y="7373"/>
                    <a:pt x="788" y="6302"/>
                  </a:cubicBezTo>
                  <a:cubicBezTo>
                    <a:pt x="788" y="3750"/>
                    <a:pt x="2584" y="1513"/>
                    <a:pt x="5073" y="946"/>
                  </a:cubicBezTo>
                  <a:close/>
                  <a:moveTo>
                    <a:pt x="5482" y="1"/>
                  </a:moveTo>
                  <a:cubicBezTo>
                    <a:pt x="2395" y="442"/>
                    <a:pt x="0" y="3088"/>
                    <a:pt x="0" y="6270"/>
                  </a:cubicBezTo>
                  <a:cubicBezTo>
                    <a:pt x="0" y="7688"/>
                    <a:pt x="441" y="8979"/>
                    <a:pt x="1292" y="10082"/>
                  </a:cubicBezTo>
                  <a:cubicBezTo>
                    <a:pt x="1377" y="10184"/>
                    <a:pt x="1500" y="10241"/>
                    <a:pt x="1624" y="10241"/>
                  </a:cubicBezTo>
                  <a:cubicBezTo>
                    <a:pt x="1729" y="10241"/>
                    <a:pt x="1835" y="10200"/>
                    <a:pt x="1922" y="10114"/>
                  </a:cubicBezTo>
                  <a:lnTo>
                    <a:pt x="3718" y="8349"/>
                  </a:lnTo>
                  <a:cubicBezTo>
                    <a:pt x="3812" y="8223"/>
                    <a:pt x="3844" y="8003"/>
                    <a:pt x="3781" y="7845"/>
                  </a:cubicBezTo>
                  <a:cubicBezTo>
                    <a:pt x="3497" y="7373"/>
                    <a:pt x="3340" y="6806"/>
                    <a:pt x="3340" y="6270"/>
                  </a:cubicBezTo>
                  <a:cubicBezTo>
                    <a:pt x="3340" y="4884"/>
                    <a:pt x="4285" y="3655"/>
                    <a:pt x="5671" y="3309"/>
                  </a:cubicBezTo>
                  <a:cubicBezTo>
                    <a:pt x="5860" y="3277"/>
                    <a:pt x="5986" y="3120"/>
                    <a:pt x="5986" y="2899"/>
                  </a:cubicBezTo>
                  <a:lnTo>
                    <a:pt x="5986" y="379"/>
                  </a:lnTo>
                  <a:cubicBezTo>
                    <a:pt x="5955" y="190"/>
                    <a:pt x="5703" y="1"/>
                    <a:pt x="548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88" name="Google Shape;7239;p65">
              <a:extLst>
                <a:ext uri="{FF2B5EF4-FFF2-40B4-BE49-F238E27FC236}">
                  <a16:creationId xmlns:a16="http://schemas.microsoft.com/office/drawing/2014/main" id="{A342CC5B-8903-6E29-45B9-C5A791B25C0D}"/>
                </a:ext>
              </a:extLst>
            </p:cNvPr>
            <p:cNvSpPr/>
            <p:nvPr/>
          </p:nvSpPr>
          <p:spPr>
            <a:xfrm>
              <a:off x="-59830825" y="2892525"/>
              <a:ext cx="201650" cy="95350"/>
            </a:xfrm>
            <a:custGeom>
              <a:avLst/>
              <a:gdLst/>
              <a:ahLst/>
              <a:cxnLst/>
              <a:rect l="l" t="t" r="r" b="b"/>
              <a:pathLst>
                <a:path w="8066" h="3814" extrusionOk="0">
                  <a:moveTo>
                    <a:pt x="5735" y="946"/>
                  </a:moveTo>
                  <a:lnTo>
                    <a:pt x="6963" y="2175"/>
                  </a:lnTo>
                  <a:cubicBezTo>
                    <a:pt x="6113" y="2710"/>
                    <a:pt x="5073" y="2994"/>
                    <a:pt x="4065" y="2994"/>
                  </a:cubicBezTo>
                  <a:cubicBezTo>
                    <a:pt x="3025" y="2994"/>
                    <a:pt x="2017" y="2710"/>
                    <a:pt x="1135" y="2175"/>
                  </a:cubicBezTo>
                  <a:lnTo>
                    <a:pt x="2364" y="946"/>
                  </a:lnTo>
                  <a:cubicBezTo>
                    <a:pt x="2868" y="1198"/>
                    <a:pt x="3466" y="1356"/>
                    <a:pt x="4065" y="1356"/>
                  </a:cubicBezTo>
                  <a:cubicBezTo>
                    <a:pt x="4600" y="1356"/>
                    <a:pt x="5199" y="1198"/>
                    <a:pt x="5735" y="946"/>
                  </a:cubicBezTo>
                  <a:close/>
                  <a:moveTo>
                    <a:pt x="5758" y="1"/>
                  </a:moveTo>
                  <a:cubicBezTo>
                    <a:pt x="5693" y="1"/>
                    <a:pt x="5630" y="11"/>
                    <a:pt x="5577" y="32"/>
                  </a:cubicBezTo>
                  <a:cubicBezTo>
                    <a:pt x="5105" y="316"/>
                    <a:pt x="4569" y="474"/>
                    <a:pt x="4002" y="474"/>
                  </a:cubicBezTo>
                  <a:cubicBezTo>
                    <a:pt x="3956" y="476"/>
                    <a:pt x="3911" y="478"/>
                    <a:pt x="3865" y="478"/>
                  </a:cubicBezTo>
                  <a:cubicBezTo>
                    <a:pt x="3376" y="478"/>
                    <a:pt x="2890" y="326"/>
                    <a:pt x="2458" y="95"/>
                  </a:cubicBezTo>
                  <a:cubicBezTo>
                    <a:pt x="2389" y="54"/>
                    <a:pt x="2315" y="31"/>
                    <a:pt x="2239" y="31"/>
                  </a:cubicBezTo>
                  <a:cubicBezTo>
                    <a:pt x="2142" y="31"/>
                    <a:pt x="2043" y="70"/>
                    <a:pt x="1954" y="158"/>
                  </a:cubicBezTo>
                  <a:lnTo>
                    <a:pt x="190" y="1923"/>
                  </a:lnTo>
                  <a:cubicBezTo>
                    <a:pt x="1" y="2143"/>
                    <a:pt x="32" y="2395"/>
                    <a:pt x="221" y="2553"/>
                  </a:cubicBezTo>
                  <a:cubicBezTo>
                    <a:pt x="1324" y="3403"/>
                    <a:pt x="2616" y="3813"/>
                    <a:pt x="4002" y="3813"/>
                  </a:cubicBezTo>
                  <a:cubicBezTo>
                    <a:pt x="5388" y="3813"/>
                    <a:pt x="6711" y="3403"/>
                    <a:pt x="7814" y="2521"/>
                  </a:cubicBezTo>
                  <a:cubicBezTo>
                    <a:pt x="8035" y="2364"/>
                    <a:pt x="8066" y="2080"/>
                    <a:pt x="7877" y="1891"/>
                  </a:cubicBezTo>
                  <a:lnTo>
                    <a:pt x="6113" y="127"/>
                  </a:lnTo>
                  <a:cubicBezTo>
                    <a:pt x="6029" y="43"/>
                    <a:pt x="5889" y="1"/>
                    <a:pt x="575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89" name="Google Shape;7240;p65">
              <a:extLst>
                <a:ext uri="{FF2B5EF4-FFF2-40B4-BE49-F238E27FC236}">
                  <a16:creationId xmlns:a16="http://schemas.microsoft.com/office/drawing/2014/main" id="{1BABABA4-0328-E002-BEB9-2D48D92B835D}"/>
                </a:ext>
              </a:extLst>
            </p:cNvPr>
            <p:cNvSpPr/>
            <p:nvPr/>
          </p:nvSpPr>
          <p:spPr>
            <a:xfrm>
              <a:off x="-59719775" y="2671925"/>
              <a:ext cx="149675" cy="256425"/>
            </a:xfrm>
            <a:custGeom>
              <a:avLst/>
              <a:gdLst/>
              <a:ahLst/>
              <a:cxnLst/>
              <a:rect l="l" t="t" r="r" b="b"/>
              <a:pathLst>
                <a:path w="5987" h="10257" extrusionOk="0">
                  <a:moveTo>
                    <a:pt x="820" y="917"/>
                  </a:moveTo>
                  <a:cubicBezTo>
                    <a:pt x="3309" y="1453"/>
                    <a:pt x="5105" y="3690"/>
                    <a:pt x="5105" y="6273"/>
                  </a:cubicBezTo>
                  <a:cubicBezTo>
                    <a:pt x="5073" y="7344"/>
                    <a:pt x="4790" y="8352"/>
                    <a:pt x="4254" y="9235"/>
                  </a:cubicBezTo>
                  <a:lnTo>
                    <a:pt x="3025" y="8006"/>
                  </a:lnTo>
                  <a:cubicBezTo>
                    <a:pt x="3309" y="7502"/>
                    <a:pt x="3435" y="6903"/>
                    <a:pt x="3435" y="6305"/>
                  </a:cubicBezTo>
                  <a:cubicBezTo>
                    <a:pt x="3435" y="4572"/>
                    <a:pt x="2332" y="3154"/>
                    <a:pt x="820" y="2650"/>
                  </a:cubicBezTo>
                  <a:lnTo>
                    <a:pt x="820" y="917"/>
                  </a:lnTo>
                  <a:close/>
                  <a:moveTo>
                    <a:pt x="419" y="0"/>
                  </a:moveTo>
                  <a:cubicBezTo>
                    <a:pt x="190" y="0"/>
                    <a:pt x="1" y="180"/>
                    <a:pt x="1" y="413"/>
                  </a:cubicBezTo>
                  <a:lnTo>
                    <a:pt x="1" y="2934"/>
                  </a:lnTo>
                  <a:cubicBezTo>
                    <a:pt x="1" y="3123"/>
                    <a:pt x="127" y="3280"/>
                    <a:pt x="316" y="3312"/>
                  </a:cubicBezTo>
                  <a:cubicBezTo>
                    <a:pt x="1639" y="3658"/>
                    <a:pt x="2647" y="4855"/>
                    <a:pt x="2647" y="6273"/>
                  </a:cubicBezTo>
                  <a:cubicBezTo>
                    <a:pt x="2647" y="6809"/>
                    <a:pt x="2490" y="7376"/>
                    <a:pt x="2206" y="7848"/>
                  </a:cubicBezTo>
                  <a:cubicBezTo>
                    <a:pt x="2080" y="8006"/>
                    <a:pt x="2112" y="8195"/>
                    <a:pt x="2269" y="8352"/>
                  </a:cubicBezTo>
                  <a:lnTo>
                    <a:pt x="4065" y="10117"/>
                  </a:lnTo>
                  <a:cubicBezTo>
                    <a:pt x="4149" y="10214"/>
                    <a:pt x="4251" y="10257"/>
                    <a:pt x="4353" y="10257"/>
                  </a:cubicBezTo>
                  <a:cubicBezTo>
                    <a:pt x="4481" y="10257"/>
                    <a:pt x="4608" y="10190"/>
                    <a:pt x="4695" y="10085"/>
                  </a:cubicBezTo>
                  <a:cubicBezTo>
                    <a:pt x="5514" y="8982"/>
                    <a:pt x="5987" y="7659"/>
                    <a:pt x="5987" y="6273"/>
                  </a:cubicBezTo>
                  <a:cubicBezTo>
                    <a:pt x="5892" y="3123"/>
                    <a:pt x="3529" y="445"/>
                    <a:pt x="474" y="4"/>
                  </a:cubicBezTo>
                  <a:cubicBezTo>
                    <a:pt x="455" y="1"/>
                    <a:pt x="437" y="0"/>
                    <a:pt x="41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90" name="Google Shape;7241;p65">
              <a:extLst>
                <a:ext uri="{FF2B5EF4-FFF2-40B4-BE49-F238E27FC236}">
                  <a16:creationId xmlns:a16="http://schemas.microsoft.com/office/drawing/2014/main" id="{EA00CB61-4E1A-081F-A558-48B5804E8717}"/>
                </a:ext>
              </a:extLst>
            </p:cNvPr>
            <p:cNvSpPr/>
            <p:nvPr/>
          </p:nvSpPr>
          <p:spPr>
            <a:xfrm>
              <a:off x="-59762300" y="2757075"/>
              <a:ext cx="63025" cy="145725"/>
            </a:xfrm>
            <a:custGeom>
              <a:avLst/>
              <a:gdLst/>
              <a:ahLst/>
              <a:cxnLst/>
              <a:rect l="l" t="t" r="r" b="b"/>
              <a:pathLst>
                <a:path w="2521" h="5829" extrusionOk="0">
                  <a:moveTo>
                    <a:pt x="1261" y="0"/>
                  </a:moveTo>
                  <a:cubicBezTo>
                    <a:pt x="1040" y="0"/>
                    <a:pt x="820" y="189"/>
                    <a:pt x="820" y="378"/>
                  </a:cubicBezTo>
                  <a:lnTo>
                    <a:pt x="820" y="662"/>
                  </a:lnTo>
                  <a:cubicBezTo>
                    <a:pt x="347" y="819"/>
                    <a:pt x="1" y="1292"/>
                    <a:pt x="1" y="1827"/>
                  </a:cubicBezTo>
                  <a:cubicBezTo>
                    <a:pt x="1" y="2521"/>
                    <a:pt x="568" y="2899"/>
                    <a:pt x="977" y="3214"/>
                  </a:cubicBezTo>
                  <a:cubicBezTo>
                    <a:pt x="1292" y="3466"/>
                    <a:pt x="1670" y="3686"/>
                    <a:pt x="1670" y="3938"/>
                  </a:cubicBezTo>
                  <a:cubicBezTo>
                    <a:pt x="1670" y="4159"/>
                    <a:pt x="1450" y="4348"/>
                    <a:pt x="1261" y="4348"/>
                  </a:cubicBezTo>
                  <a:cubicBezTo>
                    <a:pt x="1072" y="4348"/>
                    <a:pt x="820" y="4159"/>
                    <a:pt x="820" y="3938"/>
                  </a:cubicBezTo>
                  <a:cubicBezTo>
                    <a:pt x="820" y="3686"/>
                    <a:pt x="631" y="3497"/>
                    <a:pt x="442" y="3497"/>
                  </a:cubicBezTo>
                  <a:cubicBezTo>
                    <a:pt x="253" y="3497"/>
                    <a:pt x="32" y="3686"/>
                    <a:pt x="32" y="3938"/>
                  </a:cubicBezTo>
                  <a:cubicBezTo>
                    <a:pt x="32" y="4474"/>
                    <a:pt x="410" y="4915"/>
                    <a:pt x="883" y="5104"/>
                  </a:cubicBezTo>
                  <a:lnTo>
                    <a:pt x="883" y="5387"/>
                  </a:lnTo>
                  <a:cubicBezTo>
                    <a:pt x="883" y="5608"/>
                    <a:pt x="1072" y="5829"/>
                    <a:pt x="1292" y="5829"/>
                  </a:cubicBezTo>
                  <a:cubicBezTo>
                    <a:pt x="1544" y="5829"/>
                    <a:pt x="1702" y="5608"/>
                    <a:pt x="1702" y="5387"/>
                  </a:cubicBezTo>
                  <a:lnTo>
                    <a:pt x="1702" y="5104"/>
                  </a:lnTo>
                  <a:cubicBezTo>
                    <a:pt x="2175" y="4946"/>
                    <a:pt x="2521" y="4474"/>
                    <a:pt x="2521" y="3938"/>
                  </a:cubicBezTo>
                  <a:cubicBezTo>
                    <a:pt x="2521" y="3245"/>
                    <a:pt x="1985" y="2867"/>
                    <a:pt x="1544" y="2552"/>
                  </a:cubicBezTo>
                  <a:cubicBezTo>
                    <a:pt x="1229" y="2300"/>
                    <a:pt x="883" y="2079"/>
                    <a:pt x="883" y="1827"/>
                  </a:cubicBezTo>
                  <a:cubicBezTo>
                    <a:pt x="883" y="1607"/>
                    <a:pt x="1072" y="1418"/>
                    <a:pt x="1292" y="1418"/>
                  </a:cubicBezTo>
                  <a:cubicBezTo>
                    <a:pt x="1544" y="1418"/>
                    <a:pt x="1702" y="1607"/>
                    <a:pt x="1702" y="1827"/>
                  </a:cubicBezTo>
                  <a:cubicBezTo>
                    <a:pt x="1702" y="2079"/>
                    <a:pt x="1891" y="2268"/>
                    <a:pt x="2143" y="2268"/>
                  </a:cubicBezTo>
                  <a:cubicBezTo>
                    <a:pt x="2364" y="2268"/>
                    <a:pt x="2521" y="2079"/>
                    <a:pt x="2521" y="1827"/>
                  </a:cubicBezTo>
                  <a:cubicBezTo>
                    <a:pt x="2521" y="1292"/>
                    <a:pt x="2175" y="851"/>
                    <a:pt x="1702" y="662"/>
                  </a:cubicBezTo>
                  <a:lnTo>
                    <a:pt x="1702" y="378"/>
                  </a:lnTo>
                  <a:cubicBezTo>
                    <a:pt x="1702" y="189"/>
                    <a:pt x="1513" y="0"/>
                    <a:pt x="126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191" name="Google Shape;7242;p65">
            <a:extLst>
              <a:ext uri="{FF2B5EF4-FFF2-40B4-BE49-F238E27FC236}">
                <a16:creationId xmlns:a16="http://schemas.microsoft.com/office/drawing/2014/main" id="{FB7BDCF0-3298-A074-CC00-1E0C1F400B65}"/>
              </a:ext>
            </a:extLst>
          </p:cNvPr>
          <p:cNvGrpSpPr/>
          <p:nvPr/>
        </p:nvGrpSpPr>
        <p:grpSpPr>
          <a:xfrm>
            <a:off x="20172263" y="5262564"/>
            <a:ext cx="936341" cy="934055"/>
            <a:chOff x="-59092025" y="2296300"/>
            <a:chExt cx="317425" cy="316650"/>
          </a:xfrm>
          <a:solidFill>
            <a:srgbClr val="555559"/>
          </a:solidFill>
        </p:grpSpPr>
        <p:sp>
          <p:nvSpPr>
            <p:cNvPr id="192" name="Google Shape;7243;p65">
              <a:extLst>
                <a:ext uri="{FF2B5EF4-FFF2-40B4-BE49-F238E27FC236}">
                  <a16:creationId xmlns:a16="http://schemas.microsoft.com/office/drawing/2014/main" id="{11192735-C758-9F39-A2E0-F90142B1FF0E}"/>
                </a:ext>
              </a:extLst>
            </p:cNvPr>
            <p:cNvSpPr/>
            <p:nvPr/>
          </p:nvSpPr>
          <p:spPr>
            <a:xfrm>
              <a:off x="-58994350" y="2382950"/>
              <a:ext cx="122875" cy="133925"/>
            </a:xfrm>
            <a:custGeom>
              <a:avLst/>
              <a:gdLst/>
              <a:ahLst/>
              <a:cxnLst/>
              <a:rect l="l" t="t" r="r" b="b"/>
              <a:pathLst>
                <a:path w="4915" h="5357" extrusionOk="0">
                  <a:moveTo>
                    <a:pt x="2457" y="819"/>
                  </a:moveTo>
                  <a:cubicBezTo>
                    <a:pt x="2930" y="819"/>
                    <a:pt x="3277" y="1166"/>
                    <a:pt x="3277" y="1639"/>
                  </a:cubicBezTo>
                  <a:cubicBezTo>
                    <a:pt x="3277" y="2111"/>
                    <a:pt x="2930" y="2458"/>
                    <a:pt x="2457" y="2458"/>
                  </a:cubicBezTo>
                  <a:cubicBezTo>
                    <a:pt x="1985" y="2458"/>
                    <a:pt x="1607" y="2111"/>
                    <a:pt x="1607" y="1639"/>
                  </a:cubicBezTo>
                  <a:cubicBezTo>
                    <a:pt x="1607" y="1166"/>
                    <a:pt x="2016" y="819"/>
                    <a:pt x="2457" y="819"/>
                  </a:cubicBezTo>
                  <a:close/>
                  <a:moveTo>
                    <a:pt x="2489" y="3245"/>
                  </a:moveTo>
                  <a:cubicBezTo>
                    <a:pt x="3277" y="3245"/>
                    <a:pt x="3907" y="3781"/>
                    <a:pt x="4096" y="4506"/>
                  </a:cubicBezTo>
                  <a:lnTo>
                    <a:pt x="882" y="4506"/>
                  </a:lnTo>
                  <a:cubicBezTo>
                    <a:pt x="1071" y="3812"/>
                    <a:pt x="1701" y="3245"/>
                    <a:pt x="2489" y="3245"/>
                  </a:cubicBezTo>
                  <a:close/>
                  <a:moveTo>
                    <a:pt x="2489" y="0"/>
                  </a:moveTo>
                  <a:cubicBezTo>
                    <a:pt x="1575" y="0"/>
                    <a:pt x="819" y="725"/>
                    <a:pt x="819" y="1639"/>
                  </a:cubicBezTo>
                  <a:cubicBezTo>
                    <a:pt x="819" y="2080"/>
                    <a:pt x="977" y="2458"/>
                    <a:pt x="1292" y="2773"/>
                  </a:cubicBezTo>
                  <a:cubicBezTo>
                    <a:pt x="567" y="3214"/>
                    <a:pt x="0" y="4001"/>
                    <a:pt x="0" y="4947"/>
                  </a:cubicBezTo>
                  <a:cubicBezTo>
                    <a:pt x="0" y="5199"/>
                    <a:pt x="189" y="5356"/>
                    <a:pt x="410" y="5356"/>
                  </a:cubicBezTo>
                  <a:lnTo>
                    <a:pt x="4537" y="5356"/>
                  </a:lnTo>
                  <a:cubicBezTo>
                    <a:pt x="4757" y="5356"/>
                    <a:pt x="4915" y="5136"/>
                    <a:pt x="4915" y="4947"/>
                  </a:cubicBezTo>
                  <a:cubicBezTo>
                    <a:pt x="4915" y="4001"/>
                    <a:pt x="4411" y="3182"/>
                    <a:pt x="3655" y="2773"/>
                  </a:cubicBezTo>
                  <a:cubicBezTo>
                    <a:pt x="3938" y="2458"/>
                    <a:pt x="4127" y="2080"/>
                    <a:pt x="4127" y="1639"/>
                  </a:cubicBezTo>
                  <a:cubicBezTo>
                    <a:pt x="4127" y="725"/>
                    <a:pt x="3403" y="0"/>
                    <a:pt x="248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93" name="Google Shape;7244;p65">
              <a:extLst>
                <a:ext uri="{FF2B5EF4-FFF2-40B4-BE49-F238E27FC236}">
                  <a16:creationId xmlns:a16="http://schemas.microsoft.com/office/drawing/2014/main" id="{5B4BEB20-0F9C-16EF-312B-A04A2787AEAE}"/>
                </a:ext>
              </a:extLst>
            </p:cNvPr>
            <p:cNvSpPr/>
            <p:nvPr/>
          </p:nvSpPr>
          <p:spPr>
            <a:xfrm>
              <a:off x="-59092025" y="2296300"/>
              <a:ext cx="317425" cy="316650"/>
            </a:xfrm>
            <a:custGeom>
              <a:avLst/>
              <a:gdLst/>
              <a:ahLst/>
              <a:cxnLst/>
              <a:rect l="l" t="t" r="r" b="b"/>
              <a:pathLst>
                <a:path w="12697" h="12666" extrusionOk="0">
                  <a:moveTo>
                    <a:pt x="1261" y="820"/>
                  </a:moveTo>
                  <a:cubicBezTo>
                    <a:pt x="1513" y="820"/>
                    <a:pt x="1702" y="1009"/>
                    <a:pt x="1702" y="1198"/>
                  </a:cubicBezTo>
                  <a:cubicBezTo>
                    <a:pt x="1670" y="1450"/>
                    <a:pt x="1513" y="1639"/>
                    <a:pt x="1261" y="1639"/>
                  </a:cubicBezTo>
                  <a:cubicBezTo>
                    <a:pt x="1040" y="1639"/>
                    <a:pt x="883" y="1450"/>
                    <a:pt x="883" y="1198"/>
                  </a:cubicBezTo>
                  <a:cubicBezTo>
                    <a:pt x="883" y="977"/>
                    <a:pt x="1072" y="820"/>
                    <a:pt x="1261" y="820"/>
                  </a:cubicBezTo>
                  <a:close/>
                  <a:moveTo>
                    <a:pt x="11468" y="820"/>
                  </a:moveTo>
                  <a:cubicBezTo>
                    <a:pt x="11720" y="820"/>
                    <a:pt x="11878" y="1009"/>
                    <a:pt x="11878" y="1198"/>
                  </a:cubicBezTo>
                  <a:cubicBezTo>
                    <a:pt x="11878" y="1450"/>
                    <a:pt x="11657" y="1639"/>
                    <a:pt x="11468" y="1639"/>
                  </a:cubicBezTo>
                  <a:cubicBezTo>
                    <a:pt x="11248" y="1639"/>
                    <a:pt x="11027" y="1450"/>
                    <a:pt x="11027" y="1198"/>
                  </a:cubicBezTo>
                  <a:cubicBezTo>
                    <a:pt x="11027" y="1009"/>
                    <a:pt x="11248" y="820"/>
                    <a:pt x="11468" y="820"/>
                  </a:cubicBezTo>
                  <a:close/>
                  <a:moveTo>
                    <a:pt x="6396" y="2616"/>
                  </a:moveTo>
                  <a:cubicBezTo>
                    <a:pt x="7341" y="2616"/>
                    <a:pt x="8286" y="2994"/>
                    <a:pt x="9042" y="3718"/>
                  </a:cubicBezTo>
                  <a:cubicBezTo>
                    <a:pt x="10492" y="5136"/>
                    <a:pt x="10492" y="7499"/>
                    <a:pt x="9042" y="8917"/>
                  </a:cubicBezTo>
                  <a:cubicBezTo>
                    <a:pt x="8318" y="9641"/>
                    <a:pt x="7373" y="10019"/>
                    <a:pt x="6396" y="10019"/>
                  </a:cubicBezTo>
                  <a:cubicBezTo>
                    <a:pt x="4348" y="10019"/>
                    <a:pt x="2647" y="8381"/>
                    <a:pt x="2647" y="6333"/>
                  </a:cubicBezTo>
                  <a:cubicBezTo>
                    <a:pt x="2647" y="4222"/>
                    <a:pt x="4348" y="2616"/>
                    <a:pt x="6396" y="2616"/>
                  </a:cubicBezTo>
                  <a:close/>
                  <a:moveTo>
                    <a:pt x="1261" y="10965"/>
                  </a:moveTo>
                  <a:cubicBezTo>
                    <a:pt x="1513" y="10965"/>
                    <a:pt x="1702" y="11185"/>
                    <a:pt x="1702" y="11406"/>
                  </a:cubicBezTo>
                  <a:cubicBezTo>
                    <a:pt x="1670" y="11658"/>
                    <a:pt x="1513" y="11847"/>
                    <a:pt x="1261" y="11847"/>
                  </a:cubicBezTo>
                  <a:cubicBezTo>
                    <a:pt x="1040" y="11847"/>
                    <a:pt x="883" y="11658"/>
                    <a:pt x="883" y="11406"/>
                  </a:cubicBezTo>
                  <a:cubicBezTo>
                    <a:pt x="883" y="11185"/>
                    <a:pt x="1072" y="10965"/>
                    <a:pt x="1261" y="10965"/>
                  </a:cubicBezTo>
                  <a:close/>
                  <a:moveTo>
                    <a:pt x="11468" y="11028"/>
                  </a:moveTo>
                  <a:cubicBezTo>
                    <a:pt x="11720" y="11028"/>
                    <a:pt x="11878" y="11217"/>
                    <a:pt x="11878" y="11437"/>
                  </a:cubicBezTo>
                  <a:cubicBezTo>
                    <a:pt x="11878" y="11689"/>
                    <a:pt x="11657" y="11878"/>
                    <a:pt x="11468" y="11878"/>
                  </a:cubicBezTo>
                  <a:cubicBezTo>
                    <a:pt x="11248" y="11878"/>
                    <a:pt x="11027" y="11689"/>
                    <a:pt x="11027" y="11437"/>
                  </a:cubicBezTo>
                  <a:cubicBezTo>
                    <a:pt x="11027" y="11217"/>
                    <a:pt x="11248" y="11028"/>
                    <a:pt x="11468" y="11028"/>
                  </a:cubicBezTo>
                  <a:close/>
                  <a:moveTo>
                    <a:pt x="1229" y="1"/>
                  </a:moveTo>
                  <a:cubicBezTo>
                    <a:pt x="567" y="1"/>
                    <a:pt x="0" y="536"/>
                    <a:pt x="0" y="1198"/>
                  </a:cubicBezTo>
                  <a:cubicBezTo>
                    <a:pt x="0" y="1891"/>
                    <a:pt x="567" y="2458"/>
                    <a:pt x="1229" y="2458"/>
                  </a:cubicBezTo>
                  <a:cubicBezTo>
                    <a:pt x="1418" y="2458"/>
                    <a:pt x="1576" y="2427"/>
                    <a:pt x="1796" y="2364"/>
                  </a:cubicBezTo>
                  <a:lnTo>
                    <a:pt x="2836" y="3403"/>
                  </a:lnTo>
                  <a:cubicBezTo>
                    <a:pt x="2174" y="4222"/>
                    <a:pt x="1828" y="5231"/>
                    <a:pt x="1828" y="6302"/>
                  </a:cubicBezTo>
                  <a:cubicBezTo>
                    <a:pt x="1828" y="7341"/>
                    <a:pt x="2174" y="8381"/>
                    <a:pt x="2899" y="9200"/>
                  </a:cubicBezTo>
                  <a:lnTo>
                    <a:pt x="1796" y="10303"/>
                  </a:lnTo>
                  <a:cubicBezTo>
                    <a:pt x="1639" y="10240"/>
                    <a:pt x="1418" y="10177"/>
                    <a:pt x="1229" y="10177"/>
                  </a:cubicBezTo>
                  <a:cubicBezTo>
                    <a:pt x="567" y="10177"/>
                    <a:pt x="0" y="10744"/>
                    <a:pt x="0" y="11437"/>
                  </a:cubicBezTo>
                  <a:cubicBezTo>
                    <a:pt x="0" y="12130"/>
                    <a:pt x="567" y="12666"/>
                    <a:pt x="1229" y="12666"/>
                  </a:cubicBezTo>
                  <a:cubicBezTo>
                    <a:pt x="1891" y="12666"/>
                    <a:pt x="2489" y="12130"/>
                    <a:pt x="2489" y="11437"/>
                  </a:cubicBezTo>
                  <a:cubicBezTo>
                    <a:pt x="2489" y="11248"/>
                    <a:pt x="2458" y="11091"/>
                    <a:pt x="2363" y="10901"/>
                  </a:cubicBezTo>
                  <a:lnTo>
                    <a:pt x="3466" y="9799"/>
                  </a:lnTo>
                  <a:cubicBezTo>
                    <a:pt x="4317" y="10460"/>
                    <a:pt x="5325" y="10838"/>
                    <a:pt x="6396" y="10838"/>
                  </a:cubicBezTo>
                  <a:cubicBezTo>
                    <a:pt x="7467" y="10838"/>
                    <a:pt x="8475" y="10492"/>
                    <a:pt x="9263" y="9830"/>
                  </a:cubicBezTo>
                  <a:lnTo>
                    <a:pt x="10334" y="10901"/>
                  </a:lnTo>
                  <a:cubicBezTo>
                    <a:pt x="10240" y="11059"/>
                    <a:pt x="10208" y="11248"/>
                    <a:pt x="10208" y="11437"/>
                  </a:cubicBezTo>
                  <a:cubicBezTo>
                    <a:pt x="10208" y="12099"/>
                    <a:pt x="10775" y="12666"/>
                    <a:pt x="11468" y="12666"/>
                  </a:cubicBezTo>
                  <a:cubicBezTo>
                    <a:pt x="12130" y="12666"/>
                    <a:pt x="12697" y="12099"/>
                    <a:pt x="12697" y="11437"/>
                  </a:cubicBezTo>
                  <a:cubicBezTo>
                    <a:pt x="12697" y="10775"/>
                    <a:pt x="12130" y="10177"/>
                    <a:pt x="11468" y="10177"/>
                  </a:cubicBezTo>
                  <a:cubicBezTo>
                    <a:pt x="11279" y="10177"/>
                    <a:pt x="11122" y="10208"/>
                    <a:pt x="10933" y="10303"/>
                  </a:cubicBezTo>
                  <a:lnTo>
                    <a:pt x="9861" y="9232"/>
                  </a:lnTo>
                  <a:cubicBezTo>
                    <a:pt x="11279" y="7562"/>
                    <a:pt x="11279" y="5073"/>
                    <a:pt x="9861" y="3403"/>
                  </a:cubicBezTo>
                  <a:lnTo>
                    <a:pt x="10933" y="2364"/>
                  </a:lnTo>
                  <a:cubicBezTo>
                    <a:pt x="11122" y="2427"/>
                    <a:pt x="11279" y="2458"/>
                    <a:pt x="11468" y="2458"/>
                  </a:cubicBezTo>
                  <a:cubicBezTo>
                    <a:pt x="12130" y="2458"/>
                    <a:pt x="12697" y="1923"/>
                    <a:pt x="12697" y="1198"/>
                  </a:cubicBezTo>
                  <a:cubicBezTo>
                    <a:pt x="12697" y="536"/>
                    <a:pt x="12130" y="1"/>
                    <a:pt x="11468" y="1"/>
                  </a:cubicBezTo>
                  <a:cubicBezTo>
                    <a:pt x="10807" y="1"/>
                    <a:pt x="10208" y="536"/>
                    <a:pt x="10208" y="1198"/>
                  </a:cubicBezTo>
                  <a:cubicBezTo>
                    <a:pt x="10208" y="1419"/>
                    <a:pt x="10240" y="1576"/>
                    <a:pt x="10334" y="1765"/>
                  </a:cubicBezTo>
                  <a:lnTo>
                    <a:pt x="9263" y="2836"/>
                  </a:lnTo>
                  <a:cubicBezTo>
                    <a:pt x="8412" y="2127"/>
                    <a:pt x="7373" y="1773"/>
                    <a:pt x="6337" y="1773"/>
                  </a:cubicBezTo>
                  <a:cubicBezTo>
                    <a:pt x="5301" y="1773"/>
                    <a:pt x="4269" y="2127"/>
                    <a:pt x="3434" y="2836"/>
                  </a:cubicBezTo>
                  <a:lnTo>
                    <a:pt x="2363" y="1765"/>
                  </a:lnTo>
                  <a:cubicBezTo>
                    <a:pt x="2458" y="1608"/>
                    <a:pt x="2489" y="1419"/>
                    <a:pt x="2489" y="1198"/>
                  </a:cubicBezTo>
                  <a:cubicBezTo>
                    <a:pt x="2489" y="536"/>
                    <a:pt x="1954" y="1"/>
                    <a:pt x="122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sp>
        <p:nvSpPr>
          <p:cNvPr id="194" name="Google Shape;7245;p65">
            <a:extLst>
              <a:ext uri="{FF2B5EF4-FFF2-40B4-BE49-F238E27FC236}">
                <a16:creationId xmlns:a16="http://schemas.microsoft.com/office/drawing/2014/main" id="{D20B2B2C-D5BB-0BBB-F293-86DB28A86DD1}"/>
              </a:ext>
            </a:extLst>
          </p:cNvPr>
          <p:cNvSpPr/>
          <p:nvPr/>
        </p:nvSpPr>
        <p:spPr>
          <a:xfrm>
            <a:off x="2064550" y="7971886"/>
            <a:ext cx="936341" cy="934055"/>
          </a:xfrm>
          <a:custGeom>
            <a:avLst/>
            <a:gdLst/>
            <a:ahLst/>
            <a:cxnLst/>
            <a:rect l="l" t="t" r="r" b="b"/>
            <a:pathLst>
              <a:path w="12697" h="12666" extrusionOk="0">
                <a:moveTo>
                  <a:pt x="6301" y="1356"/>
                </a:moveTo>
                <a:cubicBezTo>
                  <a:pt x="6522" y="1356"/>
                  <a:pt x="6711" y="1576"/>
                  <a:pt x="6711" y="1797"/>
                </a:cubicBezTo>
                <a:lnTo>
                  <a:pt x="6711" y="2269"/>
                </a:lnTo>
                <a:cubicBezTo>
                  <a:pt x="7656" y="2458"/>
                  <a:pt x="8349" y="3309"/>
                  <a:pt x="8349" y="4285"/>
                </a:cubicBezTo>
                <a:cubicBezTo>
                  <a:pt x="8349" y="4538"/>
                  <a:pt x="8160" y="4727"/>
                  <a:pt x="7971" y="4727"/>
                </a:cubicBezTo>
                <a:cubicBezTo>
                  <a:pt x="7719" y="4727"/>
                  <a:pt x="7530" y="4538"/>
                  <a:pt x="7530" y="4285"/>
                </a:cubicBezTo>
                <a:cubicBezTo>
                  <a:pt x="7530" y="3624"/>
                  <a:pt x="6994" y="3057"/>
                  <a:pt x="6301" y="3057"/>
                </a:cubicBezTo>
                <a:cubicBezTo>
                  <a:pt x="5640" y="3057"/>
                  <a:pt x="5073" y="3624"/>
                  <a:pt x="5073" y="4285"/>
                </a:cubicBezTo>
                <a:cubicBezTo>
                  <a:pt x="5073" y="4947"/>
                  <a:pt x="5829" y="5483"/>
                  <a:pt x="6585" y="6018"/>
                </a:cubicBezTo>
                <a:cubicBezTo>
                  <a:pt x="7435" y="6648"/>
                  <a:pt x="8412" y="7310"/>
                  <a:pt x="8412" y="8413"/>
                </a:cubicBezTo>
                <a:cubicBezTo>
                  <a:pt x="8412" y="9421"/>
                  <a:pt x="7687" y="10271"/>
                  <a:pt x="6742" y="10429"/>
                </a:cubicBezTo>
                <a:lnTo>
                  <a:pt x="6742" y="10901"/>
                </a:lnTo>
                <a:cubicBezTo>
                  <a:pt x="6742" y="11154"/>
                  <a:pt x="6553" y="11311"/>
                  <a:pt x="6364" y="11311"/>
                </a:cubicBezTo>
                <a:cubicBezTo>
                  <a:pt x="6144" y="11311"/>
                  <a:pt x="5955" y="11091"/>
                  <a:pt x="5955" y="10901"/>
                </a:cubicBezTo>
                <a:lnTo>
                  <a:pt x="5955" y="10429"/>
                </a:lnTo>
                <a:cubicBezTo>
                  <a:pt x="5010" y="10240"/>
                  <a:pt x="4316" y="9421"/>
                  <a:pt x="4316" y="8413"/>
                </a:cubicBezTo>
                <a:cubicBezTo>
                  <a:pt x="4316" y="8192"/>
                  <a:pt x="4505" y="8035"/>
                  <a:pt x="4694" y="8035"/>
                </a:cubicBezTo>
                <a:cubicBezTo>
                  <a:pt x="4884" y="8035"/>
                  <a:pt x="5136" y="8224"/>
                  <a:pt x="5136" y="8413"/>
                </a:cubicBezTo>
                <a:cubicBezTo>
                  <a:pt x="5136" y="9106"/>
                  <a:pt x="5671" y="9641"/>
                  <a:pt x="6364" y="9641"/>
                </a:cubicBezTo>
                <a:cubicBezTo>
                  <a:pt x="7026" y="9641"/>
                  <a:pt x="7561" y="9106"/>
                  <a:pt x="7561" y="8413"/>
                </a:cubicBezTo>
                <a:cubicBezTo>
                  <a:pt x="7561" y="7751"/>
                  <a:pt x="6868" y="7247"/>
                  <a:pt x="6081" y="6680"/>
                </a:cubicBezTo>
                <a:cubicBezTo>
                  <a:pt x="5199" y="6050"/>
                  <a:pt x="4253" y="5388"/>
                  <a:pt x="4253" y="4285"/>
                </a:cubicBezTo>
                <a:cubicBezTo>
                  <a:pt x="4253" y="3309"/>
                  <a:pt x="4978" y="2427"/>
                  <a:pt x="5923" y="2269"/>
                </a:cubicBezTo>
                <a:lnTo>
                  <a:pt x="5923" y="1797"/>
                </a:lnTo>
                <a:cubicBezTo>
                  <a:pt x="5923" y="1576"/>
                  <a:pt x="6112" y="1356"/>
                  <a:pt x="6301" y="1356"/>
                </a:cubicBezTo>
                <a:close/>
                <a:moveTo>
                  <a:pt x="6333" y="1"/>
                </a:moveTo>
                <a:cubicBezTo>
                  <a:pt x="2836" y="1"/>
                  <a:pt x="0" y="2836"/>
                  <a:pt x="0" y="6333"/>
                </a:cubicBezTo>
                <a:cubicBezTo>
                  <a:pt x="0" y="9830"/>
                  <a:pt x="2836" y="12666"/>
                  <a:pt x="6333" y="12666"/>
                </a:cubicBezTo>
                <a:cubicBezTo>
                  <a:pt x="9861" y="12666"/>
                  <a:pt x="12697" y="9830"/>
                  <a:pt x="12697" y="6333"/>
                </a:cubicBezTo>
                <a:cubicBezTo>
                  <a:pt x="12697" y="2836"/>
                  <a:pt x="9861" y="1"/>
                  <a:pt x="6333"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nvGrpSpPr>
          <p:cNvPr id="195" name="Google Shape;7246;p65">
            <a:extLst>
              <a:ext uri="{FF2B5EF4-FFF2-40B4-BE49-F238E27FC236}">
                <a16:creationId xmlns:a16="http://schemas.microsoft.com/office/drawing/2014/main" id="{B18D2AD7-2824-7BBD-A4E1-83FC88799675}"/>
              </a:ext>
            </a:extLst>
          </p:cNvPr>
          <p:cNvGrpSpPr/>
          <p:nvPr/>
        </p:nvGrpSpPr>
        <p:grpSpPr>
          <a:xfrm>
            <a:off x="2069968" y="9099911"/>
            <a:ext cx="936341" cy="936341"/>
            <a:chOff x="-65145700" y="3727425"/>
            <a:chExt cx="317425" cy="317425"/>
          </a:xfrm>
          <a:solidFill>
            <a:srgbClr val="555559"/>
          </a:solidFill>
        </p:grpSpPr>
        <p:sp>
          <p:nvSpPr>
            <p:cNvPr id="196" name="Google Shape;7247;p65">
              <a:extLst>
                <a:ext uri="{FF2B5EF4-FFF2-40B4-BE49-F238E27FC236}">
                  <a16:creationId xmlns:a16="http://schemas.microsoft.com/office/drawing/2014/main" id="{CF9D3077-D05B-7275-11EC-1DE434D94978}"/>
                </a:ext>
              </a:extLst>
            </p:cNvPr>
            <p:cNvSpPr/>
            <p:nvPr/>
          </p:nvSpPr>
          <p:spPr>
            <a:xfrm>
              <a:off x="-65145700" y="3769150"/>
              <a:ext cx="275675" cy="275700"/>
            </a:xfrm>
            <a:custGeom>
              <a:avLst/>
              <a:gdLst/>
              <a:ahLst/>
              <a:cxnLst/>
              <a:rect l="l" t="t" r="r" b="b"/>
              <a:pathLst>
                <a:path w="11027" h="11028" extrusionOk="0">
                  <a:moveTo>
                    <a:pt x="5514" y="1"/>
                  </a:moveTo>
                  <a:cubicBezTo>
                    <a:pt x="2489" y="1"/>
                    <a:pt x="0" y="2458"/>
                    <a:pt x="0" y="5514"/>
                  </a:cubicBezTo>
                  <a:cubicBezTo>
                    <a:pt x="0" y="8539"/>
                    <a:pt x="2489" y="11027"/>
                    <a:pt x="5514" y="11027"/>
                  </a:cubicBezTo>
                  <a:cubicBezTo>
                    <a:pt x="8538" y="11027"/>
                    <a:pt x="11027" y="8539"/>
                    <a:pt x="11027" y="5514"/>
                  </a:cubicBezTo>
                  <a:cubicBezTo>
                    <a:pt x="11027" y="5294"/>
                    <a:pt x="10869" y="5105"/>
                    <a:pt x="10649" y="5105"/>
                  </a:cubicBezTo>
                  <a:lnTo>
                    <a:pt x="5955" y="5105"/>
                  </a:lnTo>
                  <a:lnTo>
                    <a:pt x="5955" y="410"/>
                  </a:lnTo>
                  <a:cubicBezTo>
                    <a:pt x="5955" y="190"/>
                    <a:pt x="5766" y="1"/>
                    <a:pt x="551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197" name="Google Shape;7248;p65">
              <a:extLst>
                <a:ext uri="{FF2B5EF4-FFF2-40B4-BE49-F238E27FC236}">
                  <a16:creationId xmlns:a16="http://schemas.microsoft.com/office/drawing/2014/main" id="{616C36D5-8A9A-3F7C-0DC9-4D80B3D53CDD}"/>
                </a:ext>
              </a:extLst>
            </p:cNvPr>
            <p:cNvSpPr/>
            <p:nvPr/>
          </p:nvSpPr>
          <p:spPr>
            <a:xfrm>
              <a:off x="-64977150" y="3727425"/>
              <a:ext cx="148875" cy="147300"/>
            </a:xfrm>
            <a:custGeom>
              <a:avLst/>
              <a:gdLst/>
              <a:ahLst/>
              <a:cxnLst/>
              <a:rect l="l" t="t" r="r" b="b"/>
              <a:pathLst>
                <a:path w="5955" h="5892" extrusionOk="0">
                  <a:moveTo>
                    <a:pt x="441" y="0"/>
                  </a:moveTo>
                  <a:cubicBezTo>
                    <a:pt x="189" y="0"/>
                    <a:pt x="0" y="158"/>
                    <a:pt x="0" y="378"/>
                  </a:cubicBezTo>
                  <a:lnTo>
                    <a:pt x="0" y="5513"/>
                  </a:lnTo>
                  <a:cubicBezTo>
                    <a:pt x="0" y="5702"/>
                    <a:pt x="189" y="5891"/>
                    <a:pt x="441" y="5891"/>
                  </a:cubicBezTo>
                  <a:lnTo>
                    <a:pt x="5514" y="5891"/>
                  </a:lnTo>
                  <a:cubicBezTo>
                    <a:pt x="5734" y="5891"/>
                    <a:pt x="5955" y="5702"/>
                    <a:pt x="5955" y="5513"/>
                  </a:cubicBezTo>
                  <a:cubicBezTo>
                    <a:pt x="5955" y="2489"/>
                    <a:pt x="3466" y="0"/>
                    <a:pt x="44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198" name="Google Shape;7249;p65">
            <a:extLst>
              <a:ext uri="{FF2B5EF4-FFF2-40B4-BE49-F238E27FC236}">
                <a16:creationId xmlns:a16="http://schemas.microsoft.com/office/drawing/2014/main" id="{CE779BA9-3CE3-254B-D70D-6843DEF1C886}"/>
              </a:ext>
            </a:extLst>
          </p:cNvPr>
          <p:cNvGrpSpPr/>
          <p:nvPr/>
        </p:nvGrpSpPr>
        <p:grpSpPr>
          <a:xfrm>
            <a:off x="2078117" y="10193440"/>
            <a:ext cx="920046" cy="936341"/>
            <a:chOff x="-65144125" y="4094450"/>
            <a:chExt cx="311900" cy="317425"/>
          </a:xfrm>
          <a:solidFill>
            <a:srgbClr val="555559"/>
          </a:solidFill>
        </p:grpSpPr>
        <p:sp>
          <p:nvSpPr>
            <p:cNvPr id="199" name="Google Shape;7250;p65">
              <a:extLst>
                <a:ext uri="{FF2B5EF4-FFF2-40B4-BE49-F238E27FC236}">
                  <a16:creationId xmlns:a16="http://schemas.microsoft.com/office/drawing/2014/main" id="{36C2C27F-7547-06D5-6787-E335B64A494B}"/>
                </a:ext>
              </a:extLst>
            </p:cNvPr>
            <p:cNvSpPr/>
            <p:nvPr/>
          </p:nvSpPr>
          <p:spPr>
            <a:xfrm>
              <a:off x="-65079550" y="4183450"/>
              <a:ext cx="185900" cy="185900"/>
            </a:xfrm>
            <a:custGeom>
              <a:avLst/>
              <a:gdLst/>
              <a:ahLst/>
              <a:cxnLst/>
              <a:rect l="l" t="t" r="r" b="b"/>
              <a:pathLst>
                <a:path w="7436" h="7436" extrusionOk="0">
                  <a:moveTo>
                    <a:pt x="3687" y="0"/>
                  </a:moveTo>
                  <a:cubicBezTo>
                    <a:pt x="1639" y="0"/>
                    <a:pt x="1" y="1639"/>
                    <a:pt x="1" y="3686"/>
                  </a:cubicBezTo>
                  <a:cubicBezTo>
                    <a:pt x="1" y="5734"/>
                    <a:pt x="1639" y="7435"/>
                    <a:pt x="3687" y="7435"/>
                  </a:cubicBezTo>
                  <a:cubicBezTo>
                    <a:pt x="5735" y="7435"/>
                    <a:pt x="7436" y="5797"/>
                    <a:pt x="7436" y="3686"/>
                  </a:cubicBezTo>
                  <a:cubicBezTo>
                    <a:pt x="7436" y="3466"/>
                    <a:pt x="7247" y="3308"/>
                    <a:pt x="7058" y="3308"/>
                  </a:cubicBezTo>
                  <a:lnTo>
                    <a:pt x="4096" y="3308"/>
                  </a:lnTo>
                  <a:lnTo>
                    <a:pt x="4096" y="378"/>
                  </a:lnTo>
                  <a:cubicBezTo>
                    <a:pt x="4096" y="158"/>
                    <a:pt x="3907" y="0"/>
                    <a:pt x="368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00" name="Google Shape;7251;p65">
              <a:extLst>
                <a:ext uri="{FF2B5EF4-FFF2-40B4-BE49-F238E27FC236}">
                  <a16:creationId xmlns:a16="http://schemas.microsoft.com/office/drawing/2014/main" id="{4019C5AE-E82C-B495-35E3-F6F0D63E549E}"/>
                </a:ext>
              </a:extLst>
            </p:cNvPr>
            <p:cNvSpPr/>
            <p:nvPr/>
          </p:nvSpPr>
          <p:spPr>
            <a:xfrm>
              <a:off x="-65039375" y="4094450"/>
              <a:ext cx="104775" cy="19700"/>
            </a:xfrm>
            <a:custGeom>
              <a:avLst/>
              <a:gdLst/>
              <a:ahLst/>
              <a:cxnLst/>
              <a:rect l="l" t="t" r="r" b="b"/>
              <a:pathLst>
                <a:path w="4191" h="788" extrusionOk="0">
                  <a:moveTo>
                    <a:pt x="473" y="0"/>
                  </a:moveTo>
                  <a:cubicBezTo>
                    <a:pt x="252" y="0"/>
                    <a:pt x="32" y="221"/>
                    <a:pt x="32" y="410"/>
                  </a:cubicBezTo>
                  <a:cubicBezTo>
                    <a:pt x="0" y="599"/>
                    <a:pt x="158" y="756"/>
                    <a:pt x="347" y="788"/>
                  </a:cubicBezTo>
                  <a:lnTo>
                    <a:pt x="3813" y="788"/>
                  </a:lnTo>
                  <a:cubicBezTo>
                    <a:pt x="4033" y="756"/>
                    <a:pt x="4191" y="599"/>
                    <a:pt x="4191" y="410"/>
                  </a:cubicBezTo>
                  <a:cubicBezTo>
                    <a:pt x="4191" y="158"/>
                    <a:pt x="3970" y="0"/>
                    <a:pt x="378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01" name="Google Shape;7252;p65">
              <a:extLst>
                <a:ext uri="{FF2B5EF4-FFF2-40B4-BE49-F238E27FC236}">
                  <a16:creationId xmlns:a16="http://schemas.microsoft.com/office/drawing/2014/main" id="{D7FAA671-0B35-8D8E-8255-E0CF56C18959}"/>
                </a:ext>
              </a:extLst>
            </p:cNvPr>
            <p:cNvSpPr/>
            <p:nvPr/>
          </p:nvSpPr>
          <p:spPr>
            <a:xfrm>
              <a:off x="-65144125" y="4121025"/>
              <a:ext cx="311900" cy="290850"/>
            </a:xfrm>
            <a:custGeom>
              <a:avLst/>
              <a:gdLst/>
              <a:ahLst/>
              <a:cxnLst/>
              <a:rect l="l" t="t" r="r" b="b"/>
              <a:pathLst>
                <a:path w="12476" h="11634" extrusionOk="0">
                  <a:moveTo>
                    <a:pt x="6321" y="1678"/>
                  </a:moveTo>
                  <a:cubicBezTo>
                    <a:pt x="7437" y="1678"/>
                    <a:pt x="8570" y="2088"/>
                    <a:pt x="9483" y="3001"/>
                  </a:cubicBezTo>
                  <a:cubicBezTo>
                    <a:pt x="10334" y="3884"/>
                    <a:pt x="10806" y="5018"/>
                    <a:pt x="10806" y="6246"/>
                  </a:cubicBezTo>
                  <a:cubicBezTo>
                    <a:pt x="10806" y="8767"/>
                    <a:pt x="8759" y="10815"/>
                    <a:pt x="6238" y="10815"/>
                  </a:cubicBezTo>
                  <a:cubicBezTo>
                    <a:pt x="3718" y="10815"/>
                    <a:pt x="1702" y="8767"/>
                    <a:pt x="1702" y="6246"/>
                  </a:cubicBezTo>
                  <a:cubicBezTo>
                    <a:pt x="1702" y="3492"/>
                    <a:pt x="3974" y="1678"/>
                    <a:pt x="6321" y="1678"/>
                  </a:cubicBezTo>
                  <a:close/>
                  <a:moveTo>
                    <a:pt x="1367" y="1"/>
                  </a:moveTo>
                  <a:cubicBezTo>
                    <a:pt x="1048" y="1"/>
                    <a:pt x="725" y="119"/>
                    <a:pt x="473" y="355"/>
                  </a:cubicBezTo>
                  <a:cubicBezTo>
                    <a:pt x="0" y="828"/>
                    <a:pt x="0" y="1615"/>
                    <a:pt x="473" y="2119"/>
                  </a:cubicBezTo>
                  <a:cubicBezTo>
                    <a:pt x="696" y="2363"/>
                    <a:pt x="997" y="2488"/>
                    <a:pt x="1327" y="2488"/>
                  </a:cubicBezTo>
                  <a:cubicBezTo>
                    <a:pt x="1509" y="2488"/>
                    <a:pt x="1700" y="2450"/>
                    <a:pt x="1891" y="2371"/>
                  </a:cubicBezTo>
                  <a:lnTo>
                    <a:pt x="2237" y="2718"/>
                  </a:lnTo>
                  <a:cubicBezTo>
                    <a:pt x="1386" y="3695"/>
                    <a:pt x="914" y="4923"/>
                    <a:pt x="914" y="6215"/>
                  </a:cubicBezTo>
                  <a:cubicBezTo>
                    <a:pt x="914" y="9176"/>
                    <a:pt x="3340" y="11634"/>
                    <a:pt x="6301" y="11634"/>
                  </a:cubicBezTo>
                  <a:cubicBezTo>
                    <a:pt x="9231" y="11634"/>
                    <a:pt x="11689" y="9208"/>
                    <a:pt x="11689" y="6215"/>
                  </a:cubicBezTo>
                  <a:cubicBezTo>
                    <a:pt x="11689" y="4923"/>
                    <a:pt x="11216" y="3695"/>
                    <a:pt x="10365" y="2718"/>
                  </a:cubicBezTo>
                  <a:lnTo>
                    <a:pt x="10743" y="2371"/>
                  </a:lnTo>
                  <a:cubicBezTo>
                    <a:pt x="10901" y="2466"/>
                    <a:pt x="11059" y="2497"/>
                    <a:pt x="11248" y="2497"/>
                  </a:cubicBezTo>
                  <a:cubicBezTo>
                    <a:pt x="11909" y="2497"/>
                    <a:pt x="12476" y="1930"/>
                    <a:pt x="12476" y="1269"/>
                  </a:cubicBezTo>
                  <a:cubicBezTo>
                    <a:pt x="12476" y="607"/>
                    <a:pt x="11909" y="8"/>
                    <a:pt x="11248" y="8"/>
                  </a:cubicBezTo>
                  <a:cubicBezTo>
                    <a:pt x="10586" y="8"/>
                    <a:pt x="10019" y="544"/>
                    <a:pt x="10019" y="1269"/>
                  </a:cubicBezTo>
                  <a:cubicBezTo>
                    <a:pt x="10019" y="1458"/>
                    <a:pt x="10050" y="1615"/>
                    <a:pt x="10145" y="1773"/>
                  </a:cubicBezTo>
                  <a:lnTo>
                    <a:pt x="9798" y="2119"/>
                  </a:lnTo>
                  <a:cubicBezTo>
                    <a:pt x="9137" y="1584"/>
                    <a:pt x="8381" y="1206"/>
                    <a:pt x="7561" y="985"/>
                  </a:cubicBezTo>
                  <a:lnTo>
                    <a:pt x="7561" y="544"/>
                  </a:lnTo>
                  <a:lnTo>
                    <a:pt x="5073" y="544"/>
                  </a:lnTo>
                  <a:lnTo>
                    <a:pt x="5073" y="985"/>
                  </a:lnTo>
                  <a:cubicBezTo>
                    <a:pt x="4222" y="1206"/>
                    <a:pt x="3434" y="1584"/>
                    <a:pt x="2836" y="2119"/>
                  </a:cubicBezTo>
                  <a:lnTo>
                    <a:pt x="2458" y="1773"/>
                  </a:lnTo>
                  <a:cubicBezTo>
                    <a:pt x="2710" y="1269"/>
                    <a:pt x="2584" y="733"/>
                    <a:pt x="2237" y="355"/>
                  </a:cubicBezTo>
                  <a:cubicBezTo>
                    <a:pt x="2001" y="119"/>
                    <a:pt x="1686" y="1"/>
                    <a:pt x="13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sp>
        <p:nvSpPr>
          <p:cNvPr id="202" name="Google Shape;7253;p65">
            <a:extLst>
              <a:ext uri="{FF2B5EF4-FFF2-40B4-BE49-F238E27FC236}">
                <a16:creationId xmlns:a16="http://schemas.microsoft.com/office/drawing/2014/main" id="{6EB38D12-04A5-B901-9FAC-2071AC694E23}"/>
              </a:ext>
            </a:extLst>
          </p:cNvPr>
          <p:cNvSpPr/>
          <p:nvPr/>
        </p:nvSpPr>
        <p:spPr>
          <a:xfrm>
            <a:off x="7692914" y="7968384"/>
            <a:ext cx="940987" cy="941062"/>
          </a:xfrm>
          <a:custGeom>
            <a:avLst/>
            <a:gdLst/>
            <a:ahLst/>
            <a:cxnLst/>
            <a:rect l="l" t="t" r="r" b="b"/>
            <a:pathLst>
              <a:path w="12760" h="12761" extrusionOk="0">
                <a:moveTo>
                  <a:pt x="6427" y="3592"/>
                </a:moveTo>
                <a:cubicBezTo>
                  <a:pt x="7939" y="3592"/>
                  <a:pt x="9168" y="4821"/>
                  <a:pt x="9168" y="6365"/>
                </a:cubicBezTo>
                <a:cubicBezTo>
                  <a:pt x="9168" y="7846"/>
                  <a:pt x="7908" y="9106"/>
                  <a:pt x="6427" y="9106"/>
                </a:cubicBezTo>
                <a:cubicBezTo>
                  <a:pt x="4883" y="9106"/>
                  <a:pt x="3655" y="7877"/>
                  <a:pt x="3655" y="6365"/>
                </a:cubicBezTo>
                <a:cubicBezTo>
                  <a:pt x="3655" y="4821"/>
                  <a:pt x="4883" y="3592"/>
                  <a:pt x="6427" y="3592"/>
                </a:cubicBezTo>
                <a:close/>
                <a:moveTo>
                  <a:pt x="5829" y="1"/>
                </a:moveTo>
                <a:cubicBezTo>
                  <a:pt x="5356" y="1"/>
                  <a:pt x="5009" y="347"/>
                  <a:pt x="5009" y="852"/>
                </a:cubicBezTo>
                <a:lnTo>
                  <a:pt x="5009" y="1576"/>
                </a:lnTo>
                <a:cubicBezTo>
                  <a:pt x="4631" y="1702"/>
                  <a:pt x="4285" y="1828"/>
                  <a:pt x="3970" y="2017"/>
                </a:cubicBezTo>
                <a:lnTo>
                  <a:pt x="3466" y="1513"/>
                </a:lnTo>
                <a:cubicBezTo>
                  <a:pt x="3308" y="1356"/>
                  <a:pt x="3088" y="1277"/>
                  <a:pt x="2867" y="1277"/>
                </a:cubicBezTo>
                <a:cubicBezTo>
                  <a:pt x="2647" y="1277"/>
                  <a:pt x="2426" y="1356"/>
                  <a:pt x="2269" y="1513"/>
                </a:cubicBezTo>
                <a:lnTo>
                  <a:pt x="1481" y="2301"/>
                </a:lnTo>
                <a:cubicBezTo>
                  <a:pt x="1166" y="2616"/>
                  <a:pt x="1166" y="3151"/>
                  <a:pt x="1481" y="3466"/>
                </a:cubicBezTo>
                <a:lnTo>
                  <a:pt x="2017" y="4002"/>
                </a:lnTo>
                <a:cubicBezTo>
                  <a:pt x="1796" y="4317"/>
                  <a:pt x="1701" y="4664"/>
                  <a:pt x="1575" y="5010"/>
                </a:cubicBezTo>
                <a:lnTo>
                  <a:pt x="819" y="5010"/>
                </a:lnTo>
                <a:cubicBezTo>
                  <a:pt x="347" y="5010"/>
                  <a:pt x="0" y="5357"/>
                  <a:pt x="0" y="5829"/>
                </a:cubicBezTo>
                <a:lnTo>
                  <a:pt x="0" y="6932"/>
                </a:lnTo>
                <a:cubicBezTo>
                  <a:pt x="0" y="7405"/>
                  <a:pt x="347" y="7783"/>
                  <a:pt x="819" y="7783"/>
                </a:cubicBezTo>
                <a:lnTo>
                  <a:pt x="1575" y="7783"/>
                </a:lnTo>
                <a:cubicBezTo>
                  <a:pt x="1701" y="8129"/>
                  <a:pt x="1796" y="8476"/>
                  <a:pt x="2017" y="8791"/>
                </a:cubicBezTo>
                <a:lnTo>
                  <a:pt x="1481" y="9295"/>
                </a:lnTo>
                <a:cubicBezTo>
                  <a:pt x="1166" y="9610"/>
                  <a:pt x="1166" y="10177"/>
                  <a:pt x="1481" y="10492"/>
                </a:cubicBezTo>
                <a:lnTo>
                  <a:pt x="2269" y="11280"/>
                </a:lnTo>
                <a:cubicBezTo>
                  <a:pt x="2426" y="11437"/>
                  <a:pt x="2647" y="11516"/>
                  <a:pt x="2867" y="11516"/>
                </a:cubicBezTo>
                <a:cubicBezTo>
                  <a:pt x="3088" y="11516"/>
                  <a:pt x="3308" y="11437"/>
                  <a:pt x="3466" y="11280"/>
                </a:cubicBezTo>
                <a:lnTo>
                  <a:pt x="3970" y="10776"/>
                </a:lnTo>
                <a:cubicBezTo>
                  <a:pt x="4285" y="10965"/>
                  <a:pt x="4631" y="11091"/>
                  <a:pt x="5009" y="11185"/>
                </a:cubicBezTo>
                <a:lnTo>
                  <a:pt x="5009" y="11941"/>
                </a:lnTo>
                <a:cubicBezTo>
                  <a:pt x="5009" y="12414"/>
                  <a:pt x="5356" y="12760"/>
                  <a:pt x="5829" y="12760"/>
                </a:cubicBezTo>
                <a:lnTo>
                  <a:pt x="6931" y="12760"/>
                </a:lnTo>
                <a:cubicBezTo>
                  <a:pt x="7404" y="12760"/>
                  <a:pt x="7750" y="12414"/>
                  <a:pt x="7750" y="11941"/>
                </a:cubicBezTo>
                <a:lnTo>
                  <a:pt x="7750" y="11185"/>
                </a:lnTo>
                <a:cubicBezTo>
                  <a:pt x="8097" y="11091"/>
                  <a:pt x="8475" y="10965"/>
                  <a:pt x="8790" y="10776"/>
                </a:cubicBezTo>
                <a:lnTo>
                  <a:pt x="9294" y="11280"/>
                </a:lnTo>
                <a:cubicBezTo>
                  <a:pt x="9452" y="11437"/>
                  <a:pt x="9664" y="11516"/>
                  <a:pt x="9877" y="11516"/>
                </a:cubicBezTo>
                <a:cubicBezTo>
                  <a:pt x="10090" y="11516"/>
                  <a:pt x="10302" y="11437"/>
                  <a:pt x="10460" y="11280"/>
                </a:cubicBezTo>
                <a:lnTo>
                  <a:pt x="11247" y="10492"/>
                </a:lnTo>
                <a:cubicBezTo>
                  <a:pt x="11563" y="10177"/>
                  <a:pt x="11563" y="9610"/>
                  <a:pt x="11247" y="9295"/>
                </a:cubicBezTo>
                <a:lnTo>
                  <a:pt x="10743" y="8791"/>
                </a:lnTo>
                <a:cubicBezTo>
                  <a:pt x="10932" y="8476"/>
                  <a:pt x="11058" y="8129"/>
                  <a:pt x="11184" y="7783"/>
                </a:cubicBezTo>
                <a:lnTo>
                  <a:pt x="11941" y="7783"/>
                </a:lnTo>
                <a:cubicBezTo>
                  <a:pt x="12413" y="7783"/>
                  <a:pt x="12760" y="7405"/>
                  <a:pt x="12760" y="6932"/>
                </a:cubicBezTo>
                <a:lnTo>
                  <a:pt x="12760" y="5829"/>
                </a:lnTo>
                <a:cubicBezTo>
                  <a:pt x="12760" y="5325"/>
                  <a:pt x="12350" y="4979"/>
                  <a:pt x="11941" y="4979"/>
                </a:cubicBezTo>
                <a:lnTo>
                  <a:pt x="11184" y="4979"/>
                </a:lnTo>
                <a:cubicBezTo>
                  <a:pt x="11058" y="4632"/>
                  <a:pt x="10932" y="4254"/>
                  <a:pt x="10743" y="3939"/>
                </a:cubicBezTo>
                <a:lnTo>
                  <a:pt x="11247" y="3435"/>
                </a:lnTo>
                <a:cubicBezTo>
                  <a:pt x="11563" y="3120"/>
                  <a:pt x="11563" y="2553"/>
                  <a:pt x="11247" y="2238"/>
                </a:cubicBezTo>
                <a:lnTo>
                  <a:pt x="10460" y="1450"/>
                </a:lnTo>
                <a:cubicBezTo>
                  <a:pt x="10302" y="1293"/>
                  <a:pt x="10090" y="1214"/>
                  <a:pt x="9877" y="1214"/>
                </a:cubicBezTo>
                <a:cubicBezTo>
                  <a:pt x="9664" y="1214"/>
                  <a:pt x="9452" y="1293"/>
                  <a:pt x="9294" y="1450"/>
                </a:cubicBezTo>
                <a:lnTo>
                  <a:pt x="8790" y="1986"/>
                </a:lnTo>
                <a:cubicBezTo>
                  <a:pt x="8475" y="1765"/>
                  <a:pt x="8097" y="1671"/>
                  <a:pt x="7750" y="1545"/>
                </a:cubicBezTo>
                <a:lnTo>
                  <a:pt x="7750" y="852"/>
                </a:lnTo>
                <a:cubicBezTo>
                  <a:pt x="7750" y="379"/>
                  <a:pt x="7404" y="1"/>
                  <a:pt x="6931"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nvGrpSpPr>
          <p:cNvPr id="203" name="Google Shape;7254;p65">
            <a:extLst>
              <a:ext uri="{FF2B5EF4-FFF2-40B4-BE49-F238E27FC236}">
                <a16:creationId xmlns:a16="http://schemas.microsoft.com/office/drawing/2014/main" id="{E1E9B037-7FF8-962C-BA3C-DA57F087B251}"/>
              </a:ext>
            </a:extLst>
          </p:cNvPr>
          <p:cNvGrpSpPr/>
          <p:nvPr/>
        </p:nvGrpSpPr>
        <p:grpSpPr>
          <a:xfrm>
            <a:off x="7696181" y="9098914"/>
            <a:ext cx="944969" cy="938332"/>
            <a:chOff x="-63250675" y="3744075"/>
            <a:chExt cx="320350" cy="318100"/>
          </a:xfrm>
          <a:solidFill>
            <a:srgbClr val="555559"/>
          </a:solidFill>
        </p:grpSpPr>
        <p:sp>
          <p:nvSpPr>
            <p:cNvPr id="204" name="Google Shape;7255;p65">
              <a:extLst>
                <a:ext uri="{FF2B5EF4-FFF2-40B4-BE49-F238E27FC236}">
                  <a16:creationId xmlns:a16="http://schemas.microsoft.com/office/drawing/2014/main" id="{BBB3329D-2C4B-3ACF-BC63-7D182AF83A36}"/>
                </a:ext>
              </a:extLst>
            </p:cNvPr>
            <p:cNvSpPr/>
            <p:nvPr/>
          </p:nvSpPr>
          <p:spPr>
            <a:xfrm>
              <a:off x="-63126250" y="3744075"/>
              <a:ext cx="195925" cy="192875"/>
            </a:xfrm>
            <a:custGeom>
              <a:avLst/>
              <a:gdLst/>
              <a:ahLst/>
              <a:cxnLst/>
              <a:rect l="l" t="t" r="r" b="b"/>
              <a:pathLst>
                <a:path w="7837" h="7715" extrusionOk="0">
                  <a:moveTo>
                    <a:pt x="6020" y="0"/>
                  </a:moveTo>
                  <a:cubicBezTo>
                    <a:pt x="5921" y="0"/>
                    <a:pt x="5820" y="37"/>
                    <a:pt x="5735" y="122"/>
                  </a:cubicBezTo>
                  <a:lnTo>
                    <a:pt x="4097" y="1760"/>
                  </a:lnTo>
                  <a:cubicBezTo>
                    <a:pt x="4034" y="1854"/>
                    <a:pt x="3971" y="1917"/>
                    <a:pt x="3971" y="2012"/>
                  </a:cubicBezTo>
                  <a:lnTo>
                    <a:pt x="3782" y="3304"/>
                  </a:lnTo>
                  <a:lnTo>
                    <a:pt x="1734" y="5351"/>
                  </a:lnTo>
                  <a:cubicBezTo>
                    <a:pt x="1576" y="5288"/>
                    <a:pt x="1387" y="5225"/>
                    <a:pt x="1230" y="5225"/>
                  </a:cubicBezTo>
                  <a:cubicBezTo>
                    <a:pt x="537" y="5225"/>
                    <a:pt x="1" y="5793"/>
                    <a:pt x="1" y="6486"/>
                  </a:cubicBezTo>
                  <a:cubicBezTo>
                    <a:pt x="1" y="7210"/>
                    <a:pt x="537" y="7714"/>
                    <a:pt x="1230" y="7714"/>
                  </a:cubicBezTo>
                  <a:cubicBezTo>
                    <a:pt x="1891" y="7714"/>
                    <a:pt x="2458" y="7179"/>
                    <a:pt x="2458" y="6486"/>
                  </a:cubicBezTo>
                  <a:cubicBezTo>
                    <a:pt x="2458" y="6297"/>
                    <a:pt x="2395" y="6139"/>
                    <a:pt x="2332" y="5982"/>
                  </a:cubicBezTo>
                  <a:lnTo>
                    <a:pt x="4380" y="3934"/>
                  </a:lnTo>
                  <a:lnTo>
                    <a:pt x="5672" y="3745"/>
                  </a:lnTo>
                  <a:cubicBezTo>
                    <a:pt x="5735" y="3745"/>
                    <a:pt x="5829" y="3713"/>
                    <a:pt x="5924" y="3619"/>
                  </a:cubicBezTo>
                  <a:lnTo>
                    <a:pt x="7562" y="1980"/>
                  </a:lnTo>
                  <a:cubicBezTo>
                    <a:pt x="7837" y="1706"/>
                    <a:pt x="7609" y="1254"/>
                    <a:pt x="7251" y="1254"/>
                  </a:cubicBezTo>
                  <a:cubicBezTo>
                    <a:pt x="7240" y="1254"/>
                    <a:pt x="7228" y="1255"/>
                    <a:pt x="7216" y="1256"/>
                  </a:cubicBezTo>
                  <a:lnTo>
                    <a:pt x="6302" y="1382"/>
                  </a:lnTo>
                  <a:lnTo>
                    <a:pt x="6428" y="468"/>
                  </a:lnTo>
                  <a:cubicBezTo>
                    <a:pt x="6472" y="203"/>
                    <a:pt x="6253" y="0"/>
                    <a:pt x="60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05" name="Google Shape;7256;p65">
              <a:extLst>
                <a:ext uri="{FF2B5EF4-FFF2-40B4-BE49-F238E27FC236}">
                  <a16:creationId xmlns:a16="http://schemas.microsoft.com/office/drawing/2014/main" id="{4B20CAD5-205D-23BF-2C50-3261D47C26C3}"/>
                </a:ext>
              </a:extLst>
            </p:cNvPr>
            <p:cNvSpPr/>
            <p:nvPr/>
          </p:nvSpPr>
          <p:spPr>
            <a:xfrm>
              <a:off x="-63190025" y="3814050"/>
              <a:ext cx="186675" cy="185900"/>
            </a:xfrm>
            <a:custGeom>
              <a:avLst/>
              <a:gdLst/>
              <a:ahLst/>
              <a:cxnLst/>
              <a:rect l="l" t="t" r="r" b="b"/>
              <a:pathLst>
                <a:path w="7467" h="7436" extrusionOk="0">
                  <a:moveTo>
                    <a:pt x="3718" y="1"/>
                  </a:moveTo>
                  <a:cubicBezTo>
                    <a:pt x="1670" y="1"/>
                    <a:pt x="0" y="1670"/>
                    <a:pt x="0" y="3750"/>
                  </a:cubicBezTo>
                  <a:cubicBezTo>
                    <a:pt x="0" y="5797"/>
                    <a:pt x="1638" y="7436"/>
                    <a:pt x="3718" y="7436"/>
                  </a:cubicBezTo>
                  <a:cubicBezTo>
                    <a:pt x="5765" y="7436"/>
                    <a:pt x="7467" y="5797"/>
                    <a:pt x="7467" y="3750"/>
                  </a:cubicBezTo>
                  <a:cubicBezTo>
                    <a:pt x="7467" y="3151"/>
                    <a:pt x="7341" y="2647"/>
                    <a:pt x="7120" y="2143"/>
                  </a:cubicBezTo>
                  <a:lnTo>
                    <a:pt x="5828" y="3435"/>
                  </a:lnTo>
                  <a:cubicBezTo>
                    <a:pt x="5828" y="3498"/>
                    <a:pt x="5860" y="3624"/>
                    <a:pt x="5860" y="3718"/>
                  </a:cubicBezTo>
                  <a:cubicBezTo>
                    <a:pt x="5860" y="4852"/>
                    <a:pt x="4915" y="5797"/>
                    <a:pt x="3781" y="5797"/>
                  </a:cubicBezTo>
                  <a:cubicBezTo>
                    <a:pt x="2615" y="5797"/>
                    <a:pt x="1670" y="4852"/>
                    <a:pt x="1670" y="3718"/>
                  </a:cubicBezTo>
                  <a:cubicBezTo>
                    <a:pt x="1733" y="2552"/>
                    <a:pt x="2615" y="1607"/>
                    <a:pt x="3781" y="1607"/>
                  </a:cubicBezTo>
                  <a:cubicBezTo>
                    <a:pt x="3875" y="1607"/>
                    <a:pt x="3970" y="1607"/>
                    <a:pt x="4033" y="1670"/>
                  </a:cubicBezTo>
                  <a:lnTo>
                    <a:pt x="5356" y="347"/>
                  </a:lnTo>
                  <a:cubicBezTo>
                    <a:pt x="4883" y="127"/>
                    <a:pt x="4316" y="1"/>
                    <a:pt x="371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06" name="Google Shape;7257;p65">
              <a:extLst>
                <a:ext uri="{FF2B5EF4-FFF2-40B4-BE49-F238E27FC236}">
                  <a16:creationId xmlns:a16="http://schemas.microsoft.com/office/drawing/2014/main" id="{5B068B56-F383-EB1F-D497-DC5AA6614927}"/>
                </a:ext>
              </a:extLst>
            </p:cNvPr>
            <p:cNvSpPr/>
            <p:nvPr/>
          </p:nvSpPr>
          <p:spPr>
            <a:xfrm>
              <a:off x="-63250675" y="3751050"/>
              <a:ext cx="311125" cy="311125"/>
            </a:xfrm>
            <a:custGeom>
              <a:avLst/>
              <a:gdLst/>
              <a:ahLst/>
              <a:cxnLst/>
              <a:rect l="l" t="t" r="r" b="b"/>
              <a:pathLst>
                <a:path w="12445" h="12445" extrusionOk="0">
                  <a:moveTo>
                    <a:pt x="6270" y="0"/>
                  </a:moveTo>
                  <a:cubicBezTo>
                    <a:pt x="2773" y="0"/>
                    <a:pt x="0" y="2804"/>
                    <a:pt x="0" y="6238"/>
                  </a:cubicBezTo>
                  <a:cubicBezTo>
                    <a:pt x="0" y="9641"/>
                    <a:pt x="2804" y="12445"/>
                    <a:pt x="6238" y="12445"/>
                  </a:cubicBezTo>
                  <a:cubicBezTo>
                    <a:pt x="9672" y="12445"/>
                    <a:pt x="12445" y="9641"/>
                    <a:pt x="12445" y="6238"/>
                  </a:cubicBezTo>
                  <a:cubicBezTo>
                    <a:pt x="12445" y="5325"/>
                    <a:pt x="12256" y="4411"/>
                    <a:pt x="11878" y="3592"/>
                  </a:cubicBezTo>
                  <a:lnTo>
                    <a:pt x="11563" y="3907"/>
                  </a:lnTo>
                  <a:cubicBezTo>
                    <a:pt x="11342" y="4096"/>
                    <a:pt x="11121" y="4222"/>
                    <a:pt x="10838" y="4253"/>
                  </a:cubicBezTo>
                  <a:lnTo>
                    <a:pt x="10397" y="4348"/>
                  </a:lnTo>
                  <a:cubicBezTo>
                    <a:pt x="10680" y="4915"/>
                    <a:pt x="10806" y="5545"/>
                    <a:pt x="10806" y="6238"/>
                  </a:cubicBezTo>
                  <a:cubicBezTo>
                    <a:pt x="10806" y="8759"/>
                    <a:pt x="8759" y="10743"/>
                    <a:pt x="6270" y="10743"/>
                  </a:cubicBezTo>
                  <a:cubicBezTo>
                    <a:pt x="3781" y="10743"/>
                    <a:pt x="1733" y="8696"/>
                    <a:pt x="1733" y="6238"/>
                  </a:cubicBezTo>
                  <a:cubicBezTo>
                    <a:pt x="1733" y="3718"/>
                    <a:pt x="3781" y="1670"/>
                    <a:pt x="6270" y="1670"/>
                  </a:cubicBezTo>
                  <a:cubicBezTo>
                    <a:pt x="6931" y="1670"/>
                    <a:pt x="7561" y="1796"/>
                    <a:pt x="8160" y="2048"/>
                  </a:cubicBezTo>
                  <a:lnTo>
                    <a:pt x="8254" y="1607"/>
                  </a:lnTo>
                  <a:cubicBezTo>
                    <a:pt x="8286" y="1355"/>
                    <a:pt x="8412" y="1103"/>
                    <a:pt x="8601" y="914"/>
                  </a:cubicBezTo>
                  <a:lnTo>
                    <a:pt x="8916" y="599"/>
                  </a:lnTo>
                  <a:cubicBezTo>
                    <a:pt x="8097" y="189"/>
                    <a:pt x="7215" y="0"/>
                    <a:pt x="627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207" name="Google Shape;7258;p65">
            <a:extLst>
              <a:ext uri="{FF2B5EF4-FFF2-40B4-BE49-F238E27FC236}">
                <a16:creationId xmlns:a16="http://schemas.microsoft.com/office/drawing/2014/main" id="{7A587F43-FC0C-0071-2A31-DA47D19BA248}"/>
              </a:ext>
            </a:extLst>
          </p:cNvPr>
          <p:cNvGrpSpPr/>
          <p:nvPr/>
        </p:nvGrpSpPr>
        <p:grpSpPr>
          <a:xfrm>
            <a:off x="7700495" y="10193440"/>
            <a:ext cx="936341" cy="936341"/>
            <a:chOff x="-63250675" y="4110200"/>
            <a:chExt cx="317425" cy="317425"/>
          </a:xfrm>
          <a:solidFill>
            <a:srgbClr val="555559"/>
          </a:solidFill>
        </p:grpSpPr>
        <p:sp>
          <p:nvSpPr>
            <p:cNvPr id="208" name="Google Shape;7259;p65">
              <a:extLst>
                <a:ext uri="{FF2B5EF4-FFF2-40B4-BE49-F238E27FC236}">
                  <a16:creationId xmlns:a16="http://schemas.microsoft.com/office/drawing/2014/main" id="{A51408D0-326D-F9CE-B8BC-24EBA666C7EE}"/>
                </a:ext>
              </a:extLst>
            </p:cNvPr>
            <p:cNvSpPr/>
            <p:nvPr/>
          </p:nvSpPr>
          <p:spPr>
            <a:xfrm>
              <a:off x="-63007300" y="4153725"/>
              <a:ext cx="30725" cy="29750"/>
            </a:xfrm>
            <a:custGeom>
              <a:avLst/>
              <a:gdLst/>
              <a:ahLst/>
              <a:cxnLst/>
              <a:rect l="l" t="t" r="r" b="b"/>
              <a:pathLst>
                <a:path w="1229" h="1190" extrusionOk="0">
                  <a:moveTo>
                    <a:pt x="772" y="0"/>
                  </a:moveTo>
                  <a:cubicBezTo>
                    <a:pt x="662" y="0"/>
                    <a:pt x="552" y="39"/>
                    <a:pt x="473" y="118"/>
                  </a:cubicBezTo>
                  <a:lnTo>
                    <a:pt x="0" y="591"/>
                  </a:lnTo>
                  <a:cubicBezTo>
                    <a:pt x="252" y="780"/>
                    <a:pt x="441" y="1000"/>
                    <a:pt x="599" y="1189"/>
                  </a:cubicBezTo>
                  <a:lnTo>
                    <a:pt x="1071" y="717"/>
                  </a:lnTo>
                  <a:cubicBezTo>
                    <a:pt x="1229" y="559"/>
                    <a:pt x="1229" y="276"/>
                    <a:pt x="1071" y="118"/>
                  </a:cubicBezTo>
                  <a:cubicBezTo>
                    <a:pt x="993" y="39"/>
                    <a:pt x="882" y="0"/>
                    <a:pt x="77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09" name="Google Shape;7260;p65">
              <a:extLst>
                <a:ext uri="{FF2B5EF4-FFF2-40B4-BE49-F238E27FC236}">
                  <a16:creationId xmlns:a16="http://schemas.microsoft.com/office/drawing/2014/main" id="{63600E1C-7B62-ADA6-7255-15271AD1B8B1}"/>
                </a:ext>
              </a:extLst>
            </p:cNvPr>
            <p:cNvSpPr/>
            <p:nvPr/>
          </p:nvSpPr>
          <p:spPr>
            <a:xfrm>
              <a:off x="-63203425" y="4159025"/>
              <a:ext cx="222925" cy="222150"/>
            </a:xfrm>
            <a:custGeom>
              <a:avLst/>
              <a:gdLst/>
              <a:ahLst/>
              <a:cxnLst/>
              <a:rect l="l" t="t" r="r" b="b"/>
              <a:pathLst>
                <a:path w="8917" h="8886" extrusionOk="0">
                  <a:moveTo>
                    <a:pt x="4033" y="1418"/>
                  </a:moveTo>
                  <a:lnTo>
                    <a:pt x="4033" y="3088"/>
                  </a:lnTo>
                  <a:cubicBezTo>
                    <a:pt x="3939" y="3151"/>
                    <a:pt x="3876" y="3151"/>
                    <a:pt x="3781" y="3183"/>
                  </a:cubicBezTo>
                  <a:lnTo>
                    <a:pt x="2615" y="1985"/>
                  </a:lnTo>
                  <a:cubicBezTo>
                    <a:pt x="2993" y="1670"/>
                    <a:pt x="3529" y="1481"/>
                    <a:pt x="4033" y="1418"/>
                  </a:cubicBezTo>
                  <a:close/>
                  <a:moveTo>
                    <a:pt x="4852" y="1418"/>
                  </a:moveTo>
                  <a:cubicBezTo>
                    <a:pt x="5356" y="1481"/>
                    <a:pt x="5892" y="1670"/>
                    <a:pt x="6270" y="1985"/>
                  </a:cubicBezTo>
                  <a:lnTo>
                    <a:pt x="5104" y="3183"/>
                  </a:lnTo>
                  <a:cubicBezTo>
                    <a:pt x="5010" y="3151"/>
                    <a:pt x="4947" y="3088"/>
                    <a:pt x="4852" y="3088"/>
                  </a:cubicBezTo>
                  <a:lnTo>
                    <a:pt x="4852" y="1418"/>
                  </a:lnTo>
                  <a:close/>
                  <a:moveTo>
                    <a:pt x="2017" y="2553"/>
                  </a:moveTo>
                  <a:lnTo>
                    <a:pt x="3214" y="3718"/>
                  </a:lnTo>
                  <a:cubicBezTo>
                    <a:pt x="3151" y="3813"/>
                    <a:pt x="3119" y="3876"/>
                    <a:pt x="3119" y="3970"/>
                  </a:cubicBezTo>
                  <a:lnTo>
                    <a:pt x="1418" y="3970"/>
                  </a:lnTo>
                  <a:cubicBezTo>
                    <a:pt x="1513" y="3466"/>
                    <a:pt x="1733" y="2994"/>
                    <a:pt x="2017" y="2553"/>
                  </a:cubicBezTo>
                  <a:close/>
                  <a:moveTo>
                    <a:pt x="6869" y="2553"/>
                  </a:moveTo>
                  <a:cubicBezTo>
                    <a:pt x="7184" y="2994"/>
                    <a:pt x="7373" y="3466"/>
                    <a:pt x="7467" y="3970"/>
                  </a:cubicBezTo>
                  <a:lnTo>
                    <a:pt x="5766" y="3970"/>
                  </a:lnTo>
                  <a:cubicBezTo>
                    <a:pt x="5734" y="3876"/>
                    <a:pt x="5734" y="3813"/>
                    <a:pt x="5671" y="3718"/>
                  </a:cubicBezTo>
                  <a:lnTo>
                    <a:pt x="6869" y="2553"/>
                  </a:lnTo>
                  <a:close/>
                  <a:moveTo>
                    <a:pt x="3119" y="4789"/>
                  </a:moveTo>
                  <a:cubicBezTo>
                    <a:pt x="3182" y="4884"/>
                    <a:pt x="3182" y="4947"/>
                    <a:pt x="3214" y="5041"/>
                  </a:cubicBezTo>
                  <a:lnTo>
                    <a:pt x="2017" y="6207"/>
                  </a:lnTo>
                  <a:cubicBezTo>
                    <a:pt x="1733" y="5829"/>
                    <a:pt x="1513" y="5357"/>
                    <a:pt x="1418" y="4789"/>
                  </a:cubicBezTo>
                  <a:close/>
                  <a:moveTo>
                    <a:pt x="7467" y="4789"/>
                  </a:moveTo>
                  <a:cubicBezTo>
                    <a:pt x="7373" y="5357"/>
                    <a:pt x="7184" y="5829"/>
                    <a:pt x="6869" y="6207"/>
                  </a:cubicBezTo>
                  <a:lnTo>
                    <a:pt x="5671" y="5041"/>
                  </a:lnTo>
                  <a:cubicBezTo>
                    <a:pt x="5734" y="4947"/>
                    <a:pt x="5766" y="4884"/>
                    <a:pt x="5766" y="4789"/>
                  </a:cubicBezTo>
                  <a:close/>
                  <a:moveTo>
                    <a:pt x="3781" y="5609"/>
                  </a:moveTo>
                  <a:cubicBezTo>
                    <a:pt x="3876" y="5672"/>
                    <a:pt x="3939" y="5703"/>
                    <a:pt x="4033" y="5703"/>
                  </a:cubicBezTo>
                  <a:lnTo>
                    <a:pt x="4033" y="7404"/>
                  </a:lnTo>
                  <a:cubicBezTo>
                    <a:pt x="3529" y="7310"/>
                    <a:pt x="2993" y="7121"/>
                    <a:pt x="2615" y="6806"/>
                  </a:cubicBezTo>
                  <a:lnTo>
                    <a:pt x="3781" y="5609"/>
                  </a:lnTo>
                  <a:close/>
                  <a:moveTo>
                    <a:pt x="5104" y="5609"/>
                  </a:moveTo>
                  <a:lnTo>
                    <a:pt x="6270" y="6806"/>
                  </a:lnTo>
                  <a:cubicBezTo>
                    <a:pt x="5892" y="7121"/>
                    <a:pt x="5419" y="7310"/>
                    <a:pt x="4852" y="7404"/>
                  </a:cubicBezTo>
                  <a:lnTo>
                    <a:pt x="4852" y="5703"/>
                  </a:lnTo>
                  <a:cubicBezTo>
                    <a:pt x="4947" y="5672"/>
                    <a:pt x="5010" y="5672"/>
                    <a:pt x="5104" y="5609"/>
                  </a:cubicBezTo>
                  <a:close/>
                  <a:moveTo>
                    <a:pt x="4474" y="1"/>
                  </a:moveTo>
                  <a:cubicBezTo>
                    <a:pt x="2017" y="1"/>
                    <a:pt x="0" y="1985"/>
                    <a:pt x="0" y="4443"/>
                  </a:cubicBezTo>
                  <a:cubicBezTo>
                    <a:pt x="0" y="6869"/>
                    <a:pt x="2017" y="8885"/>
                    <a:pt x="4474" y="8885"/>
                  </a:cubicBezTo>
                  <a:cubicBezTo>
                    <a:pt x="6900" y="8885"/>
                    <a:pt x="8916" y="6869"/>
                    <a:pt x="8916" y="4443"/>
                  </a:cubicBezTo>
                  <a:cubicBezTo>
                    <a:pt x="8916" y="1954"/>
                    <a:pt x="6900" y="1"/>
                    <a:pt x="447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10" name="Google Shape;7261;p65">
              <a:extLst>
                <a:ext uri="{FF2B5EF4-FFF2-40B4-BE49-F238E27FC236}">
                  <a16:creationId xmlns:a16="http://schemas.microsoft.com/office/drawing/2014/main" id="{FB0C2DB1-DDA6-1896-B6A8-0368244E931E}"/>
                </a:ext>
              </a:extLst>
            </p:cNvPr>
            <p:cNvSpPr/>
            <p:nvPr/>
          </p:nvSpPr>
          <p:spPr>
            <a:xfrm>
              <a:off x="-63102600" y="4401625"/>
              <a:ext cx="20500" cy="26000"/>
            </a:xfrm>
            <a:custGeom>
              <a:avLst/>
              <a:gdLst/>
              <a:ahLst/>
              <a:cxnLst/>
              <a:rect l="l" t="t" r="r" b="b"/>
              <a:pathLst>
                <a:path w="820" h="1040" extrusionOk="0">
                  <a:moveTo>
                    <a:pt x="0" y="0"/>
                  </a:moveTo>
                  <a:lnTo>
                    <a:pt x="0" y="630"/>
                  </a:lnTo>
                  <a:cubicBezTo>
                    <a:pt x="0" y="882"/>
                    <a:pt x="189" y="1040"/>
                    <a:pt x="441" y="1040"/>
                  </a:cubicBezTo>
                  <a:cubicBezTo>
                    <a:pt x="662" y="1040"/>
                    <a:pt x="819" y="851"/>
                    <a:pt x="819" y="630"/>
                  </a:cubicBezTo>
                  <a:lnTo>
                    <a:pt x="819"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11" name="Google Shape;7262;p65">
              <a:extLst>
                <a:ext uri="{FF2B5EF4-FFF2-40B4-BE49-F238E27FC236}">
                  <a16:creationId xmlns:a16="http://schemas.microsoft.com/office/drawing/2014/main" id="{013BD1CF-E496-6C66-0A77-CFF8090A40F7}"/>
                </a:ext>
              </a:extLst>
            </p:cNvPr>
            <p:cNvSpPr/>
            <p:nvPr/>
          </p:nvSpPr>
          <p:spPr>
            <a:xfrm>
              <a:off x="-63006525" y="4354350"/>
              <a:ext cx="29950" cy="29975"/>
            </a:xfrm>
            <a:custGeom>
              <a:avLst/>
              <a:gdLst/>
              <a:ahLst/>
              <a:cxnLst/>
              <a:rect l="l" t="t" r="r" b="b"/>
              <a:pathLst>
                <a:path w="1198" h="1199" extrusionOk="0">
                  <a:moveTo>
                    <a:pt x="599" y="1"/>
                  </a:moveTo>
                  <a:cubicBezTo>
                    <a:pt x="410" y="221"/>
                    <a:pt x="253" y="410"/>
                    <a:pt x="1" y="599"/>
                  </a:cubicBezTo>
                  <a:lnTo>
                    <a:pt x="473" y="1072"/>
                  </a:lnTo>
                  <a:cubicBezTo>
                    <a:pt x="568" y="1167"/>
                    <a:pt x="694" y="1198"/>
                    <a:pt x="757" y="1198"/>
                  </a:cubicBezTo>
                  <a:cubicBezTo>
                    <a:pt x="851" y="1198"/>
                    <a:pt x="946" y="1167"/>
                    <a:pt x="1040" y="1072"/>
                  </a:cubicBezTo>
                  <a:cubicBezTo>
                    <a:pt x="1198" y="915"/>
                    <a:pt x="1198" y="631"/>
                    <a:pt x="1040" y="473"/>
                  </a:cubicBezTo>
                  <a:lnTo>
                    <a:pt x="599"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12" name="Google Shape;7263;p65">
              <a:extLst>
                <a:ext uri="{FF2B5EF4-FFF2-40B4-BE49-F238E27FC236}">
                  <a16:creationId xmlns:a16="http://schemas.microsoft.com/office/drawing/2014/main" id="{82301DF8-F30A-1661-B4C0-27A92980C709}"/>
                </a:ext>
              </a:extLst>
            </p:cNvPr>
            <p:cNvSpPr/>
            <p:nvPr/>
          </p:nvSpPr>
          <p:spPr>
            <a:xfrm>
              <a:off x="-62960825" y="4258275"/>
              <a:ext cx="27575" cy="20500"/>
            </a:xfrm>
            <a:custGeom>
              <a:avLst/>
              <a:gdLst/>
              <a:ahLst/>
              <a:cxnLst/>
              <a:rect l="l" t="t" r="r" b="b"/>
              <a:pathLst>
                <a:path w="1103" h="820" extrusionOk="0">
                  <a:moveTo>
                    <a:pt x="0" y="0"/>
                  </a:moveTo>
                  <a:lnTo>
                    <a:pt x="0" y="441"/>
                  </a:lnTo>
                  <a:lnTo>
                    <a:pt x="0" y="819"/>
                  </a:lnTo>
                  <a:lnTo>
                    <a:pt x="662" y="819"/>
                  </a:lnTo>
                  <a:cubicBezTo>
                    <a:pt x="914" y="819"/>
                    <a:pt x="1071" y="630"/>
                    <a:pt x="1071" y="378"/>
                  </a:cubicBezTo>
                  <a:cubicBezTo>
                    <a:pt x="1103" y="189"/>
                    <a:pt x="914" y="0"/>
                    <a:pt x="66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13" name="Google Shape;7264;p65">
              <a:extLst>
                <a:ext uri="{FF2B5EF4-FFF2-40B4-BE49-F238E27FC236}">
                  <a16:creationId xmlns:a16="http://schemas.microsoft.com/office/drawing/2014/main" id="{063642E7-E782-3921-6377-AE5BB1F8B1A3}"/>
                </a:ext>
              </a:extLst>
            </p:cNvPr>
            <p:cNvSpPr/>
            <p:nvPr/>
          </p:nvSpPr>
          <p:spPr>
            <a:xfrm>
              <a:off x="-63250675" y="4259050"/>
              <a:ext cx="26800" cy="20500"/>
            </a:xfrm>
            <a:custGeom>
              <a:avLst/>
              <a:gdLst/>
              <a:ahLst/>
              <a:cxnLst/>
              <a:rect l="l" t="t" r="r" b="b"/>
              <a:pathLst>
                <a:path w="1072" h="820" extrusionOk="0">
                  <a:moveTo>
                    <a:pt x="410" y="1"/>
                  </a:moveTo>
                  <a:cubicBezTo>
                    <a:pt x="158" y="1"/>
                    <a:pt x="0" y="190"/>
                    <a:pt x="0" y="410"/>
                  </a:cubicBezTo>
                  <a:cubicBezTo>
                    <a:pt x="0" y="631"/>
                    <a:pt x="221" y="820"/>
                    <a:pt x="410" y="820"/>
                  </a:cubicBezTo>
                  <a:lnTo>
                    <a:pt x="1071" y="820"/>
                  </a:lnTo>
                  <a:lnTo>
                    <a:pt x="1071" y="442"/>
                  </a:lnTo>
                  <a:lnTo>
                    <a:pt x="107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14" name="Google Shape;7265;p65">
              <a:extLst>
                <a:ext uri="{FF2B5EF4-FFF2-40B4-BE49-F238E27FC236}">
                  <a16:creationId xmlns:a16="http://schemas.microsoft.com/office/drawing/2014/main" id="{9B6489C5-F449-6DD8-1EF6-D8F1DCC5871F}"/>
                </a:ext>
              </a:extLst>
            </p:cNvPr>
            <p:cNvSpPr/>
            <p:nvPr/>
          </p:nvSpPr>
          <p:spPr>
            <a:xfrm>
              <a:off x="-63208950" y="4354350"/>
              <a:ext cx="29175" cy="29975"/>
            </a:xfrm>
            <a:custGeom>
              <a:avLst/>
              <a:gdLst/>
              <a:ahLst/>
              <a:cxnLst/>
              <a:rect l="l" t="t" r="r" b="b"/>
              <a:pathLst>
                <a:path w="1167" h="1199" extrusionOk="0">
                  <a:moveTo>
                    <a:pt x="631" y="1"/>
                  </a:moveTo>
                  <a:lnTo>
                    <a:pt x="158" y="473"/>
                  </a:lnTo>
                  <a:cubicBezTo>
                    <a:pt x="1" y="631"/>
                    <a:pt x="1" y="915"/>
                    <a:pt x="158" y="1072"/>
                  </a:cubicBezTo>
                  <a:cubicBezTo>
                    <a:pt x="221" y="1167"/>
                    <a:pt x="348" y="1198"/>
                    <a:pt x="442" y="1198"/>
                  </a:cubicBezTo>
                  <a:cubicBezTo>
                    <a:pt x="505" y="1198"/>
                    <a:pt x="631" y="1167"/>
                    <a:pt x="694" y="1072"/>
                  </a:cubicBezTo>
                  <a:lnTo>
                    <a:pt x="1167" y="599"/>
                  </a:lnTo>
                  <a:cubicBezTo>
                    <a:pt x="1009" y="442"/>
                    <a:pt x="820" y="253"/>
                    <a:pt x="63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15" name="Google Shape;7266;p65">
              <a:extLst>
                <a:ext uri="{FF2B5EF4-FFF2-40B4-BE49-F238E27FC236}">
                  <a16:creationId xmlns:a16="http://schemas.microsoft.com/office/drawing/2014/main" id="{7023BE23-D4AC-C7FC-3A98-C63406B6DA36}"/>
                </a:ext>
              </a:extLst>
            </p:cNvPr>
            <p:cNvSpPr/>
            <p:nvPr/>
          </p:nvSpPr>
          <p:spPr>
            <a:xfrm>
              <a:off x="-63208150" y="4153725"/>
              <a:ext cx="30725" cy="29750"/>
            </a:xfrm>
            <a:custGeom>
              <a:avLst/>
              <a:gdLst/>
              <a:ahLst/>
              <a:cxnLst/>
              <a:rect l="l" t="t" r="r" b="b"/>
              <a:pathLst>
                <a:path w="1229" h="1190" extrusionOk="0">
                  <a:moveTo>
                    <a:pt x="457" y="0"/>
                  </a:moveTo>
                  <a:cubicBezTo>
                    <a:pt x="347" y="0"/>
                    <a:pt x="237" y="39"/>
                    <a:pt x="158" y="118"/>
                  </a:cubicBezTo>
                  <a:cubicBezTo>
                    <a:pt x="0" y="276"/>
                    <a:pt x="0" y="559"/>
                    <a:pt x="158" y="717"/>
                  </a:cubicBezTo>
                  <a:lnTo>
                    <a:pt x="631" y="1189"/>
                  </a:lnTo>
                  <a:lnTo>
                    <a:pt x="1229" y="591"/>
                  </a:lnTo>
                  <a:lnTo>
                    <a:pt x="757" y="118"/>
                  </a:lnTo>
                  <a:cubicBezTo>
                    <a:pt x="678" y="39"/>
                    <a:pt x="568" y="0"/>
                    <a:pt x="45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16" name="Google Shape;7267;p65">
              <a:extLst>
                <a:ext uri="{FF2B5EF4-FFF2-40B4-BE49-F238E27FC236}">
                  <a16:creationId xmlns:a16="http://schemas.microsoft.com/office/drawing/2014/main" id="{A35B32D3-B555-1CCD-F10A-A61B65364642}"/>
                </a:ext>
              </a:extLst>
            </p:cNvPr>
            <p:cNvSpPr/>
            <p:nvPr/>
          </p:nvSpPr>
          <p:spPr>
            <a:xfrm>
              <a:off x="-63102600" y="4110200"/>
              <a:ext cx="20500" cy="27600"/>
            </a:xfrm>
            <a:custGeom>
              <a:avLst/>
              <a:gdLst/>
              <a:ahLst/>
              <a:cxnLst/>
              <a:rect l="l" t="t" r="r" b="b"/>
              <a:pathLst>
                <a:path w="820" h="1104" extrusionOk="0">
                  <a:moveTo>
                    <a:pt x="441" y="0"/>
                  </a:moveTo>
                  <a:cubicBezTo>
                    <a:pt x="221" y="0"/>
                    <a:pt x="0" y="221"/>
                    <a:pt x="0" y="410"/>
                  </a:cubicBezTo>
                  <a:lnTo>
                    <a:pt x="0" y="1103"/>
                  </a:lnTo>
                  <a:lnTo>
                    <a:pt x="819" y="1103"/>
                  </a:lnTo>
                  <a:lnTo>
                    <a:pt x="819" y="410"/>
                  </a:lnTo>
                  <a:cubicBezTo>
                    <a:pt x="819" y="158"/>
                    <a:pt x="630" y="0"/>
                    <a:pt x="44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217" name="Google Shape;7268;p65">
            <a:extLst>
              <a:ext uri="{FF2B5EF4-FFF2-40B4-BE49-F238E27FC236}">
                <a16:creationId xmlns:a16="http://schemas.microsoft.com/office/drawing/2014/main" id="{CCB2286B-FF20-5246-EC8C-7CF81016D7BD}"/>
              </a:ext>
            </a:extLst>
          </p:cNvPr>
          <p:cNvGrpSpPr/>
          <p:nvPr/>
        </p:nvGrpSpPr>
        <p:grpSpPr>
          <a:xfrm>
            <a:off x="13394967" y="7981195"/>
            <a:ext cx="915471" cy="914882"/>
            <a:chOff x="-61351725" y="3372400"/>
            <a:chExt cx="310350" cy="310150"/>
          </a:xfrm>
          <a:solidFill>
            <a:srgbClr val="555559"/>
          </a:solidFill>
        </p:grpSpPr>
        <p:sp>
          <p:nvSpPr>
            <p:cNvPr id="218" name="Google Shape;7269;p65">
              <a:extLst>
                <a:ext uri="{FF2B5EF4-FFF2-40B4-BE49-F238E27FC236}">
                  <a16:creationId xmlns:a16="http://schemas.microsoft.com/office/drawing/2014/main" id="{D952C4FB-4E55-B778-4B81-62E18DA3D542}"/>
                </a:ext>
              </a:extLst>
            </p:cNvPr>
            <p:cNvSpPr/>
            <p:nvPr/>
          </p:nvSpPr>
          <p:spPr>
            <a:xfrm>
              <a:off x="-61165050" y="3558875"/>
              <a:ext cx="19700" cy="19700"/>
            </a:xfrm>
            <a:custGeom>
              <a:avLst/>
              <a:gdLst/>
              <a:ahLst/>
              <a:cxnLst/>
              <a:rect l="l" t="t" r="r" b="b"/>
              <a:pathLst>
                <a:path w="788" h="788" extrusionOk="0">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19" name="Google Shape;7270;p65">
              <a:extLst>
                <a:ext uri="{FF2B5EF4-FFF2-40B4-BE49-F238E27FC236}">
                  <a16:creationId xmlns:a16="http://schemas.microsoft.com/office/drawing/2014/main" id="{ECCF6BD4-88EA-F742-0623-6FD463829770}"/>
                </a:ext>
              </a:extLst>
            </p:cNvPr>
            <p:cNvSpPr/>
            <p:nvPr/>
          </p:nvSpPr>
          <p:spPr>
            <a:xfrm>
              <a:off x="-61247750" y="3476175"/>
              <a:ext cx="19700" cy="19700"/>
            </a:xfrm>
            <a:custGeom>
              <a:avLst/>
              <a:gdLst/>
              <a:ahLst/>
              <a:cxnLst/>
              <a:rect l="l" t="t" r="r" b="b"/>
              <a:pathLst>
                <a:path w="788" h="788" extrusionOk="0">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20" name="Google Shape;7271;p65">
              <a:extLst>
                <a:ext uri="{FF2B5EF4-FFF2-40B4-BE49-F238E27FC236}">
                  <a16:creationId xmlns:a16="http://schemas.microsoft.com/office/drawing/2014/main" id="{F1CD4601-6F6D-FAFF-826B-378CFCA4C8AB}"/>
                </a:ext>
              </a:extLst>
            </p:cNvPr>
            <p:cNvSpPr/>
            <p:nvPr/>
          </p:nvSpPr>
          <p:spPr>
            <a:xfrm>
              <a:off x="-61351725" y="3372400"/>
              <a:ext cx="310350" cy="310150"/>
            </a:xfrm>
            <a:custGeom>
              <a:avLst/>
              <a:gdLst/>
              <a:ahLst/>
              <a:cxnLst/>
              <a:rect l="l" t="t" r="r" b="b"/>
              <a:pathLst>
                <a:path w="12414" h="12406" extrusionOk="0">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221" name="Google Shape;7272;p65">
            <a:extLst>
              <a:ext uri="{FF2B5EF4-FFF2-40B4-BE49-F238E27FC236}">
                <a16:creationId xmlns:a16="http://schemas.microsoft.com/office/drawing/2014/main" id="{E94C0116-BF23-CC44-41BA-98CD400CDBDD}"/>
              </a:ext>
            </a:extLst>
          </p:cNvPr>
          <p:cNvGrpSpPr/>
          <p:nvPr/>
        </p:nvGrpSpPr>
        <p:grpSpPr>
          <a:xfrm>
            <a:off x="13385674" y="9142904"/>
            <a:ext cx="934055" cy="850355"/>
            <a:chOff x="-61354875" y="3751050"/>
            <a:chExt cx="316650" cy="288275"/>
          </a:xfrm>
          <a:solidFill>
            <a:srgbClr val="555559"/>
          </a:solidFill>
        </p:grpSpPr>
        <p:sp>
          <p:nvSpPr>
            <p:cNvPr id="222" name="Google Shape;7273;p65">
              <a:extLst>
                <a:ext uri="{FF2B5EF4-FFF2-40B4-BE49-F238E27FC236}">
                  <a16:creationId xmlns:a16="http://schemas.microsoft.com/office/drawing/2014/main" id="{504246C9-9D97-649F-956C-BBA56973EBE7}"/>
                </a:ext>
              </a:extLst>
            </p:cNvPr>
            <p:cNvSpPr/>
            <p:nvPr/>
          </p:nvSpPr>
          <p:spPr>
            <a:xfrm>
              <a:off x="-61200500" y="3875475"/>
              <a:ext cx="41775" cy="41000"/>
            </a:xfrm>
            <a:custGeom>
              <a:avLst/>
              <a:gdLst/>
              <a:ahLst/>
              <a:cxnLst/>
              <a:rect l="l" t="t" r="r" b="b"/>
              <a:pathLst>
                <a:path w="1671" h="1640" extrusionOk="0">
                  <a:moveTo>
                    <a:pt x="820" y="1"/>
                  </a:moveTo>
                  <a:cubicBezTo>
                    <a:pt x="379" y="1"/>
                    <a:pt x="1" y="348"/>
                    <a:pt x="1" y="820"/>
                  </a:cubicBezTo>
                  <a:cubicBezTo>
                    <a:pt x="1" y="1261"/>
                    <a:pt x="379" y="1639"/>
                    <a:pt x="820" y="1639"/>
                  </a:cubicBezTo>
                  <a:cubicBezTo>
                    <a:pt x="1292" y="1639"/>
                    <a:pt x="1670" y="1261"/>
                    <a:pt x="1670" y="820"/>
                  </a:cubicBezTo>
                  <a:cubicBezTo>
                    <a:pt x="1670" y="348"/>
                    <a:pt x="1292" y="1"/>
                    <a:pt x="82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23" name="Google Shape;7274;p65">
              <a:extLst>
                <a:ext uri="{FF2B5EF4-FFF2-40B4-BE49-F238E27FC236}">
                  <a16:creationId xmlns:a16="http://schemas.microsoft.com/office/drawing/2014/main" id="{EFB53F93-54DB-5F22-4E69-94D7253B0727}"/>
                </a:ext>
              </a:extLst>
            </p:cNvPr>
            <p:cNvSpPr/>
            <p:nvPr/>
          </p:nvSpPr>
          <p:spPr>
            <a:xfrm>
              <a:off x="-61293425" y="3813275"/>
              <a:ext cx="192975" cy="165425"/>
            </a:xfrm>
            <a:custGeom>
              <a:avLst/>
              <a:gdLst/>
              <a:ahLst/>
              <a:cxnLst/>
              <a:rect l="l" t="t" r="r" b="b"/>
              <a:pathLst>
                <a:path w="7719" h="6617" extrusionOk="0">
                  <a:moveTo>
                    <a:pt x="6191" y="1260"/>
                  </a:moveTo>
                  <a:cubicBezTo>
                    <a:pt x="6301" y="1260"/>
                    <a:pt x="6411" y="1292"/>
                    <a:pt x="6490" y="1355"/>
                  </a:cubicBezTo>
                  <a:cubicBezTo>
                    <a:pt x="6648" y="1512"/>
                    <a:pt x="6648" y="1796"/>
                    <a:pt x="6490" y="1953"/>
                  </a:cubicBezTo>
                  <a:lnTo>
                    <a:pt x="5954" y="2457"/>
                  </a:lnTo>
                  <a:cubicBezTo>
                    <a:pt x="6112" y="2709"/>
                    <a:pt x="6207" y="3025"/>
                    <a:pt x="6207" y="3308"/>
                  </a:cubicBezTo>
                  <a:cubicBezTo>
                    <a:pt x="6207" y="3592"/>
                    <a:pt x="6112" y="3907"/>
                    <a:pt x="5954" y="4127"/>
                  </a:cubicBezTo>
                  <a:lnTo>
                    <a:pt x="6490" y="4631"/>
                  </a:lnTo>
                  <a:cubicBezTo>
                    <a:pt x="6648" y="4789"/>
                    <a:pt x="6648" y="5072"/>
                    <a:pt x="6490" y="5230"/>
                  </a:cubicBezTo>
                  <a:cubicBezTo>
                    <a:pt x="6396" y="5324"/>
                    <a:pt x="6270" y="5356"/>
                    <a:pt x="6207" y="5356"/>
                  </a:cubicBezTo>
                  <a:cubicBezTo>
                    <a:pt x="6080" y="5356"/>
                    <a:pt x="6017" y="5324"/>
                    <a:pt x="5923" y="5230"/>
                  </a:cubicBezTo>
                  <a:lnTo>
                    <a:pt x="5419" y="4726"/>
                  </a:lnTo>
                  <a:cubicBezTo>
                    <a:pt x="5167" y="4883"/>
                    <a:pt x="4852" y="4946"/>
                    <a:pt x="4600" y="4946"/>
                  </a:cubicBezTo>
                  <a:cubicBezTo>
                    <a:pt x="4316" y="4946"/>
                    <a:pt x="4001" y="4883"/>
                    <a:pt x="3749" y="4726"/>
                  </a:cubicBezTo>
                  <a:lnTo>
                    <a:pt x="3245" y="5230"/>
                  </a:lnTo>
                  <a:cubicBezTo>
                    <a:pt x="3182" y="5324"/>
                    <a:pt x="3056" y="5356"/>
                    <a:pt x="2961" y="5356"/>
                  </a:cubicBezTo>
                  <a:cubicBezTo>
                    <a:pt x="2835" y="5356"/>
                    <a:pt x="2772" y="5324"/>
                    <a:pt x="2709" y="5230"/>
                  </a:cubicBezTo>
                  <a:cubicBezTo>
                    <a:pt x="2552" y="5072"/>
                    <a:pt x="2552" y="4789"/>
                    <a:pt x="2709" y="4631"/>
                  </a:cubicBezTo>
                  <a:lnTo>
                    <a:pt x="3214" y="4127"/>
                  </a:lnTo>
                  <a:cubicBezTo>
                    <a:pt x="2961" y="3907"/>
                    <a:pt x="2898" y="3623"/>
                    <a:pt x="2898" y="3308"/>
                  </a:cubicBezTo>
                  <a:cubicBezTo>
                    <a:pt x="2898" y="2993"/>
                    <a:pt x="2961" y="2709"/>
                    <a:pt x="3119" y="2457"/>
                  </a:cubicBezTo>
                  <a:lnTo>
                    <a:pt x="2615" y="1953"/>
                  </a:lnTo>
                  <a:cubicBezTo>
                    <a:pt x="2457" y="1796"/>
                    <a:pt x="2457" y="1512"/>
                    <a:pt x="2615" y="1355"/>
                  </a:cubicBezTo>
                  <a:cubicBezTo>
                    <a:pt x="2694" y="1292"/>
                    <a:pt x="2804" y="1260"/>
                    <a:pt x="2914" y="1260"/>
                  </a:cubicBezTo>
                  <a:cubicBezTo>
                    <a:pt x="3025" y="1260"/>
                    <a:pt x="3135" y="1292"/>
                    <a:pt x="3214" y="1355"/>
                  </a:cubicBezTo>
                  <a:lnTo>
                    <a:pt x="3718" y="1890"/>
                  </a:lnTo>
                  <a:cubicBezTo>
                    <a:pt x="3970" y="1733"/>
                    <a:pt x="4253" y="1638"/>
                    <a:pt x="4537" y="1638"/>
                  </a:cubicBezTo>
                  <a:cubicBezTo>
                    <a:pt x="4820" y="1638"/>
                    <a:pt x="5135" y="1733"/>
                    <a:pt x="5387" y="1890"/>
                  </a:cubicBezTo>
                  <a:lnTo>
                    <a:pt x="5891" y="1355"/>
                  </a:lnTo>
                  <a:cubicBezTo>
                    <a:pt x="5970" y="1292"/>
                    <a:pt x="6080" y="1260"/>
                    <a:pt x="6191" y="1260"/>
                  </a:cubicBezTo>
                  <a:close/>
                  <a:moveTo>
                    <a:pt x="0" y="0"/>
                  </a:moveTo>
                  <a:lnTo>
                    <a:pt x="0" y="1260"/>
                  </a:lnTo>
                  <a:lnTo>
                    <a:pt x="851" y="1260"/>
                  </a:lnTo>
                  <a:cubicBezTo>
                    <a:pt x="1071" y="1260"/>
                    <a:pt x="1260" y="1449"/>
                    <a:pt x="1260" y="1638"/>
                  </a:cubicBezTo>
                  <a:cubicBezTo>
                    <a:pt x="1260" y="1859"/>
                    <a:pt x="1071" y="2079"/>
                    <a:pt x="851" y="2079"/>
                  </a:cubicBezTo>
                  <a:lnTo>
                    <a:pt x="0" y="2079"/>
                  </a:lnTo>
                  <a:lnTo>
                    <a:pt x="0" y="4568"/>
                  </a:lnTo>
                  <a:lnTo>
                    <a:pt x="851" y="4568"/>
                  </a:lnTo>
                  <a:cubicBezTo>
                    <a:pt x="1071" y="4568"/>
                    <a:pt x="1260" y="4757"/>
                    <a:pt x="1260" y="4946"/>
                  </a:cubicBezTo>
                  <a:cubicBezTo>
                    <a:pt x="1260" y="5198"/>
                    <a:pt x="1071" y="5387"/>
                    <a:pt x="851" y="5387"/>
                  </a:cubicBezTo>
                  <a:lnTo>
                    <a:pt x="0" y="5387"/>
                  </a:lnTo>
                  <a:lnTo>
                    <a:pt x="0" y="6616"/>
                  </a:lnTo>
                  <a:lnTo>
                    <a:pt x="7719" y="6616"/>
                  </a:lnTo>
                  <a:lnTo>
                    <a:pt x="7719"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24" name="Google Shape;7275;p65">
              <a:extLst>
                <a:ext uri="{FF2B5EF4-FFF2-40B4-BE49-F238E27FC236}">
                  <a16:creationId xmlns:a16="http://schemas.microsoft.com/office/drawing/2014/main" id="{3962DB2A-AB6B-207D-2D2F-E08739D35467}"/>
                </a:ext>
              </a:extLst>
            </p:cNvPr>
            <p:cNvSpPr/>
            <p:nvPr/>
          </p:nvSpPr>
          <p:spPr>
            <a:xfrm>
              <a:off x="-61354875" y="3751050"/>
              <a:ext cx="316650" cy="288275"/>
            </a:xfrm>
            <a:custGeom>
              <a:avLst/>
              <a:gdLst/>
              <a:ahLst/>
              <a:cxnLst/>
              <a:rect l="l" t="t" r="r" b="b"/>
              <a:pathLst>
                <a:path w="12666" h="11531" extrusionOk="0">
                  <a:moveTo>
                    <a:pt x="10618" y="1701"/>
                  </a:moveTo>
                  <a:cubicBezTo>
                    <a:pt x="10870" y="1701"/>
                    <a:pt x="11027" y="1890"/>
                    <a:pt x="11027" y="2080"/>
                  </a:cubicBezTo>
                  <a:lnTo>
                    <a:pt x="11027" y="9546"/>
                  </a:lnTo>
                  <a:cubicBezTo>
                    <a:pt x="11027" y="9767"/>
                    <a:pt x="10807" y="9956"/>
                    <a:pt x="10618" y="9956"/>
                  </a:cubicBezTo>
                  <a:lnTo>
                    <a:pt x="2080" y="9956"/>
                  </a:lnTo>
                  <a:cubicBezTo>
                    <a:pt x="1828" y="9956"/>
                    <a:pt x="1670" y="9767"/>
                    <a:pt x="1670" y="9546"/>
                  </a:cubicBezTo>
                  <a:lnTo>
                    <a:pt x="1670" y="2080"/>
                  </a:lnTo>
                  <a:cubicBezTo>
                    <a:pt x="1670" y="1859"/>
                    <a:pt x="1891" y="1701"/>
                    <a:pt x="2080" y="1701"/>
                  </a:cubicBezTo>
                  <a:close/>
                  <a:moveTo>
                    <a:pt x="1198" y="0"/>
                  </a:moveTo>
                  <a:cubicBezTo>
                    <a:pt x="536" y="0"/>
                    <a:pt x="1" y="567"/>
                    <a:pt x="1" y="1229"/>
                  </a:cubicBezTo>
                  <a:lnTo>
                    <a:pt x="1" y="10334"/>
                  </a:lnTo>
                  <a:cubicBezTo>
                    <a:pt x="1" y="10995"/>
                    <a:pt x="536" y="11531"/>
                    <a:pt x="1198" y="11531"/>
                  </a:cubicBezTo>
                  <a:lnTo>
                    <a:pt x="11405" y="11531"/>
                  </a:lnTo>
                  <a:cubicBezTo>
                    <a:pt x="12067" y="11531"/>
                    <a:pt x="12666" y="10995"/>
                    <a:pt x="12666" y="10334"/>
                  </a:cubicBezTo>
                  <a:lnTo>
                    <a:pt x="12666" y="1260"/>
                  </a:lnTo>
                  <a:cubicBezTo>
                    <a:pt x="12666" y="567"/>
                    <a:pt x="12130" y="0"/>
                    <a:pt x="1140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225" name="Google Shape;7276;p65">
            <a:extLst>
              <a:ext uri="{FF2B5EF4-FFF2-40B4-BE49-F238E27FC236}">
                <a16:creationId xmlns:a16="http://schemas.microsoft.com/office/drawing/2014/main" id="{391681C3-55D8-2852-98EA-292DD1E710FE}"/>
              </a:ext>
            </a:extLst>
          </p:cNvPr>
          <p:cNvGrpSpPr/>
          <p:nvPr/>
        </p:nvGrpSpPr>
        <p:grpSpPr>
          <a:xfrm>
            <a:off x="13385674" y="10193402"/>
            <a:ext cx="934055" cy="936416"/>
            <a:chOff x="-61354875" y="4101525"/>
            <a:chExt cx="316650" cy="317450"/>
          </a:xfrm>
          <a:solidFill>
            <a:srgbClr val="555559"/>
          </a:solidFill>
        </p:grpSpPr>
        <p:sp>
          <p:nvSpPr>
            <p:cNvPr id="226" name="Google Shape;7277;p65">
              <a:extLst>
                <a:ext uri="{FF2B5EF4-FFF2-40B4-BE49-F238E27FC236}">
                  <a16:creationId xmlns:a16="http://schemas.microsoft.com/office/drawing/2014/main" id="{CC434CD2-DA23-9FB0-EA99-CD8D078C9A80}"/>
                </a:ext>
              </a:extLst>
            </p:cNvPr>
            <p:cNvSpPr/>
            <p:nvPr/>
          </p:nvSpPr>
          <p:spPr>
            <a:xfrm>
              <a:off x="-61172925" y="4240150"/>
              <a:ext cx="62225" cy="145750"/>
            </a:xfrm>
            <a:custGeom>
              <a:avLst/>
              <a:gdLst/>
              <a:ahLst/>
              <a:cxnLst/>
              <a:rect l="l" t="t" r="r" b="b"/>
              <a:pathLst>
                <a:path w="2489" h="5830" extrusionOk="0">
                  <a:moveTo>
                    <a:pt x="1260" y="1"/>
                  </a:moveTo>
                  <a:cubicBezTo>
                    <a:pt x="1071" y="1"/>
                    <a:pt x="819" y="221"/>
                    <a:pt x="819" y="442"/>
                  </a:cubicBezTo>
                  <a:lnTo>
                    <a:pt x="819" y="725"/>
                  </a:lnTo>
                  <a:cubicBezTo>
                    <a:pt x="347" y="883"/>
                    <a:pt x="0" y="1355"/>
                    <a:pt x="0" y="1891"/>
                  </a:cubicBezTo>
                  <a:cubicBezTo>
                    <a:pt x="0" y="2584"/>
                    <a:pt x="536" y="2962"/>
                    <a:pt x="977" y="3277"/>
                  </a:cubicBezTo>
                  <a:cubicBezTo>
                    <a:pt x="1292" y="3529"/>
                    <a:pt x="1639" y="3750"/>
                    <a:pt x="1639" y="4002"/>
                  </a:cubicBezTo>
                  <a:cubicBezTo>
                    <a:pt x="1639" y="4222"/>
                    <a:pt x="1450" y="4411"/>
                    <a:pt x="1260" y="4411"/>
                  </a:cubicBezTo>
                  <a:cubicBezTo>
                    <a:pt x="1008" y="4411"/>
                    <a:pt x="819" y="4222"/>
                    <a:pt x="819" y="4002"/>
                  </a:cubicBezTo>
                  <a:cubicBezTo>
                    <a:pt x="819" y="3750"/>
                    <a:pt x="630" y="3592"/>
                    <a:pt x="441" y="3592"/>
                  </a:cubicBezTo>
                  <a:cubicBezTo>
                    <a:pt x="221" y="3592"/>
                    <a:pt x="0" y="3781"/>
                    <a:pt x="0" y="4002"/>
                  </a:cubicBezTo>
                  <a:cubicBezTo>
                    <a:pt x="0" y="4537"/>
                    <a:pt x="347" y="4978"/>
                    <a:pt x="819" y="5167"/>
                  </a:cubicBezTo>
                  <a:lnTo>
                    <a:pt x="819" y="5451"/>
                  </a:lnTo>
                  <a:cubicBezTo>
                    <a:pt x="819" y="5672"/>
                    <a:pt x="1008" y="5829"/>
                    <a:pt x="1260" y="5829"/>
                  </a:cubicBezTo>
                  <a:cubicBezTo>
                    <a:pt x="1481" y="5829"/>
                    <a:pt x="1639" y="5640"/>
                    <a:pt x="1639" y="5451"/>
                  </a:cubicBezTo>
                  <a:lnTo>
                    <a:pt x="1639" y="5167"/>
                  </a:lnTo>
                  <a:cubicBezTo>
                    <a:pt x="2111" y="5010"/>
                    <a:pt x="2489" y="4537"/>
                    <a:pt x="2489" y="4002"/>
                  </a:cubicBezTo>
                  <a:cubicBezTo>
                    <a:pt x="2489" y="3309"/>
                    <a:pt x="1922" y="2931"/>
                    <a:pt x="1481" y="2616"/>
                  </a:cubicBezTo>
                  <a:cubicBezTo>
                    <a:pt x="1166" y="2364"/>
                    <a:pt x="819" y="2143"/>
                    <a:pt x="819" y="1891"/>
                  </a:cubicBezTo>
                  <a:cubicBezTo>
                    <a:pt x="819" y="1702"/>
                    <a:pt x="1008" y="1513"/>
                    <a:pt x="1260" y="1513"/>
                  </a:cubicBezTo>
                  <a:cubicBezTo>
                    <a:pt x="1513" y="1513"/>
                    <a:pt x="1639" y="1702"/>
                    <a:pt x="1639" y="1891"/>
                  </a:cubicBezTo>
                  <a:cubicBezTo>
                    <a:pt x="1639" y="2143"/>
                    <a:pt x="1859" y="2332"/>
                    <a:pt x="2048" y="2332"/>
                  </a:cubicBezTo>
                  <a:cubicBezTo>
                    <a:pt x="2300" y="2332"/>
                    <a:pt x="2489" y="2143"/>
                    <a:pt x="2489" y="1891"/>
                  </a:cubicBezTo>
                  <a:cubicBezTo>
                    <a:pt x="2489" y="1355"/>
                    <a:pt x="2143" y="914"/>
                    <a:pt x="1639" y="725"/>
                  </a:cubicBezTo>
                  <a:lnTo>
                    <a:pt x="1639" y="442"/>
                  </a:lnTo>
                  <a:cubicBezTo>
                    <a:pt x="1639" y="221"/>
                    <a:pt x="1450" y="1"/>
                    <a:pt x="126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27" name="Google Shape;7278;p65">
              <a:extLst>
                <a:ext uri="{FF2B5EF4-FFF2-40B4-BE49-F238E27FC236}">
                  <a16:creationId xmlns:a16="http://schemas.microsoft.com/office/drawing/2014/main" id="{0F077332-D4AA-A2B8-C57D-B6B9EA841325}"/>
                </a:ext>
              </a:extLst>
            </p:cNvPr>
            <p:cNvSpPr/>
            <p:nvPr/>
          </p:nvSpPr>
          <p:spPr>
            <a:xfrm>
              <a:off x="-61354875" y="4101525"/>
              <a:ext cx="316650" cy="317450"/>
            </a:xfrm>
            <a:custGeom>
              <a:avLst/>
              <a:gdLst/>
              <a:ahLst/>
              <a:cxnLst/>
              <a:rect l="l" t="t" r="r" b="b"/>
              <a:pathLst>
                <a:path w="12666" h="12698" extrusionOk="0">
                  <a:moveTo>
                    <a:pt x="11405" y="1608"/>
                  </a:moveTo>
                  <a:cubicBezTo>
                    <a:pt x="11657" y="1608"/>
                    <a:pt x="11847" y="1797"/>
                    <a:pt x="11847" y="2049"/>
                  </a:cubicBezTo>
                  <a:lnTo>
                    <a:pt x="11847" y="3277"/>
                  </a:lnTo>
                  <a:lnTo>
                    <a:pt x="820" y="3277"/>
                  </a:lnTo>
                  <a:lnTo>
                    <a:pt x="820" y="2049"/>
                  </a:lnTo>
                  <a:cubicBezTo>
                    <a:pt x="820" y="1797"/>
                    <a:pt x="1009" y="1608"/>
                    <a:pt x="1198" y="1608"/>
                  </a:cubicBezTo>
                  <a:lnTo>
                    <a:pt x="1639" y="1608"/>
                  </a:lnTo>
                  <a:lnTo>
                    <a:pt x="1639" y="2049"/>
                  </a:lnTo>
                  <a:cubicBezTo>
                    <a:pt x="1639" y="2301"/>
                    <a:pt x="1828" y="2458"/>
                    <a:pt x="2048" y="2458"/>
                  </a:cubicBezTo>
                  <a:cubicBezTo>
                    <a:pt x="2237" y="2458"/>
                    <a:pt x="2427" y="2238"/>
                    <a:pt x="2427" y="2049"/>
                  </a:cubicBezTo>
                  <a:lnTo>
                    <a:pt x="2427" y="1608"/>
                  </a:lnTo>
                  <a:lnTo>
                    <a:pt x="5892" y="1608"/>
                  </a:lnTo>
                  <a:lnTo>
                    <a:pt x="5892" y="2049"/>
                  </a:lnTo>
                  <a:cubicBezTo>
                    <a:pt x="5892" y="2301"/>
                    <a:pt x="6081" y="2458"/>
                    <a:pt x="6333" y="2458"/>
                  </a:cubicBezTo>
                  <a:cubicBezTo>
                    <a:pt x="6585" y="2458"/>
                    <a:pt x="6743" y="2238"/>
                    <a:pt x="6743" y="2049"/>
                  </a:cubicBezTo>
                  <a:lnTo>
                    <a:pt x="6743" y="1608"/>
                  </a:lnTo>
                  <a:lnTo>
                    <a:pt x="10208" y="1608"/>
                  </a:lnTo>
                  <a:lnTo>
                    <a:pt x="10208" y="2049"/>
                  </a:lnTo>
                  <a:cubicBezTo>
                    <a:pt x="10208" y="2301"/>
                    <a:pt x="10397" y="2458"/>
                    <a:pt x="10618" y="2458"/>
                  </a:cubicBezTo>
                  <a:cubicBezTo>
                    <a:pt x="10870" y="2458"/>
                    <a:pt x="11027" y="2238"/>
                    <a:pt x="11027" y="2049"/>
                  </a:cubicBezTo>
                  <a:lnTo>
                    <a:pt x="11027" y="1608"/>
                  </a:lnTo>
                  <a:close/>
                  <a:moveTo>
                    <a:pt x="2868" y="4916"/>
                  </a:moveTo>
                  <a:cubicBezTo>
                    <a:pt x="3088" y="4916"/>
                    <a:pt x="3246" y="5136"/>
                    <a:pt x="3246" y="5357"/>
                  </a:cubicBezTo>
                  <a:cubicBezTo>
                    <a:pt x="3309" y="5546"/>
                    <a:pt x="3088" y="5766"/>
                    <a:pt x="2868" y="5766"/>
                  </a:cubicBezTo>
                  <a:lnTo>
                    <a:pt x="2048" y="5766"/>
                  </a:lnTo>
                  <a:cubicBezTo>
                    <a:pt x="1796" y="5766"/>
                    <a:pt x="1639" y="5546"/>
                    <a:pt x="1639" y="5357"/>
                  </a:cubicBezTo>
                  <a:cubicBezTo>
                    <a:pt x="1639" y="5136"/>
                    <a:pt x="1828" y="4916"/>
                    <a:pt x="2048" y="4916"/>
                  </a:cubicBezTo>
                  <a:close/>
                  <a:moveTo>
                    <a:pt x="2868" y="6585"/>
                  </a:moveTo>
                  <a:cubicBezTo>
                    <a:pt x="3088" y="6585"/>
                    <a:pt x="3246" y="6774"/>
                    <a:pt x="3246" y="6963"/>
                  </a:cubicBezTo>
                  <a:cubicBezTo>
                    <a:pt x="3309" y="7215"/>
                    <a:pt x="3088" y="7404"/>
                    <a:pt x="2868" y="7404"/>
                  </a:cubicBezTo>
                  <a:lnTo>
                    <a:pt x="2048" y="7404"/>
                  </a:lnTo>
                  <a:cubicBezTo>
                    <a:pt x="1796" y="7404"/>
                    <a:pt x="1639" y="7215"/>
                    <a:pt x="1639" y="6963"/>
                  </a:cubicBezTo>
                  <a:cubicBezTo>
                    <a:pt x="1639" y="6743"/>
                    <a:pt x="1828" y="6585"/>
                    <a:pt x="2048" y="6585"/>
                  </a:cubicBezTo>
                  <a:close/>
                  <a:moveTo>
                    <a:pt x="2868" y="8287"/>
                  </a:moveTo>
                  <a:cubicBezTo>
                    <a:pt x="3088" y="8287"/>
                    <a:pt x="3246" y="8476"/>
                    <a:pt x="3246" y="8665"/>
                  </a:cubicBezTo>
                  <a:cubicBezTo>
                    <a:pt x="3309" y="8854"/>
                    <a:pt x="3088" y="9074"/>
                    <a:pt x="2868" y="9074"/>
                  </a:cubicBezTo>
                  <a:lnTo>
                    <a:pt x="2048" y="9074"/>
                  </a:lnTo>
                  <a:cubicBezTo>
                    <a:pt x="1796" y="9074"/>
                    <a:pt x="1639" y="8854"/>
                    <a:pt x="1639" y="8665"/>
                  </a:cubicBezTo>
                  <a:cubicBezTo>
                    <a:pt x="1639" y="8413"/>
                    <a:pt x="1828" y="8287"/>
                    <a:pt x="2048" y="8287"/>
                  </a:cubicBezTo>
                  <a:close/>
                  <a:moveTo>
                    <a:pt x="8538" y="5199"/>
                  </a:moveTo>
                  <a:cubicBezTo>
                    <a:pt x="10366" y="5199"/>
                    <a:pt x="11847" y="6711"/>
                    <a:pt x="11847" y="8507"/>
                  </a:cubicBezTo>
                  <a:cubicBezTo>
                    <a:pt x="11847" y="10334"/>
                    <a:pt x="10334" y="11815"/>
                    <a:pt x="8538" y="11815"/>
                  </a:cubicBezTo>
                  <a:cubicBezTo>
                    <a:pt x="6711" y="11815"/>
                    <a:pt x="5230" y="10334"/>
                    <a:pt x="5230" y="8507"/>
                  </a:cubicBezTo>
                  <a:cubicBezTo>
                    <a:pt x="5230" y="6711"/>
                    <a:pt x="6743" y="5199"/>
                    <a:pt x="8538" y="5199"/>
                  </a:cubicBezTo>
                  <a:close/>
                  <a:moveTo>
                    <a:pt x="2048" y="1"/>
                  </a:moveTo>
                  <a:cubicBezTo>
                    <a:pt x="1828" y="1"/>
                    <a:pt x="1639" y="190"/>
                    <a:pt x="1639" y="410"/>
                  </a:cubicBezTo>
                  <a:lnTo>
                    <a:pt x="1639" y="788"/>
                  </a:lnTo>
                  <a:lnTo>
                    <a:pt x="1198" y="788"/>
                  </a:lnTo>
                  <a:cubicBezTo>
                    <a:pt x="536" y="788"/>
                    <a:pt x="1" y="1324"/>
                    <a:pt x="1" y="2049"/>
                  </a:cubicBezTo>
                  <a:lnTo>
                    <a:pt x="1" y="9767"/>
                  </a:lnTo>
                  <a:cubicBezTo>
                    <a:pt x="1" y="10429"/>
                    <a:pt x="536" y="11028"/>
                    <a:pt x="1198" y="11028"/>
                  </a:cubicBezTo>
                  <a:lnTo>
                    <a:pt x="5230" y="11028"/>
                  </a:lnTo>
                  <a:cubicBezTo>
                    <a:pt x="5987" y="12004"/>
                    <a:pt x="7184" y="12697"/>
                    <a:pt x="8538" y="12697"/>
                  </a:cubicBezTo>
                  <a:cubicBezTo>
                    <a:pt x="10807" y="12697"/>
                    <a:pt x="12666" y="10838"/>
                    <a:pt x="12666" y="8539"/>
                  </a:cubicBezTo>
                  <a:lnTo>
                    <a:pt x="12666" y="2080"/>
                  </a:lnTo>
                  <a:cubicBezTo>
                    <a:pt x="12666" y="1356"/>
                    <a:pt x="12130" y="788"/>
                    <a:pt x="11405" y="788"/>
                  </a:cubicBezTo>
                  <a:lnTo>
                    <a:pt x="11027" y="788"/>
                  </a:lnTo>
                  <a:lnTo>
                    <a:pt x="11027" y="410"/>
                  </a:lnTo>
                  <a:cubicBezTo>
                    <a:pt x="11027" y="158"/>
                    <a:pt x="10807" y="1"/>
                    <a:pt x="10618" y="1"/>
                  </a:cubicBezTo>
                  <a:cubicBezTo>
                    <a:pt x="10429" y="1"/>
                    <a:pt x="10177" y="190"/>
                    <a:pt x="10177" y="410"/>
                  </a:cubicBezTo>
                  <a:lnTo>
                    <a:pt x="10177" y="788"/>
                  </a:lnTo>
                  <a:lnTo>
                    <a:pt x="6711" y="788"/>
                  </a:lnTo>
                  <a:lnTo>
                    <a:pt x="6711" y="410"/>
                  </a:lnTo>
                  <a:cubicBezTo>
                    <a:pt x="6711" y="158"/>
                    <a:pt x="6522" y="1"/>
                    <a:pt x="6333" y="1"/>
                  </a:cubicBezTo>
                  <a:cubicBezTo>
                    <a:pt x="6144" y="1"/>
                    <a:pt x="5892" y="190"/>
                    <a:pt x="5892" y="410"/>
                  </a:cubicBezTo>
                  <a:lnTo>
                    <a:pt x="5892" y="788"/>
                  </a:lnTo>
                  <a:lnTo>
                    <a:pt x="2427" y="788"/>
                  </a:lnTo>
                  <a:lnTo>
                    <a:pt x="2427" y="410"/>
                  </a:lnTo>
                  <a:cubicBezTo>
                    <a:pt x="2427" y="158"/>
                    <a:pt x="2237" y="1"/>
                    <a:pt x="204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228" name="Google Shape;7279;p65">
            <a:extLst>
              <a:ext uri="{FF2B5EF4-FFF2-40B4-BE49-F238E27FC236}">
                <a16:creationId xmlns:a16="http://schemas.microsoft.com/office/drawing/2014/main" id="{489D2B1F-243F-20AE-71DD-86C6D7736834}"/>
              </a:ext>
            </a:extLst>
          </p:cNvPr>
          <p:cNvGrpSpPr/>
          <p:nvPr/>
        </p:nvGrpSpPr>
        <p:grpSpPr>
          <a:xfrm>
            <a:off x="19036543" y="7972459"/>
            <a:ext cx="938629" cy="932359"/>
            <a:chOff x="-59470075" y="3308975"/>
            <a:chExt cx="318200" cy="316075"/>
          </a:xfrm>
          <a:solidFill>
            <a:srgbClr val="555559"/>
          </a:solidFill>
        </p:grpSpPr>
        <p:sp>
          <p:nvSpPr>
            <p:cNvPr id="229" name="Google Shape;7280;p65">
              <a:extLst>
                <a:ext uri="{FF2B5EF4-FFF2-40B4-BE49-F238E27FC236}">
                  <a16:creationId xmlns:a16="http://schemas.microsoft.com/office/drawing/2014/main" id="{685DDC17-D4D2-7ADF-80BB-0F944193129E}"/>
                </a:ext>
              </a:extLst>
            </p:cNvPr>
            <p:cNvSpPr/>
            <p:nvPr/>
          </p:nvSpPr>
          <p:spPr>
            <a:xfrm>
              <a:off x="-59403925" y="3522625"/>
              <a:ext cx="21275" cy="20500"/>
            </a:xfrm>
            <a:custGeom>
              <a:avLst/>
              <a:gdLst/>
              <a:ahLst/>
              <a:cxnLst/>
              <a:rect l="l" t="t" r="r" b="b"/>
              <a:pathLst>
                <a:path w="851" h="820" extrusionOk="0">
                  <a:moveTo>
                    <a:pt x="0" y="1"/>
                  </a:moveTo>
                  <a:lnTo>
                    <a:pt x="0" y="820"/>
                  </a:lnTo>
                  <a:lnTo>
                    <a:pt x="851" y="820"/>
                  </a:lnTo>
                  <a:lnTo>
                    <a:pt x="85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30" name="Google Shape;7281;p65">
              <a:extLst>
                <a:ext uri="{FF2B5EF4-FFF2-40B4-BE49-F238E27FC236}">
                  <a16:creationId xmlns:a16="http://schemas.microsoft.com/office/drawing/2014/main" id="{3ABA37FE-A9F5-030A-F648-F5606D8F655D}"/>
                </a:ext>
              </a:extLst>
            </p:cNvPr>
            <p:cNvSpPr/>
            <p:nvPr/>
          </p:nvSpPr>
          <p:spPr>
            <a:xfrm>
              <a:off x="-59362175" y="3522625"/>
              <a:ext cx="20500" cy="20500"/>
            </a:xfrm>
            <a:custGeom>
              <a:avLst/>
              <a:gdLst/>
              <a:ahLst/>
              <a:cxnLst/>
              <a:rect l="l" t="t" r="r" b="b"/>
              <a:pathLst>
                <a:path w="820" h="820" extrusionOk="0">
                  <a:moveTo>
                    <a:pt x="0" y="1"/>
                  </a:moveTo>
                  <a:lnTo>
                    <a:pt x="0" y="820"/>
                  </a:lnTo>
                  <a:lnTo>
                    <a:pt x="819" y="820"/>
                  </a:lnTo>
                  <a:lnTo>
                    <a:pt x="819"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31" name="Google Shape;7282;p65">
              <a:extLst>
                <a:ext uri="{FF2B5EF4-FFF2-40B4-BE49-F238E27FC236}">
                  <a16:creationId xmlns:a16="http://schemas.microsoft.com/office/drawing/2014/main" id="{2BFCB112-B463-61E6-B3CF-3C8131C755EF}"/>
                </a:ext>
              </a:extLst>
            </p:cNvPr>
            <p:cNvSpPr/>
            <p:nvPr/>
          </p:nvSpPr>
          <p:spPr>
            <a:xfrm>
              <a:off x="-59321225" y="3522625"/>
              <a:ext cx="20500" cy="20500"/>
            </a:xfrm>
            <a:custGeom>
              <a:avLst/>
              <a:gdLst/>
              <a:ahLst/>
              <a:cxnLst/>
              <a:rect l="l" t="t" r="r" b="b"/>
              <a:pathLst>
                <a:path w="820" h="820" extrusionOk="0">
                  <a:moveTo>
                    <a:pt x="0" y="1"/>
                  </a:moveTo>
                  <a:lnTo>
                    <a:pt x="0" y="820"/>
                  </a:lnTo>
                  <a:lnTo>
                    <a:pt x="820" y="820"/>
                  </a:lnTo>
                  <a:lnTo>
                    <a:pt x="82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32" name="Google Shape;7283;p65">
              <a:extLst>
                <a:ext uri="{FF2B5EF4-FFF2-40B4-BE49-F238E27FC236}">
                  <a16:creationId xmlns:a16="http://schemas.microsoft.com/office/drawing/2014/main" id="{9FCEFFF9-FCF2-A382-02F9-ED12557854EF}"/>
                </a:ext>
              </a:extLst>
            </p:cNvPr>
            <p:cNvSpPr/>
            <p:nvPr/>
          </p:nvSpPr>
          <p:spPr>
            <a:xfrm>
              <a:off x="-59279475" y="3522625"/>
              <a:ext cx="20500" cy="20500"/>
            </a:xfrm>
            <a:custGeom>
              <a:avLst/>
              <a:gdLst/>
              <a:ahLst/>
              <a:cxnLst/>
              <a:rect l="l" t="t" r="r" b="b"/>
              <a:pathLst>
                <a:path w="820" h="820" extrusionOk="0">
                  <a:moveTo>
                    <a:pt x="0" y="1"/>
                  </a:moveTo>
                  <a:lnTo>
                    <a:pt x="0" y="820"/>
                  </a:lnTo>
                  <a:lnTo>
                    <a:pt x="819" y="820"/>
                  </a:lnTo>
                  <a:lnTo>
                    <a:pt x="819"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33" name="Google Shape;7284;p65">
              <a:extLst>
                <a:ext uri="{FF2B5EF4-FFF2-40B4-BE49-F238E27FC236}">
                  <a16:creationId xmlns:a16="http://schemas.microsoft.com/office/drawing/2014/main" id="{4B2DFBEB-6A71-DBF0-E4BD-9105A7A39793}"/>
                </a:ext>
              </a:extLst>
            </p:cNvPr>
            <p:cNvSpPr/>
            <p:nvPr/>
          </p:nvSpPr>
          <p:spPr>
            <a:xfrm>
              <a:off x="-59470075" y="3418825"/>
              <a:ext cx="317425" cy="206225"/>
            </a:xfrm>
            <a:custGeom>
              <a:avLst/>
              <a:gdLst/>
              <a:ahLst/>
              <a:cxnLst/>
              <a:rect l="l" t="t" r="r" b="b"/>
              <a:pathLst>
                <a:path w="12697" h="8249" extrusionOk="0">
                  <a:moveTo>
                    <a:pt x="10523" y="3334"/>
                  </a:moveTo>
                  <a:cubicBezTo>
                    <a:pt x="10775" y="3334"/>
                    <a:pt x="10932" y="3523"/>
                    <a:pt x="10932" y="3775"/>
                  </a:cubicBezTo>
                  <a:lnTo>
                    <a:pt x="10932" y="5413"/>
                  </a:lnTo>
                  <a:cubicBezTo>
                    <a:pt x="10932" y="5665"/>
                    <a:pt x="10712" y="5854"/>
                    <a:pt x="10523" y="5854"/>
                  </a:cubicBezTo>
                  <a:lnTo>
                    <a:pt x="2268" y="5854"/>
                  </a:lnTo>
                  <a:cubicBezTo>
                    <a:pt x="2016" y="5854"/>
                    <a:pt x="1827" y="5665"/>
                    <a:pt x="1827" y="5413"/>
                  </a:cubicBezTo>
                  <a:lnTo>
                    <a:pt x="1827" y="3775"/>
                  </a:lnTo>
                  <a:cubicBezTo>
                    <a:pt x="1827" y="3523"/>
                    <a:pt x="2016" y="3334"/>
                    <a:pt x="2268" y="3334"/>
                  </a:cubicBezTo>
                  <a:close/>
                  <a:moveTo>
                    <a:pt x="2893" y="1"/>
                  </a:moveTo>
                  <a:cubicBezTo>
                    <a:pt x="2822" y="1"/>
                    <a:pt x="2748" y="18"/>
                    <a:pt x="2678" y="57"/>
                  </a:cubicBezTo>
                  <a:lnTo>
                    <a:pt x="221" y="1727"/>
                  </a:lnTo>
                  <a:cubicBezTo>
                    <a:pt x="95" y="1790"/>
                    <a:pt x="0" y="1916"/>
                    <a:pt x="0" y="2073"/>
                  </a:cubicBezTo>
                  <a:lnTo>
                    <a:pt x="0" y="7870"/>
                  </a:lnTo>
                  <a:cubicBezTo>
                    <a:pt x="0" y="8091"/>
                    <a:pt x="221" y="8248"/>
                    <a:pt x="410" y="8248"/>
                  </a:cubicBezTo>
                  <a:lnTo>
                    <a:pt x="12255" y="8248"/>
                  </a:lnTo>
                  <a:cubicBezTo>
                    <a:pt x="12507" y="8248"/>
                    <a:pt x="12665" y="8059"/>
                    <a:pt x="12665" y="7870"/>
                  </a:cubicBezTo>
                  <a:lnTo>
                    <a:pt x="12665" y="2073"/>
                  </a:lnTo>
                  <a:cubicBezTo>
                    <a:pt x="12697" y="1884"/>
                    <a:pt x="12507" y="1664"/>
                    <a:pt x="12287" y="1664"/>
                  </a:cubicBezTo>
                  <a:lnTo>
                    <a:pt x="5797" y="1664"/>
                  </a:lnTo>
                  <a:lnTo>
                    <a:pt x="5797" y="404"/>
                  </a:lnTo>
                  <a:cubicBezTo>
                    <a:pt x="5797" y="166"/>
                    <a:pt x="5600" y="1"/>
                    <a:pt x="5382" y="1"/>
                  </a:cubicBezTo>
                  <a:cubicBezTo>
                    <a:pt x="5311" y="1"/>
                    <a:pt x="5237" y="18"/>
                    <a:pt x="5167" y="57"/>
                  </a:cubicBezTo>
                  <a:lnTo>
                    <a:pt x="3308" y="1286"/>
                  </a:lnTo>
                  <a:lnTo>
                    <a:pt x="3308" y="404"/>
                  </a:lnTo>
                  <a:cubicBezTo>
                    <a:pt x="3308" y="166"/>
                    <a:pt x="3111" y="1"/>
                    <a:pt x="289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34" name="Google Shape;7285;p65">
              <a:extLst>
                <a:ext uri="{FF2B5EF4-FFF2-40B4-BE49-F238E27FC236}">
                  <a16:creationId xmlns:a16="http://schemas.microsoft.com/office/drawing/2014/main" id="{6EDB6346-69E9-A4E7-B632-7E09F399F4DC}"/>
                </a:ext>
              </a:extLst>
            </p:cNvPr>
            <p:cNvSpPr/>
            <p:nvPr/>
          </p:nvSpPr>
          <p:spPr>
            <a:xfrm>
              <a:off x="-59238525" y="3522625"/>
              <a:ext cx="20500" cy="20500"/>
            </a:xfrm>
            <a:custGeom>
              <a:avLst/>
              <a:gdLst/>
              <a:ahLst/>
              <a:cxnLst/>
              <a:rect l="l" t="t" r="r" b="b"/>
              <a:pathLst>
                <a:path w="820" h="820" extrusionOk="0">
                  <a:moveTo>
                    <a:pt x="0" y="1"/>
                  </a:moveTo>
                  <a:lnTo>
                    <a:pt x="0" y="820"/>
                  </a:lnTo>
                  <a:lnTo>
                    <a:pt x="820" y="820"/>
                  </a:lnTo>
                  <a:lnTo>
                    <a:pt x="82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35" name="Google Shape;7286;p65">
              <a:extLst>
                <a:ext uri="{FF2B5EF4-FFF2-40B4-BE49-F238E27FC236}">
                  <a16:creationId xmlns:a16="http://schemas.microsoft.com/office/drawing/2014/main" id="{ED7262B9-5909-A896-CEFF-2BF6702D014C}"/>
                </a:ext>
              </a:extLst>
            </p:cNvPr>
            <p:cNvSpPr/>
            <p:nvPr/>
          </p:nvSpPr>
          <p:spPr>
            <a:xfrm>
              <a:off x="-59292875" y="3308975"/>
              <a:ext cx="106350" cy="41400"/>
            </a:xfrm>
            <a:custGeom>
              <a:avLst/>
              <a:gdLst/>
              <a:ahLst/>
              <a:cxnLst/>
              <a:rect l="l" t="t" r="r" b="b"/>
              <a:pathLst>
                <a:path w="4254" h="1656" extrusionOk="0">
                  <a:moveTo>
                    <a:pt x="1305" y="1"/>
                  </a:moveTo>
                  <a:cubicBezTo>
                    <a:pt x="904" y="1"/>
                    <a:pt x="497" y="175"/>
                    <a:pt x="158" y="545"/>
                  </a:cubicBezTo>
                  <a:cubicBezTo>
                    <a:pt x="1" y="702"/>
                    <a:pt x="64" y="986"/>
                    <a:pt x="221" y="1143"/>
                  </a:cubicBezTo>
                  <a:cubicBezTo>
                    <a:pt x="311" y="1218"/>
                    <a:pt x="409" y="1258"/>
                    <a:pt x="503" y="1258"/>
                  </a:cubicBezTo>
                  <a:cubicBezTo>
                    <a:pt x="606" y="1258"/>
                    <a:pt x="706" y="1210"/>
                    <a:pt x="788" y="1112"/>
                  </a:cubicBezTo>
                  <a:cubicBezTo>
                    <a:pt x="946" y="938"/>
                    <a:pt x="1127" y="852"/>
                    <a:pt x="1308" y="852"/>
                  </a:cubicBezTo>
                  <a:cubicBezTo>
                    <a:pt x="1489" y="852"/>
                    <a:pt x="1670" y="938"/>
                    <a:pt x="1828" y="1112"/>
                  </a:cubicBezTo>
                  <a:cubicBezTo>
                    <a:pt x="2150" y="1466"/>
                    <a:pt x="2562" y="1655"/>
                    <a:pt x="2977" y="1655"/>
                  </a:cubicBezTo>
                  <a:cubicBezTo>
                    <a:pt x="3374" y="1655"/>
                    <a:pt x="3773" y="1482"/>
                    <a:pt x="4096" y="1112"/>
                  </a:cubicBezTo>
                  <a:cubicBezTo>
                    <a:pt x="4254" y="954"/>
                    <a:pt x="4222" y="671"/>
                    <a:pt x="4065" y="513"/>
                  </a:cubicBezTo>
                  <a:cubicBezTo>
                    <a:pt x="3990" y="438"/>
                    <a:pt x="3886" y="399"/>
                    <a:pt x="3781" y="399"/>
                  </a:cubicBezTo>
                  <a:cubicBezTo>
                    <a:pt x="3665" y="399"/>
                    <a:pt x="3549" y="446"/>
                    <a:pt x="3466" y="545"/>
                  </a:cubicBezTo>
                  <a:cubicBezTo>
                    <a:pt x="3309" y="734"/>
                    <a:pt x="3135" y="828"/>
                    <a:pt x="2962" y="828"/>
                  </a:cubicBezTo>
                  <a:cubicBezTo>
                    <a:pt x="2789" y="828"/>
                    <a:pt x="2616" y="734"/>
                    <a:pt x="2458" y="545"/>
                  </a:cubicBezTo>
                  <a:cubicBezTo>
                    <a:pt x="2136" y="191"/>
                    <a:pt x="1724" y="1"/>
                    <a:pt x="130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36" name="Google Shape;7287;p65">
              <a:extLst>
                <a:ext uri="{FF2B5EF4-FFF2-40B4-BE49-F238E27FC236}">
                  <a16:creationId xmlns:a16="http://schemas.microsoft.com/office/drawing/2014/main" id="{7D7D78D4-2E16-0BF6-5823-E89ED307D6C9}"/>
                </a:ext>
              </a:extLst>
            </p:cNvPr>
            <p:cNvSpPr/>
            <p:nvPr/>
          </p:nvSpPr>
          <p:spPr>
            <a:xfrm>
              <a:off x="-59214100" y="3371400"/>
              <a:ext cx="62225" cy="68550"/>
            </a:xfrm>
            <a:custGeom>
              <a:avLst/>
              <a:gdLst/>
              <a:ahLst/>
              <a:cxnLst/>
              <a:rect l="l" t="t" r="r" b="b"/>
              <a:pathLst>
                <a:path w="2489" h="2742" extrusionOk="0">
                  <a:moveTo>
                    <a:pt x="410" y="1"/>
                  </a:moveTo>
                  <a:cubicBezTo>
                    <a:pt x="158" y="1"/>
                    <a:pt x="0" y="190"/>
                    <a:pt x="0" y="379"/>
                  </a:cubicBezTo>
                  <a:lnTo>
                    <a:pt x="0" y="2742"/>
                  </a:lnTo>
                  <a:lnTo>
                    <a:pt x="2489" y="2742"/>
                  </a:lnTo>
                  <a:lnTo>
                    <a:pt x="2489" y="379"/>
                  </a:lnTo>
                  <a:cubicBezTo>
                    <a:pt x="2458" y="190"/>
                    <a:pt x="2268" y="1"/>
                    <a:pt x="204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37" name="Google Shape;7288;p65">
              <a:extLst>
                <a:ext uri="{FF2B5EF4-FFF2-40B4-BE49-F238E27FC236}">
                  <a16:creationId xmlns:a16="http://schemas.microsoft.com/office/drawing/2014/main" id="{63B1AC10-4347-F0B6-C5CD-7BD473DE4003}"/>
                </a:ext>
              </a:extLst>
            </p:cNvPr>
            <p:cNvSpPr/>
            <p:nvPr/>
          </p:nvSpPr>
          <p:spPr>
            <a:xfrm>
              <a:off x="-59297600" y="3392600"/>
              <a:ext cx="62250" cy="48150"/>
            </a:xfrm>
            <a:custGeom>
              <a:avLst/>
              <a:gdLst/>
              <a:ahLst/>
              <a:cxnLst/>
              <a:rect l="l" t="t" r="r" b="b"/>
              <a:pathLst>
                <a:path w="2490" h="1926" extrusionOk="0">
                  <a:moveTo>
                    <a:pt x="387" y="0"/>
                  </a:moveTo>
                  <a:cubicBezTo>
                    <a:pt x="163" y="0"/>
                    <a:pt x="1" y="177"/>
                    <a:pt x="1" y="382"/>
                  </a:cubicBezTo>
                  <a:lnTo>
                    <a:pt x="1" y="1925"/>
                  </a:lnTo>
                  <a:lnTo>
                    <a:pt x="2489" y="1925"/>
                  </a:lnTo>
                  <a:lnTo>
                    <a:pt x="2489" y="382"/>
                  </a:lnTo>
                  <a:cubicBezTo>
                    <a:pt x="2489" y="161"/>
                    <a:pt x="2300" y="4"/>
                    <a:pt x="2080" y="4"/>
                  </a:cubicBezTo>
                  <a:lnTo>
                    <a:pt x="442" y="4"/>
                  </a:lnTo>
                  <a:cubicBezTo>
                    <a:pt x="423" y="1"/>
                    <a:pt x="405" y="0"/>
                    <a:pt x="38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238" name="Google Shape;7289;p65">
            <a:extLst>
              <a:ext uri="{FF2B5EF4-FFF2-40B4-BE49-F238E27FC236}">
                <a16:creationId xmlns:a16="http://schemas.microsoft.com/office/drawing/2014/main" id="{F6987368-BEA2-BB6A-049B-292A3B3CA467}"/>
              </a:ext>
            </a:extLst>
          </p:cNvPr>
          <p:cNvGrpSpPr/>
          <p:nvPr/>
        </p:nvGrpSpPr>
        <p:grpSpPr>
          <a:xfrm>
            <a:off x="3206356" y="7973746"/>
            <a:ext cx="936341" cy="929778"/>
            <a:chOff x="-64781025" y="3361050"/>
            <a:chExt cx="317425" cy="315200"/>
          </a:xfrm>
          <a:solidFill>
            <a:srgbClr val="555559"/>
          </a:solidFill>
        </p:grpSpPr>
        <p:sp>
          <p:nvSpPr>
            <p:cNvPr id="239" name="Google Shape;7290;p65">
              <a:extLst>
                <a:ext uri="{FF2B5EF4-FFF2-40B4-BE49-F238E27FC236}">
                  <a16:creationId xmlns:a16="http://schemas.microsoft.com/office/drawing/2014/main" id="{3B34B2FB-D204-0720-140D-B79BD9EEA928}"/>
                </a:ext>
              </a:extLst>
            </p:cNvPr>
            <p:cNvSpPr/>
            <p:nvPr/>
          </p:nvSpPr>
          <p:spPr>
            <a:xfrm>
              <a:off x="-64764500" y="3388725"/>
              <a:ext cx="272550" cy="272550"/>
            </a:xfrm>
            <a:custGeom>
              <a:avLst/>
              <a:gdLst/>
              <a:ahLst/>
              <a:cxnLst/>
              <a:rect l="l" t="t" r="r" b="b"/>
              <a:pathLst>
                <a:path w="10902" h="10902" extrusionOk="0">
                  <a:moveTo>
                    <a:pt x="6554" y="2647"/>
                  </a:moveTo>
                  <a:cubicBezTo>
                    <a:pt x="6979" y="2647"/>
                    <a:pt x="7404" y="2805"/>
                    <a:pt x="7719" y="3120"/>
                  </a:cubicBezTo>
                  <a:cubicBezTo>
                    <a:pt x="8381" y="3782"/>
                    <a:pt x="8381" y="4821"/>
                    <a:pt x="7751" y="5483"/>
                  </a:cubicBezTo>
                  <a:cubicBezTo>
                    <a:pt x="7436" y="5798"/>
                    <a:pt x="7058" y="5955"/>
                    <a:pt x="6585" y="5955"/>
                  </a:cubicBezTo>
                  <a:cubicBezTo>
                    <a:pt x="6144" y="5955"/>
                    <a:pt x="5703" y="5798"/>
                    <a:pt x="5388" y="5483"/>
                  </a:cubicBezTo>
                  <a:cubicBezTo>
                    <a:pt x="5073" y="5168"/>
                    <a:pt x="4915" y="4758"/>
                    <a:pt x="4915" y="4286"/>
                  </a:cubicBezTo>
                  <a:cubicBezTo>
                    <a:pt x="4915" y="3813"/>
                    <a:pt x="5073" y="3435"/>
                    <a:pt x="5388" y="3120"/>
                  </a:cubicBezTo>
                  <a:cubicBezTo>
                    <a:pt x="5703" y="2805"/>
                    <a:pt x="6128" y="2647"/>
                    <a:pt x="6554" y="2647"/>
                  </a:cubicBezTo>
                  <a:close/>
                  <a:moveTo>
                    <a:pt x="2175" y="6901"/>
                  </a:moveTo>
                  <a:lnTo>
                    <a:pt x="4065" y="8791"/>
                  </a:lnTo>
                  <a:lnTo>
                    <a:pt x="3592" y="9484"/>
                  </a:lnTo>
                  <a:lnTo>
                    <a:pt x="1418" y="7342"/>
                  </a:lnTo>
                  <a:lnTo>
                    <a:pt x="2175" y="6901"/>
                  </a:lnTo>
                  <a:close/>
                  <a:moveTo>
                    <a:pt x="6907" y="1"/>
                  </a:moveTo>
                  <a:cubicBezTo>
                    <a:pt x="6851" y="1"/>
                    <a:pt x="6795" y="11"/>
                    <a:pt x="6743" y="33"/>
                  </a:cubicBezTo>
                  <a:cubicBezTo>
                    <a:pt x="5546" y="663"/>
                    <a:pt x="4474" y="1576"/>
                    <a:pt x="3655" y="2616"/>
                  </a:cubicBezTo>
                  <a:cubicBezTo>
                    <a:pt x="3025" y="3341"/>
                    <a:pt x="2553" y="4223"/>
                    <a:pt x="2175" y="5136"/>
                  </a:cubicBezTo>
                  <a:cubicBezTo>
                    <a:pt x="2048" y="5451"/>
                    <a:pt x="1922" y="5766"/>
                    <a:pt x="1859" y="6050"/>
                  </a:cubicBezTo>
                  <a:lnTo>
                    <a:pt x="505" y="6838"/>
                  </a:lnTo>
                  <a:cubicBezTo>
                    <a:pt x="379" y="6932"/>
                    <a:pt x="316" y="7058"/>
                    <a:pt x="316" y="7184"/>
                  </a:cubicBezTo>
                  <a:cubicBezTo>
                    <a:pt x="316" y="7279"/>
                    <a:pt x="347" y="7405"/>
                    <a:pt x="442" y="7531"/>
                  </a:cubicBezTo>
                  <a:lnTo>
                    <a:pt x="1072" y="8161"/>
                  </a:lnTo>
                  <a:cubicBezTo>
                    <a:pt x="631" y="8696"/>
                    <a:pt x="1" y="9673"/>
                    <a:pt x="1" y="10272"/>
                  </a:cubicBezTo>
                  <a:cubicBezTo>
                    <a:pt x="1" y="10524"/>
                    <a:pt x="64" y="10681"/>
                    <a:pt x="158" y="10744"/>
                  </a:cubicBezTo>
                  <a:cubicBezTo>
                    <a:pt x="221" y="10839"/>
                    <a:pt x="379" y="10902"/>
                    <a:pt x="631" y="10902"/>
                  </a:cubicBezTo>
                  <a:cubicBezTo>
                    <a:pt x="1229" y="10902"/>
                    <a:pt x="2238" y="10240"/>
                    <a:pt x="2742" y="9830"/>
                  </a:cubicBezTo>
                  <a:lnTo>
                    <a:pt x="3372" y="10461"/>
                  </a:lnTo>
                  <a:cubicBezTo>
                    <a:pt x="3466" y="10555"/>
                    <a:pt x="3592" y="10587"/>
                    <a:pt x="3655" y="10587"/>
                  </a:cubicBezTo>
                  <a:lnTo>
                    <a:pt x="3687" y="10587"/>
                  </a:lnTo>
                  <a:cubicBezTo>
                    <a:pt x="3813" y="10587"/>
                    <a:pt x="3939" y="10524"/>
                    <a:pt x="4002" y="10398"/>
                  </a:cubicBezTo>
                  <a:lnTo>
                    <a:pt x="4789" y="9074"/>
                  </a:lnTo>
                  <a:cubicBezTo>
                    <a:pt x="5104" y="8980"/>
                    <a:pt x="5420" y="8854"/>
                    <a:pt x="5735" y="8759"/>
                  </a:cubicBezTo>
                  <a:cubicBezTo>
                    <a:pt x="6648" y="8381"/>
                    <a:pt x="7530" y="7877"/>
                    <a:pt x="8255" y="7279"/>
                  </a:cubicBezTo>
                  <a:cubicBezTo>
                    <a:pt x="9295" y="6459"/>
                    <a:pt x="10208" y="5388"/>
                    <a:pt x="10838" y="4223"/>
                  </a:cubicBezTo>
                  <a:cubicBezTo>
                    <a:pt x="10901" y="4065"/>
                    <a:pt x="10870" y="3876"/>
                    <a:pt x="10744" y="3750"/>
                  </a:cubicBezTo>
                  <a:lnTo>
                    <a:pt x="7215" y="127"/>
                  </a:lnTo>
                  <a:cubicBezTo>
                    <a:pt x="7131" y="43"/>
                    <a:pt x="7019" y="1"/>
                    <a:pt x="690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40" name="Google Shape;7291;p65">
              <a:extLst>
                <a:ext uri="{FF2B5EF4-FFF2-40B4-BE49-F238E27FC236}">
                  <a16:creationId xmlns:a16="http://schemas.microsoft.com/office/drawing/2014/main" id="{3E53F30C-10E0-88E9-A856-EAB5FE58DC66}"/>
                </a:ext>
              </a:extLst>
            </p:cNvPr>
            <p:cNvSpPr/>
            <p:nvPr/>
          </p:nvSpPr>
          <p:spPr>
            <a:xfrm>
              <a:off x="-64568375" y="3361050"/>
              <a:ext cx="104775" cy="105675"/>
            </a:xfrm>
            <a:custGeom>
              <a:avLst/>
              <a:gdLst/>
              <a:ahLst/>
              <a:cxnLst/>
              <a:rect l="l" t="t" r="r" b="b"/>
              <a:pathLst>
                <a:path w="4191" h="4227" extrusionOk="0">
                  <a:moveTo>
                    <a:pt x="2941" y="1"/>
                  </a:moveTo>
                  <a:cubicBezTo>
                    <a:pt x="2906" y="1"/>
                    <a:pt x="2871" y="2"/>
                    <a:pt x="2836" y="5"/>
                  </a:cubicBezTo>
                  <a:cubicBezTo>
                    <a:pt x="1828" y="100"/>
                    <a:pt x="883" y="320"/>
                    <a:pt x="0" y="667"/>
                  </a:cubicBezTo>
                  <a:lnTo>
                    <a:pt x="3529" y="4227"/>
                  </a:lnTo>
                  <a:cubicBezTo>
                    <a:pt x="3876" y="3313"/>
                    <a:pt x="4128" y="2368"/>
                    <a:pt x="4191" y="1392"/>
                  </a:cubicBezTo>
                  <a:cubicBezTo>
                    <a:pt x="4191" y="982"/>
                    <a:pt x="4033" y="635"/>
                    <a:pt x="3812" y="352"/>
                  </a:cubicBezTo>
                  <a:cubicBezTo>
                    <a:pt x="3558" y="125"/>
                    <a:pt x="3252" y="1"/>
                    <a:pt x="294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41" name="Google Shape;7292;p65">
              <a:extLst>
                <a:ext uri="{FF2B5EF4-FFF2-40B4-BE49-F238E27FC236}">
                  <a16:creationId xmlns:a16="http://schemas.microsoft.com/office/drawing/2014/main" id="{2D6CD5DE-A598-BD5A-7D2C-5732D63C9CC2}"/>
                </a:ext>
              </a:extLst>
            </p:cNvPr>
            <p:cNvSpPr/>
            <p:nvPr/>
          </p:nvSpPr>
          <p:spPr>
            <a:xfrm>
              <a:off x="-64645575" y="3596675"/>
              <a:ext cx="85100" cy="79575"/>
            </a:xfrm>
            <a:custGeom>
              <a:avLst/>
              <a:gdLst/>
              <a:ahLst/>
              <a:cxnLst/>
              <a:rect l="l" t="t" r="r" b="b"/>
              <a:pathLst>
                <a:path w="3404" h="3183" extrusionOk="0">
                  <a:moveTo>
                    <a:pt x="3403" y="0"/>
                  </a:moveTo>
                  <a:lnTo>
                    <a:pt x="3403" y="0"/>
                  </a:lnTo>
                  <a:cubicBezTo>
                    <a:pt x="2710" y="473"/>
                    <a:pt x="2017" y="819"/>
                    <a:pt x="1261" y="1134"/>
                  </a:cubicBezTo>
                  <a:cubicBezTo>
                    <a:pt x="1041" y="1292"/>
                    <a:pt x="726" y="1386"/>
                    <a:pt x="442" y="1449"/>
                  </a:cubicBezTo>
                  <a:cubicBezTo>
                    <a:pt x="347" y="1859"/>
                    <a:pt x="253" y="2237"/>
                    <a:pt x="95" y="2584"/>
                  </a:cubicBezTo>
                  <a:cubicBezTo>
                    <a:pt x="1" y="2741"/>
                    <a:pt x="32" y="2930"/>
                    <a:pt x="158" y="3056"/>
                  </a:cubicBezTo>
                  <a:cubicBezTo>
                    <a:pt x="253" y="3151"/>
                    <a:pt x="347" y="3182"/>
                    <a:pt x="442" y="3182"/>
                  </a:cubicBezTo>
                  <a:cubicBezTo>
                    <a:pt x="505" y="3182"/>
                    <a:pt x="568" y="3182"/>
                    <a:pt x="600" y="3151"/>
                  </a:cubicBezTo>
                  <a:cubicBezTo>
                    <a:pt x="1135" y="2867"/>
                    <a:pt x="1671" y="2521"/>
                    <a:pt x="2080" y="2080"/>
                  </a:cubicBezTo>
                  <a:cubicBezTo>
                    <a:pt x="2679" y="1481"/>
                    <a:pt x="3151" y="756"/>
                    <a:pt x="340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42" name="Google Shape;7293;p65">
              <a:extLst>
                <a:ext uri="{FF2B5EF4-FFF2-40B4-BE49-F238E27FC236}">
                  <a16:creationId xmlns:a16="http://schemas.microsoft.com/office/drawing/2014/main" id="{98489310-73C2-FB9C-F699-5AC3CB056D16}"/>
                </a:ext>
              </a:extLst>
            </p:cNvPr>
            <p:cNvSpPr/>
            <p:nvPr/>
          </p:nvSpPr>
          <p:spPr>
            <a:xfrm>
              <a:off x="-64781025" y="3456475"/>
              <a:ext cx="80350" cy="85075"/>
            </a:xfrm>
            <a:custGeom>
              <a:avLst/>
              <a:gdLst/>
              <a:ahLst/>
              <a:cxnLst/>
              <a:rect l="l" t="t" r="r" b="b"/>
              <a:pathLst>
                <a:path w="3214" h="3403" extrusionOk="0">
                  <a:moveTo>
                    <a:pt x="3214" y="0"/>
                  </a:moveTo>
                  <a:cubicBezTo>
                    <a:pt x="2426" y="252"/>
                    <a:pt x="1733" y="725"/>
                    <a:pt x="1134" y="1324"/>
                  </a:cubicBezTo>
                  <a:cubicBezTo>
                    <a:pt x="693" y="1733"/>
                    <a:pt x="347" y="2269"/>
                    <a:pt x="63" y="2804"/>
                  </a:cubicBezTo>
                  <a:cubicBezTo>
                    <a:pt x="0" y="2962"/>
                    <a:pt x="32" y="3151"/>
                    <a:pt x="158" y="3277"/>
                  </a:cubicBezTo>
                  <a:cubicBezTo>
                    <a:pt x="221" y="3371"/>
                    <a:pt x="347" y="3403"/>
                    <a:pt x="410" y="3403"/>
                  </a:cubicBezTo>
                  <a:cubicBezTo>
                    <a:pt x="504" y="3403"/>
                    <a:pt x="536" y="3403"/>
                    <a:pt x="630" y="3371"/>
                  </a:cubicBezTo>
                  <a:cubicBezTo>
                    <a:pt x="977" y="3214"/>
                    <a:pt x="1355" y="3088"/>
                    <a:pt x="1764" y="2993"/>
                  </a:cubicBezTo>
                  <a:cubicBezTo>
                    <a:pt x="1827" y="2678"/>
                    <a:pt x="1953" y="2426"/>
                    <a:pt x="2079" y="2143"/>
                  </a:cubicBezTo>
                  <a:cubicBezTo>
                    <a:pt x="2394" y="1387"/>
                    <a:pt x="2741" y="694"/>
                    <a:pt x="321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sp>
        <p:nvSpPr>
          <p:cNvPr id="243" name="Google Shape;7294;p65">
            <a:extLst>
              <a:ext uri="{FF2B5EF4-FFF2-40B4-BE49-F238E27FC236}">
                <a16:creationId xmlns:a16="http://schemas.microsoft.com/office/drawing/2014/main" id="{FC346141-C398-1E4B-371A-132FB579DDD0}"/>
              </a:ext>
            </a:extLst>
          </p:cNvPr>
          <p:cNvSpPr/>
          <p:nvPr/>
        </p:nvSpPr>
        <p:spPr>
          <a:xfrm>
            <a:off x="3200973" y="9102542"/>
            <a:ext cx="936341" cy="931697"/>
          </a:xfrm>
          <a:custGeom>
            <a:avLst/>
            <a:gdLst/>
            <a:ahLst/>
            <a:cxnLst/>
            <a:rect l="l" t="t" r="r" b="b"/>
            <a:pathLst>
              <a:path w="12697" h="12634" extrusionOk="0">
                <a:moveTo>
                  <a:pt x="11437" y="819"/>
                </a:moveTo>
                <a:cubicBezTo>
                  <a:pt x="11657" y="819"/>
                  <a:pt x="11815" y="1040"/>
                  <a:pt x="11815" y="1260"/>
                </a:cubicBezTo>
                <a:cubicBezTo>
                  <a:pt x="11815" y="1512"/>
                  <a:pt x="11657" y="1670"/>
                  <a:pt x="11437" y="1670"/>
                </a:cubicBezTo>
                <a:lnTo>
                  <a:pt x="1229" y="1670"/>
                </a:lnTo>
                <a:cubicBezTo>
                  <a:pt x="1009" y="1670"/>
                  <a:pt x="788" y="1449"/>
                  <a:pt x="788" y="1260"/>
                </a:cubicBezTo>
                <a:cubicBezTo>
                  <a:pt x="788" y="1071"/>
                  <a:pt x="1009" y="819"/>
                  <a:pt x="1229" y="819"/>
                </a:cubicBezTo>
                <a:close/>
                <a:moveTo>
                  <a:pt x="8790" y="3277"/>
                </a:moveTo>
                <a:cubicBezTo>
                  <a:pt x="9042" y="3277"/>
                  <a:pt x="9200" y="3466"/>
                  <a:pt x="9200" y="3655"/>
                </a:cubicBezTo>
                <a:lnTo>
                  <a:pt x="9200" y="5356"/>
                </a:lnTo>
                <a:lnTo>
                  <a:pt x="9232" y="5356"/>
                </a:lnTo>
                <a:cubicBezTo>
                  <a:pt x="9232" y="5608"/>
                  <a:pt x="9042" y="5765"/>
                  <a:pt x="8822" y="5765"/>
                </a:cubicBezTo>
                <a:cubicBezTo>
                  <a:pt x="8633" y="5765"/>
                  <a:pt x="8412" y="5545"/>
                  <a:pt x="8412" y="5356"/>
                </a:cubicBezTo>
                <a:lnTo>
                  <a:pt x="8412" y="4694"/>
                </a:lnTo>
                <a:lnTo>
                  <a:pt x="6617" y="6459"/>
                </a:lnTo>
                <a:cubicBezTo>
                  <a:pt x="6538" y="6537"/>
                  <a:pt x="6435" y="6577"/>
                  <a:pt x="6333" y="6577"/>
                </a:cubicBezTo>
                <a:cubicBezTo>
                  <a:pt x="6231" y="6577"/>
                  <a:pt x="6128" y="6537"/>
                  <a:pt x="6050" y="6459"/>
                </a:cubicBezTo>
                <a:lnTo>
                  <a:pt x="5482" y="5923"/>
                </a:lnTo>
                <a:lnTo>
                  <a:pt x="4096" y="7278"/>
                </a:lnTo>
                <a:cubicBezTo>
                  <a:pt x="4033" y="7356"/>
                  <a:pt x="3931" y="7396"/>
                  <a:pt x="3824" y="7396"/>
                </a:cubicBezTo>
                <a:cubicBezTo>
                  <a:pt x="3718" y="7396"/>
                  <a:pt x="3608" y="7356"/>
                  <a:pt x="3529" y="7278"/>
                </a:cubicBezTo>
                <a:cubicBezTo>
                  <a:pt x="3372" y="7120"/>
                  <a:pt x="3372" y="6868"/>
                  <a:pt x="3529" y="6711"/>
                </a:cubicBezTo>
                <a:lnTo>
                  <a:pt x="5167" y="5041"/>
                </a:lnTo>
                <a:cubicBezTo>
                  <a:pt x="5246" y="4962"/>
                  <a:pt x="5356" y="4923"/>
                  <a:pt x="5467" y="4923"/>
                </a:cubicBezTo>
                <a:cubicBezTo>
                  <a:pt x="5577" y="4923"/>
                  <a:pt x="5687" y="4962"/>
                  <a:pt x="5766" y="5041"/>
                </a:cubicBezTo>
                <a:lnTo>
                  <a:pt x="6302" y="5608"/>
                </a:lnTo>
                <a:lnTo>
                  <a:pt x="7814" y="4096"/>
                </a:lnTo>
                <a:lnTo>
                  <a:pt x="7152" y="4096"/>
                </a:lnTo>
                <a:cubicBezTo>
                  <a:pt x="6900" y="4096"/>
                  <a:pt x="6743" y="3907"/>
                  <a:pt x="6743" y="3655"/>
                </a:cubicBezTo>
                <a:cubicBezTo>
                  <a:pt x="6743" y="3434"/>
                  <a:pt x="6932" y="3277"/>
                  <a:pt x="7152" y="3277"/>
                </a:cubicBezTo>
                <a:close/>
                <a:moveTo>
                  <a:pt x="6302" y="11058"/>
                </a:moveTo>
                <a:cubicBezTo>
                  <a:pt x="6554" y="11058"/>
                  <a:pt x="6743" y="11279"/>
                  <a:pt x="6743" y="11468"/>
                </a:cubicBezTo>
                <a:cubicBezTo>
                  <a:pt x="6743" y="11657"/>
                  <a:pt x="6554" y="11846"/>
                  <a:pt x="6302" y="11846"/>
                </a:cubicBezTo>
                <a:cubicBezTo>
                  <a:pt x="6081" y="11846"/>
                  <a:pt x="5924" y="11657"/>
                  <a:pt x="5924" y="11468"/>
                </a:cubicBezTo>
                <a:cubicBezTo>
                  <a:pt x="5924" y="11279"/>
                  <a:pt x="6113" y="11058"/>
                  <a:pt x="6302" y="11058"/>
                </a:cubicBezTo>
                <a:close/>
                <a:moveTo>
                  <a:pt x="1229" y="0"/>
                </a:moveTo>
                <a:cubicBezTo>
                  <a:pt x="568" y="0"/>
                  <a:pt x="1" y="536"/>
                  <a:pt x="1" y="1229"/>
                </a:cubicBezTo>
                <a:cubicBezTo>
                  <a:pt x="1" y="1764"/>
                  <a:pt x="379" y="2205"/>
                  <a:pt x="851" y="2394"/>
                </a:cubicBezTo>
                <a:lnTo>
                  <a:pt x="851" y="8254"/>
                </a:lnTo>
                <a:lnTo>
                  <a:pt x="442" y="8254"/>
                </a:lnTo>
                <a:cubicBezTo>
                  <a:pt x="221" y="8254"/>
                  <a:pt x="64" y="8475"/>
                  <a:pt x="64" y="8664"/>
                </a:cubicBezTo>
                <a:cubicBezTo>
                  <a:pt x="64" y="8916"/>
                  <a:pt x="253" y="9042"/>
                  <a:pt x="442" y="9042"/>
                </a:cubicBezTo>
                <a:lnTo>
                  <a:pt x="5955" y="9042"/>
                </a:lnTo>
                <a:lnTo>
                  <a:pt x="5955" y="10239"/>
                </a:lnTo>
                <a:cubicBezTo>
                  <a:pt x="5482" y="10397"/>
                  <a:pt x="5136" y="10869"/>
                  <a:pt x="5136" y="11405"/>
                </a:cubicBezTo>
                <a:cubicBezTo>
                  <a:pt x="5136" y="12098"/>
                  <a:pt x="5671" y="12633"/>
                  <a:pt x="6365" y="12633"/>
                </a:cubicBezTo>
                <a:cubicBezTo>
                  <a:pt x="7026" y="12633"/>
                  <a:pt x="7625" y="12098"/>
                  <a:pt x="7625" y="11405"/>
                </a:cubicBezTo>
                <a:cubicBezTo>
                  <a:pt x="7625" y="10869"/>
                  <a:pt x="7247" y="10428"/>
                  <a:pt x="6774" y="10239"/>
                </a:cubicBezTo>
                <a:lnTo>
                  <a:pt x="6774" y="9042"/>
                </a:lnTo>
                <a:lnTo>
                  <a:pt x="12288" y="9042"/>
                </a:lnTo>
                <a:cubicBezTo>
                  <a:pt x="12540" y="9042"/>
                  <a:pt x="12697" y="8853"/>
                  <a:pt x="12697" y="8664"/>
                </a:cubicBezTo>
                <a:cubicBezTo>
                  <a:pt x="12666" y="8443"/>
                  <a:pt x="12508" y="8254"/>
                  <a:pt x="12256" y="8254"/>
                </a:cubicBezTo>
                <a:lnTo>
                  <a:pt x="11815" y="8254"/>
                </a:lnTo>
                <a:lnTo>
                  <a:pt x="11815" y="2394"/>
                </a:lnTo>
                <a:cubicBezTo>
                  <a:pt x="12288" y="2237"/>
                  <a:pt x="12666" y="1764"/>
                  <a:pt x="12666" y="1229"/>
                </a:cubicBezTo>
                <a:cubicBezTo>
                  <a:pt x="12666" y="567"/>
                  <a:pt x="12098" y="0"/>
                  <a:pt x="11437"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44" name="Google Shape;7295;p65">
            <a:extLst>
              <a:ext uri="{FF2B5EF4-FFF2-40B4-BE49-F238E27FC236}">
                <a16:creationId xmlns:a16="http://schemas.microsoft.com/office/drawing/2014/main" id="{39CC5CBB-D5CA-E2D6-FFF3-9DBF92E75C60}"/>
              </a:ext>
            </a:extLst>
          </p:cNvPr>
          <p:cNvSpPr/>
          <p:nvPr/>
        </p:nvSpPr>
        <p:spPr>
          <a:xfrm>
            <a:off x="3270663" y="10193777"/>
            <a:ext cx="796965" cy="936341"/>
          </a:xfrm>
          <a:custGeom>
            <a:avLst/>
            <a:gdLst/>
            <a:ahLst/>
            <a:cxnLst/>
            <a:rect l="l" t="t" r="r" b="b"/>
            <a:pathLst>
              <a:path w="10807" h="12697" extrusionOk="0">
                <a:moveTo>
                  <a:pt x="6617" y="9924"/>
                </a:moveTo>
                <a:lnTo>
                  <a:pt x="6617" y="10775"/>
                </a:lnTo>
                <a:lnTo>
                  <a:pt x="4159" y="10775"/>
                </a:lnTo>
                <a:lnTo>
                  <a:pt x="4159" y="9924"/>
                </a:lnTo>
                <a:close/>
                <a:moveTo>
                  <a:pt x="4159" y="0"/>
                </a:moveTo>
                <a:cubicBezTo>
                  <a:pt x="3561" y="0"/>
                  <a:pt x="2994" y="315"/>
                  <a:pt x="2742" y="851"/>
                </a:cubicBezTo>
                <a:lnTo>
                  <a:pt x="2490" y="851"/>
                </a:lnTo>
                <a:cubicBezTo>
                  <a:pt x="1797" y="851"/>
                  <a:pt x="1166" y="1324"/>
                  <a:pt x="914" y="1954"/>
                </a:cubicBezTo>
                <a:cubicBezTo>
                  <a:pt x="1324" y="1985"/>
                  <a:pt x="1702" y="2143"/>
                  <a:pt x="1986" y="2426"/>
                </a:cubicBezTo>
                <a:cubicBezTo>
                  <a:pt x="2143" y="2584"/>
                  <a:pt x="2143" y="2836"/>
                  <a:pt x="1986" y="2993"/>
                </a:cubicBezTo>
                <a:cubicBezTo>
                  <a:pt x="1907" y="3072"/>
                  <a:pt x="1797" y="3111"/>
                  <a:pt x="1686" y="3111"/>
                </a:cubicBezTo>
                <a:cubicBezTo>
                  <a:pt x="1576" y="3111"/>
                  <a:pt x="1466" y="3072"/>
                  <a:pt x="1387" y="2993"/>
                </a:cubicBezTo>
                <a:cubicBezTo>
                  <a:pt x="1198" y="2804"/>
                  <a:pt x="946" y="2773"/>
                  <a:pt x="725" y="2773"/>
                </a:cubicBezTo>
                <a:cubicBezTo>
                  <a:pt x="284" y="3088"/>
                  <a:pt x="1" y="3560"/>
                  <a:pt x="1" y="4159"/>
                </a:cubicBezTo>
                <a:cubicBezTo>
                  <a:pt x="1" y="4411"/>
                  <a:pt x="95" y="4726"/>
                  <a:pt x="253" y="4978"/>
                </a:cubicBezTo>
                <a:cubicBezTo>
                  <a:pt x="95" y="5199"/>
                  <a:pt x="1" y="5514"/>
                  <a:pt x="1" y="5797"/>
                </a:cubicBezTo>
                <a:cubicBezTo>
                  <a:pt x="1" y="6144"/>
                  <a:pt x="127" y="6459"/>
                  <a:pt x="316" y="6742"/>
                </a:cubicBezTo>
                <a:cubicBezTo>
                  <a:pt x="599" y="6522"/>
                  <a:pt x="1009" y="6364"/>
                  <a:pt x="1387" y="6364"/>
                </a:cubicBezTo>
                <a:cubicBezTo>
                  <a:pt x="1639" y="6364"/>
                  <a:pt x="1797" y="6553"/>
                  <a:pt x="1797" y="6742"/>
                </a:cubicBezTo>
                <a:cubicBezTo>
                  <a:pt x="1797" y="6994"/>
                  <a:pt x="1576" y="7152"/>
                  <a:pt x="1387" y="7152"/>
                </a:cubicBezTo>
                <a:cubicBezTo>
                  <a:pt x="1198" y="7152"/>
                  <a:pt x="1009" y="7215"/>
                  <a:pt x="851" y="7341"/>
                </a:cubicBezTo>
                <a:lnTo>
                  <a:pt x="851" y="7404"/>
                </a:lnTo>
                <a:cubicBezTo>
                  <a:pt x="851" y="8318"/>
                  <a:pt x="1576" y="9074"/>
                  <a:pt x="2490" y="9074"/>
                </a:cubicBezTo>
                <a:lnTo>
                  <a:pt x="2742" y="9074"/>
                </a:lnTo>
                <a:cubicBezTo>
                  <a:pt x="2899" y="9357"/>
                  <a:pt x="3088" y="9546"/>
                  <a:pt x="3309" y="9704"/>
                </a:cubicBezTo>
                <a:lnTo>
                  <a:pt x="3309" y="10617"/>
                </a:lnTo>
                <a:cubicBezTo>
                  <a:pt x="3309" y="11752"/>
                  <a:pt x="4254" y="12697"/>
                  <a:pt x="5420" y="12697"/>
                </a:cubicBezTo>
                <a:cubicBezTo>
                  <a:pt x="6554" y="12697"/>
                  <a:pt x="7499" y="11752"/>
                  <a:pt x="7499" y="10617"/>
                </a:cubicBezTo>
                <a:lnTo>
                  <a:pt x="7499" y="9704"/>
                </a:lnTo>
                <a:cubicBezTo>
                  <a:pt x="7719" y="9546"/>
                  <a:pt x="7971" y="9357"/>
                  <a:pt x="8097" y="9074"/>
                </a:cubicBezTo>
                <a:lnTo>
                  <a:pt x="8318" y="9074"/>
                </a:lnTo>
                <a:cubicBezTo>
                  <a:pt x="9232" y="9074"/>
                  <a:pt x="9988" y="8318"/>
                  <a:pt x="9988" y="7404"/>
                </a:cubicBezTo>
                <a:lnTo>
                  <a:pt x="9988" y="7341"/>
                </a:lnTo>
                <a:cubicBezTo>
                  <a:pt x="9830" y="7215"/>
                  <a:pt x="9610" y="7152"/>
                  <a:pt x="9421" y="7152"/>
                </a:cubicBezTo>
                <a:cubicBezTo>
                  <a:pt x="9200" y="7152"/>
                  <a:pt x="9043" y="6931"/>
                  <a:pt x="9043" y="6742"/>
                </a:cubicBezTo>
                <a:cubicBezTo>
                  <a:pt x="9043" y="6522"/>
                  <a:pt x="9232" y="6364"/>
                  <a:pt x="9421" y="6364"/>
                </a:cubicBezTo>
                <a:cubicBezTo>
                  <a:pt x="9830" y="6364"/>
                  <a:pt x="10208" y="6522"/>
                  <a:pt x="10492" y="6742"/>
                </a:cubicBezTo>
                <a:cubicBezTo>
                  <a:pt x="10681" y="6459"/>
                  <a:pt x="10807" y="6144"/>
                  <a:pt x="10807" y="5797"/>
                </a:cubicBezTo>
                <a:cubicBezTo>
                  <a:pt x="10807" y="5514"/>
                  <a:pt x="10712" y="5199"/>
                  <a:pt x="10555" y="4978"/>
                </a:cubicBezTo>
                <a:cubicBezTo>
                  <a:pt x="10681" y="4726"/>
                  <a:pt x="10775" y="4411"/>
                  <a:pt x="10775" y="4159"/>
                </a:cubicBezTo>
                <a:cubicBezTo>
                  <a:pt x="10775" y="3592"/>
                  <a:pt x="10492" y="3088"/>
                  <a:pt x="10051" y="2773"/>
                </a:cubicBezTo>
                <a:cubicBezTo>
                  <a:pt x="10015" y="2768"/>
                  <a:pt x="9978" y="2765"/>
                  <a:pt x="9939" y="2765"/>
                </a:cubicBezTo>
                <a:cubicBezTo>
                  <a:pt x="9742" y="2765"/>
                  <a:pt x="9521" y="2835"/>
                  <a:pt x="9389" y="2993"/>
                </a:cubicBezTo>
                <a:cubicBezTo>
                  <a:pt x="9310" y="3072"/>
                  <a:pt x="9200" y="3111"/>
                  <a:pt x="9090" y="3111"/>
                </a:cubicBezTo>
                <a:cubicBezTo>
                  <a:pt x="8980" y="3111"/>
                  <a:pt x="8869" y="3072"/>
                  <a:pt x="8791" y="2993"/>
                </a:cubicBezTo>
                <a:cubicBezTo>
                  <a:pt x="8633" y="2836"/>
                  <a:pt x="8633" y="2584"/>
                  <a:pt x="8791" y="2426"/>
                </a:cubicBezTo>
                <a:cubicBezTo>
                  <a:pt x="9074" y="2143"/>
                  <a:pt x="9452" y="1954"/>
                  <a:pt x="9862" y="1954"/>
                </a:cubicBezTo>
                <a:cubicBezTo>
                  <a:pt x="9610" y="1324"/>
                  <a:pt x="9043" y="851"/>
                  <a:pt x="8287" y="851"/>
                </a:cubicBezTo>
                <a:lnTo>
                  <a:pt x="8034" y="851"/>
                </a:lnTo>
                <a:cubicBezTo>
                  <a:pt x="7782" y="315"/>
                  <a:pt x="7215" y="0"/>
                  <a:pt x="6617" y="0"/>
                </a:cubicBezTo>
                <a:cubicBezTo>
                  <a:pt x="6302" y="0"/>
                  <a:pt x="6050" y="95"/>
                  <a:pt x="5798" y="252"/>
                </a:cubicBezTo>
                <a:lnTo>
                  <a:pt x="5798" y="4190"/>
                </a:lnTo>
                <a:cubicBezTo>
                  <a:pt x="6743" y="4379"/>
                  <a:pt x="7467" y="5199"/>
                  <a:pt x="7467" y="6207"/>
                </a:cubicBezTo>
                <a:cubicBezTo>
                  <a:pt x="7467" y="6427"/>
                  <a:pt x="7247" y="6585"/>
                  <a:pt x="7058" y="6585"/>
                </a:cubicBezTo>
                <a:cubicBezTo>
                  <a:pt x="6869" y="6585"/>
                  <a:pt x="6617" y="6396"/>
                  <a:pt x="6617" y="6207"/>
                </a:cubicBezTo>
                <a:cubicBezTo>
                  <a:pt x="6617" y="5640"/>
                  <a:pt x="6270" y="5199"/>
                  <a:pt x="5798" y="5010"/>
                </a:cubicBezTo>
                <a:lnTo>
                  <a:pt x="5798" y="9074"/>
                </a:lnTo>
                <a:lnTo>
                  <a:pt x="4979" y="9074"/>
                </a:lnTo>
                <a:lnTo>
                  <a:pt x="4979" y="5010"/>
                </a:lnTo>
                <a:cubicBezTo>
                  <a:pt x="4506" y="5167"/>
                  <a:pt x="4159" y="5640"/>
                  <a:pt x="4159" y="6207"/>
                </a:cubicBezTo>
                <a:cubicBezTo>
                  <a:pt x="4159" y="6427"/>
                  <a:pt x="3939" y="6585"/>
                  <a:pt x="3718" y="6585"/>
                </a:cubicBezTo>
                <a:cubicBezTo>
                  <a:pt x="3466" y="6585"/>
                  <a:pt x="3309" y="6396"/>
                  <a:pt x="3309" y="6207"/>
                </a:cubicBezTo>
                <a:cubicBezTo>
                  <a:pt x="3309" y="5199"/>
                  <a:pt x="4033" y="4348"/>
                  <a:pt x="4979" y="4190"/>
                </a:cubicBezTo>
                <a:lnTo>
                  <a:pt x="4979" y="252"/>
                </a:lnTo>
                <a:cubicBezTo>
                  <a:pt x="4726" y="95"/>
                  <a:pt x="4474" y="0"/>
                  <a:pt x="4159"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45" name="Google Shape;7296;p65">
            <a:extLst>
              <a:ext uri="{FF2B5EF4-FFF2-40B4-BE49-F238E27FC236}">
                <a16:creationId xmlns:a16="http://schemas.microsoft.com/office/drawing/2014/main" id="{2A98500D-DF43-6B8D-4001-E0901ED293EC}"/>
              </a:ext>
            </a:extLst>
          </p:cNvPr>
          <p:cNvSpPr/>
          <p:nvPr/>
        </p:nvSpPr>
        <p:spPr>
          <a:xfrm>
            <a:off x="8842256" y="8074135"/>
            <a:ext cx="933983" cy="729560"/>
          </a:xfrm>
          <a:custGeom>
            <a:avLst/>
            <a:gdLst/>
            <a:ahLst/>
            <a:cxnLst/>
            <a:rect l="l" t="t" r="r" b="b"/>
            <a:pathLst>
              <a:path w="12665" h="9893" extrusionOk="0">
                <a:moveTo>
                  <a:pt x="8538" y="2458"/>
                </a:moveTo>
                <a:cubicBezTo>
                  <a:pt x="8758" y="2458"/>
                  <a:pt x="8916" y="2678"/>
                  <a:pt x="8916" y="2899"/>
                </a:cubicBezTo>
                <a:lnTo>
                  <a:pt x="8916" y="4569"/>
                </a:lnTo>
                <a:cubicBezTo>
                  <a:pt x="8916" y="4789"/>
                  <a:pt x="8727" y="4978"/>
                  <a:pt x="8538" y="4978"/>
                </a:cubicBezTo>
                <a:cubicBezTo>
                  <a:pt x="8349" y="4978"/>
                  <a:pt x="8128" y="4789"/>
                  <a:pt x="8128" y="4569"/>
                </a:cubicBezTo>
                <a:lnTo>
                  <a:pt x="8128" y="3875"/>
                </a:lnTo>
                <a:lnTo>
                  <a:pt x="6364" y="5671"/>
                </a:lnTo>
                <a:cubicBezTo>
                  <a:pt x="6285" y="5750"/>
                  <a:pt x="6175" y="5789"/>
                  <a:pt x="6065" y="5789"/>
                </a:cubicBezTo>
                <a:cubicBezTo>
                  <a:pt x="5954" y="5789"/>
                  <a:pt x="5844" y="5750"/>
                  <a:pt x="5765" y="5671"/>
                </a:cubicBezTo>
                <a:lnTo>
                  <a:pt x="5230" y="5104"/>
                </a:lnTo>
                <a:lnTo>
                  <a:pt x="3844" y="6490"/>
                </a:lnTo>
                <a:cubicBezTo>
                  <a:pt x="3765" y="6569"/>
                  <a:pt x="3655" y="6608"/>
                  <a:pt x="3544" y="6608"/>
                </a:cubicBezTo>
                <a:cubicBezTo>
                  <a:pt x="3434" y="6608"/>
                  <a:pt x="3324" y="6569"/>
                  <a:pt x="3245" y="6490"/>
                </a:cubicBezTo>
                <a:cubicBezTo>
                  <a:pt x="3087" y="6333"/>
                  <a:pt x="3087" y="6049"/>
                  <a:pt x="3245" y="5892"/>
                </a:cubicBezTo>
                <a:lnTo>
                  <a:pt x="4915" y="4254"/>
                </a:lnTo>
                <a:cubicBezTo>
                  <a:pt x="4994" y="4175"/>
                  <a:pt x="5104" y="4135"/>
                  <a:pt x="5214" y="4135"/>
                </a:cubicBezTo>
                <a:cubicBezTo>
                  <a:pt x="5324" y="4135"/>
                  <a:pt x="5435" y="4175"/>
                  <a:pt x="5513" y="4254"/>
                </a:cubicBezTo>
                <a:lnTo>
                  <a:pt x="6049" y="4789"/>
                </a:lnTo>
                <a:lnTo>
                  <a:pt x="7561" y="3308"/>
                </a:lnTo>
                <a:lnTo>
                  <a:pt x="6868" y="3308"/>
                </a:lnTo>
                <a:cubicBezTo>
                  <a:pt x="6648" y="3308"/>
                  <a:pt x="6490" y="3088"/>
                  <a:pt x="6490" y="2899"/>
                </a:cubicBezTo>
                <a:cubicBezTo>
                  <a:pt x="6490" y="2678"/>
                  <a:pt x="6679" y="2458"/>
                  <a:pt x="6868" y="2458"/>
                </a:cubicBezTo>
                <a:close/>
                <a:moveTo>
                  <a:pt x="11814" y="8255"/>
                </a:moveTo>
                <a:cubicBezTo>
                  <a:pt x="11814" y="8538"/>
                  <a:pt x="11877" y="9105"/>
                  <a:pt x="11405" y="9105"/>
                </a:cubicBezTo>
                <a:lnTo>
                  <a:pt x="1197" y="9105"/>
                </a:lnTo>
                <a:cubicBezTo>
                  <a:pt x="977" y="9105"/>
                  <a:pt x="788" y="8885"/>
                  <a:pt x="788" y="8664"/>
                </a:cubicBezTo>
                <a:lnTo>
                  <a:pt x="788" y="8255"/>
                </a:lnTo>
                <a:close/>
                <a:moveTo>
                  <a:pt x="2048" y="0"/>
                </a:moveTo>
                <a:cubicBezTo>
                  <a:pt x="1355" y="0"/>
                  <a:pt x="819" y="536"/>
                  <a:pt x="819" y="1229"/>
                </a:cubicBezTo>
                <a:lnTo>
                  <a:pt x="819" y="7435"/>
                </a:lnTo>
                <a:lnTo>
                  <a:pt x="410" y="7435"/>
                </a:lnTo>
                <a:cubicBezTo>
                  <a:pt x="189" y="7435"/>
                  <a:pt x="0" y="7625"/>
                  <a:pt x="0" y="7845"/>
                </a:cubicBezTo>
                <a:lnTo>
                  <a:pt x="0" y="8664"/>
                </a:lnTo>
                <a:cubicBezTo>
                  <a:pt x="0" y="9326"/>
                  <a:pt x="536" y="9893"/>
                  <a:pt x="1260" y="9893"/>
                </a:cubicBezTo>
                <a:lnTo>
                  <a:pt x="11436" y="9893"/>
                </a:lnTo>
                <a:cubicBezTo>
                  <a:pt x="12129" y="9893"/>
                  <a:pt x="12665" y="9326"/>
                  <a:pt x="12665" y="8664"/>
                </a:cubicBezTo>
                <a:lnTo>
                  <a:pt x="12665" y="7845"/>
                </a:lnTo>
                <a:cubicBezTo>
                  <a:pt x="12634" y="7593"/>
                  <a:pt x="12444" y="7435"/>
                  <a:pt x="12224" y="7435"/>
                </a:cubicBezTo>
                <a:lnTo>
                  <a:pt x="11814" y="7435"/>
                </a:lnTo>
                <a:lnTo>
                  <a:pt x="11814" y="1229"/>
                </a:lnTo>
                <a:cubicBezTo>
                  <a:pt x="11814" y="536"/>
                  <a:pt x="11247" y="0"/>
                  <a:pt x="10586"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nvGrpSpPr>
          <p:cNvPr id="246" name="Google Shape;7297;p65">
            <a:extLst>
              <a:ext uri="{FF2B5EF4-FFF2-40B4-BE49-F238E27FC236}">
                <a16:creationId xmlns:a16="http://schemas.microsoft.com/office/drawing/2014/main" id="{86F5204E-8856-A03A-F44E-4361D827CB52}"/>
              </a:ext>
            </a:extLst>
          </p:cNvPr>
          <p:cNvGrpSpPr/>
          <p:nvPr/>
        </p:nvGrpSpPr>
        <p:grpSpPr>
          <a:xfrm>
            <a:off x="8826542" y="9099209"/>
            <a:ext cx="975869" cy="937742"/>
            <a:chOff x="-62890750" y="3747425"/>
            <a:chExt cx="330825" cy="317900"/>
          </a:xfrm>
          <a:solidFill>
            <a:srgbClr val="555559"/>
          </a:solidFill>
        </p:grpSpPr>
        <p:sp>
          <p:nvSpPr>
            <p:cNvPr id="247" name="Google Shape;7298;p65">
              <a:extLst>
                <a:ext uri="{FF2B5EF4-FFF2-40B4-BE49-F238E27FC236}">
                  <a16:creationId xmlns:a16="http://schemas.microsoft.com/office/drawing/2014/main" id="{E1577C04-2F9A-E69B-8192-AE5ABE44888E}"/>
                </a:ext>
              </a:extLst>
            </p:cNvPr>
            <p:cNvSpPr/>
            <p:nvPr/>
          </p:nvSpPr>
          <p:spPr>
            <a:xfrm>
              <a:off x="-62890750" y="3747425"/>
              <a:ext cx="313500" cy="195825"/>
            </a:xfrm>
            <a:custGeom>
              <a:avLst/>
              <a:gdLst/>
              <a:ahLst/>
              <a:cxnLst/>
              <a:rect l="l" t="t" r="r" b="b"/>
              <a:pathLst>
                <a:path w="12540" h="7833" extrusionOk="0">
                  <a:moveTo>
                    <a:pt x="6591" y="0"/>
                  </a:moveTo>
                  <a:cubicBezTo>
                    <a:pt x="4966" y="0"/>
                    <a:pt x="3342" y="616"/>
                    <a:pt x="2112" y="1846"/>
                  </a:cubicBezTo>
                  <a:cubicBezTo>
                    <a:pt x="663" y="3296"/>
                    <a:pt x="1" y="5438"/>
                    <a:pt x="379" y="7454"/>
                  </a:cubicBezTo>
                  <a:cubicBezTo>
                    <a:pt x="442" y="7675"/>
                    <a:pt x="568" y="7832"/>
                    <a:pt x="789" y="7832"/>
                  </a:cubicBezTo>
                  <a:lnTo>
                    <a:pt x="852" y="7832"/>
                  </a:lnTo>
                  <a:cubicBezTo>
                    <a:pt x="1104" y="7801"/>
                    <a:pt x="1198" y="7549"/>
                    <a:pt x="1167" y="7360"/>
                  </a:cubicBezTo>
                  <a:cubicBezTo>
                    <a:pt x="852" y="5596"/>
                    <a:pt x="1419" y="3737"/>
                    <a:pt x="2710" y="2477"/>
                  </a:cubicBezTo>
                  <a:cubicBezTo>
                    <a:pt x="3719" y="1437"/>
                    <a:pt x="5136" y="870"/>
                    <a:pt x="6617" y="870"/>
                  </a:cubicBezTo>
                  <a:cubicBezTo>
                    <a:pt x="7940" y="870"/>
                    <a:pt x="9200" y="1342"/>
                    <a:pt x="10177" y="2193"/>
                  </a:cubicBezTo>
                  <a:lnTo>
                    <a:pt x="9610" y="2792"/>
                  </a:lnTo>
                  <a:cubicBezTo>
                    <a:pt x="9484" y="2918"/>
                    <a:pt x="9452" y="3075"/>
                    <a:pt x="9484" y="3170"/>
                  </a:cubicBezTo>
                  <a:cubicBezTo>
                    <a:pt x="9515" y="3327"/>
                    <a:pt x="9641" y="3422"/>
                    <a:pt x="9799" y="3453"/>
                  </a:cubicBezTo>
                  <a:lnTo>
                    <a:pt x="12036" y="3926"/>
                  </a:lnTo>
                  <a:lnTo>
                    <a:pt x="12130" y="3926"/>
                  </a:lnTo>
                  <a:cubicBezTo>
                    <a:pt x="12225" y="3926"/>
                    <a:pt x="12319" y="3894"/>
                    <a:pt x="12382" y="3800"/>
                  </a:cubicBezTo>
                  <a:cubicBezTo>
                    <a:pt x="12508" y="3674"/>
                    <a:pt x="12540" y="3579"/>
                    <a:pt x="12508" y="3422"/>
                  </a:cubicBezTo>
                  <a:lnTo>
                    <a:pt x="12036" y="1153"/>
                  </a:lnTo>
                  <a:cubicBezTo>
                    <a:pt x="12004" y="1027"/>
                    <a:pt x="11878" y="901"/>
                    <a:pt x="11752" y="838"/>
                  </a:cubicBezTo>
                  <a:cubicBezTo>
                    <a:pt x="11715" y="831"/>
                    <a:pt x="11678" y="827"/>
                    <a:pt x="11642" y="827"/>
                  </a:cubicBezTo>
                  <a:cubicBezTo>
                    <a:pt x="11526" y="827"/>
                    <a:pt x="11422" y="868"/>
                    <a:pt x="11374" y="964"/>
                  </a:cubicBezTo>
                  <a:lnTo>
                    <a:pt x="10776" y="1563"/>
                  </a:lnTo>
                  <a:cubicBezTo>
                    <a:pt x="9583" y="521"/>
                    <a:pt x="8087" y="0"/>
                    <a:pt x="65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48" name="Google Shape;7299;p65">
              <a:extLst>
                <a:ext uri="{FF2B5EF4-FFF2-40B4-BE49-F238E27FC236}">
                  <a16:creationId xmlns:a16="http://schemas.microsoft.com/office/drawing/2014/main" id="{9C9ABE4C-0232-0E3D-794F-B262A28227D2}"/>
                </a:ext>
              </a:extLst>
            </p:cNvPr>
            <p:cNvSpPr/>
            <p:nvPr/>
          </p:nvSpPr>
          <p:spPr>
            <a:xfrm>
              <a:off x="-62874975" y="3869075"/>
              <a:ext cx="315050" cy="196250"/>
            </a:xfrm>
            <a:custGeom>
              <a:avLst/>
              <a:gdLst/>
              <a:ahLst/>
              <a:cxnLst/>
              <a:rect l="l" t="t" r="r" b="b"/>
              <a:pathLst>
                <a:path w="12602" h="7850" extrusionOk="0">
                  <a:moveTo>
                    <a:pt x="11779" y="0"/>
                  </a:moveTo>
                  <a:cubicBezTo>
                    <a:pt x="11759" y="0"/>
                    <a:pt x="11739" y="2"/>
                    <a:pt x="11720" y="5"/>
                  </a:cubicBezTo>
                  <a:cubicBezTo>
                    <a:pt x="11499" y="36"/>
                    <a:pt x="11373" y="288"/>
                    <a:pt x="11405" y="477"/>
                  </a:cubicBezTo>
                  <a:cubicBezTo>
                    <a:pt x="11720" y="2242"/>
                    <a:pt x="11184" y="4101"/>
                    <a:pt x="9861" y="5361"/>
                  </a:cubicBezTo>
                  <a:cubicBezTo>
                    <a:pt x="8853" y="6400"/>
                    <a:pt x="7435" y="6967"/>
                    <a:pt x="5986" y="6967"/>
                  </a:cubicBezTo>
                  <a:cubicBezTo>
                    <a:pt x="4631" y="6967"/>
                    <a:pt x="3371" y="6495"/>
                    <a:pt x="2394" y="5644"/>
                  </a:cubicBezTo>
                  <a:lnTo>
                    <a:pt x="2993" y="5046"/>
                  </a:lnTo>
                  <a:cubicBezTo>
                    <a:pt x="3088" y="4920"/>
                    <a:pt x="3151" y="4762"/>
                    <a:pt x="3088" y="4668"/>
                  </a:cubicBezTo>
                  <a:cubicBezTo>
                    <a:pt x="3056" y="4510"/>
                    <a:pt x="2962" y="4416"/>
                    <a:pt x="2772" y="4384"/>
                  </a:cubicBezTo>
                  <a:lnTo>
                    <a:pt x="536" y="3912"/>
                  </a:lnTo>
                  <a:cubicBezTo>
                    <a:pt x="498" y="3904"/>
                    <a:pt x="465" y="3900"/>
                    <a:pt x="433" y="3900"/>
                  </a:cubicBezTo>
                  <a:cubicBezTo>
                    <a:pt x="332" y="3900"/>
                    <a:pt x="254" y="3941"/>
                    <a:pt x="158" y="4038"/>
                  </a:cubicBezTo>
                  <a:cubicBezTo>
                    <a:pt x="32" y="4132"/>
                    <a:pt x="0" y="4258"/>
                    <a:pt x="32" y="4416"/>
                  </a:cubicBezTo>
                  <a:lnTo>
                    <a:pt x="504" y="6652"/>
                  </a:lnTo>
                  <a:cubicBezTo>
                    <a:pt x="536" y="6810"/>
                    <a:pt x="662" y="6936"/>
                    <a:pt x="788" y="6967"/>
                  </a:cubicBezTo>
                  <a:lnTo>
                    <a:pt x="882" y="6967"/>
                  </a:lnTo>
                  <a:cubicBezTo>
                    <a:pt x="1008" y="6967"/>
                    <a:pt x="1103" y="6936"/>
                    <a:pt x="1166" y="6873"/>
                  </a:cubicBezTo>
                  <a:lnTo>
                    <a:pt x="1764" y="6274"/>
                  </a:lnTo>
                  <a:cubicBezTo>
                    <a:pt x="2930" y="7346"/>
                    <a:pt x="4442" y="7850"/>
                    <a:pt x="5923" y="7850"/>
                  </a:cubicBezTo>
                  <a:cubicBezTo>
                    <a:pt x="7561" y="7850"/>
                    <a:pt x="9168" y="7220"/>
                    <a:pt x="10428" y="5991"/>
                  </a:cubicBezTo>
                  <a:cubicBezTo>
                    <a:pt x="11909" y="4510"/>
                    <a:pt x="12602" y="2368"/>
                    <a:pt x="12192" y="320"/>
                  </a:cubicBezTo>
                  <a:cubicBezTo>
                    <a:pt x="12164" y="122"/>
                    <a:pt x="11958" y="0"/>
                    <a:pt x="1177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49" name="Google Shape;7300;p65">
              <a:extLst>
                <a:ext uri="{FF2B5EF4-FFF2-40B4-BE49-F238E27FC236}">
                  <a16:creationId xmlns:a16="http://schemas.microsoft.com/office/drawing/2014/main" id="{41489C27-8FDF-89BD-1154-ADE5381EEA25}"/>
                </a:ext>
              </a:extLst>
            </p:cNvPr>
            <p:cNvSpPr/>
            <p:nvPr/>
          </p:nvSpPr>
          <p:spPr>
            <a:xfrm>
              <a:off x="-62751325" y="3834525"/>
              <a:ext cx="15775" cy="26800"/>
            </a:xfrm>
            <a:custGeom>
              <a:avLst/>
              <a:gdLst/>
              <a:ahLst/>
              <a:cxnLst/>
              <a:rect l="l" t="t" r="r" b="b"/>
              <a:pathLst>
                <a:path w="631" h="1072" extrusionOk="0">
                  <a:moveTo>
                    <a:pt x="630" y="1"/>
                  </a:moveTo>
                  <a:cubicBezTo>
                    <a:pt x="410" y="221"/>
                    <a:pt x="158" y="599"/>
                    <a:pt x="0" y="1072"/>
                  </a:cubicBezTo>
                  <a:lnTo>
                    <a:pt x="630" y="1072"/>
                  </a:lnTo>
                  <a:lnTo>
                    <a:pt x="63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50" name="Google Shape;7301;p65">
              <a:extLst>
                <a:ext uri="{FF2B5EF4-FFF2-40B4-BE49-F238E27FC236}">
                  <a16:creationId xmlns:a16="http://schemas.microsoft.com/office/drawing/2014/main" id="{7E89EA9A-89CA-2D54-C3FB-03130F507B05}"/>
                </a:ext>
              </a:extLst>
            </p:cNvPr>
            <p:cNvSpPr/>
            <p:nvPr/>
          </p:nvSpPr>
          <p:spPr>
            <a:xfrm>
              <a:off x="-62715100" y="3950300"/>
              <a:ext cx="15775" cy="26025"/>
            </a:xfrm>
            <a:custGeom>
              <a:avLst/>
              <a:gdLst/>
              <a:ahLst/>
              <a:cxnLst/>
              <a:rect l="l" t="t" r="r" b="b"/>
              <a:pathLst>
                <a:path w="631" h="1041" extrusionOk="0">
                  <a:moveTo>
                    <a:pt x="1" y="1"/>
                  </a:moveTo>
                  <a:lnTo>
                    <a:pt x="1" y="1041"/>
                  </a:lnTo>
                  <a:cubicBezTo>
                    <a:pt x="253" y="852"/>
                    <a:pt x="473" y="473"/>
                    <a:pt x="63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51" name="Google Shape;7302;p65">
              <a:extLst>
                <a:ext uri="{FF2B5EF4-FFF2-40B4-BE49-F238E27FC236}">
                  <a16:creationId xmlns:a16="http://schemas.microsoft.com/office/drawing/2014/main" id="{7BCAE5AC-B45B-618E-9971-CD9B6C95D32D}"/>
                </a:ext>
              </a:extLst>
            </p:cNvPr>
            <p:cNvSpPr/>
            <p:nvPr/>
          </p:nvSpPr>
          <p:spPr>
            <a:xfrm>
              <a:off x="-62751325" y="3950300"/>
              <a:ext cx="15775" cy="26025"/>
            </a:xfrm>
            <a:custGeom>
              <a:avLst/>
              <a:gdLst/>
              <a:ahLst/>
              <a:cxnLst/>
              <a:rect l="l" t="t" r="r" b="b"/>
              <a:pathLst>
                <a:path w="631" h="1041" extrusionOk="0">
                  <a:moveTo>
                    <a:pt x="0" y="1"/>
                  </a:moveTo>
                  <a:cubicBezTo>
                    <a:pt x="158" y="473"/>
                    <a:pt x="410" y="852"/>
                    <a:pt x="630" y="1041"/>
                  </a:cubicBezTo>
                  <a:lnTo>
                    <a:pt x="63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52" name="Google Shape;7303;p65">
              <a:extLst>
                <a:ext uri="{FF2B5EF4-FFF2-40B4-BE49-F238E27FC236}">
                  <a16:creationId xmlns:a16="http://schemas.microsoft.com/office/drawing/2014/main" id="{50B6AE79-082E-9AE9-7F84-4C2AC0E99C15}"/>
                </a:ext>
              </a:extLst>
            </p:cNvPr>
            <p:cNvSpPr/>
            <p:nvPr/>
          </p:nvSpPr>
          <p:spPr>
            <a:xfrm>
              <a:off x="-62822225" y="3881000"/>
              <a:ext cx="44125" cy="48075"/>
            </a:xfrm>
            <a:custGeom>
              <a:avLst/>
              <a:gdLst/>
              <a:ahLst/>
              <a:cxnLst/>
              <a:rect l="l" t="t" r="r" b="b"/>
              <a:pathLst>
                <a:path w="1765" h="1923" extrusionOk="0">
                  <a:moveTo>
                    <a:pt x="127" y="0"/>
                  </a:moveTo>
                  <a:cubicBezTo>
                    <a:pt x="32" y="316"/>
                    <a:pt x="1" y="631"/>
                    <a:pt x="1" y="977"/>
                  </a:cubicBezTo>
                  <a:cubicBezTo>
                    <a:pt x="1" y="1324"/>
                    <a:pt x="32" y="1670"/>
                    <a:pt x="127" y="1922"/>
                  </a:cubicBezTo>
                  <a:lnTo>
                    <a:pt x="1765" y="1922"/>
                  </a:lnTo>
                  <a:cubicBezTo>
                    <a:pt x="1734" y="1607"/>
                    <a:pt x="1702" y="1292"/>
                    <a:pt x="1702" y="977"/>
                  </a:cubicBezTo>
                  <a:cubicBezTo>
                    <a:pt x="1702" y="662"/>
                    <a:pt x="1734" y="316"/>
                    <a:pt x="17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53" name="Google Shape;7304;p65">
              <a:extLst>
                <a:ext uri="{FF2B5EF4-FFF2-40B4-BE49-F238E27FC236}">
                  <a16:creationId xmlns:a16="http://schemas.microsoft.com/office/drawing/2014/main" id="{9CC3F88E-C02A-7B5F-F5EF-7229038EBB3E}"/>
                </a:ext>
              </a:extLst>
            </p:cNvPr>
            <p:cNvSpPr/>
            <p:nvPr/>
          </p:nvSpPr>
          <p:spPr>
            <a:xfrm>
              <a:off x="-62715100" y="3833750"/>
              <a:ext cx="15775" cy="26800"/>
            </a:xfrm>
            <a:custGeom>
              <a:avLst/>
              <a:gdLst/>
              <a:ahLst/>
              <a:cxnLst/>
              <a:rect l="l" t="t" r="r" b="b"/>
              <a:pathLst>
                <a:path w="631" h="1072" extrusionOk="0">
                  <a:moveTo>
                    <a:pt x="1" y="0"/>
                  </a:moveTo>
                  <a:lnTo>
                    <a:pt x="1" y="1071"/>
                  </a:lnTo>
                  <a:lnTo>
                    <a:pt x="631" y="1071"/>
                  </a:lnTo>
                  <a:cubicBezTo>
                    <a:pt x="505" y="599"/>
                    <a:pt x="253" y="189"/>
                    <a:pt x="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54" name="Google Shape;7305;p65">
              <a:extLst>
                <a:ext uri="{FF2B5EF4-FFF2-40B4-BE49-F238E27FC236}">
                  <a16:creationId xmlns:a16="http://schemas.microsoft.com/office/drawing/2014/main" id="{DCB973E1-A7A9-3FC2-3FCC-65AEF2EA33D6}"/>
                </a:ext>
              </a:extLst>
            </p:cNvPr>
            <p:cNvSpPr/>
            <p:nvPr/>
          </p:nvSpPr>
          <p:spPr>
            <a:xfrm>
              <a:off x="-62758425" y="3881000"/>
              <a:ext cx="22875" cy="48075"/>
            </a:xfrm>
            <a:custGeom>
              <a:avLst/>
              <a:gdLst/>
              <a:ahLst/>
              <a:cxnLst/>
              <a:rect l="l" t="t" r="r" b="b"/>
              <a:pathLst>
                <a:path w="915" h="1923" extrusionOk="0">
                  <a:moveTo>
                    <a:pt x="95" y="0"/>
                  </a:moveTo>
                  <a:cubicBezTo>
                    <a:pt x="64" y="316"/>
                    <a:pt x="1" y="631"/>
                    <a:pt x="1" y="977"/>
                  </a:cubicBezTo>
                  <a:cubicBezTo>
                    <a:pt x="1" y="1324"/>
                    <a:pt x="64" y="1670"/>
                    <a:pt x="95" y="1922"/>
                  </a:cubicBezTo>
                  <a:lnTo>
                    <a:pt x="914" y="1922"/>
                  </a:lnTo>
                  <a:lnTo>
                    <a:pt x="914"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55" name="Google Shape;7306;p65">
              <a:extLst>
                <a:ext uri="{FF2B5EF4-FFF2-40B4-BE49-F238E27FC236}">
                  <a16:creationId xmlns:a16="http://schemas.microsoft.com/office/drawing/2014/main" id="{C59423DB-C174-577A-7D26-B244372DAB1E}"/>
                </a:ext>
              </a:extLst>
            </p:cNvPr>
            <p:cNvSpPr/>
            <p:nvPr/>
          </p:nvSpPr>
          <p:spPr>
            <a:xfrm>
              <a:off x="-62715100" y="3809325"/>
              <a:ext cx="74850" cy="51225"/>
            </a:xfrm>
            <a:custGeom>
              <a:avLst/>
              <a:gdLst/>
              <a:ahLst/>
              <a:cxnLst/>
              <a:rect l="l" t="t" r="r" b="b"/>
              <a:pathLst>
                <a:path w="2994" h="2049" extrusionOk="0">
                  <a:moveTo>
                    <a:pt x="1" y="1"/>
                  </a:moveTo>
                  <a:lnTo>
                    <a:pt x="1" y="32"/>
                  </a:lnTo>
                  <a:cubicBezTo>
                    <a:pt x="631" y="253"/>
                    <a:pt x="1198" y="1009"/>
                    <a:pt x="1481" y="2048"/>
                  </a:cubicBezTo>
                  <a:lnTo>
                    <a:pt x="2994" y="2048"/>
                  </a:lnTo>
                  <a:cubicBezTo>
                    <a:pt x="2426" y="946"/>
                    <a:pt x="1324" y="158"/>
                    <a:pt x="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56" name="Google Shape;7307;p65">
              <a:extLst>
                <a:ext uri="{FF2B5EF4-FFF2-40B4-BE49-F238E27FC236}">
                  <a16:creationId xmlns:a16="http://schemas.microsoft.com/office/drawing/2014/main" id="{CA208231-3704-7F6E-AF7F-092F749124A9}"/>
                </a:ext>
              </a:extLst>
            </p:cNvPr>
            <p:cNvSpPr/>
            <p:nvPr/>
          </p:nvSpPr>
          <p:spPr>
            <a:xfrm>
              <a:off x="-62715875" y="3950300"/>
              <a:ext cx="75625" cy="51225"/>
            </a:xfrm>
            <a:custGeom>
              <a:avLst/>
              <a:gdLst/>
              <a:ahLst/>
              <a:cxnLst/>
              <a:rect l="l" t="t" r="r" b="b"/>
              <a:pathLst>
                <a:path w="3025" h="2049" extrusionOk="0">
                  <a:moveTo>
                    <a:pt x="1512" y="1"/>
                  </a:moveTo>
                  <a:cubicBezTo>
                    <a:pt x="1229" y="1009"/>
                    <a:pt x="662" y="1765"/>
                    <a:pt x="0" y="1986"/>
                  </a:cubicBezTo>
                  <a:lnTo>
                    <a:pt x="0" y="2049"/>
                  </a:lnTo>
                  <a:lnTo>
                    <a:pt x="32" y="2049"/>
                  </a:lnTo>
                  <a:cubicBezTo>
                    <a:pt x="1355" y="1891"/>
                    <a:pt x="2457" y="1104"/>
                    <a:pt x="302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57" name="Google Shape;7308;p65">
              <a:extLst>
                <a:ext uri="{FF2B5EF4-FFF2-40B4-BE49-F238E27FC236}">
                  <a16:creationId xmlns:a16="http://schemas.microsoft.com/office/drawing/2014/main" id="{E5A09CFB-8D1C-D5B2-9A85-D1FE52433D1E}"/>
                </a:ext>
              </a:extLst>
            </p:cNvPr>
            <p:cNvSpPr/>
            <p:nvPr/>
          </p:nvSpPr>
          <p:spPr>
            <a:xfrm>
              <a:off x="-62811200" y="3949525"/>
              <a:ext cx="75650" cy="52000"/>
            </a:xfrm>
            <a:custGeom>
              <a:avLst/>
              <a:gdLst/>
              <a:ahLst/>
              <a:cxnLst/>
              <a:rect l="l" t="t" r="r" b="b"/>
              <a:pathLst>
                <a:path w="3026" h="2080" extrusionOk="0">
                  <a:moveTo>
                    <a:pt x="1" y="0"/>
                  </a:moveTo>
                  <a:cubicBezTo>
                    <a:pt x="600" y="1166"/>
                    <a:pt x="1702" y="1954"/>
                    <a:pt x="3025" y="2080"/>
                  </a:cubicBezTo>
                  <a:lnTo>
                    <a:pt x="3025" y="2017"/>
                  </a:lnTo>
                  <a:cubicBezTo>
                    <a:pt x="2364" y="1796"/>
                    <a:pt x="1860" y="1040"/>
                    <a:pt x="154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58" name="Google Shape;7309;p65">
              <a:extLst>
                <a:ext uri="{FF2B5EF4-FFF2-40B4-BE49-F238E27FC236}">
                  <a16:creationId xmlns:a16="http://schemas.microsoft.com/office/drawing/2014/main" id="{2A2FC720-A603-32C8-F8B8-1A2EC1205CB6}"/>
                </a:ext>
              </a:extLst>
            </p:cNvPr>
            <p:cNvSpPr/>
            <p:nvPr/>
          </p:nvSpPr>
          <p:spPr>
            <a:xfrm>
              <a:off x="-62673350" y="3881000"/>
              <a:ext cx="44125" cy="48075"/>
            </a:xfrm>
            <a:custGeom>
              <a:avLst/>
              <a:gdLst/>
              <a:ahLst/>
              <a:cxnLst/>
              <a:rect l="l" t="t" r="r" b="b"/>
              <a:pathLst>
                <a:path w="1765" h="1923" extrusionOk="0">
                  <a:moveTo>
                    <a:pt x="0" y="0"/>
                  </a:moveTo>
                  <a:cubicBezTo>
                    <a:pt x="32" y="316"/>
                    <a:pt x="63" y="631"/>
                    <a:pt x="63" y="977"/>
                  </a:cubicBezTo>
                  <a:cubicBezTo>
                    <a:pt x="63" y="1324"/>
                    <a:pt x="32" y="1670"/>
                    <a:pt x="0" y="1922"/>
                  </a:cubicBezTo>
                  <a:lnTo>
                    <a:pt x="1639" y="1922"/>
                  </a:lnTo>
                  <a:cubicBezTo>
                    <a:pt x="1733" y="1670"/>
                    <a:pt x="1765" y="1292"/>
                    <a:pt x="1765" y="977"/>
                  </a:cubicBezTo>
                  <a:cubicBezTo>
                    <a:pt x="1765" y="662"/>
                    <a:pt x="1733" y="316"/>
                    <a:pt x="163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59" name="Google Shape;7310;p65">
              <a:extLst>
                <a:ext uri="{FF2B5EF4-FFF2-40B4-BE49-F238E27FC236}">
                  <a16:creationId xmlns:a16="http://schemas.microsoft.com/office/drawing/2014/main" id="{20BB426D-3F2A-3D92-C1BA-904D60FC69F5}"/>
                </a:ext>
              </a:extLst>
            </p:cNvPr>
            <p:cNvSpPr/>
            <p:nvPr/>
          </p:nvSpPr>
          <p:spPr>
            <a:xfrm>
              <a:off x="-62810400" y="3810125"/>
              <a:ext cx="75625" cy="51200"/>
            </a:xfrm>
            <a:custGeom>
              <a:avLst/>
              <a:gdLst/>
              <a:ahLst/>
              <a:cxnLst/>
              <a:rect l="l" t="t" r="r" b="b"/>
              <a:pathLst>
                <a:path w="3025" h="2048" extrusionOk="0">
                  <a:moveTo>
                    <a:pt x="2993" y="0"/>
                  </a:moveTo>
                  <a:cubicBezTo>
                    <a:pt x="1702" y="158"/>
                    <a:pt x="599" y="945"/>
                    <a:pt x="0" y="2048"/>
                  </a:cubicBezTo>
                  <a:lnTo>
                    <a:pt x="1544" y="2048"/>
                  </a:lnTo>
                  <a:cubicBezTo>
                    <a:pt x="1828" y="1008"/>
                    <a:pt x="2363" y="284"/>
                    <a:pt x="3025" y="32"/>
                  </a:cubicBezTo>
                  <a:lnTo>
                    <a:pt x="3025"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60" name="Google Shape;7311;p65">
              <a:extLst>
                <a:ext uri="{FF2B5EF4-FFF2-40B4-BE49-F238E27FC236}">
                  <a16:creationId xmlns:a16="http://schemas.microsoft.com/office/drawing/2014/main" id="{ED41839A-86D2-B337-6CA9-CCCBE688D145}"/>
                </a:ext>
              </a:extLst>
            </p:cNvPr>
            <p:cNvSpPr/>
            <p:nvPr/>
          </p:nvSpPr>
          <p:spPr>
            <a:xfrm>
              <a:off x="-62715100" y="3881000"/>
              <a:ext cx="22850" cy="48075"/>
            </a:xfrm>
            <a:custGeom>
              <a:avLst/>
              <a:gdLst/>
              <a:ahLst/>
              <a:cxnLst/>
              <a:rect l="l" t="t" r="r" b="b"/>
              <a:pathLst>
                <a:path w="914" h="1923" extrusionOk="0">
                  <a:moveTo>
                    <a:pt x="1" y="0"/>
                  </a:moveTo>
                  <a:lnTo>
                    <a:pt x="1" y="1922"/>
                  </a:lnTo>
                  <a:lnTo>
                    <a:pt x="851" y="1922"/>
                  </a:lnTo>
                  <a:cubicBezTo>
                    <a:pt x="883" y="1607"/>
                    <a:pt x="914" y="1292"/>
                    <a:pt x="914" y="977"/>
                  </a:cubicBezTo>
                  <a:cubicBezTo>
                    <a:pt x="914" y="662"/>
                    <a:pt x="883" y="316"/>
                    <a:pt x="85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261" name="Google Shape;7312;p65">
            <a:extLst>
              <a:ext uri="{FF2B5EF4-FFF2-40B4-BE49-F238E27FC236}">
                <a16:creationId xmlns:a16="http://schemas.microsoft.com/office/drawing/2014/main" id="{89FE12EF-F44A-C786-BC9F-CAE1E4A8F150}"/>
              </a:ext>
            </a:extLst>
          </p:cNvPr>
          <p:cNvGrpSpPr/>
          <p:nvPr/>
        </p:nvGrpSpPr>
        <p:grpSpPr>
          <a:xfrm>
            <a:off x="8846305" y="10194581"/>
            <a:ext cx="936341" cy="934055"/>
            <a:chOff x="-62884425" y="4111775"/>
            <a:chExt cx="317425" cy="316650"/>
          </a:xfrm>
          <a:solidFill>
            <a:srgbClr val="555559"/>
          </a:solidFill>
        </p:grpSpPr>
        <p:sp>
          <p:nvSpPr>
            <p:cNvPr id="262" name="Google Shape;7313;p65">
              <a:extLst>
                <a:ext uri="{FF2B5EF4-FFF2-40B4-BE49-F238E27FC236}">
                  <a16:creationId xmlns:a16="http://schemas.microsoft.com/office/drawing/2014/main" id="{508D55D2-BD49-A496-068F-3B738EE8AC66}"/>
                </a:ext>
              </a:extLst>
            </p:cNvPr>
            <p:cNvSpPr/>
            <p:nvPr/>
          </p:nvSpPr>
          <p:spPr>
            <a:xfrm>
              <a:off x="-62884425" y="4325225"/>
              <a:ext cx="317425" cy="103200"/>
            </a:xfrm>
            <a:custGeom>
              <a:avLst/>
              <a:gdLst/>
              <a:ahLst/>
              <a:cxnLst/>
              <a:rect l="l" t="t" r="r" b="b"/>
              <a:pathLst>
                <a:path w="12697" h="4128" extrusionOk="0">
                  <a:moveTo>
                    <a:pt x="0" y="0"/>
                  </a:moveTo>
                  <a:lnTo>
                    <a:pt x="0" y="378"/>
                  </a:lnTo>
                  <a:cubicBezTo>
                    <a:pt x="0" y="1071"/>
                    <a:pt x="567" y="1638"/>
                    <a:pt x="1260" y="1638"/>
                  </a:cubicBezTo>
                  <a:lnTo>
                    <a:pt x="4001" y="1638"/>
                  </a:lnTo>
                  <a:lnTo>
                    <a:pt x="3434" y="3308"/>
                  </a:lnTo>
                  <a:lnTo>
                    <a:pt x="2930" y="3308"/>
                  </a:lnTo>
                  <a:cubicBezTo>
                    <a:pt x="2678" y="3308"/>
                    <a:pt x="2520" y="3497"/>
                    <a:pt x="2520" y="3749"/>
                  </a:cubicBezTo>
                  <a:cubicBezTo>
                    <a:pt x="2520" y="3970"/>
                    <a:pt x="2741" y="4127"/>
                    <a:pt x="2930" y="4127"/>
                  </a:cubicBezTo>
                  <a:lnTo>
                    <a:pt x="9830" y="4127"/>
                  </a:lnTo>
                  <a:cubicBezTo>
                    <a:pt x="10050" y="4127"/>
                    <a:pt x="10239" y="3938"/>
                    <a:pt x="10239" y="3749"/>
                  </a:cubicBezTo>
                  <a:cubicBezTo>
                    <a:pt x="10239" y="3497"/>
                    <a:pt x="10050" y="3308"/>
                    <a:pt x="9830" y="3308"/>
                  </a:cubicBezTo>
                  <a:lnTo>
                    <a:pt x="9294" y="3308"/>
                  </a:lnTo>
                  <a:lnTo>
                    <a:pt x="8758" y="1638"/>
                  </a:lnTo>
                  <a:lnTo>
                    <a:pt x="11468" y="1638"/>
                  </a:lnTo>
                  <a:cubicBezTo>
                    <a:pt x="12129" y="1638"/>
                    <a:pt x="12697" y="1103"/>
                    <a:pt x="12697" y="378"/>
                  </a:cubicBezTo>
                  <a:lnTo>
                    <a:pt x="12697"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63" name="Google Shape;7314;p65">
              <a:extLst>
                <a:ext uri="{FF2B5EF4-FFF2-40B4-BE49-F238E27FC236}">
                  <a16:creationId xmlns:a16="http://schemas.microsoft.com/office/drawing/2014/main" id="{40E6984E-BF59-328E-E4C1-4836270D6FBB}"/>
                </a:ext>
              </a:extLst>
            </p:cNvPr>
            <p:cNvSpPr/>
            <p:nvPr/>
          </p:nvSpPr>
          <p:spPr>
            <a:xfrm>
              <a:off x="-62884425" y="4111775"/>
              <a:ext cx="317425" cy="193000"/>
            </a:xfrm>
            <a:custGeom>
              <a:avLst/>
              <a:gdLst/>
              <a:ahLst/>
              <a:cxnLst/>
              <a:rect l="l" t="t" r="r" b="b"/>
              <a:pathLst>
                <a:path w="12697" h="7720" extrusionOk="0">
                  <a:moveTo>
                    <a:pt x="6301" y="946"/>
                  </a:moveTo>
                  <a:cubicBezTo>
                    <a:pt x="6522" y="946"/>
                    <a:pt x="6742" y="1135"/>
                    <a:pt x="6742" y="1324"/>
                  </a:cubicBezTo>
                  <a:lnTo>
                    <a:pt x="6742" y="1607"/>
                  </a:lnTo>
                  <a:cubicBezTo>
                    <a:pt x="7215" y="1765"/>
                    <a:pt x="7593" y="2237"/>
                    <a:pt x="7593" y="2773"/>
                  </a:cubicBezTo>
                  <a:cubicBezTo>
                    <a:pt x="7593" y="3025"/>
                    <a:pt x="7372" y="3182"/>
                    <a:pt x="7183" y="3182"/>
                  </a:cubicBezTo>
                  <a:cubicBezTo>
                    <a:pt x="6994" y="3182"/>
                    <a:pt x="6805" y="2993"/>
                    <a:pt x="6805" y="2773"/>
                  </a:cubicBezTo>
                  <a:cubicBezTo>
                    <a:pt x="6805" y="2552"/>
                    <a:pt x="6585" y="2363"/>
                    <a:pt x="6364" y="2363"/>
                  </a:cubicBezTo>
                  <a:cubicBezTo>
                    <a:pt x="6112" y="2363"/>
                    <a:pt x="5954" y="2552"/>
                    <a:pt x="5954" y="2773"/>
                  </a:cubicBezTo>
                  <a:cubicBezTo>
                    <a:pt x="5954" y="3025"/>
                    <a:pt x="6269" y="3245"/>
                    <a:pt x="6585" y="3497"/>
                  </a:cubicBezTo>
                  <a:cubicBezTo>
                    <a:pt x="7026" y="3812"/>
                    <a:pt x="7561" y="4191"/>
                    <a:pt x="7561" y="4884"/>
                  </a:cubicBezTo>
                  <a:cubicBezTo>
                    <a:pt x="7561" y="5419"/>
                    <a:pt x="7215" y="5860"/>
                    <a:pt x="6742" y="6049"/>
                  </a:cubicBezTo>
                  <a:lnTo>
                    <a:pt x="6742" y="6333"/>
                  </a:lnTo>
                  <a:cubicBezTo>
                    <a:pt x="6742" y="6553"/>
                    <a:pt x="6553" y="6774"/>
                    <a:pt x="6301" y="6774"/>
                  </a:cubicBezTo>
                  <a:cubicBezTo>
                    <a:pt x="6080" y="6774"/>
                    <a:pt x="5923" y="6553"/>
                    <a:pt x="5923" y="6333"/>
                  </a:cubicBezTo>
                  <a:lnTo>
                    <a:pt x="5923" y="6049"/>
                  </a:lnTo>
                  <a:cubicBezTo>
                    <a:pt x="5450" y="5892"/>
                    <a:pt x="5104" y="5419"/>
                    <a:pt x="5104" y="4884"/>
                  </a:cubicBezTo>
                  <a:cubicBezTo>
                    <a:pt x="5104" y="4632"/>
                    <a:pt x="5293" y="4443"/>
                    <a:pt x="5482" y="4443"/>
                  </a:cubicBezTo>
                  <a:cubicBezTo>
                    <a:pt x="5734" y="4443"/>
                    <a:pt x="5923" y="4632"/>
                    <a:pt x="5923" y="4884"/>
                  </a:cubicBezTo>
                  <a:cubicBezTo>
                    <a:pt x="5923" y="5104"/>
                    <a:pt x="6112" y="5262"/>
                    <a:pt x="6301" y="5262"/>
                  </a:cubicBezTo>
                  <a:cubicBezTo>
                    <a:pt x="6522" y="5262"/>
                    <a:pt x="6742" y="5073"/>
                    <a:pt x="6742" y="4884"/>
                  </a:cubicBezTo>
                  <a:cubicBezTo>
                    <a:pt x="6742" y="4632"/>
                    <a:pt x="6427" y="4411"/>
                    <a:pt x="6080" y="4159"/>
                  </a:cubicBezTo>
                  <a:cubicBezTo>
                    <a:pt x="5639" y="3844"/>
                    <a:pt x="5104" y="3466"/>
                    <a:pt x="5104" y="2773"/>
                  </a:cubicBezTo>
                  <a:cubicBezTo>
                    <a:pt x="5104" y="2237"/>
                    <a:pt x="5450" y="1796"/>
                    <a:pt x="5923" y="1607"/>
                  </a:cubicBezTo>
                  <a:lnTo>
                    <a:pt x="5923" y="1324"/>
                  </a:lnTo>
                  <a:cubicBezTo>
                    <a:pt x="5923" y="1103"/>
                    <a:pt x="6112" y="946"/>
                    <a:pt x="6301" y="946"/>
                  </a:cubicBezTo>
                  <a:close/>
                  <a:moveTo>
                    <a:pt x="1260" y="0"/>
                  </a:moveTo>
                  <a:cubicBezTo>
                    <a:pt x="599" y="0"/>
                    <a:pt x="0" y="536"/>
                    <a:pt x="0" y="1261"/>
                  </a:cubicBezTo>
                  <a:lnTo>
                    <a:pt x="0" y="7719"/>
                  </a:lnTo>
                  <a:lnTo>
                    <a:pt x="12697" y="7719"/>
                  </a:lnTo>
                  <a:lnTo>
                    <a:pt x="12697" y="1261"/>
                  </a:lnTo>
                  <a:cubicBezTo>
                    <a:pt x="12697" y="536"/>
                    <a:pt x="12129" y="0"/>
                    <a:pt x="114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264" name="Google Shape;7315;p65">
            <a:extLst>
              <a:ext uri="{FF2B5EF4-FFF2-40B4-BE49-F238E27FC236}">
                <a16:creationId xmlns:a16="http://schemas.microsoft.com/office/drawing/2014/main" id="{3078D6AE-D422-D523-DE7E-2273FEF8ACCD}"/>
              </a:ext>
            </a:extLst>
          </p:cNvPr>
          <p:cNvGrpSpPr/>
          <p:nvPr/>
        </p:nvGrpSpPr>
        <p:grpSpPr>
          <a:xfrm>
            <a:off x="14524426" y="7979719"/>
            <a:ext cx="931697" cy="917832"/>
            <a:chOff x="-60991775" y="3376900"/>
            <a:chExt cx="315850" cy="311150"/>
          </a:xfrm>
          <a:solidFill>
            <a:srgbClr val="555559"/>
          </a:solidFill>
        </p:grpSpPr>
        <p:sp>
          <p:nvSpPr>
            <p:cNvPr id="265" name="Google Shape;7316;p65">
              <a:extLst>
                <a:ext uri="{FF2B5EF4-FFF2-40B4-BE49-F238E27FC236}">
                  <a16:creationId xmlns:a16="http://schemas.microsoft.com/office/drawing/2014/main" id="{DD9B07AC-A822-43FE-89DC-B811F0A1530A}"/>
                </a:ext>
              </a:extLst>
            </p:cNvPr>
            <p:cNvSpPr/>
            <p:nvPr/>
          </p:nvSpPr>
          <p:spPr>
            <a:xfrm>
              <a:off x="-60991000" y="3376900"/>
              <a:ext cx="315075" cy="311150"/>
            </a:xfrm>
            <a:custGeom>
              <a:avLst/>
              <a:gdLst/>
              <a:ahLst/>
              <a:cxnLst/>
              <a:rect l="l" t="t" r="r" b="b"/>
              <a:pathLst>
                <a:path w="12603" h="12446" extrusionOk="0">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66" name="Google Shape;7317;p65">
              <a:extLst>
                <a:ext uri="{FF2B5EF4-FFF2-40B4-BE49-F238E27FC236}">
                  <a16:creationId xmlns:a16="http://schemas.microsoft.com/office/drawing/2014/main" id="{FBD8E48D-D8F1-3DF2-179F-9A6650208A9C}"/>
                </a:ext>
              </a:extLst>
            </p:cNvPr>
            <p:cNvSpPr/>
            <p:nvPr/>
          </p:nvSpPr>
          <p:spPr>
            <a:xfrm>
              <a:off x="-60991775" y="3404275"/>
              <a:ext cx="174875" cy="89250"/>
            </a:xfrm>
            <a:custGeom>
              <a:avLst/>
              <a:gdLst/>
              <a:ahLst/>
              <a:cxnLst/>
              <a:rect l="l" t="t" r="r" b="b"/>
              <a:pathLst>
                <a:path w="6995" h="3570" extrusionOk="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67" name="Google Shape;7318;p65">
              <a:extLst>
                <a:ext uri="{FF2B5EF4-FFF2-40B4-BE49-F238E27FC236}">
                  <a16:creationId xmlns:a16="http://schemas.microsoft.com/office/drawing/2014/main" id="{5C5223C7-258F-6C75-BAF7-92B45DB57046}"/>
                </a:ext>
              </a:extLst>
            </p:cNvPr>
            <p:cNvSpPr/>
            <p:nvPr/>
          </p:nvSpPr>
          <p:spPr>
            <a:xfrm>
              <a:off x="-60795650" y="3513975"/>
              <a:ext cx="89000" cy="173300"/>
            </a:xfrm>
            <a:custGeom>
              <a:avLst/>
              <a:gdLst/>
              <a:ahLst/>
              <a:cxnLst/>
              <a:rect l="l" t="t" r="r" b="b"/>
              <a:pathLst>
                <a:path w="3560" h="6932" extrusionOk="0">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268" name="Google Shape;7319;p65">
            <a:extLst>
              <a:ext uri="{FF2B5EF4-FFF2-40B4-BE49-F238E27FC236}">
                <a16:creationId xmlns:a16="http://schemas.microsoft.com/office/drawing/2014/main" id="{CE39A183-02FB-E9BD-BE42-3CEF79DABF9A}"/>
              </a:ext>
            </a:extLst>
          </p:cNvPr>
          <p:cNvGrpSpPr/>
          <p:nvPr/>
        </p:nvGrpSpPr>
        <p:grpSpPr>
          <a:xfrm>
            <a:off x="14523247" y="9110343"/>
            <a:ext cx="934055" cy="915471"/>
            <a:chOff x="-60988625" y="3740800"/>
            <a:chExt cx="316650" cy="310350"/>
          </a:xfrm>
          <a:solidFill>
            <a:srgbClr val="555559"/>
          </a:solidFill>
        </p:grpSpPr>
        <p:sp>
          <p:nvSpPr>
            <p:cNvPr id="269" name="Google Shape;7320;p65">
              <a:extLst>
                <a:ext uri="{FF2B5EF4-FFF2-40B4-BE49-F238E27FC236}">
                  <a16:creationId xmlns:a16="http://schemas.microsoft.com/office/drawing/2014/main" id="{138C470B-EB18-1E2F-1C73-DCD2515AA81A}"/>
                </a:ext>
              </a:extLst>
            </p:cNvPr>
            <p:cNvSpPr/>
            <p:nvPr/>
          </p:nvSpPr>
          <p:spPr>
            <a:xfrm>
              <a:off x="-60988625" y="3740800"/>
              <a:ext cx="311125" cy="310350"/>
            </a:xfrm>
            <a:custGeom>
              <a:avLst/>
              <a:gdLst/>
              <a:ahLst/>
              <a:cxnLst/>
              <a:rect l="l" t="t" r="r" b="b"/>
              <a:pathLst>
                <a:path w="12445" h="12414" extrusionOk="0">
                  <a:moveTo>
                    <a:pt x="7026" y="1670"/>
                  </a:moveTo>
                  <a:cubicBezTo>
                    <a:pt x="7278" y="1670"/>
                    <a:pt x="7467" y="1859"/>
                    <a:pt x="7467" y="2111"/>
                  </a:cubicBezTo>
                  <a:cubicBezTo>
                    <a:pt x="7467" y="2332"/>
                    <a:pt x="7278" y="2490"/>
                    <a:pt x="7026" y="2490"/>
                  </a:cubicBezTo>
                  <a:lnTo>
                    <a:pt x="2080" y="2490"/>
                  </a:lnTo>
                  <a:cubicBezTo>
                    <a:pt x="1828" y="2490"/>
                    <a:pt x="1639" y="2300"/>
                    <a:pt x="1639" y="2111"/>
                  </a:cubicBezTo>
                  <a:cubicBezTo>
                    <a:pt x="1639" y="1828"/>
                    <a:pt x="1828" y="1670"/>
                    <a:pt x="2080" y="1670"/>
                  </a:cubicBezTo>
                  <a:close/>
                  <a:moveTo>
                    <a:pt x="7026" y="4159"/>
                  </a:moveTo>
                  <a:cubicBezTo>
                    <a:pt x="7278" y="4159"/>
                    <a:pt x="7467" y="4348"/>
                    <a:pt x="7467" y="4537"/>
                  </a:cubicBezTo>
                  <a:cubicBezTo>
                    <a:pt x="7467" y="4789"/>
                    <a:pt x="7278" y="4978"/>
                    <a:pt x="7026" y="4978"/>
                  </a:cubicBezTo>
                  <a:lnTo>
                    <a:pt x="2080" y="4978"/>
                  </a:lnTo>
                  <a:cubicBezTo>
                    <a:pt x="1828" y="4978"/>
                    <a:pt x="1639" y="4789"/>
                    <a:pt x="1639" y="4537"/>
                  </a:cubicBezTo>
                  <a:cubicBezTo>
                    <a:pt x="1639" y="4317"/>
                    <a:pt x="1828" y="4159"/>
                    <a:pt x="2080" y="4159"/>
                  </a:cubicBezTo>
                  <a:close/>
                  <a:moveTo>
                    <a:pt x="7026" y="6648"/>
                  </a:moveTo>
                  <a:cubicBezTo>
                    <a:pt x="7278" y="6648"/>
                    <a:pt x="7467" y="6837"/>
                    <a:pt x="7467" y="7058"/>
                  </a:cubicBezTo>
                  <a:cubicBezTo>
                    <a:pt x="7467" y="7310"/>
                    <a:pt x="7278" y="7467"/>
                    <a:pt x="7026" y="7467"/>
                  </a:cubicBezTo>
                  <a:lnTo>
                    <a:pt x="2080" y="7467"/>
                  </a:lnTo>
                  <a:cubicBezTo>
                    <a:pt x="1828" y="7467"/>
                    <a:pt x="1639" y="7278"/>
                    <a:pt x="1639" y="7058"/>
                  </a:cubicBezTo>
                  <a:cubicBezTo>
                    <a:pt x="1639" y="6806"/>
                    <a:pt x="1828" y="6648"/>
                    <a:pt x="2080" y="6648"/>
                  </a:cubicBezTo>
                  <a:close/>
                  <a:moveTo>
                    <a:pt x="7026" y="9106"/>
                  </a:moveTo>
                  <a:cubicBezTo>
                    <a:pt x="7278" y="9106"/>
                    <a:pt x="7467" y="9295"/>
                    <a:pt x="7467" y="9515"/>
                  </a:cubicBezTo>
                  <a:cubicBezTo>
                    <a:pt x="7467" y="9736"/>
                    <a:pt x="7278" y="9893"/>
                    <a:pt x="7026" y="9893"/>
                  </a:cubicBezTo>
                  <a:lnTo>
                    <a:pt x="2080" y="9893"/>
                  </a:lnTo>
                  <a:cubicBezTo>
                    <a:pt x="1828" y="9893"/>
                    <a:pt x="1639" y="9704"/>
                    <a:pt x="1639" y="9515"/>
                  </a:cubicBezTo>
                  <a:cubicBezTo>
                    <a:pt x="1639" y="9263"/>
                    <a:pt x="1828" y="9106"/>
                    <a:pt x="2080" y="9106"/>
                  </a:cubicBezTo>
                  <a:close/>
                  <a:moveTo>
                    <a:pt x="11500" y="10775"/>
                  </a:moveTo>
                  <a:cubicBezTo>
                    <a:pt x="11342" y="11248"/>
                    <a:pt x="10870" y="11594"/>
                    <a:pt x="10303" y="11594"/>
                  </a:cubicBezTo>
                  <a:cubicBezTo>
                    <a:pt x="9767" y="11594"/>
                    <a:pt x="9326" y="11248"/>
                    <a:pt x="9137" y="10775"/>
                  </a:cubicBezTo>
                  <a:close/>
                  <a:moveTo>
                    <a:pt x="1261" y="1"/>
                  </a:moveTo>
                  <a:cubicBezTo>
                    <a:pt x="568" y="1"/>
                    <a:pt x="32" y="568"/>
                    <a:pt x="32" y="1229"/>
                  </a:cubicBezTo>
                  <a:lnTo>
                    <a:pt x="32" y="10334"/>
                  </a:lnTo>
                  <a:cubicBezTo>
                    <a:pt x="0" y="11468"/>
                    <a:pt x="946" y="12414"/>
                    <a:pt x="2080" y="12414"/>
                  </a:cubicBezTo>
                  <a:lnTo>
                    <a:pt x="10334" y="12414"/>
                  </a:lnTo>
                  <a:cubicBezTo>
                    <a:pt x="11500" y="12414"/>
                    <a:pt x="12445" y="11468"/>
                    <a:pt x="12445" y="10334"/>
                  </a:cubicBezTo>
                  <a:cubicBezTo>
                    <a:pt x="12445" y="10082"/>
                    <a:pt x="12224" y="9893"/>
                    <a:pt x="12004" y="9893"/>
                  </a:cubicBezTo>
                  <a:lnTo>
                    <a:pt x="9074" y="9893"/>
                  </a:lnTo>
                  <a:lnTo>
                    <a:pt x="9074" y="1229"/>
                  </a:lnTo>
                  <a:cubicBezTo>
                    <a:pt x="9074" y="568"/>
                    <a:pt x="8538" y="1"/>
                    <a:pt x="787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70" name="Google Shape;7321;p65">
              <a:extLst>
                <a:ext uri="{FF2B5EF4-FFF2-40B4-BE49-F238E27FC236}">
                  <a16:creationId xmlns:a16="http://schemas.microsoft.com/office/drawing/2014/main" id="{596C9167-CC3A-9155-F8E8-7856905DE5CB}"/>
                </a:ext>
              </a:extLst>
            </p:cNvPr>
            <p:cNvSpPr/>
            <p:nvPr/>
          </p:nvSpPr>
          <p:spPr>
            <a:xfrm>
              <a:off x="-60742100" y="3920375"/>
              <a:ext cx="68550" cy="55175"/>
            </a:xfrm>
            <a:custGeom>
              <a:avLst/>
              <a:gdLst/>
              <a:ahLst/>
              <a:cxnLst/>
              <a:rect l="l" t="t" r="r" b="b"/>
              <a:pathLst>
                <a:path w="2742" h="2207" extrusionOk="0">
                  <a:moveTo>
                    <a:pt x="0" y="1"/>
                  </a:moveTo>
                  <a:lnTo>
                    <a:pt x="0" y="32"/>
                  </a:lnTo>
                  <a:lnTo>
                    <a:pt x="1009" y="1986"/>
                  </a:lnTo>
                  <a:cubicBezTo>
                    <a:pt x="1103" y="2080"/>
                    <a:pt x="1261" y="2206"/>
                    <a:pt x="1418" y="2206"/>
                  </a:cubicBezTo>
                  <a:cubicBezTo>
                    <a:pt x="1576" y="2206"/>
                    <a:pt x="1733" y="2143"/>
                    <a:pt x="1796" y="1986"/>
                  </a:cubicBezTo>
                  <a:lnTo>
                    <a:pt x="2741" y="32"/>
                  </a:lnTo>
                  <a:lnTo>
                    <a:pt x="274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71" name="Google Shape;7322;p65">
              <a:extLst>
                <a:ext uri="{FF2B5EF4-FFF2-40B4-BE49-F238E27FC236}">
                  <a16:creationId xmlns:a16="http://schemas.microsoft.com/office/drawing/2014/main" id="{EB32165E-339D-ABC8-80B5-1AE458D48C2C}"/>
                </a:ext>
              </a:extLst>
            </p:cNvPr>
            <p:cNvSpPr/>
            <p:nvPr/>
          </p:nvSpPr>
          <p:spPr>
            <a:xfrm>
              <a:off x="-60740525" y="3741600"/>
              <a:ext cx="68550" cy="158325"/>
            </a:xfrm>
            <a:custGeom>
              <a:avLst/>
              <a:gdLst/>
              <a:ahLst/>
              <a:cxnLst/>
              <a:rect l="l" t="t" r="r" b="b"/>
              <a:pathLst>
                <a:path w="2742" h="6333" extrusionOk="0">
                  <a:moveTo>
                    <a:pt x="1796" y="819"/>
                  </a:moveTo>
                  <a:cubicBezTo>
                    <a:pt x="1891" y="819"/>
                    <a:pt x="1922" y="882"/>
                    <a:pt x="1922" y="945"/>
                  </a:cubicBezTo>
                  <a:lnTo>
                    <a:pt x="1922" y="1638"/>
                  </a:lnTo>
                  <a:lnTo>
                    <a:pt x="820" y="1638"/>
                  </a:lnTo>
                  <a:lnTo>
                    <a:pt x="820" y="945"/>
                  </a:lnTo>
                  <a:cubicBezTo>
                    <a:pt x="820" y="851"/>
                    <a:pt x="883" y="819"/>
                    <a:pt x="977" y="819"/>
                  </a:cubicBezTo>
                  <a:close/>
                  <a:moveTo>
                    <a:pt x="977" y="0"/>
                  </a:moveTo>
                  <a:cubicBezTo>
                    <a:pt x="410" y="0"/>
                    <a:pt x="1" y="410"/>
                    <a:pt x="1" y="945"/>
                  </a:cubicBezTo>
                  <a:lnTo>
                    <a:pt x="1" y="6333"/>
                  </a:lnTo>
                  <a:lnTo>
                    <a:pt x="2741" y="6333"/>
                  </a:lnTo>
                  <a:lnTo>
                    <a:pt x="2741" y="945"/>
                  </a:lnTo>
                  <a:cubicBezTo>
                    <a:pt x="2741" y="410"/>
                    <a:pt x="2300" y="0"/>
                    <a:pt x="179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272" name="Google Shape;7323;p65">
            <a:extLst>
              <a:ext uri="{FF2B5EF4-FFF2-40B4-BE49-F238E27FC236}">
                <a16:creationId xmlns:a16="http://schemas.microsoft.com/office/drawing/2014/main" id="{02201F54-E3E2-FF5B-D79D-F3FF5D532BC8}"/>
              </a:ext>
            </a:extLst>
          </p:cNvPr>
          <p:cNvGrpSpPr/>
          <p:nvPr/>
        </p:nvGrpSpPr>
        <p:grpSpPr>
          <a:xfrm>
            <a:off x="14523247" y="10196058"/>
            <a:ext cx="934055" cy="931107"/>
            <a:chOff x="-60987850" y="4100950"/>
            <a:chExt cx="316650" cy="315650"/>
          </a:xfrm>
          <a:solidFill>
            <a:srgbClr val="555559"/>
          </a:solidFill>
        </p:grpSpPr>
        <p:sp>
          <p:nvSpPr>
            <p:cNvPr id="273" name="Google Shape;7324;p65">
              <a:extLst>
                <a:ext uri="{FF2B5EF4-FFF2-40B4-BE49-F238E27FC236}">
                  <a16:creationId xmlns:a16="http://schemas.microsoft.com/office/drawing/2014/main" id="{B5F2DC65-F64A-E8BA-37C5-D8539723EBA8}"/>
                </a:ext>
              </a:extLst>
            </p:cNvPr>
            <p:cNvSpPr/>
            <p:nvPr/>
          </p:nvSpPr>
          <p:spPr>
            <a:xfrm>
              <a:off x="-60987850" y="4355925"/>
              <a:ext cx="315875" cy="60675"/>
            </a:xfrm>
            <a:custGeom>
              <a:avLst/>
              <a:gdLst/>
              <a:ahLst/>
              <a:cxnLst/>
              <a:rect l="l" t="t" r="r" b="b"/>
              <a:pathLst>
                <a:path w="12635" h="2427" extrusionOk="0">
                  <a:moveTo>
                    <a:pt x="1230" y="1"/>
                  </a:moveTo>
                  <a:cubicBezTo>
                    <a:pt x="537" y="1"/>
                    <a:pt x="1" y="536"/>
                    <a:pt x="1" y="1198"/>
                  </a:cubicBezTo>
                  <a:lnTo>
                    <a:pt x="1" y="2049"/>
                  </a:lnTo>
                  <a:cubicBezTo>
                    <a:pt x="1" y="2269"/>
                    <a:pt x="190" y="2427"/>
                    <a:pt x="379" y="2427"/>
                  </a:cubicBezTo>
                  <a:lnTo>
                    <a:pt x="12256" y="2427"/>
                  </a:lnTo>
                  <a:cubicBezTo>
                    <a:pt x="12477" y="2427"/>
                    <a:pt x="12634" y="2238"/>
                    <a:pt x="12634" y="2049"/>
                  </a:cubicBezTo>
                  <a:lnTo>
                    <a:pt x="12634" y="1198"/>
                  </a:lnTo>
                  <a:cubicBezTo>
                    <a:pt x="12634" y="536"/>
                    <a:pt x="12099" y="1"/>
                    <a:pt x="1140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74" name="Google Shape;7325;p65">
              <a:extLst>
                <a:ext uri="{FF2B5EF4-FFF2-40B4-BE49-F238E27FC236}">
                  <a16:creationId xmlns:a16="http://schemas.microsoft.com/office/drawing/2014/main" id="{97ED7138-1F47-8BB4-1841-BB98210ABB45}"/>
                </a:ext>
              </a:extLst>
            </p:cNvPr>
            <p:cNvSpPr/>
            <p:nvPr/>
          </p:nvSpPr>
          <p:spPr>
            <a:xfrm>
              <a:off x="-60987050" y="4100950"/>
              <a:ext cx="315850" cy="123475"/>
            </a:xfrm>
            <a:custGeom>
              <a:avLst/>
              <a:gdLst/>
              <a:ahLst/>
              <a:cxnLst/>
              <a:rect l="l" t="t" r="r" b="b"/>
              <a:pathLst>
                <a:path w="12634" h="4939" extrusionOk="0">
                  <a:moveTo>
                    <a:pt x="6270" y="2355"/>
                  </a:moveTo>
                  <a:cubicBezTo>
                    <a:pt x="6490" y="2355"/>
                    <a:pt x="6711" y="2544"/>
                    <a:pt x="6711" y="2796"/>
                  </a:cubicBezTo>
                  <a:cubicBezTo>
                    <a:pt x="6711" y="2985"/>
                    <a:pt x="6490" y="3174"/>
                    <a:pt x="6270" y="3174"/>
                  </a:cubicBezTo>
                  <a:cubicBezTo>
                    <a:pt x="6018" y="3174"/>
                    <a:pt x="5860" y="2985"/>
                    <a:pt x="5860" y="2796"/>
                  </a:cubicBezTo>
                  <a:cubicBezTo>
                    <a:pt x="5860" y="2544"/>
                    <a:pt x="6081" y="2355"/>
                    <a:pt x="6270" y="2355"/>
                  </a:cubicBezTo>
                  <a:close/>
                  <a:moveTo>
                    <a:pt x="6290" y="0"/>
                  </a:moveTo>
                  <a:cubicBezTo>
                    <a:pt x="6238" y="0"/>
                    <a:pt x="6191" y="8"/>
                    <a:pt x="6144" y="24"/>
                  </a:cubicBezTo>
                  <a:lnTo>
                    <a:pt x="252" y="2513"/>
                  </a:lnTo>
                  <a:cubicBezTo>
                    <a:pt x="95" y="2576"/>
                    <a:pt x="0" y="2702"/>
                    <a:pt x="0" y="2891"/>
                  </a:cubicBezTo>
                  <a:lnTo>
                    <a:pt x="0" y="4561"/>
                  </a:lnTo>
                  <a:cubicBezTo>
                    <a:pt x="0" y="4781"/>
                    <a:pt x="189" y="4939"/>
                    <a:pt x="410" y="4939"/>
                  </a:cubicBezTo>
                  <a:lnTo>
                    <a:pt x="12256" y="4939"/>
                  </a:lnTo>
                  <a:cubicBezTo>
                    <a:pt x="12476" y="4939"/>
                    <a:pt x="12634" y="4750"/>
                    <a:pt x="12634" y="4561"/>
                  </a:cubicBezTo>
                  <a:lnTo>
                    <a:pt x="12634" y="2891"/>
                  </a:lnTo>
                  <a:cubicBezTo>
                    <a:pt x="12602" y="2702"/>
                    <a:pt x="12539" y="2544"/>
                    <a:pt x="12382" y="2513"/>
                  </a:cubicBezTo>
                  <a:lnTo>
                    <a:pt x="6459" y="24"/>
                  </a:lnTo>
                  <a:cubicBezTo>
                    <a:pt x="6396" y="8"/>
                    <a:pt x="6341" y="0"/>
                    <a:pt x="62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75" name="Google Shape;7326;p65">
              <a:extLst>
                <a:ext uri="{FF2B5EF4-FFF2-40B4-BE49-F238E27FC236}">
                  <a16:creationId xmlns:a16="http://schemas.microsoft.com/office/drawing/2014/main" id="{75B7E468-33E4-60B7-B378-235E9666BFDC}"/>
                </a:ext>
              </a:extLst>
            </p:cNvPr>
            <p:cNvSpPr/>
            <p:nvPr/>
          </p:nvSpPr>
          <p:spPr>
            <a:xfrm>
              <a:off x="-60757075" y="4245675"/>
              <a:ext cx="61475" cy="89025"/>
            </a:xfrm>
            <a:custGeom>
              <a:avLst/>
              <a:gdLst/>
              <a:ahLst/>
              <a:cxnLst/>
              <a:rect l="l" t="t" r="r" b="b"/>
              <a:pathLst>
                <a:path w="2459" h="3561" extrusionOk="0">
                  <a:moveTo>
                    <a:pt x="1" y="0"/>
                  </a:moveTo>
                  <a:lnTo>
                    <a:pt x="1" y="3560"/>
                  </a:lnTo>
                  <a:lnTo>
                    <a:pt x="2458" y="3560"/>
                  </a:lnTo>
                  <a:lnTo>
                    <a:pt x="2458"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76" name="Google Shape;7327;p65">
              <a:extLst>
                <a:ext uri="{FF2B5EF4-FFF2-40B4-BE49-F238E27FC236}">
                  <a16:creationId xmlns:a16="http://schemas.microsoft.com/office/drawing/2014/main" id="{B7EEB492-551B-DD46-7703-FF00DA4E5FE4}"/>
                </a:ext>
              </a:extLst>
            </p:cNvPr>
            <p:cNvSpPr/>
            <p:nvPr/>
          </p:nvSpPr>
          <p:spPr>
            <a:xfrm>
              <a:off x="-60861025" y="4245675"/>
              <a:ext cx="62225" cy="89025"/>
            </a:xfrm>
            <a:custGeom>
              <a:avLst/>
              <a:gdLst/>
              <a:ahLst/>
              <a:cxnLst/>
              <a:rect l="l" t="t" r="r" b="b"/>
              <a:pathLst>
                <a:path w="2489" h="3561" extrusionOk="0">
                  <a:moveTo>
                    <a:pt x="0" y="0"/>
                  </a:moveTo>
                  <a:lnTo>
                    <a:pt x="0" y="3560"/>
                  </a:lnTo>
                  <a:lnTo>
                    <a:pt x="2489" y="3560"/>
                  </a:lnTo>
                  <a:lnTo>
                    <a:pt x="2489"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77" name="Google Shape;7328;p65">
              <a:extLst>
                <a:ext uri="{FF2B5EF4-FFF2-40B4-BE49-F238E27FC236}">
                  <a16:creationId xmlns:a16="http://schemas.microsoft.com/office/drawing/2014/main" id="{1B085D07-9EC5-2B51-7EE2-D136EA9B2DFB}"/>
                </a:ext>
              </a:extLst>
            </p:cNvPr>
            <p:cNvSpPr/>
            <p:nvPr/>
          </p:nvSpPr>
          <p:spPr>
            <a:xfrm>
              <a:off x="-60964200" y="4245675"/>
              <a:ext cx="62225" cy="89025"/>
            </a:xfrm>
            <a:custGeom>
              <a:avLst/>
              <a:gdLst/>
              <a:ahLst/>
              <a:cxnLst/>
              <a:rect l="l" t="t" r="r" b="b"/>
              <a:pathLst>
                <a:path w="2489" h="3561" extrusionOk="0">
                  <a:moveTo>
                    <a:pt x="0" y="0"/>
                  </a:moveTo>
                  <a:lnTo>
                    <a:pt x="0" y="3560"/>
                  </a:lnTo>
                  <a:lnTo>
                    <a:pt x="2489" y="3560"/>
                  </a:lnTo>
                  <a:lnTo>
                    <a:pt x="2489"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278" name="Google Shape;7329;p65">
            <a:extLst>
              <a:ext uri="{FF2B5EF4-FFF2-40B4-BE49-F238E27FC236}">
                <a16:creationId xmlns:a16="http://schemas.microsoft.com/office/drawing/2014/main" id="{DD6BF32D-2133-5220-DC55-24DCB4A24F91}"/>
              </a:ext>
            </a:extLst>
          </p:cNvPr>
          <p:cNvGrpSpPr/>
          <p:nvPr/>
        </p:nvGrpSpPr>
        <p:grpSpPr>
          <a:xfrm>
            <a:off x="19035361" y="9112669"/>
            <a:ext cx="940987" cy="910827"/>
            <a:chOff x="-59447250" y="3706150"/>
            <a:chExt cx="319000" cy="308775"/>
          </a:xfrm>
          <a:solidFill>
            <a:srgbClr val="555559"/>
          </a:solidFill>
        </p:grpSpPr>
        <p:sp>
          <p:nvSpPr>
            <p:cNvPr id="279" name="Google Shape;7330;p65">
              <a:extLst>
                <a:ext uri="{FF2B5EF4-FFF2-40B4-BE49-F238E27FC236}">
                  <a16:creationId xmlns:a16="http://schemas.microsoft.com/office/drawing/2014/main" id="{66AFBCA9-F638-0FC1-53B2-AD09FC31288A}"/>
                </a:ext>
              </a:extLst>
            </p:cNvPr>
            <p:cNvSpPr/>
            <p:nvPr/>
          </p:nvSpPr>
          <p:spPr>
            <a:xfrm>
              <a:off x="-59381875" y="3922750"/>
              <a:ext cx="79575" cy="29950"/>
            </a:xfrm>
            <a:custGeom>
              <a:avLst/>
              <a:gdLst/>
              <a:ahLst/>
              <a:cxnLst/>
              <a:rect l="l" t="t" r="r" b="b"/>
              <a:pathLst>
                <a:path w="3183" h="1198" extrusionOk="0">
                  <a:moveTo>
                    <a:pt x="1607" y="0"/>
                  </a:moveTo>
                  <a:cubicBezTo>
                    <a:pt x="820" y="0"/>
                    <a:pt x="190" y="504"/>
                    <a:pt x="1" y="1197"/>
                  </a:cubicBezTo>
                  <a:lnTo>
                    <a:pt x="3183" y="1197"/>
                  </a:lnTo>
                  <a:cubicBezTo>
                    <a:pt x="3025" y="536"/>
                    <a:pt x="2363" y="0"/>
                    <a:pt x="160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80" name="Google Shape;7331;p65">
              <a:extLst>
                <a:ext uri="{FF2B5EF4-FFF2-40B4-BE49-F238E27FC236}">
                  <a16:creationId xmlns:a16="http://schemas.microsoft.com/office/drawing/2014/main" id="{BC0AC0E3-F403-73C8-2D73-9ECB5962A1E5}"/>
                </a:ext>
              </a:extLst>
            </p:cNvPr>
            <p:cNvSpPr/>
            <p:nvPr/>
          </p:nvSpPr>
          <p:spPr>
            <a:xfrm>
              <a:off x="-59364550" y="3861525"/>
              <a:ext cx="43350" cy="40900"/>
            </a:xfrm>
            <a:custGeom>
              <a:avLst/>
              <a:gdLst/>
              <a:ahLst/>
              <a:cxnLst/>
              <a:rect l="l" t="t" r="r" b="b"/>
              <a:pathLst>
                <a:path w="1734" h="1636" extrusionOk="0">
                  <a:moveTo>
                    <a:pt x="858" y="0"/>
                  </a:moveTo>
                  <a:cubicBezTo>
                    <a:pt x="784" y="0"/>
                    <a:pt x="707" y="8"/>
                    <a:pt x="631" y="23"/>
                  </a:cubicBezTo>
                  <a:cubicBezTo>
                    <a:pt x="347" y="118"/>
                    <a:pt x="127" y="307"/>
                    <a:pt x="95" y="590"/>
                  </a:cubicBezTo>
                  <a:cubicBezTo>
                    <a:pt x="1" y="906"/>
                    <a:pt x="95" y="1189"/>
                    <a:pt x="284" y="1410"/>
                  </a:cubicBezTo>
                  <a:cubicBezTo>
                    <a:pt x="446" y="1548"/>
                    <a:pt x="658" y="1636"/>
                    <a:pt x="871" y="1636"/>
                  </a:cubicBezTo>
                  <a:cubicBezTo>
                    <a:pt x="949" y="1636"/>
                    <a:pt x="1027" y="1624"/>
                    <a:pt x="1103" y="1599"/>
                  </a:cubicBezTo>
                  <a:cubicBezTo>
                    <a:pt x="1387" y="1536"/>
                    <a:pt x="1607" y="1347"/>
                    <a:pt x="1670" y="1063"/>
                  </a:cubicBezTo>
                  <a:cubicBezTo>
                    <a:pt x="1733" y="748"/>
                    <a:pt x="1670" y="464"/>
                    <a:pt x="1450" y="244"/>
                  </a:cubicBezTo>
                  <a:cubicBezTo>
                    <a:pt x="1307" y="77"/>
                    <a:pt x="1091" y="0"/>
                    <a:pt x="85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81" name="Google Shape;7332;p65">
              <a:extLst>
                <a:ext uri="{FF2B5EF4-FFF2-40B4-BE49-F238E27FC236}">
                  <a16:creationId xmlns:a16="http://schemas.microsoft.com/office/drawing/2014/main" id="{2E62DCD8-590D-0F0A-4C36-F6A3E8529030}"/>
                </a:ext>
              </a:extLst>
            </p:cNvPr>
            <p:cNvSpPr/>
            <p:nvPr/>
          </p:nvSpPr>
          <p:spPr>
            <a:xfrm>
              <a:off x="-59447250" y="3706150"/>
              <a:ext cx="319000" cy="308775"/>
            </a:xfrm>
            <a:custGeom>
              <a:avLst/>
              <a:gdLst/>
              <a:ahLst/>
              <a:cxnLst/>
              <a:rect l="l" t="t" r="r" b="b"/>
              <a:pathLst>
                <a:path w="12760" h="12351" extrusionOk="0">
                  <a:moveTo>
                    <a:pt x="6428" y="820"/>
                  </a:moveTo>
                  <a:cubicBezTo>
                    <a:pt x="6900" y="820"/>
                    <a:pt x="7247" y="1166"/>
                    <a:pt x="7247" y="1639"/>
                  </a:cubicBezTo>
                  <a:lnTo>
                    <a:pt x="7247" y="4128"/>
                  </a:lnTo>
                  <a:lnTo>
                    <a:pt x="5609" y="4128"/>
                  </a:lnTo>
                  <a:lnTo>
                    <a:pt x="5609" y="1639"/>
                  </a:lnTo>
                  <a:cubicBezTo>
                    <a:pt x="5609" y="1166"/>
                    <a:pt x="5955" y="820"/>
                    <a:pt x="6428" y="820"/>
                  </a:cubicBezTo>
                  <a:close/>
                  <a:moveTo>
                    <a:pt x="10681" y="6616"/>
                  </a:moveTo>
                  <a:cubicBezTo>
                    <a:pt x="10901" y="6616"/>
                    <a:pt x="11059" y="6805"/>
                    <a:pt x="11059" y="6994"/>
                  </a:cubicBezTo>
                  <a:cubicBezTo>
                    <a:pt x="11122" y="7247"/>
                    <a:pt x="10901" y="7436"/>
                    <a:pt x="10681" y="7436"/>
                  </a:cubicBezTo>
                  <a:lnTo>
                    <a:pt x="8192" y="7436"/>
                  </a:lnTo>
                  <a:cubicBezTo>
                    <a:pt x="7971" y="7436"/>
                    <a:pt x="7751" y="7247"/>
                    <a:pt x="7751" y="6994"/>
                  </a:cubicBezTo>
                  <a:cubicBezTo>
                    <a:pt x="7751" y="6742"/>
                    <a:pt x="7971" y="6616"/>
                    <a:pt x="8192" y="6616"/>
                  </a:cubicBezTo>
                  <a:close/>
                  <a:moveTo>
                    <a:pt x="10681" y="8255"/>
                  </a:moveTo>
                  <a:cubicBezTo>
                    <a:pt x="10901" y="8255"/>
                    <a:pt x="11059" y="8444"/>
                    <a:pt x="11059" y="8696"/>
                  </a:cubicBezTo>
                  <a:cubicBezTo>
                    <a:pt x="11122" y="8885"/>
                    <a:pt x="10901" y="9074"/>
                    <a:pt x="10681" y="9074"/>
                  </a:cubicBezTo>
                  <a:lnTo>
                    <a:pt x="8192" y="9074"/>
                  </a:lnTo>
                  <a:cubicBezTo>
                    <a:pt x="7971" y="9074"/>
                    <a:pt x="7751" y="8885"/>
                    <a:pt x="7751" y="8696"/>
                  </a:cubicBezTo>
                  <a:cubicBezTo>
                    <a:pt x="7751" y="8444"/>
                    <a:pt x="7971" y="8255"/>
                    <a:pt x="8192" y="8255"/>
                  </a:cubicBezTo>
                  <a:close/>
                  <a:moveTo>
                    <a:pt x="4233" y="5360"/>
                  </a:moveTo>
                  <a:cubicBezTo>
                    <a:pt x="4671" y="5360"/>
                    <a:pt x="5082" y="5531"/>
                    <a:pt x="5388" y="5860"/>
                  </a:cubicBezTo>
                  <a:cubicBezTo>
                    <a:pt x="5829" y="6301"/>
                    <a:pt x="5987" y="6868"/>
                    <a:pt x="5829" y="7467"/>
                  </a:cubicBezTo>
                  <a:cubicBezTo>
                    <a:pt x="5766" y="7751"/>
                    <a:pt x="5640" y="7971"/>
                    <a:pt x="5451" y="8192"/>
                  </a:cubicBezTo>
                  <a:cubicBezTo>
                    <a:pt x="6176" y="8601"/>
                    <a:pt x="6711" y="9389"/>
                    <a:pt x="6711" y="10334"/>
                  </a:cubicBezTo>
                  <a:cubicBezTo>
                    <a:pt x="6711" y="10555"/>
                    <a:pt x="6491" y="10744"/>
                    <a:pt x="6270" y="10744"/>
                  </a:cubicBezTo>
                  <a:lnTo>
                    <a:pt x="2143" y="10744"/>
                  </a:lnTo>
                  <a:cubicBezTo>
                    <a:pt x="1891" y="10744"/>
                    <a:pt x="1733" y="10555"/>
                    <a:pt x="1733" y="10303"/>
                  </a:cubicBezTo>
                  <a:cubicBezTo>
                    <a:pt x="1733" y="9357"/>
                    <a:pt x="2238" y="8570"/>
                    <a:pt x="3025" y="8129"/>
                  </a:cubicBezTo>
                  <a:cubicBezTo>
                    <a:pt x="2647" y="7688"/>
                    <a:pt x="2490" y="7121"/>
                    <a:pt x="2647" y="6553"/>
                  </a:cubicBezTo>
                  <a:cubicBezTo>
                    <a:pt x="2805" y="6018"/>
                    <a:pt x="3246" y="5577"/>
                    <a:pt x="3781" y="5419"/>
                  </a:cubicBezTo>
                  <a:cubicBezTo>
                    <a:pt x="3933" y="5379"/>
                    <a:pt x="4084" y="5360"/>
                    <a:pt x="4233" y="5360"/>
                  </a:cubicBezTo>
                  <a:close/>
                  <a:moveTo>
                    <a:pt x="10681" y="9893"/>
                  </a:moveTo>
                  <a:cubicBezTo>
                    <a:pt x="10901" y="9893"/>
                    <a:pt x="11059" y="10113"/>
                    <a:pt x="11059" y="10303"/>
                  </a:cubicBezTo>
                  <a:cubicBezTo>
                    <a:pt x="11122" y="10555"/>
                    <a:pt x="10901" y="10744"/>
                    <a:pt x="10681" y="10744"/>
                  </a:cubicBezTo>
                  <a:lnTo>
                    <a:pt x="8192" y="10744"/>
                  </a:lnTo>
                  <a:cubicBezTo>
                    <a:pt x="7971" y="10744"/>
                    <a:pt x="7751" y="10555"/>
                    <a:pt x="7751" y="10303"/>
                  </a:cubicBezTo>
                  <a:cubicBezTo>
                    <a:pt x="7751" y="10050"/>
                    <a:pt x="7971" y="9893"/>
                    <a:pt x="8192" y="9893"/>
                  </a:cubicBezTo>
                  <a:close/>
                  <a:moveTo>
                    <a:pt x="6396" y="0"/>
                  </a:moveTo>
                  <a:cubicBezTo>
                    <a:pt x="5483" y="0"/>
                    <a:pt x="4726" y="725"/>
                    <a:pt x="4726" y="1639"/>
                  </a:cubicBezTo>
                  <a:lnTo>
                    <a:pt x="4726" y="2458"/>
                  </a:lnTo>
                  <a:lnTo>
                    <a:pt x="1261" y="2458"/>
                  </a:lnTo>
                  <a:cubicBezTo>
                    <a:pt x="599" y="2458"/>
                    <a:pt x="1" y="3025"/>
                    <a:pt x="1" y="3686"/>
                  </a:cubicBezTo>
                  <a:lnTo>
                    <a:pt x="1" y="11122"/>
                  </a:lnTo>
                  <a:cubicBezTo>
                    <a:pt x="1" y="11815"/>
                    <a:pt x="568" y="12350"/>
                    <a:pt x="1261" y="12350"/>
                  </a:cubicBezTo>
                  <a:lnTo>
                    <a:pt x="11468" y="12350"/>
                  </a:lnTo>
                  <a:cubicBezTo>
                    <a:pt x="12130" y="12350"/>
                    <a:pt x="12697" y="11815"/>
                    <a:pt x="12697" y="11122"/>
                  </a:cubicBezTo>
                  <a:lnTo>
                    <a:pt x="12697" y="3686"/>
                  </a:lnTo>
                  <a:cubicBezTo>
                    <a:pt x="12760" y="3025"/>
                    <a:pt x="12162" y="2458"/>
                    <a:pt x="11500" y="2458"/>
                  </a:cubicBezTo>
                  <a:lnTo>
                    <a:pt x="8034" y="2458"/>
                  </a:lnTo>
                  <a:lnTo>
                    <a:pt x="8034" y="1639"/>
                  </a:lnTo>
                  <a:cubicBezTo>
                    <a:pt x="8034" y="725"/>
                    <a:pt x="7278" y="0"/>
                    <a:pt x="639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82" name="Google Shape;7333;p65">
              <a:extLst>
                <a:ext uri="{FF2B5EF4-FFF2-40B4-BE49-F238E27FC236}">
                  <a16:creationId xmlns:a16="http://schemas.microsoft.com/office/drawing/2014/main" id="{0B9630F7-A4D1-2A1C-8D7D-4985D89A4A04}"/>
                </a:ext>
              </a:extLst>
            </p:cNvPr>
            <p:cNvSpPr/>
            <p:nvPr/>
          </p:nvSpPr>
          <p:spPr>
            <a:xfrm>
              <a:off x="-59293650" y="3740025"/>
              <a:ext cx="14175" cy="14200"/>
            </a:xfrm>
            <a:custGeom>
              <a:avLst/>
              <a:gdLst/>
              <a:ahLst/>
              <a:cxnLst/>
              <a:rect l="l" t="t" r="r" b="b"/>
              <a:pathLst>
                <a:path w="567" h="568" extrusionOk="0">
                  <a:moveTo>
                    <a:pt x="284" y="0"/>
                  </a:moveTo>
                  <a:cubicBezTo>
                    <a:pt x="126" y="0"/>
                    <a:pt x="0" y="126"/>
                    <a:pt x="0" y="284"/>
                  </a:cubicBezTo>
                  <a:cubicBezTo>
                    <a:pt x="0" y="441"/>
                    <a:pt x="126" y="567"/>
                    <a:pt x="284" y="567"/>
                  </a:cubicBezTo>
                  <a:cubicBezTo>
                    <a:pt x="441" y="567"/>
                    <a:pt x="567" y="441"/>
                    <a:pt x="567" y="284"/>
                  </a:cubicBezTo>
                  <a:cubicBezTo>
                    <a:pt x="567" y="126"/>
                    <a:pt x="441" y="0"/>
                    <a:pt x="28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283" name="Google Shape;7334;p65">
            <a:extLst>
              <a:ext uri="{FF2B5EF4-FFF2-40B4-BE49-F238E27FC236}">
                <a16:creationId xmlns:a16="http://schemas.microsoft.com/office/drawing/2014/main" id="{C93CB074-F842-1257-47AF-C066D4489DF9}"/>
              </a:ext>
            </a:extLst>
          </p:cNvPr>
          <p:cNvGrpSpPr/>
          <p:nvPr/>
        </p:nvGrpSpPr>
        <p:grpSpPr>
          <a:xfrm>
            <a:off x="4335378" y="7974335"/>
            <a:ext cx="938702" cy="928599"/>
            <a:chOff x="-64406125" y="3362225"/>
            <a:chExt cx="318225" cy="314800"/>
          </a:xfrm>
          <a:solidFill>
            <a:srgbClr val="555559"/>
          </a:solidFill>
        </p:grpSpPr>
        <p:sp>
          <p:nvSpPr>
            <p:cNvPr id="284" name="Google Shape;7335;p65">
              <a:extLst>
                <a:ext uri="{FF2B5EF4-FFF2-40B4-BE49-F238E27FC236}">
                  <a16:creationId xmlns:a16="http://schemas.microsoft.com/office/drawing/2014/main" id="{232BB4B7-2508-7A9D-9F82-67C3DC681D43}"/>
                </a:ext>
              </a:extLst>
            </p:cNvPr>
            <p:cNvSpPr/>
            <p:nvPr/>
          </p:nvSpPr>
          <p:spPr>
            <a:xfrm>
              <a:off x="-64332100" y="3362225"/>
              <a:ext cx="170150" cy="199025"/>
            </a:xfrm>
            <a:custGeom>
              <a:avLst/>
              <a:gdLst/>
              <a:ahLst/>
              <a:cxnLst/>
              <a:rect l="l" t="t" r="r" b="b"/>
              <a:pathLst>
                <a:path w="6806" h="7961" extrusionOk="0">
                  <a:moveTo>
                    <a:pt x="4506" y="3266"/>
                  </a:moveTo>
                  <a:cubicBezTo>
                    <a:pt x="4569" y="3266"/>
                    <a:pt x="4601" y="3298"/>
                    <a:pt x="4632" y="3298"/>
                  </a:cubicBezTo>
                  <a:lnTo>
                    <a:pt x="5577" y="4621"/>
                  </a:lnTo>
                  <a:cubicBezTo>
                    <a:pt x="5420" y="5881"/>
                    <a:pt x="4664" y="7110"/>
                    <a:pt x="3403" y="7110"/>
                  </a:cubicBezTo>
                  <a:cubicBezTo>
                    <a:pt x="2206" y="7110"/>
                    <a:pt x="1419" y="5944"/>
                    <a:pt x="1261" y="4621"/>
                  </a:cubicBezTo>
                  <a:lnTo>
                    <a:pt x="2206" y="3298"/>
                  </a:lnTo>
                  <a:cubicBezTo>
                    <a:pt x="2238" y="3266"/>
                    <a:pt x="2269" y="3266"/>
                    <a:pt x="2301" y="3266"/>
                  </a:cubicBezTo>
                  <a:close/>
                  <a:moveTo>
                    <a:pt x="4055" y="1"/>
                  </a:moveTo>
                  <a:cubicBezTo>
                    <a:pt x="3400" y="1"/>
                    <a:pt x="2703" y="167"/>
                    <a:pt x="2049" y="494"/>
                  </a:cubicBezTo>
                  <a:cubicBezTo>
                    <a:pt x="1957" y="483"/>
                    <a:pt x="1867" y="478"/>
                    <a:pt x="1779" y="478"/>
                  </a:cubicBezTo>
                  <a:cubicBezTo>
                    <a:pt x="1354" y="478"/>
                    <a:pt x="976" y="600"/>
                    <a:pt x="662" y="809"/>
                  </a:cubicBezTo>
                  <a:cubicBezTo>
                    <a:pt x="347" y="1061"/>
                    <a:pt x="1" y="1534"/>
                    <a:pt x="1" y="2384"/>
                  </a:cubicBezTo>
                  <a:cubicBezTo>
                    <a:pt x="1" y="2857"/>
                    <a:pt x="95" y="3613"/>
                    <a:pt x="347" y="4621"/>
                  </a:cubicBezTo>
                  <a:cubicBezTo>
                    <a:pt x="473" y="4810"/>
                    <a:pt x="536" y="6070"/>
                    <a:pt x="1482" y="7078"/>
                  </a:cubicBezTo>
                  <a:cubicBezTo>
                    <a:pt x="2049" y="7646"/>
                    <a:pt x="2710" y="7961"/>
                    <a:pt x="3403" y="7961"/>
                  </a:cubicBezTo>
                  <a:cubicBezTo>
                    <a:pt x="5136" y="7961"/>
                    <a:pt x="6207" y="6417"/>
                    <a:pt x="6396" y="4621"/>
                  </a:cubicBezTo>
                  <a:cubicBezTo>
                    <a:pt x="6554" y="4085"/>
                    <a:pt x="6774" y="3046"/>
                    <a:pt x="6806" y="2447"/>
                  </a:cubicBezTo>
                  <a:cubicBezTo>
                    <a:pt x="6806" y="1565"/>
                    <a:pt x="6459" y="872"/>
                    <a:pt x="5703" y="431"/>
                  </a:cubicBezTo>
                  <a:cubicBezTo>
                    <a:pt x="5234" y="143"/>
                    <a:pt x="4662" y="1"/>
                    <a:pt x="405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85" name="Google Shape;7336;p65">
              <a:extLst>
                <a:ext uri="{FF2B5EF4-FFF2-40B4-BE49-F238E27FC236}">
                  <a16:creationId xmlns:a16="http://schemas.microsoft.com/office/drawing/2014/main" id="{0A997D32-3233-F316-DF78-C094AA82CD5F}"/>
                </a:ext>
              </a:extLst>
            </p:cNvPr>
            <p:cNvSpPr/>
            <p:nvPr/>
          </p:nvSpPr>
          <p:spPr>
            <a:xfrm>
              <a:off x="-64406125" y="3559050"/>
              <a:ext cx="318225" cy="117975"/>
            </a:xfrm>
            <a:custGeom>
              <a:avLst/>
              <a:gdLst/>
              <a:ahLst/>
              <a:cxnLst/>
              <a:rect l="l" t="t" r="r" b="b"/>
              <a:pathLst>
                <a:path w="12729" h="4719" extrusionOk="0">
                  <a:moveTo>
                    <a:pt x="4474" y="1001"/>
                  </a:moveTo>
                  <a:lnTo>
                    <a:pt x="5797" y="2293"/>
                  </a:lnTo>
                  <a:lnTo>
                    <a:pt x="5199" y="2891"/>
                  </a:lnTo>
                  <a:lnTo>
                    <a:pt x="4002" y="1159"/>
                  </a:lnTo>
                  <a:cubicBezTo>
                    <a:pt x="4159" y="1096"/>
                    <a:pt x="4380" y="1064"/>
                    <a:pt x="4474" y="1001"/>
                  </a:cubicBezTo>
                  <a:close/>
                  <a:moveTo>
                    <a:pt x="8318" y="1001"/>
                  </a:moveTo>
                  <a:cubicBezTo>
                    <a:pt x="8475" y="1064"/>
                    <a:pt x="8633" y="1159"/>
                    <a:pt x="8790" y="1190"/>
                  </a:cubicBezTo>
                  <a:lnTo>
                    <a:pt x="7593" y="2891"/>
                  </a:lnTo>
                  <a:lnTo>
                    <a:pt x="6995" y="2293"/>
                  </a:lnTo>
                  <a:lnTo>
                    <a:pt x="8318" y="1001"/>
                  </a:lnTo>
                  <a:close/>
                  <a:moveTo>
                    <a:pt x="10681" y="3112"/>
                  </a:moveTo>
                  <a:cubicBezTo>
                    <a:pt x="10901" y="3112"/>
                    <a:pt x="11059" y="3301"/>
                    <a:pt x="11059" y="3553"/>
                  </a:cubicBezTo>
                  <a:cubicBezTo>
                    <a:pt x="11059" y="3742"/>
                    <a:pt x="10870" y="3931"/>
                    <a:pt x="10681" y="3931"/>
                  </a:cubicBezTo>
                  <a:lnTo>
                    <a:pt x="9578" y="3931"/>
                  </a:lnTo>
                  <a:cubicBezTo>
                    <a:pt x="9326" y="3931"/>
                    <a:pt x="9137" y="3742"/>
                    <a:pt x="9137" y="3553"/>
                  </a:cubicBezTo>
                  <a:cubicBezTo>
                    <a:pt x="9137" y="3301"/>
                    <a:pt x="9326" y="3112"/>
                    <a:pt x="9578" y="3112"/>
                  </a:cubicBezTo>
                  <a:close/>
                  <a:moveTo>
                    <a:pt x="4458" y="1"/>
                  </a:moveTo>
                  <a:cubicBezTo>
                    <a:pt x="4348" y="1"/>
                    <a:pt x="4238" y="40"/>
                    <a:pt x="4159" y="119"/>
                  </a:cubicBezTo>
                  <a:cubicBezTo>
                    <a:pt x="4065" y="245"/>
                    <a:pt x="3939" y="308"/>
                    <a:pt x="3781" y="308"/>
                  </a:cubicBezTo>
                  <a:lnTo>
                    <a:pt x="2395" y="308"/>
                  </a:lnTo>
                  <a:cubicBezTo>
                    <a:pt x="914" y="308"/>
                    <a:pt x="0" y="1442"/>
                    <a:pt x="0" y="2639"/>
                  </a:cubicBezTo>
                  <a:lnTo>
                    <a:pt x="0" y="4341"/>
                  </a:lnTo>
                  <a:cubicBezTo>
                    <a:pt x="0" y="4561"/>
                    <a:pt x="189" y="4719"/>
                    <a:pt x="441" y="4719"/>
                  </a:cubicBezTo>
                  <a:lnTo>
                    <a:pt x="12287" y="4719"/>
                  </a:lnTo>
                  <a:cubicBezTo>
                    <a:pt x="12508" y="4719"/>
                    <a:pt x="12665" y="4530"/>
                    <a:pt x="12665" y="4341"/>
                  </a:cubicBezTo>
                  <a:lnTo>
                    <a:pt x="12665" y="2639"/>
                  </a:lnTo>
                  <a:cubicBezTo>
                    <a:pt x="12728" y="1474"/>
                    <a:pt x="11783" y="371"/>
                    <a:pt x="10303" y="371"/>
                  </a:cubicBezTo>
                  <a:lnTo>
                    <a:pt x="8948" y="371"/>
                  </a:lnTo>
                  <a:cubicBezTo>
                    <a:pt x="8727" y="371"/>
                    <a:pt x="8664" y="277"/>
                    <a:pt x="8538" y="151"/>
                  </a:cubicBezTo>
                  <a:cubicBezTo>
                    <a:pt x="8456" y="52"/>
                    <a:pt x="8339" y="5"/>
                    <a:pt x="8219" y="5"/>
                  </a:cubicBezTo>
                  <a:cubicBezTo>
                    <a:pt x="8110" y="5"/>
                    <a:pt x="7998" y="44"/>
                    <a:pt x="7908" y="119"/>
                  </a:cubicBezTo>
                  <a:lnTo>
                    <a:pt x="6333" y="1694"/>
                  </a:lnTo>
                  <a:lnTo>
                    <a:pt x="4758" y="119"/>
                  </a:lnTo>
                  <a:cubicBezTo>
                    <a:pt x="4679" y="40"/>
                    <a:pt x="4569" y="1"/>
                    <a:pt x="445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sp>
        <p:nvSpPr>
          <p:cNvPr id="286" name="Google Shape;7337;p65">
            <a:extLst>
              <a:ext uri="{FF2B5EF4-FFF2-40B4-BE49-F238E27FC236}">
                <a16:creationId xmlns:a16="http://schemas.microsoft.com/office/drawing/2014/main" id="{484791E4-87CB-97A7-AB31-88691BE534D7}"/>
              </a:ext>
            </a:extLst>
          </p:cNvPr>
          <p:cNvSpPr/>
          <p:nvPr/>
        </p:nvSpPr>
        <p:spPr>
          <a:xfrm>
            <a:off x="4491494" y="9100219"/>
            <a:ext cx="615772" cy="936341"/>
          </a:xfrm>
          <a:custGeom>
            <a:avLst/>
            <a:gdLst/>
            <a:ahLst/>
            <a:cxnLst/>
            <a:rect l="l" t="t" r="r" b="b"/>
            <a:pathLst>
              <a:path w="8350" h="12697" extrusionOk="0">
                <a:moveTo>
                  <a:pt x="4222" y="1166"/>
                </a:moveTo>
                <a:cubicBezTo>
                  <a:pt x="4443" y="1166"/>
                  <a:pt x="4600" y="1386"/>
                  <a:pt x="4600" y="1607"/>
                </a:cubicBezTo>
                <a:lnTo>
                  <a:pt x="4600" y="1890"/>
                </a:lnTo>
                <a:cubicBezTo>
                  <a:pt x="5073" y="2048"/>
                  <a:pt x="5451" y="2520"/>
                  <a:pt x="5451" y="3088"/>
                </a:cubicBezTo>
                <a:cubicBezTo>
                  <a:pt x="5451" y="3308"/>
                  <a:pt x="5231" y="3497"/>
                  <a:pt x="5010" y="3497"/>
                </a:cubicBezTo>
                <a:cubicBezTo>
                  <a:pt x="4758" y="3497"/>
                  <a:pt x="4600" y="3308"/>
                  <a:pt x="4600" y="3088"/>
                </a:cubicBezTo>
                <a:cubicBezTo>
                  <a:pt x="4600" y="2835"/>
                  <a:pt x="4411" y="2678"/>
                  <a:pt x="4222" y="2678"/>
                </a:cubicBezTo>
                <a:cubicBezTo>
                  <a:pt x="3970" y="2678"/>
                  <a:pt x="3781" y="2867"/>
                  <a:pt x="3781" y="3088"/>
                </a:cubicBezTo>
                <a:cubicBezTo>
                  <a:pt x="3781" y="3308"/>
                  <a:pt x="4096" y="3529"/>
                  <a:pt x="4443" y="3781"/>
                </a:cubicBezTo>
                <a:cubicBezTo>
                  <a:pt x="4884" y="4096"/>
                  <a:pt x="5451" y="4505"/>
                  <a:pt x="5451" y="5167"/>
                </a:cubicBezTo>
                <a:cubicBezTo>
                  <a:pt x="5451" y="5702"/>
                  <a:pt x="5073" y="6143"/>
                  <a:pt x="4600" y="6333"/>
                </a:cubicBezTo>
                <a:lnTo>
                  <a:pt x="4600" y="6616"/>
                </a:lnTo>
                <a:cubicBezTo>
                  <a:pt x="4600" y="6868"/>
                  <a:pt x="4411" y="7026"/>
                  <a:pt x="4222" y="7026"/>
                </a:cubicBezTo>
                <a:cubicBezTo>
                  <a:pt x="3970" y="7026"/>
                  <a:pt x="3781" y="6805"/>
                  <a:pt x="3781" y="6616"/>
                </a:cubicBezTo>
                <a:lnTo>
                  <a:pt x="3781" y="6333"/>
                </a:lnTo>
                <a:cubicBezTo>
                  <a:pt x="3309" y="6143"/>
                  <a:pt x="2962" y="5702"/>
                  <a:pt x="2962" y="5167"/>
                </a:cubicBezTo>
                <a:cubicBezTo>
                  <a:pt x="2962" y="4915"/>
                  <a:pt x="3151" y="4757"/>
                  <a:pt x="3372" y="4757"/>
                </a:cubicBezTo>
                <a:cubicBezTo>
                  <a:pt x="3624" y="4757"/>
                  <a:pt x="3781" y="4978"/>
                  <a:pt x="3781" y="5167"/>
                </a:cubicBezTo>
                <a:cubicBezTo>
                  <a:pt x="3781" y="5387"/>
                  <a:pt x="3970" y="5608"/>
                  <a:pt x="4222" y="5608"/>
                </a:cubicBezTo>
                <a:cubicBezTo>
                  <a:pt x="4443" y="5608"/>
                  <a:pt x="4600" y="5387"/>
                  <a:pt x="4600" y="5167"/>
                </a:cubicBezTo>
                <a:cubicBezTo>
                  <a:pt x="4600" y="4915"/>
                  <a:pt x="4285" y="4694"/>
                  <a:pt x="3939" y="4442"/>
                </a:cubicBezTo>
                <a:cubicBezTo>
                  <a:pt x="3498" y="4127"/>
                  <a:pt x="2962" y="3749"/>
                  <a:pt x="2962" y="3088"/>
                </a:cubicBezTo>
                <a:cubicBezTo>
                  <a:pt x="2962" y="2520"/>
                  <a:pt x="3309" y="2079"/>
                  <a:pt x="3781" y="1890"/>
                </a:cubicBezTo>
                <a:lnTo>
                  <a:pt x="3781" y="1607"/>
                </a:lnTo>
                <a:cubicBezTo>
                  <a:pt x="3781" y="1386"/>
                  <a:pt x="3970" y="1166"/>
                  <a:pt x="4222" y="1166"/>
                </a:cubicBezTo>
                <a:close/>
                <a:moveTo>
                  <a:pt x="4222" y="0"/>
                </a:moveTo>
                <a:cubicBezTo>
                  <a:pt x="1923" y="0"/>
                  <a:pt x="64" y="1859"/>
                  <a:pt x="64" y="4127"/>
                </a:cubicBezTo>
                <a:cubicBezTo>
                  <a:pt x="64" y="6270"/>
                  <a:pt x="1733" y="8034"/>
                  <a:pt x="3781" y="8223"/>
                </a:cubicBezTo>
                <a:lnTo>
                  <a:pt x="3781" y="9767"/>
                </a:lnTo>
                <a:cubicBezTo>
                  <a:pt x="3655" y="9609"/>
                  <a:pt x="3529" y="9483"/>
                  <a:pt x="3372" y="9325"/>
                </a:cubicBezTo>
                <a:cubicBezTo>
                  <a:pt x="2647" y="8601"/>
                  <a:pt x="1576" y="8128"/>
                  <a:pt x="442" y="8128"/>
                </a:cubicBezTo>
                <a:cubicBezTo>
                  <a:pt x="190" y="8128"/>
                  <a:pt x="32" y="8317"/>
                  <a:pt x="32" y="8506"/>
                </a:cubicBezTo>
                <a:cubicBezTo>
                  <a:pt x="1" y="9609"/>
                  <a:pt x="442" y="10617"/>
                  <a:pt x="1261" y="11468"/>
                </a:cubicBezTo>
                <a:cubicBezTo>
                  <a:pt x="2049" y="12255"/>
                  <a:pt x="3057" y="12696"/>
                  <a:pt x="4096" y="12696"/>
                </a:cubicBezTo>
                <a:lnTo>
                  <a:pt x="4159" y="12696"/>
                </a:lnTo>
                <a:cubicBezTo>
                  <a:pt x="5231" y="12696"/>
                  <a:pt x="6302" y="12287"/>
                  <a:pt x="7089" y="11468"/>
                </a:cubicBezTo>
                <a:cubicBezTo>
                  <a:pt x="7877" y="10680"/>
                  <a:pt x="8318" y="9641"/>
                  <a:pt x="8318" y="8506"/>
                </a:cubicBezTo>
                <a:cubicBezTo>
                  <a:pt x="8350" y="8317"/>
                  <a:pt x="8160" y="8128"/>
                  <a:pt x="7940" y="8128"/>
                </a:cubicBezTo>
                <a:cubicBezTo>
                  <a:pt x="7871" y="8124"/>
                  <a:pt x="7801" y="8122"/>
                  <a:pt x="7733" y="8122"/>
                </a:cubicBezTo>
                <a:cubicBezTo>
                  <a:pt x="6711" y="8122"/>
                  <a:pt x="5778" y="8558"/>
                  <a:pt x="5010" y="9325"/>
                </a:cubicBezTo>
                <a:cubicBezTo>
                  <a:pt x="4852" y="9483"/>
                  <a:pt x="4726" y="9609"/>
                  <a:pt x="4600" y="9767"/>
                </a:cubicBezTo>
                <a:lnTo>
                  <a:pt x="4600" y="8223"/>
                </a:lnTo>
                <a:cubicBezTo>
                  <a:pt x="6680" y="8034"/>
                  <a:pt x="8350" y="6270"/>
                  <a:pt x="8350" y="4127"/>
                </a:cubicBezTo>
                <a:cubicBezTo>
                  <a:pt x="8350" y="1859"/>
                  <a:pt x="6491" y="0"/>
                  <a:pt x="4222"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nvGrpSpPr>
          <p:cNvPr id="287" name="Google Shape;7338;p65">
            <a:extLst>
              <a:ext uri="{FF2B5EF4-FFF2-40B4-BE49-F238E27FC236}">
                <a16:creationId xmlns:a16="http://schemas.microsoft.com/office/drawing/2014/main" id="{950CAEF8-F245-301B-3E07-3917A50BB2ED}"/>
              </a:ext>
            </a:extLst>
          </p:cNvPr>
          <p:cNvGrpSpPr/>
          <p:nvPr/>
        </p:nvGrpSpPr>
        <p:grpSpPr>
          <a:xfrm>
            <a:off x="4336559" y="10194584"/>
            <a:ext cx="936341" cy="934055"/>
            <a:chOff x="-64410850" y="4094450"/>
            <a:chExt cx="317425" cy="316650"/>
          </a:xfrm>
          <a:solidFill>
            <a:srgbClr val="555559"/>
          </a:solidFill>
        </p:grpSpPr>
        <p:sp>
          <p:nvSpPr>
            <p:cNvPr id="288" name="Google Shape;7339;p65">
              <a:extLst>
                <a:ext uri="{FF2B5EF4-FFF2-40B4-BE49-F238E27FC236}">
                  <a16:creationId xmlns:a16="http://schemas.microsoft.com/office/drawing/2014/main" id="{640063FC-5B20-0760-14ED-2F5B17B154E4}"/>
                </a:ext>
              </a:extLst>
            </p:cNvPr>
            <p:cNvSpPr/>
            <p:nvPr/>
          </p:nvSpPr>
          <p:spPr>
            <a:xfrm>
              <a:off x="-64410850" y="4348850"/>
              <a:ext cx="317425" cy="62250"/>
            </a:xfrm>
            <a:custGeom>
              <a:avLst/>
              <a:gdLst/>
              <a:ahLst/>
              <a:cxnLst/>
              <a:rect l="l" t="t" r="r" b="b"/>
              <a:pathLst>
                <a:path w="12697" h="2490" extrusionOk="0">
                  <a:moveTo>
                    <a:pt x="3403" y="0"/>
                  </a:moveTo>
                  <a:cubicBezTo>
                    <a:pt x="2741" y="0"/>
                    <a:pt x="2206" y="536"/>
                    <a:pt x="2206" y="1229"/>
                  </a:cubicBezTo>
                  <a:lnTo>
                    <a:pt x="2206" y="1639"/>
                  </a:lnTo>
                  <a:lnTo>
                    <a:pt x="410" y="1639"/>
                  </a:lnTo>
                  <a:cubicBezTo>
                    <a:pt x="189" y="1639"/>
                    <a:pt x="0" y="1859"/>
                    <a:pt x="0" y="2048"/>
                  </a:cubicBezTo>
                  <a:cubicBezTo>
                    <a:pt x="0" y="2269"/>
                    <a:pt x="189" y="2489"/>
                    <a:pt x="410" y="2489"/>
                  </a:cubicBezTo>
                  <a:lnTo>
                    <a:pt x="12287" y="2489"/>
                  </a:lnTo>
                  <a:cubicBezTo>
                    <a:pt x="12508" y="2489"/>
                    <a:pt x="12697" y="2269"/>
                    <a:pt x="12697" y="2048"/>
                  </a:cubicBezTo>
                  <a:cubicBezTo>
                    <a:pt x="12634" y="1859"/>
                    <a:pt x="12445" y="1639"/>
                    <a:pt x="12193" y="1639"/>
                  </a:cubicBezTo>
                  <a:lnTo>
                    <a:pt x="10429" y="1639"/>
                  </a:lnTo>
                  <a:lnTo>
                    <a:pt x="10429" y="1229"/>
                  </a:lnTo>
                  <a:cubicBezTo>
                    <a:pt x="10429" y="536"/>
                    <a:pt x="9861" y="0"/>
                    <a:pt x="920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89" name="Google Shape;7340;p65">
              <a:extLst>
                <a:ext uri="{FF2B5EF4-FFF2-40B4-BE49-F238E27FC236}">
                  <a16:creationId xmlns:a16="http://schemas.microsoft.com/office/drawing/2014/main" id="{76135DF0-FDE6-1095-6715-368D647AB9ED}"/>
                </a:ext>
              </a:extLst>
            </p:cNvPr>
            <p:cNvSpPr/>
            <p:nvPr/>
          </p:nvSpPr>
          <p:spPr>
            <a:xfrm>
              <a:off x="-64315550" y="4094450"/>
              <a:ext cx="122100" cy="192200"/>
            </a:xfrm>
            <a:custGeom>
              <a:avLst/>
              <a:gdLst/>
              <a:ahLst/>
              <a:cxnLst/>
              <a:rect l="l" t="t" r="r" b="b"/>
              <a:pathLst>
                <a:path w="4884" h="7688" extrusionOk="0">
                  <a:moveTo>
                    <a:pt x="2489" y="0"/>
                  </a:moveTo>
                  <a:cubicBezTo>
                    <a:pt x="2269" y="0"/>
                    <a:pt x="2080" y="189"/>
                    <a:pt x="2080" y="410"/>
                  </a:cubicBezTo>
                  <a:lnTo>
                    <a:pt x="2080" y="819"/>
                  </a:lnTo>
                  <a:lnTo>
                    <a:pt x="1639" y="819"/>
                  </a:lnTo>
                  <a:cubicBezTo>
                    <a:pt x="1418" y="819"/>
                    <a:pt x="1261" y="1040"/>
                    <a:pt x="1261" y="1229"/>
                  </a:cubicBezTo>
                  <a:cubicBezTo>
                    <a:pt x="1261" y="1450"/>
                    <a:pt x="1450" y="1670"/>
                    <a:pt x="1639" y="1670"/>
                  </a:cubicBezTo>
                  <a:lnTo>
                    <a:pt x="2080" y="1670"/>
                  </a:lnTo>
                  <a:lnTo>
                    <a:pt x="2080" y="2489"/>
                  </a:lnTo>
                  <a:lnTo>
                    <a:pt x="1481" y="2489"/>
                  </a:lnTo>
                  <a:cubicBezTo>
                    <a:pt x="820" y="2489"/>
                    <a:pt x="347" y="3151"/>
                    <a:pt x="599" y="3781"/>
                  </a:cubicBezTo>
                  <a:cubicBezTo>
                    <a:pt x="662" y="3970"/>
                    <a:pt x="694" y="4222"/>
                    <a:pt x="788" y="4411"/>
                  </a:cubicBezTo>
                  <a:lnTo>
                    <a:pt x="473" y="4411"/>
                  </a:lnTo>
                  <a:cubicBezTo>
                    <a:pt x="221" y="4411"/>
                    <a:pt x="63" y="4632"/>
                    <a:pt x="63" y="4821"/>
                  </a:cubicBezTo>
                  <a:cubicBezTo>
                    <a:pt x="0" y="5010"/>
                    <a:pt x="158" y="5199"/>
                    <a:pt x="379" y="5199"/>
                  </a:cubicBezTo>
                  <a:lnTo>
                    <a:pt x="820" y="5199"/>
                  </a:lnTo>
                  <a:cubicBezTo>
                    <a:pt x="851" y="6081"/>
                    <a:pt x="694" y="6900"/>
                    <a:pt x="316" y="7687"/>
                  </a:cubicBezTo>
                  <a:lnTo>
                    <a:pt x="4569" y="7687"/>
                  </a:lnTo>
                  <a:cubicBezTo>
                    <a:pt x="4159" y="6900"/>
                    <a:pt x="4002" y="6081"/>
                    <a:pt x="4065" y="5199"/>
                  </a:cubicBezTo>
                  <a:lnTo>
                    <a:pt x="4474" y="5199"/>
                  </a:lnTo>
                  <a:cubicBezTo>
                    <a:pt x="4726" y="5199"/>
                    <a:pt x="4884" y="5010"/>
                    <a:pt x="4884" y="4821"/>
                  </a:cubicBezTo>
                  <a:cubicBezTo>
                    <a:pt x="4884" y="4568"/>
                    <a:pt x="4695" y="4411"/>
                    <a:pt x="4474" y="4411"/>
                  </a:cubicBezTo>
                  <a:lnTo>
                    <a:pt x="4159" y="4411"/>
                  </a:lnTo>
                  <a:cubicBezTo>
                    <a:pt x="4222" y="4222"/>
                    <a:pt x="4285" y="3970"/>
                    <a:pt x="4380" y="3781"/>
                  </a:cubicBezTo>
                  <a:cubicBezTo>
                    <a:pt x="4600" y="3151"/>
                    <a:pt x="4128" y="2489"/>
                    <a:pt x="3466" y="2489"/>
                  </a:cubicBezTo>
                  <a:lnTo>
                    <a:pt x="2867" y="2489"/>
                  </a:lnTo>
                  <a:lnTo>
                    <a:pt x="2867" y="1670"/>
                  </a:lnTo>
                  <a:lnTo>
                    <a:pt x="3309" y="1670"/>
                  </a:lnTo>
                  <a:cubicBezTo>
                    <a:pt x="3561" y="1670"/>
                    <a:pt x="3687" y="1450"/>
                    <a:pt x="3687" y="1229"/>
                  </a:cubicBezTo>
                  <a:cubicBezTo>
                    <a:pt x="3687" y="977"/>
                    <a:pt x="3498" y="819"/>
                    <a:pt x="3309" y="819"/>
                  </a:cubicBezTo>
                  <a:lnTo>
                    <a:pt x="2867" y="819"/>
                  </a:lnTo>
                  <a:lnTo>
                    <a:pt x="2867" y="410"/>
                  </a:lnTo>
                  <a:cubicBezTo>
                    <a:pt x="2867" y="158"/>
                    <a:pt x="2678" y="0"/>
                    <a:pt x="248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90" name="Google Shape;7341;p65">
              <a:extLst>
                <a:ext uri="{FF2B5EF4-FFF2-40B4-BE49-F238E27FC236}">
                  <a16:creationId xmlns:a16="http://schemas.microsoft.com/office/drawing/2014/main" id="{5802C3F6-9DBA-7F95-1DF0-FF0846B12AB1}"/>
                </a:ext>
              </a:extLst>
            </p:cNvPr>
            <p:cNvSpPr/>
            <p:nvPr/>
          </p:nvSpPr>
          <p:spPr>
            <a:xfrm>
              <a:off x="-64335250" y="4307100"/>
              <a:ext cx="161500" cy="21300"/>
            </a:xfrm>
            <a:custGeom>
              <a:avLst/>
              <a:gdLst/>
              <a:ahLst/>
              <a:cxnLst/>
              <a:rect l="l" t="t" r="r" b="b"/>
              <a:pathLst>
                <a:path w="6460" h="852" extrusionOk="0">
                  <a:moveTo>
                    <a:pt x="1167" y="1"/>
                  </a:moveTo>
                  <a:cubicBezTo>
                    <a:pt x="631" y="1"/>
                    <a:pt x="190" y="379"/>
                    <a:pt x="1" y="851"/>
                  </a:cubicBezTo>
                  <a:lnTo>
                    <a:pt x="6459" y="851"/>
                  </a:lnTo>
                  <a:cubicBezTo>
                    <a:pt x="6302" y="379"/>
                    <a:pt x="5861" y="1"/>
                    <a:pt x="532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sp>
        <p:nvSpPr>
          <p:cNvPr id="291" name="Google Shape;7342;p65">
            <a:extLst>
              <a:ext uri="{FF2B5EF4-FFF2-40B4-BE49-F238E27FC236}">
                <a16:creationId xmlns:a16="http://schemas.microsoft.com/office/drawing/2014/main" id="{5D377A90-AAFD-3B77-3958-6C9C22D16C21}"/>
              </a:ext>
            </a:extLst>
          </p:cNvPr>
          <p:cNvSpPr/>
          <p:nvPr/>
        </p:nvSpPr>
        <p:spPr>
          <a:xfrm>
            <a:off x="10053378" y="7970485"/>
            <a:ext cx="815548" cy="936858"/>
          </a:xfrm>
          <a:custGeom>
            <a:avLst/>
            <a:gdLst/>
            <a:ahLst/>
            <a:cxnLst/>
            <a:rect l="l" t="t" r="r" b="b"/>
            <a:pathLst>
              <a:path w="11059" h="12704" extrusionOk="0">
                <a:moveTo>
                  <a:pt x="5545" y="3449"/>
                </a:moveTo>
                <a:cubicBezTo>
                  <a:pt x="5797" y="3449"/>
                  <a:pt x="5955" y="3638"/>
                  <a:pt x="5955" y="3859"/>
                </a:cubicBezTo>
                <a:lnTo>
                  <a:pt x="5955" y="4111"/>
                </a:lnTo>
                <a:cubicBezTo>
                  <a:pt x="6427" y="4268"/>
                  <a:pt x="6774" y="4741"/>
                  <a:pt x="6774" y="5308"/>
                </a:cubicBezTo>
                <a:cubicBezTo>
                  <a:pt x="6774" y="5528"/>
                  <a:pt x="6585" y="5749"/>
                  <a:pt x="6333" y="5749"/>
                </a:cubicBezTo>
                <a:cubicBezTo>
                  <a:pt x="6081" y="5749"/>
                  <a:pt x="5955" y="5528"/>
                  <a:pt x="5955" y="5308"/>
                </a:cubicBezTo>
                <a:cubicBezTo>
                  <a:pt x="5955" y="5056"/>
                  <a:pt x="5734" y="4898"/>
                  <a:pt x="5545" y="4898"/>
                </a:cubicBezTo>
                <a:cubicBezTo>
                  <a:pt x="5293" y="4898"/>
                  <a:pt x="5104" y="5119"/>
                  <a:pt x="5104" y="5308"/>
                </a:cubicBezTo>
                <a:cubicBezTo>
                  <a:pt x="5104" y="5528"/>
                  <a:pt x="5419" y="5780"/>
                  <a:pt x="5766" y="6001"/>
                </a:cubicBezTo>
                <a:cubicBezTo>
                  <a:pt x="6207" y="6316"/>
                  <a:pt x="6774" y="6725"/>
                  <a:pt x="6774" y="7387"/>
                </a:cubicBezTo>
                <a:cubicBezTo>
                  <a:pt x="6774" y="7954"/>
                  <a:pt x="6427" y="8364"/>
                  <a:pt x="5923" y="8584"/>
                </a:cubicBezTo>
                <a:lnTo>
                  <a:pt x="5923" y="8836"/>
                </a:lnTo>
                <a:cubicBezTo>
                  <a:pt x="5923" y="9088"/>
                  <a:pt x="5734" y="9246"/>
                  <a:pt x="5545" y="9246"/>
                </a:cubicBezTo>
                <a:cubicBezTo>
                  <a:pt x="5293" y="9246"/>
                  <a:pt x="5104" y="9057"/>
                  <a:pt x="5104" y="8836"/>
                </a:cubicBezTo>
                <a:lnTo>
                  <a:pt x="5104" y="8584"/>
                </a:lnTo>
                <a:cubicBezTo>
                  <a:pt x="4632" y="8427"/>
                  <a:pt x="4285" y="7954"/>
                  <a:pt x="4285" y="7387"/>
                </a:cubicBezTo>
                <a:cubicBezTo>
                  <a:pt x="4285" y="7167"/>
                  <a:pt x="4474" y="7009"/>
                  <a:pt x="4726" y="7009"/>
                </a:cubicBezTo>
                <a:cubicBezTo>
                  <a:pt x="4947" y="7009"/>
                  <a:pt x="5104" y="7198"/>
                  <a:pt x="5104" y="7387"/>
                </a:cubicBezTo>
                <a:cubicBezTo>
                  <a:pt x="5104" y="7639"/>
                  <a:pt x="5293" y="7828"/>
                  <a:pt x="5545" y="7828"/>
                </a:cubicBezTo>
                <a:cubicBezTo>
                  <a:pt x="5766" y="7828"/>
                  <a:pt x="5923" y="7639"/>
                  <a:pt x="5923" y="7387"/>
                </a:cubicBezTo>
                <a:cubicBezTo>
                  <a:pt x="5923" y="7167"/>
                  <a:pt x="5608" y="6914"/>
                  <a:pt x="5262" y="6694"/>
                </a:cubicBezTo>
                <a:cubicBezTo>
                  <a:pt x="4821" y="6379"/>
                  <a:pt x="4285" y="5969"/>
                  <a:pt x="4285" y="5308"/>
                </a:cubicBezTo>
                <a:cubicBezTo>
                  <a:pt x="4285" y="4741"/>
                  <a:pt x="4632" y="4331"/>
                  <a:pt x="5104" y="4111"/>
                </a:cubicBezTo>
                <a:lnTo>
                  <a:pt x="5104" y="3859"/>
                </a:lnTo>
                <a:cubicBezTo>
                  <a:pt x="5104" y="3606"/>
                  <a:pt x="5293" y="3449"/>
                  <a:pt x="5545" y="3449"/>
                </a:cubicBezTo>
                <a:close/>
                <a:moveTo>
                  <a:pt x="10651" y="1"/>
                </a:moveTo>
                <a:cubicBezTo>
                  <a:pt x="10562" y="1"/>
                  <a:pt x="10473" y="34"/>
                  <a:pt x="10397" y="109"/>
                </a:cubicBezTo>
                <a:cubicBezTo>
                  <a:pt x="9389" y="834"/>
                  <a:pt x="8538" y="960"/>
                  <a:pt x="8034" y="960"/>
                </a:cubicBezTo>
                <a:cubicBezTo>
                  <a:pt x="7310" y="960"/>
                  <a:pt x="6396" y="645"/>
                  <a:pt x="5766" y="172"/>
                </a:cubicBezTo>
                <a:cubicBezTo>
                  <a:pt x="5703" y="109"/>
                  <a:pt x="5616" y="78"/>
                  <a:pt x="5526" y="78"/>
                </a:cubicBezTo>
                <a:cubicBezTo>
                  <a:pt x="5435" y="78"/>
                  <a:pt x="5341" y="109"/>
                  <a:pt x="5262" y="172"/>
                </a:cubicBezTo>
                <a:cubicBezTo>
                  <a:pt x="4632" y="645"/>
                  <a:pt x="3781" y="960"/>
                  <a:pt x="3025" y="960"/>
                </a:cubicBezTo>
                <a:cubicBezTo>
                  <a:pt x="2237" y="960"/>
                  <a:pt x="1418" y="645"/>
                  <a:pt x="662" y="109"/>
                </a:cubicBezTo>
                <a:cubicBezTo>
                  <a:pt x="582" y="47"/>
                  <a:pt x="495" y="20"/>
                  <a:pt x="411" y="20"/>
                </a:cubicBezTo>
                <a:cubicBezTo>
                  <a:pt x="196" y="20"/>
                  <a:pt x="0" y="198"/>
                  <a:pt x="0" y="424"/>
                </a:cubicBezTo>
                <a:lnTo>
                  <a:pt x="0" y="5276"/>
                </a:lnTo>
                <a:cubicBezTo>
                  <a:pt x="0" y="8616"/>
                  <a:pt x="2143" y="11609"/>
                  <a:pt x="5388" y="12680"/>
                </a:cubicBezTo>
                <a:cubicBezTo>
                  <a:pt x="5419" y="12696"/>
                  <a:pt x="5459" y="12703"/>
                  <a:pt x="5506" y="12703"/>
                </a:cubicBezTo>
                <a:cubicBezTo>
                  <a:pt x="5553" y="12703"/>
                  <a:pt x="5608" y="12696"/>
                  <a:pt x="5671" y="12680"/>
                </a:cubicBezTo>
                <a:cubicBezTo>
                  <a:pt x="8885" y="11609"/>
                  <a:pt x="11059" y="8616"/>
                  <a:pt x="11059" y="5276"/>
                </a:cubicBezTo>
                <a:lnTo>
                  <a:pt x="11059" y="424"/>
                </a:lnTo>
                <a:cubicBezTo>
                  <a:pt x="11059" y="182"/>
                  <a:pt x="10858" y="1"/>
                  <a:pt x="10651"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nvGrpSpPr>
          <p:cNvPr id="292" name="Google Shape;7343;p65">
            <a:extLst>
              <a:ext uri="{FF2B5EF4-FFF2-40B4-BE49-F238E27FC236}">
                <a16:creationId xmlns:a16="http://schemas.microsoft.com/office/drawing/2014/main" id="{4B956E34-E7F1-A29A-E55C-D95E45D5FBBC}"/>
              </a:ext>
            </a:extLst>
          </p:cNvPr>
          <p:cNvGrpSpPr/>
          <p:nvPr/>
        </p:nvGrpSpPr>
        <p:grpSpPr>
          <a:xfrm>
            <a:off x="10000462" y="9098472"/>
            <a:ext cx="931769" cy="939219"/>
            <a:chOff x="-62516625" y="3743175"/>
            <a:chExt cx="315875" cy="318400"/>
          </a:xfrm>
          <a:solidFill>
            <a:srgbClr val="555559"/>
          </a:solidFill>
        </p:grpSpPr>
        <p:sp>
          <p:nvSpPr>
            <p:cNvPr id="293" name="Google Shape;7344;p65">
              <a:extLst>
                <a:ext uri="{FF2B5EF4-FFF2-40B4-BE49-F238E27FC236}">
                  <a16:creationId xmlns:a16="http://schemas.microsoft.com/office/drawing/2014/main" id="{6B259B07-8954-C0D0-EBFF-2556ED2A4093}"/>
                </a:ext>
              </a:extLst>
            </p:cNvPr>
            <p:cNvSpPr/>
            <p:nvPr/>
          </p:nvSpPr>
          <p:spPr>
            <a:xfrm>
              <a:off x="-62334675" y="3884950"/>
              <a:ext cx="62250" cy="145725"/>
            </a:xfrm>
            <a:custGeom>
              <a:avLst/>
              <a:gdLst/>
              <a:ahLst/>
              <a:cxnLst/>
              <a:rect l="l" t="t" r="r" b="b"/>
              <a:pathLst>
                <a:path w="2490" h="5829" extrusionOk="0">
                  <a:moveTo>
                    <a:pt x="1229" y="0"/>
                  </a:moveTo>
                  <a:cubicBezTo>
                    <a:pt x="977" y="0"/>
                    <a:pt x="820" y="189"/>
                    <a:pt x="820" y="410"/>
                  </a:cubicBezTo>
                  <a:lnTo>
                    <a:pt x="820" y="662"/>
                  </a:lnTo>
                  <a:cubicBezTo>
                    <a:pt x="347" y="819"/>
                    <a:pt x="0" y="1292"/>
                    <a:pt x="0" y="1859"/>
                  </a:cubicBezTo>
                  <a:cubicBezTo>
                    <a:pt x="0" y="2520"/>
                    <a:pt x="536" y="2930"/>
                    <a:pt x="977" y="3245"/>
                  </a:cubicBezTo>
                  <a:cubicBezTo>
                    <a:pt x="1292" y="3466"/>
                    <a:pt x="1639" y="3718"/>
                    <a:pt x="1639" y="3938"/>
                  </a:cubicBezTo>
                  <a:cubicBezTo>
                    <a:pt x="1639" y="4190"/>
                    <a:pt x="1450" y="4348"/>
                    <a:pt x="1229" y="4348"/>
                  </a:cubicBezTo>
                  <a:cubicBezTo>
                    <a:pt x="977" y="4348"/>
                    <a:pt x="820" y="4127"/>
                    <a:pt x="820" y="3938"/>
                  </a:cubicBezTo>
                  <a:cubicBezTo>
                    <a:pt x="820" y="3718"/>
                    <a:pt x="631" y="3497"/>
                    <a:pt x="442" y="3497"/>
                  </a:cubicBezTo>
                  <a:cubicBezTo>
                    <a:pt x="221" y="3497"/>
                    <a:pt x="0" y="3718"/>
                    <a:pt x="0" y="3938"/>
                  </a:cubicBezTo>
                  <a:cubicBezTo>
                    <a:pt x="0" y="4505"/>
                    <a:pt x="347" y="4915"/>
                    <a:pt x="820" y="5135"/>
                  </a:cubicBezTo>
                  <a:lnTo>
                    <a:pt x="820" y="5387"/>
                  </a:lnTo>
                  <a:cubicBezTo>
                    <a:pt x="820" y="5639"/>
                    <a:pt x="1009" y="5828"/>
                    <a:pt x="1229" y="5828"/>
                  </a:cubicBezTo>
                  <a:cubicBezTo>
                    <a:pt x="1450" y="5828"/>
                    <a:pt x="1639" y="5639"/>
                    <a:pt x="1639" y="5387"/>
                  </a:cubicBezTo>
                  <a:lnTo>
                    <a:pt x="1639" y="5135"/>
                  </a:lnTo>
                  <a:cubicBezTo>
                    <a:pt x="2111" y="4978"/>
                    <a:pt x="2489" y="4505"/>
                    <a:pt x="2489" y="3938"/>
                  </a:cubicBezTo>
                  <a:cubicBezTo>
                    <a:pt x="2489" y="3277"/>
                    <a:pt x="1922" y="2867"/>
                    <a:pt x="1481" y="2552"/>
                  </a:cubicBezTo>
                  <a:cubicBezTo>
                    <a:pt x="1166" y="2331"/>
                    <a:pt x="820" y="2079"/>
                    <a:pt x="820" y="1859"/>
                  </a:cubicBezTo>
                  <a:cubicBezTo>
                    <a:pt x="820" y="1607"/>
                    <a:pt x="1009" y="1418"/>
                    <a:pt x="1229" y="1418"/>
                  </a:cubicBezTo>
                  <a:cubicBezTo>
                    <a:pt x="1450" y="1418"/>
                    <a:pt x="1639" y="1607"/>
                    <a:pt x="1639" y="1859"/>
                  </a:cubicBezTo>
                  <a:cubicBezTo>
                    <a:pt x="1639" y="2079"/>
                    <a:pt x="1859" y="2237"/>
                    <a:pt x="2048" y="2237"/>
                  </a:cubicBezTo>
                  <a:cubicBezTo>
                    <a:pt x="2237" y="2237"/>
                    <a:pt x="2489" y="2048"/>
                    <a:pt x="2489" y="1859"/>
                  </a:cubicBezTo>
                  <a:cubicBezTo>
                    <a:pt x="2489" y="1292"/>
                    <a:pt x="2143" y="882"/>
                    <a:pt x="1639" y="662"/>
                  </a:cubicBezTo>
                  <a:lnTo>
                    <a:pt x="1639" y="410"/>
                  </a:lnTo>
                  <a:cubicBezTo>
                    <a:pt x="1639" y="158"/>
                    <a:pt x="1450" y="0"/>
                    <a:pt x="122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94" name="Google Shape;7345;p65">
              <a:extLst>
                <a:ext uri="{FF2B5EF4-FFF2-40B4-BE49-F238E27FC236}">
                  <a16:creationId xmlns:a16="http://schemas.microsoft.com/office/drawing/2014/main" id="{71C717B5-EB13-0DF3-2928-FAF63BEE30A3}"/>
                </a:ext>
              </a:extLst>
            </p:cNvPr>
            <p:cNvSpPr/>
            <p:nvPr/>
          </p:nvSpPr>
          <p:spPr>
            <a:xfrm>
              <a:off x="-62516625" y="3743175"/>
              <a:ext cx="315875" cy="318400"/>
            </a:xfrm>
            <a:custGeom>
              <a:avLst/>
              <a:gdLst/>
              <a:ahLst/>
              <a:cxnLst/>
              <a:rect l="l" t="t" r="r" b="b"/>
              <a:pathLst>
                <a:path w="12635" h="12736" extrusionOk="0">
                  <a:moveTo>
                    <a:pt x="4632" y="3308"/>
                  </a:moveTo>
                  <a:cubicBezTo>
                    <a:pt x="5388" y="3308"/>
                    <a:pt x="6018" y="3938"/>
                    <a:pt x="6018" y="4694"/>
                  </a:cubicBezTo>
                  <a:cubicBezTo>
                    <a:pt x="6018" y="5450"/>
                    <a:pt x="5420" y="6049"/>
                    <a:pt x="4632" y="6049"/>
                  </a:cubicBezTo>
                  <a:cubicBezTo>
                    <a:pt x="3876" y="6049"/>
                    <a:pt x="3246" y="5419"/>
                    <a:pt x="3246" y="4694"/>
                  </a:cubicBezTo>
                  <a:cubicBezTo>
                    <a:pt x="3246" y="3938"/>
                    <a:pt x="3876" y="3308"/>
                    <a:pt x="4632" y="3308"/>
                  </a:cubicBezTo>
                  <a:close/>
                  <a:moveTo>
                    <a:pt x="8507" y="5230"/>
                  </a:moveTo>
                  <a:cubicBezTo>
                    <a:pt x="10303" y="5230"/>
                    <a:pt x="11815" y="6742"/>
                    <a:pt x="11815" y="8538"/>
                  </a:cubicBezTo>
                  <a:cubicBezTo>
                    <a:pt x="11815" y="10365"/>
                    <a:pt x="10334" y="11846"/>
                    <a:pt x="8507" y="11846"/>
                  </a:cubicBezTo>
                  <a:cubicBezTo>
                    <a:pt x="6680" y="11846"/>
                    <a:pt x="5199" y="10365"/>
                    <a:pt x="5199" y="8538"/>
                  </a:cubicBezTo>
                  <a:cubicBezTo>
                    <a:pt x="5199" y="6742"/>
                    <a:pt x="6680" y="5230"/>
                    <a:pt x="8507" y="5230"/>
                  </a:cubicBezTo>
                  <a:close/>
                  <a:moveTo>
                    <a:pt x="4664" y="0"/>
                  </a:moveTo>
                  <a:cubicBezTo>
                    <a:pt x="2080" y="0"/>
                    <a:pt x="1" y="2079"/>
                    <a:pt x="1" y="4694"/>
                  </a:cubicBezTo>
                  <a:cubicBezTo>
                    <a:pt x="1" y="5703"/>
                    <a:pt x="316" y="6711"/>
                    <a:pt x="914" y="7498"/>
                  </a:cubicBezTo>
                  <a:lnTo>
                    <a:pt x="4317" y="12571"/>
                  </a:lnTo>
                  <a:cubicBezTo>
                    <a:pt x="4396" y="12681"/>
                    <a:pt x="4530" y="12736"/>
                    <a:pt x="4660" y="12736"/>
                  </a:cubicBezTo>
                  <a:cubicBezTo>
                    <a:pt x="4790" y="12736"/>
                    <a:pt x="4916" y="12681"/>
                    <a:pt x="4979" y="12571"/>
                  </a:cubicBezTo>
                  <a:lnTo>
                    <a:pt x="5672" y="11531"/>
                  </a:lnTo>
                  <a:cubicBezTo>
                    <a:pt x="6396" y="12256"/>
                    <a:pt x="7404" y="12665"/>
                    <a:pt x="8507" y="12665"/>
                  </a:cubicBezTo>
                  <a:cubicBezTo>
                    <a:pt x="10776" y="12665"/>
                    <a:pt x="12634" y="10838"/>
                    <a:pt x="12634" y="8538"/>
                  </a:cubicBezTo>
                  <a:cubicBezTo>
                    <a:pt x="12634" y="6553"/>
                    <a:pt x="11217" y="4852"/>
                    <a:pt x="9326" y="4474"/>
                  </a:cubicBezTo>
                  <a:lnTo>
                    <a:pt x="9326" y="4222"/>
                  </a:lnTo>
                  <a:cubicBezTo>
                    <a:pt x="9074" y="1796"/>
                    <a:pt x="7089" y="0"/>
                    <a:pt x="466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295" name="Google Shape;7346;p65">
            <a:extLst>
              <a:ext uri="{FF2B5EF4-FFF2-40B4-BE49-F238E27FC236}">
                <a16:creationId xmlns:a16="http://schemas.microsoft.com/office/drawing/2014/main" id="{92F346CF-554D-2E82-E28D-67DBFE339C05}"/>
              </a:ext>
            </a:extLst>
          </p:cNvPr>
          <p:cNvGrpSpPr/>
          <p:nvPr/>
        </p:nvGrpSpPr>
        <p:grpSpPr>
          <a:xfrm>
            <a:off x="10017904" y="10245688"/>
            <a:ext cx="896888" cy="831846"/>
            <a:chOff x="-62511900" y="4129100"/>
            <a:chExt cx="304050" cy="282000"/>
          </a:xfrm>
          <a:solidFill>
            <a:srgbClr val="555559"/>
          </a:solidFill>
        </p:grpSpPr>
        <p:sp>
          <p:nvSpPr>
            <p:cNvPr id="296" name="Google Shape;7347;p65">
              <a:extLst>
                <a:ext uri="{FF2B5EF4-FFF2-40B4-BE49-F238E27FC236}">
                  <a16:creationId xmlns:a16="http://schemas.microsoft.com/office/drawing/2014/main" id="{3A0E477F-0EAB-1486-FB5D-0A5BC7757565}"/>
                </a:ext>
              </a:extLst>
            </p:cNvPr>
            <p:cNvSpPr/>
            <p:nvPr/>
          </p:nvSpPr>
          <p:spPr>
            <a:xfrm>
              <a:off x="-62414225" y="4203925"/>
              <a:ext cx="206375" cy="207175"/>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97" name="Google Shape;7348;p65">
              <a:extLst>
                <a:ext uri="{FF2B5EF4-FFF2-40B4-BE49-F238E27FC236}">
                  <a16:creationId xmlns:a16="http://schemas.microsoft.com/office/drawing/2014/main" id="{7BDA8695-970C-15CC-6FBA-8FCD6DFBF6D3}"/>
                </a:ext>
              </a:extLst>
            </p:cNvPr>
            <p:cNvSpPr/>
            <p:nvPr/>
          </p:nvSpPr>
          <p:spPr>
            <a:xfrm>
              <a:off x="-62511100" y="4129100"/>
              <a:ext cx="159900" cy="74850"/>
            </a:xfrm>
            <a:custGeom>
              <a:avLst/>
              <a:gdLst/>
              <a:ahLst/>
              <a:cxnLst/>
              <a:rect l="l" t="t" r="r" b="b"/>
              <a:pathLst>
                <a:path w="6396" h="2994" extrusionOk="0">
                  <a:moveTo>
                    <a:pt x="3214" y="1"/>
                  </a:moveTo>
                  <a:cubicBezTo>
                    <a:pt x="1450" y="1"/>
                    <a:pt x="0" y="662"/>
                    <a:pt x="0" y="1513"/>
                  </a:cubicBezTo>
                  <a:cubicBezTo>
                    <a:pt x="0" y="2332"/>
                    <a:pt x="1450" y="2993"/>
                    <a:pt x="3214" y="2993"/>
                  </a:cubicBezTo>
                  <a:cubicBezTo>
                    <a:pt x="4947" y="2993"/>
                    <a:pt x="6396" y="2332"/>
                    <a:pt x="6396" y="1513"/>
                  </a:cubicBezTo>
                  <a:cubicBezTo>
                    <a:pt x="6396" y="662"/>
                    <a:pt x="4947" y="1"/>
                    <a:pt x="321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98" name="Google Shape;7349;p65">
              <a:extLst>
                <a:ext uri="{FF2B5EF4-FFF2-40B4-BE49-F238E27FC236}">
                  <a16:creationId xmlns:a16="http://schemas.microsoft.com/office/drawing/2014/main" id="{0359B088-2381-45E3-7B80-DAEEB218F20C}"/>
                </a:ext>
              </a:extLst>
            </p:cNvPr>
            <p:cNvSpPr/>
            <p:nvPr/>
          </p:nvSpPr>
          <p:spPr>
            <a:xfrm>
              <a:off x="-62511100" y="4207075"/>
              <a:ext cx="110275" cy="59875"/>
            </a:xfrm>
            <a:custGeom>
              <a:avLst/>
              <a:gdLst/>
              <a:ahLst/>
              <a:cxnLst/>
              <a:rect l="l" t="t" r="r" b="b"/>
              <a:pathLst>
                <a:path w="4411" h="2395" extrusionOk="0">
                  <a:moveTo>
                    <a:pt x="0" y="0"/>
                  </a:moveTo>
                  <a:lnTo>
                    <a:pt x="0" y="1135"/>
                  </a:lnTo>
                  <a:cubicBezTo>
                    <a:pt x="0" y="1450"/>
                    <a:pt x="347" y="1765"/>
                    <a:pt x="882" y="2017"/>
                  </a:cubicBezTo>
                  <a:cubicBezTo>
                    <a:pt x="1355" y="2237"/>
                    <a:pt x="2332" y="2395"/>
                    <a:pt x="3151" y="2395"/>
                  </a:cubicBezTo>
                  <a:lnTo>
                    <a:pt x="3308" y="2395"/>
                  </a:lnTo>
                  <a:cubicBezTo>
                    <a:pt x="3560" y="1733"/>
                    <a:pt x="3907" y="1135"/>
                    <a:pt x="4411" y="631"/>
                  </a:cubicBezTo>
                  <a:lnTo>
                    <a:pt x="4411" y="631"/>
                  </a:lnTo>
                  <a:cubicBezTo>
                    <a:pt x="4033" y="694"/>
                    <a:pt x="3623" y="757"/>
                    <a:pt x="3182" y="757"/>
                  </a:cubicBezTo>
                  <a:cubicBezTo>
                    <a:pt x="2363" y="757"/>
                    <a:pt x="1261" y="599"/>
                    <a:pt x="567" y="316"/>
                  </a:cubicBezTo>
                  <a:cubicBezTo>
                    <a:pt x="347" y="221"/>
                    <a:pt x="158" y="127"/>
                    <a:pt x="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299" name="Google Shape;7350;p65">
              <a:extLst>
                <a:ext uri="{FF2B5EF4-FFF2-40B4-BE49-F238E27FC236}">
                  <a16:creationId xmlns:a16="http://schemas.microsoft.com/office/drawing/2014/main" id="{4725A722-8D5D-FF1E-4062-A4E7D934435C}"/>
                </a:ext>
              </a:extLst>
            </p:cNvPr>
            <p:cNvSpPr/>
            <p:nvPr/>
          </p:nvSpPr>
          <p:spPr>
            <a:xfrm>
              <a:off x="-62511100" y="4329950"/>
              <a:ext cx="106350" cy="59875"/>
            </a:xfrm>
            <a:custGeom>
              <a:avLst/>
              <a:gdLst/>
              <a:ahLst/>
              <a:cxnLst/>
              <a:rect l="l" t="t" r="r" b="b"/>
              <a:pathLst>
                <a:path w="4254" h="2395" extrusionOk="0">
                  <a:moveTo>
                    <a:pt x="0" y="0"/>
                  </a:moveTo>
                  <a:lnTo>
                    <a:pt x="0" y="1197"/>
                  </a:lnTo>
                  <a:cubicBezTo>
                    <a:pt x="0" y="1701"/>
                    <a:pt x="1355" y="2395"/>
                    <a:pt x="3182" y="2395"/>
                  </a:cubicBezTo>
                  <a:cubicBezTo>
                    <a:pt x="3560" y="2395"/>
                    <a:pt x="3907" y="2363"/>
                    <a:pt x="4254" y="2332"/>
                  </a:cubicBezTo>
                  <a:cubicBezTo>
                    <a:pt x="3875" y="1859"/>
                    <a:pt x="3560" y="1355"/>
                    <a:pt x="3340" y="756"/>
                  </a:cubicBezTo>
                  <a:lnTo>
                    <a:pt x="3182" y="756"/>
                  </a:lnTo>
                  <a:cubicBezTo>
                    <a:pt x="2363" y="756"/>
                    <a:pt x="1261" y="599"/>
                    <a:pt x="567" y="315"/>
                  </a:cubicBezTo>
                  <a:cubicBezTo>
                    <a:pt x="347" y="252"/>
                    <a:pt x="158" y="126"/>
                    <a:pt x="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00" name="Google Shape;7351;p65">
              <a:extLst>
                <a:ext uri="{FF2B5EF4-FFF2-40B4-BE49-F238E27FC236}">
                  <a16:creationId xmlns:a16="http://schemas.microsoft.com/office/drawing/2014/main" id="{4AAABD43-0DCA-B1C5-3819-62E7A826E68A}"/>
                </a:ext>
              </a:extLst>
            </p:cNvPr>
            <p:cNvSpPr/>
            <p:nvPr/>
          </p:nvSpPr>
          <p:spPr>
            <a:xfrm>
              <a:off x="-62511900" y="4268500"/>
              <a:ext cx="78000" cy="60675"/>
            </a:xfrm>
            <a:custGeom>
              <a:avLst/>
              <a:gdLst/>
              <a:ahLst/>
              <a:cxnLst/>
              <a:rect l="l" t="t" r="r" b="b"/>
              <a:pathLst>
                <a:path w="3120" h="2427" extrusionOk="0">
                  <a:moveTo>
                    <a:pt x="1" y="1"/>
                  </a:moveTo>
                  <a:lnTo>
                    <a:pt x="1" y="1167"/>
                  </a:lnTo>
                  <a:lnTo>
                    <a:pt x="32" y="1167"/>
                  </a:lnTo>
                  <a:cubicBezTo>
                    <a:pt x="32" y="1482"/>
                    <a:pt x="379" y="1797"/>
                    <a:pt x="914" y="2017"/>
                  </a:cubicBezTo>
                  <a:cubicBezTo>
                    <a:pt x="1387" y="2238"/>
                    <a:pt x="2332" y="2395"/>
                    <a:pt x="3120" y="2427"/>
                  </a:cubicBezTo>
                  <a:cubicBezTo>
                    <a:pt x="3057" y="2143"/>
                    <a:pt x="3025" y="1860"/>
                    <a:pt x="3025" y="1608"/>
                  </a:cubicBezTo>
                  <a:cubicBezTo>
                    <a:pt x="3025" y="1324"/>
                    <a:pt x="3088" y="1041"/>
                    <a:pt x="3120" y="757"/>
                  </a:cubicBezTo>
                  <a:cubicBezTo>
                    <a:pt x="2332" y="757"/>
                    <a:pt x="1230" y="599"/>
                    <a:pt x="536" y="316"/>
                  </a:cubicBezTo>
                  <a:cubicBezTo>
                    <a:pt x="347" y="253"/>
                    <a:pt x="158" y="127"/>
                    <a:pt x="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301" name="Google Shape;7352;p65">
            <a:extLst>
              <a:ext uri="{FF2B5EF4-FFF2-40B4-BE49-F238E27FC236}">
                <a16:creationId xmlns:a16="http://schemas.microsoft.com/office/drawing/2014/main" id="{FBF60CB6-6DAE-EB93-E97A-2638CA15F8DE}"/>
              </a:ext>
            </a:extLst>
          </p:cNvPr>
          <p:cNvGrpSpPr/>
          <p:nvPr/>
        </p:nvGrpSpPr>
        <p:grpSpPr>
          <a:xfrm>
            <a:off x="15710015" y="7970463"/>
            <a:ext cx="792318" cy="936341"/>
            <a:chOff x="-60597975" y="3367475"/>
            <a:chExt cx="268600" cy="317425"/>
          </a:xfrm>
          <a:solidFill>
            <a:srgbClr val="555559"/>
          </a:solidFill>
        </p:grpSpPr>
        <p:sp>
          <p:nvSpPr>
            <p:cNvPr id="302" name="Google Shape;7353;p65">
              <a:extLst>
                <a:ext uri="{FF2B5EF4-FFF2-40B4-BE49-F238E27FC236}">
                  <a16:creationId xmlns:a16="http://schemas.microsoft.com/office/drawing/2014/main" id="{C6AAA9C9-2C95-20E0-FD66-317937A708CD}"/>
                </a:ext>
              </a:extLst>
            </p:cNvPr>
            <p:cNvSpPr/>
            <p:nvPr/>
          </p:nvSpPr>
          <p:spPr>
            <a:xfrm>
              <a:off x="-60535750" y="3495075"/>
              <a:ext cx="206375" cy="82725"/>
            </a:xfrm>
            <a:custGeom>
              <a:avLst/>
              <a:gdLst/>
              <a:ahLst/>
              <a:cxnLst/>
              <a:rect l="l" t="t" r="r" b="b"/>
              <a:pathLst>
                <a:path w="8255" h="3309" extrusionOk="0">
                  <a:moveTo>
                    <a:pt x="5357" y="1229"/>
                  </a:moveTo>
                  <a:cubicBezTo>
                    <a:pt x="5577" y="1229"/>
                    <a:pt x="5766" y="1418"/>
                    <a:pt x="5766" y="1607"/>
                  </a:cubicBezTo>
                  <a:cubicBezTo>
                    <a:pt x="5766" y="1890"/>
                    <a:pt x="5577" y="2048"/>
                    <a:pt x="5357" y="2048"/>
                  </a:cubicBezTo>
                  <a:lnTo>
                    <a:pt x="2049" y="2048"/>
                  </a:lnTo>
                  <a:cubicBezTo>
                    <a:pt x="1797" y="2048"/>
                    <a:pt x="1639" y="1859"/>
                    <a:pt x="1639" y="1607"/>
                  </a:cubicBezTo>
                  <a:cubicBezTo>
                    <a:pt x="1639" y="1386"/>
                    <a:pt x="1828" y="1229"/>
                    <a:pt x="2049" y="1229"/>
                  </a:cubicBezTo>
                  <a:close/>
                  <a:moveTo>
                    <a:pt x="1" y="0"/>
                  </a:moveTo>
                  <a:lnTo>
                    <a:pt x="1" y="3308"/>
                  </a:lnTo>
                  <a:lnTo>
                    <a:pt x="8255" y="3308"/>
                  </a:lnTo>
                  <a:lnTo>
                    <a:pt x="8255"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03" name="Google Shape;7354;p65">
              <a:extLst>
                <a:ext uri="{FF2B5EF4-FFF2-40B4-BE49-F238E27FC236}">
                  <a16:creationId xmlns:a16="http://schemas.microsoft.com/office/drawing/2014/main" id="{B4E6CC0D-F540-17AE-DB55-1F12197BDA7E}"/>
                </a:ext>
              </a:extLst>
            </p:cNvPr>
            <p:cNvSpPr/>
            <p:nvPr/>
          </p:nvSpPr>
          <p:spPr>
            <a:xfrm>
              <a:off x="-60432575" y="3367475"/>
              <a:ext cx="20500" cy="47275"/>
            </a:xfrm>
            <a:custGeom>
              <a:avLst/>
              <a:gdLst/>
              <a:ahLst/>
              <a:cxnLst/>
              <a:rect l="l" t="t" r="r" b="b"/>
              <a:pathLst>
                <a:path w="820" h="1891" extrusionOk="0">
                  <a:moveTo>
                    <a:pt x="1" y="0"/>
                  </a:moveTo>
                  <a:lnTo>
                    <a:pt x="1" y="1891"/>
                  </a:lnTo>
                  <a:cubicBezTo>
                    <a:pt x="127" y="1765"/>
                    <a:pt x="221" y="1639"/>
                    <a:pt x="379" y="1639"/>
                  </a:cubicBezTo>
                  <a:cubicBezTo>
                    <a:pt x="600" y="1639"/>
                    <a:pt x="694" y="1765"/>
                    <a:pt x="820" y="1891"/>
                  </a:cubicBezTo>
                  <a:lnTo>
                    <a:pt x="82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04" name="Google Shape;7355;p65">
              <a:extLst>
                <a:ext uri="{FF2B5EF4-FFF2-40B4-BE49-F238E27FC236}">
                  <a16:creationId xmlns:a16="http://schemas.microsoft.com/office/drawing/2014/main" id="{12B2A70D-11A6-695A-E32D-22EA56674BC6}"/>
                </a:ext>
              </a:extLst>
            </p:cNvPr>
            <p:cNvSpPr/>
            <p:nvPr/>
          </p:nvSpPr>
          <p:spPr>
            <a:xfrm>
              <a:off x="-60535750" y="3367475"/>
              <a:ext cx="206375" cy="107150"/>
            </a:xfrm>
            <a:custGeom>
              <a:avLst/>
              <a:gdLst/>
              <a:ahLst/>
              <a:cxnLst/>
              <a:rect l="l" t="t" r="r" b="b"/>
              <a:pathLst>
                <a:path w="8255" h="4286" extrusionOk="0">
                  <a:moveTo>
                    <a:pt x="1" y="0"/>
                  </a:moveTo>
                  <a:lnTo>
                    <a:pt x="1" y="4285"/>
                  </a:lnTo>
                  <a:lnTo>
                    <a:pt x="8255" y="4285"/>
                  </a:lnTo>
                  <a:lnTo>
                    <a:pt x="8255" y="1261"/>
                  </a:lnTo>
                  <a:cubicBezTo>
                    <a:pt x="8255" y="567"/>
                    <a:pt x="7720" y="32"/>
                    <a:pt x="7026" y="32"/>
                  </a:cubicBezTo>
                  <a:lnTo>
                    <a:pt x="5829" y="32"/>
                  </a:lnTo>
                  <a:lnTo>
                    <a:pt x="5829" y="2930"/>
                  </a:lnTo>
                  <a:cubicBezTo>
                    <a:pt x="5829" y="3182"/>
                    <a:pt x="5633" y="3350"/>
                    <a:pt x="5418" y="3350"/>
                  </a:cubicBezTo>
                  <a:cubicBezTo>
                    <a:pt x="5311" y="3350"/>
                    <a:pt x="5199" y="3308"/>
                    <a:pt x="5105" y="3214"/>
                  </a:cubicBezTo>
                  <a:lnTo>
                    <a:pt x="4569" y="2678"/>
                  </a:lnTo>
                  <a:lnTo>
                    <a:pt x="4002" y="3214"/>
                  </a:lnTo>
                  <a:cubicBezTo>
                    <a:pt x="3917" y="3289"/>
                    <a:pt x="3821" y="3322"/>
                    <a:pt x="3728" y="3322"/>
                  </a:cubicBezTo>
                  <a:cubicBezTo>
                    <a:pt x="3510" y="3322"/>
                    <a:pt x="3309" y="3142"/>
                    <a:pt x="3309" y="2899"/>
                  </a:cubicBezTo>
                  <a:lnTo>
                    <a:pt x="3309"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05" name="Google Shape;7356;p65">
              <a:extLst>
                <a:ext uri="{FF2B5EF4-FFF2-40B4-BE49-F238E27FC236}">
                  <a16:creationId xmlns:a16="http://schemas.microsoft.com/office/drawing/2014/main" id="{38BF3759-846F-1182-7C65-38BE1F2C2E19}"/>
                </a:ext>
              </a:extLst>
            </p:cNvPr>
            <p:cNvSpPr/>
            <p:nvPr/>
          </p:nvSpPr>
          <p:spPr>
            <a:xfrm>
              <a:off x="-60597975" y="3368175"/>
              <a:ext cx="40200" cy="316725"/>
            </a:xfrm>
            <a:custGeom>
              <a:avLst/>
              <a:gdLst/>
              <a:ahLst/>
              <a:cxnLst/>
              <a:rect l="l" t="t" r="r" b="b"/>
              <a:pathLst>
                <a:path w="1608" h="12669" extrusionOk="0">
                  <a:moveTo>
                    <a:pt x="337" y="0"/>
                  </a:moveTo>
                  <a:cubicBezTo>
                    <a:pt x="163" y="0"/>
                    <a:pt x="1" y="178"/>
                    <a:pt x="1" y="382"/>
                  </a:cubicBezTo>
                  <a:lnTo>
                    <a:pt x="1" y="12259"/>
                  </a:lnTo>
                  <a:cubicBezTo>
                    <a:pt x="1" y="12480"/>
                    <a:pt x="190" y="12669"/>
                    <a:pt x="379" y="12669"/>
                  </a:cubicBezTo>
                  <a:lnTo>
                    <a:pt x="1608" y="12669"/>
                  </a:lnTo>
                  <a:lnTo>
                    <a:pt x="1608" y="4"/>
                  </a:lnTo>
                  <a:lnTo>
                    <a:pt x="379" y="4"/>
                  </a:lnTo>
                  <a:cubicBezTo>
                    <a:pt x="365" y="2"/>
                    <a:pt x="351" y="0"/>
                    <a:pt x="33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06" name="Google Shape;7357;p65">
              <a:extLst>
                <a:ext uri="{FF2B5EF4-FFF2-40B4-BE49-F238E27FC236}">
                  <a16:creationId xmlns:a16="http://schemas.microsoft.com/office/drawing/2014/main" id="{23499D7C-B16E-AE8F-C29F-099FC8DB5EB4}"/>
                </a:ext>
              </a:extLst>
            </p:cNvPr>
            <p:cNvSpPr/>
            <p:nvPr/>
          </p:nvSpPr>
          <p:spPr>
            <a:xfrm>
              <a:off x="-60535750" y="3597450"/>
              <a:ext cx="206375" cy="86675"/>
            </a:xfrm>
            <a:custGeom>
              <a:avLst/>
              <a:gdLst/>
              <a:ahLst/>
              <a:cxnLst/>
              <a:rect l="l" t="t" r="r" b="b"/>
              <a:pathLst>
                <a:path w="8255" h="3467" extrusionOk="0">
                  <a:moveTo>
                    <a:pt x="1" y="1"/>
                  </a:moveTo>
                  <a:lnTo>
                    <a:pt x="1" y="3466"/>
                  </a:lnTo>
                  <a:lnTo>
                    <a:pt x="7026" y="3466"/>
                  </a:lnTo>
                  <a:cubicBezTo>
                    <a:pt x="7720" y="3466"/>
                    <a:pt x="8255" y="2931"/>
                    <a:pt x="8255" y="2206"/>
                  </a:cubicBezTo>
                  <a:lnTo>
                    <a:pt x="8255"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sp>
        <p:nvSpPr>
          <p:cNvPr id="307" name="Google Shape;7358;p65">
            <a:extLst>
              <a:ext uri="{FF2B5EF4-FFF2-40B4-BE49-F238E27FC236}">
                <a16:creationId xmlns:a16="http://schemas.microsoft.com/office/drawing/2014/main" id="{D9E7637A-FB73-7F7D-A53F-5AF275FEBAFD}"/>
              </a:ext>
            </a:extLst>
          </p:cNvPr>
          <p:cNvSpPr/>
          <p:nvPr/>
        </p:nvSpPr>
        <p:spPr>
          <a:xfrm>
            <a:off x="15630640" y="9103094"/>
            <a:ext cx="940987" cy="930590"/>
          </a:xfrm>
          <a:custGeom>
            <a:avLst/>
            <a:gdLst/>
            <a:ahLst/>
            <a:cxnLst/>
            <a:rect l="l" t="t" r="r" b="b"/>
            <a:pathLst>
              <a:path w="12760" h="12619" extrusionOk="0">
                <a:moveTo>
                  <a:pt x="10082" y="2190"/>
                </a:moveTo>
                <a:lnTo>
                  <a:pt x="11027" y="2726"/>
                </a:lnTo>
                <a:lnTo>
                  <a:pt x="8948" y="6317"/>
                </a:lnTo>
                <a:lnTo>
                  <a:pt x="8003" y="5781"/>
                </a:lnTo>
                <a:cubicBezTo>
                  <a:pt x="8349" y="5151"/>
                  <a:pt x="9704" y="2820"/>
                  <a:pt x="10082" y="2190"/>
                </a:cubicBezTo>
                <a:close/>
                <a:moveTo>
                  <a:pt x="7813" y="6601"/>
                </a:moveTo>
                <a:lnTo>
                  <a:pt x="8318" y="6916"/>
                </a:lnTo>
                <a:lnTo>
                  <a:pt x="7782" y="7262"/>
                </a:lnTo>
                <a:lnTo>
                  <a:pt x="7813" y="6601"/>
                </a:lnTo>
                <a:close/>
                <a:moveTo>
                  <a:pt x="10554" y="8522"/>
                </a:moveTo>
                <a:cubicBezTo>
                  <a:pt x="10806" y="8522"/>
                  <a:pt x="10964" y="8711"/>
                  <a:pt x="10964" y="8900"/>
                </a:cubicBezTo>
                <a:cubicBezTo>
                  <a:pt x="10964" y="9153"/>
                  <a:pt x="10806" y="9342"/>
                  <a:pt x="10554" y="9342"/>
                </a:cubicBezTo>
                <a:lnTo>
                  <a:pt x="5608" y="9342"/>
                </a:lnTo>
                <a:cubicBezTo>
                  <a:pt x="5356" y="9342"/>
                  <a:pt x="5167" y="9153"/>
                  <a:pt x="5167" y="8900"/>
                </a:cubicBezTo>
                <a:cubicBezTo>
                  <a:pt x="5167" y="8680"/>
                  <a:pt x="5356" y="8522"/>
                  <a:pt x="5608" y="8522"/>
                </a:cubicBezTo>
                <a:close/>
                <a:moveTo>
                  <a:pt x="3088" y="5592"/>
                </a:moveTo>
                <a:cubicBezTo>
                  <a:pt x="3308" y="5592"/>
                  <a:pt x="3497" y="5813"/>
                  <a:pt x="3497" y="6002"/>
                </a:cubicBezTo>
                <a:lnTo>
                  <a:pt x="3497" y="6286"/>
                </a:lnTo>
                <a:cubicBezTo>
                  <a:pt x="3970" y="6443"/>
                  <a:pt x="4348" y="6916"/>
                  <a:pt x="4348" y="7451"/>
                </a:cubicBezTo>
                <a:cubicBezTo>
                  <a:pt x="4348" y="7703"/>
                  <a:pt x="4159" y="7861"/>
                  <a:pt x="3907" y="7861"/>
                </a:cubicBezTo>
                <a:cubicBezTo>
                  <a:pt x="3655" y="7861"/>
                  <a:pt x="3497" y="7640"/>
                  <a:pt x="3497" y="7451"/>
                </a:cubicBezTo>
                <a:cubicBezTo>
                  <a:pt x="3497" y="7231"/>
                  <a:pt x="3308" y="7010"/>
                  <a:pt x="3088" y="7010"/>
                </a:cubicBezTo>
                <a:cubicBezTo>
                  <a:pt x="2836" y="7010"/>
                  <a:pt x="2678" y="7231"/>
                  <a:pt x="2678" y="7451"/>
                </a:cubicBezTo>
                <a:cubicBezTo>
                  <a:pt x="2678" y="7703"/>
                  <a:pt x="3025" y="7924"/>
                  <a:pt x="3340" y="8176"/>
                </a:cubicBezTo>
                <a:cubicBezTo>
                  <a:pt x="3781" y="8491"/>
                  <a:pt x="4348" y="8869"/>
                  <a:pt x="4348" y="9531"/>
                </a:cubicBezTo>
                <a:cubicBezTo>
                  <a:pt x="4348" y="10098"/>
                  <a:pt x="3970" y="10539"/>
                  <a:pt x="3497" y="10728"/>
                </a:cubicBezTo>
                <a:lnTo>
                  <a:pt x="3497" y="11011"/>
                </a:lnTo>
                <a:cubicBezTo>
                  <a:pt x="3497" y="11232"/>
                  <a:pt x="3308" y="11452"/>
                  <a:pt x="3088" y="11452"/>
                </a:cubicBezTo>
                <a:cubicBezTo>
                  <a:pt x="2836" y="11452"/>
                  <a:pt x="2678" y="11232"/>
                  <a:pt x="2678" y="11011"/>
                </a:cubicBezTo>
                <a:lnTo>
                  <a:pt x="2678" y="10728"/>
                </a:lnTo>
                <a:cubicBezTo>
                  <a:pt x="2206" y="10570"/>
                  <a:pt x="1859" y="10098"/>
                  <a:pt x="1859" y="9531"/>
                </a:cubicBezTo>
                <a:cubicBezTo>
                  <a:pt x="1859" y="9310"/>
                  <a:pt x="2048" y="9121"/>
                  <a:pt x="2300" y="9121"/>
                </a:cubicBezTo>
                <a:cubicBezTo>
                  <a:pt x="2521" y="9121"/>
                  <a:pt x="2678" y="9310"/>
                  <a:pt x="2678" y="9531"/>
                </a:cubicBezTo>
                <a:cubicBezTo>
                  <a:pt x="2678" y="9783"/>
                  <a:pt x="2867" y="9940"/>
                  <a:pt x="3088" y="9940"/>
                </a:cubicBezTo>
                <a:cubicBezTo>
                  <a:pt x="3308" y="9940"/>
                  <a:pt x="3497" y="9751"/>
                  <a:pt x="3497" y="9531"/>
                </a:cubicBezTo>
                <a:cubicBezTo>
                  <a:pt x="3497" y="9310"/>
                  <a:pt x="3182" y="9089"/>
                  <a:pt x="2836" y="8837"/>
                </a:cubicBezTo>
                <a:cubicBezTo>
                  <a:pt x="2395" y="8522"/>
                  <a:pt x="1859" y="8113"/>
                  <a:pt x="1859" y="7451"/>
                </a:cubicBezTo>
                <a:cubicBezTo>
                  <a:pt x="1859" y="6916"/>
                  <a:pt x="2206" y="6475"/>
                  <a:pt x="2678" y="6286"/>
                </a:cubicBezTo>
                <a:lnTo>
                  <a:pt x="2678" y="6002"/>
                </a:lnTo>
                <a:cubicBezTo>
                  <a:pt x="2678" y="5750"/>
                  <a:pt x="2867" y="5592"/>
                  <a:pt x="3088" y="5592"/>
                </a:cubicBezTo>
                <a:close/>
                <a:moveTo>
                  <a:pt x="10554" y="11011"/>
                </a:moveTo>
                <a:cubicBezTo>
                  <a:pt x="10806" y="11011"/>
                  <a:pt x="10964" y="11200"/>
                  <a:pt x="10964" y="11452"/>
                </a:cubicBezTo>
                <a:cubicBezTo>
                  <a:pt x="10964" y="11641"/>
                  <a:pt x="10806" y="11830"/>
                  <a:pt x="10554" y="11830"/>
                </a:cubicBezTo>
                <a:lnTo>
                  <a:pt x="5608" y="11830"/>
                </a:lnTo>
                <a:cubicBezTo>
                  <a:pt x="5356" y="11830"/>
                  <a:pt x="5167" y="11641"/>
                  <a:pt x="5167" y="11452"/>
                </a:cubicBezTo>
                <a:cubicBezTo>
                  <a:pt x="5167" y="11200"/>
                  <a:pt x="5356" y="11011"/>
                  <a:pt x="5608" y="11011"/>
                </a:cubicBezTo>
                <a:close/>
                <a:moveTo>
                  <a:pt x="10933" y="1"/>
                </a:moveTo>
                <a:cubicBezTo>
                  <a:pt x="10599" y="1"/>
                  <a:pt x="10280" y="176"/>
                  <a:pt x="10113" y="489"/>
                </a:cubicBezTo>
                <a:lnTo>
                  <a:pt x="7877" y="4395"/>
                </a:lnTo>
                <a:lnTo>
                  <a:pt x="1229" y="4395"/>
                </a:lnTo>
                <a:cubicBezTo>
                  <a:pt x="567" y="4395"/>
                  <a:pt x="0" y="4931"/>
                  <a:pt x="0" y="5592"/>
                </a:cubicBezTo>
                <a:lnTo>
                  <a:pt x="0" y="11389"/>
                </a:lnTo>
                <a:cubicBezTo>
                  <a:pt x="0" y="12051"/>
                  <a:pt x="567" y="12618"/>
                  <a:pt x="1229" y="12618"/>
                </a:cubicBezTo>
                <a:lnTo>
                  <a:pt x="11437" y="12618"/>
                </a:lnTo>
                <a:cubicBezTo>
                  <a:pt x="12098" y="12618"/>
                  <a:pt x="12697" y="12082"/>
                  <a:pt x="12697" y="11389"/>
                </a:cubicBezTo>
                <a:lnTo>
                  <a:pt x="12697" y="5592"/>
                </a:lnTo>
                <a:cubicBezTo>
                  <a:pt x="12602" y="4931"/>
                  <a:pt x="12067" y="4395"/>
                  <a:pt x="11374" y="4395"/>
                </a:cubicBezTo>
                <a:lnTo>
                  <a:pt x="11027" y="4395"/>
                </a:lnTo>
                <a:lnTo>
                  <a:pt x="12476" y="1875"/>
                </a:lnTo>
                <a:cubicBezTo>
                  <a:pt x="12760" y="1402"/>
                  <a:pt x="12602" y="804"/>
                  <a:pt x="12130" y="583"/>
                </a:cubicBezTo>
                <a:lnTo>
                  <a:pt x="11437" y="142"/>
                </a:lnTo>
                <a:cubicBezTo>
                  <a:pt x="11277" y="46"/>
                  <a:pt x="11103" y="1"/>
                  <a:pt x="10933"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nvGrpSpPr>
          <p:cNvPr id="308" name="Google Shape;7359;p65">
            <a:extLst>
              <a:ext uri="{FF2B5EF4-FFF2-40B4-BE49-F238E27FC236}">
                <a16:creationId xmlns:a16="http://schemas.microsoft.com/office/drawing/2014/main" id="{F49B7448-6833-3097-D11E-CAA2C953B922}"/>
              </a:ext>
            </a:extLst>
          </p:cNvPr>
          <p:cNvGrpSpPr/>
          <p:nvPr/>
        </p:nvGrpSpPr>
        <p:grpSpPr>
          <a:xfrm>
            <a:off x="15639145" y="10327028"/>
            <a:ext cx="934055" cy="669162"/>
            <a:chOff x="-60621600" y="4145650"/>
            <a:chExt cx="316650" cy="226850"/>
          </a:xfrm>
          <a:solidFill>
            <a:srgbClr val="555559"/>
          </a:solidFill>
        </p:grpSpPr>
        <p:sp>
          <p:nvSpPr>
            <p:cNvPr id="309" name="Google Shape;7360;p65">
              <a:extLst>
                <a:ext uri="{FF2B5EF4-FFF2-40B4-BE49-F238E27FC236}">
                  <a16:creationId xmlns:a16="http://schemas.microsoft.com/office/drawing/2014/main" id="{9E67BA8A-4AC4-BE77-41DF-2EF66C406676}"/>
                </a:ext>
              </a:extLst>
            </p:cNvPr>
            <p:cNvSpPr/>
            <p:nvPr/>
          </p:nvSpPr>
          <p:spPr>
            <a:xfrm>
              <a:off x="-60463275" y="4249600"/>
              <a:ext cx="61450" cy="60675"/>
            </a:xfrm>
            <a:custGeom>
              <a:avLst/>
              <a:gdLst/>
              <a:ahLst/>
              <a:cxnLst/>
              <a:rect l="l" t="t" r="r" b="b"/>
              <a:pathLst>
                <a:path w="2458" h="2427" extrusionOk="0">
                  <a:moveTo>
                    <a:pt x="1229" y="1"/>
                  </a:moveTo>
                  <a:cubicBezTo>
                    <a:pt x="567" y="1"/>
                    <a:pt x="0" y="536"/>
                    <a:pt x="0" y="1198"/>
                  </a:cubicBezTo>
                  <a:cubicBezTo>
                    <a:pt x="0" y="1891"/>
                    <a:pt x="567" y="2427"/>
                    <a:pt x="1229" y="2427"/>
                  </a:cubicBezTo>
                  <a:cubicBezTo>
                    <a:pt x="1891" y="2427"/>
                    <a:pt x="2458" y="1891"/>
                    <a:pt x="2458" y="1198"/>
                  </a:cubicBezTo>
                  <a:cubicBezTo>
                    <a:pt x="2458" y="536"/>
                    <a:pt x="1891" y="1"/>
                    <a:pt x="122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10" name="Google Shape;7361;p65">
              <a:extLst>
                <a:ext uri="{FF2B5EF4-FFF2-40B4-BE49-F238E27FC236}">
                  <a16:creationId xmlns:a16="http://schemas.microsoft.com/office/drawing/2014/main" id="{D51D5B6F-F5B1-749A-D184-B5E18A669742}"/>
                </a:ext>
              </a:extLst>
            </p:cNvPr>
            <p:cNvSpPr/>
            <p:nvPr/>
          </p:nvSpPr>
          <p:spPr>
            <a:xfrm>
              <a:off x="-60526300" y="4249600"/>
              <a:ext cx="48075" cy="60675"/>
            </a:xfrm>
            <a:custGeom>
              <a:avLst/>
              <a:gdLst/>
              <a:ahLst/>
              <a:cxnLst/>
              <a:rect l="l" t="t" r="r" b="b"/>
              <a:pathLst>
                <a:path w="1923" h="2427" extrusionOk="0">
                  <a:moveTo>
                    <a:pt x="1261" y="1"/>
                  </a:moveTo>
                  <a:cubicBezTo>
                    <a:pt x="599" y="1"/>
                    <a:pt x="1" y="536"/>
                    <a:pt x="1" y="1198"/>
                  </a:cubicBezTo>
                  <a:cubicBezTo>
                    <a:pt x="1" y="1891"/>
                    <a:pt x="568" y="2427"/>
                    <a:pt x="1261" y="2427"/>
                  </a:cubicBezTo>
                  <a:cubicBezTo>
                    <a:pt x="1513" y="2427"/>
                    <a:pt x="1734" y="2364"/>
                    <a:pt x="1923" y="2238"/>
                  </a:cubicBezTo>
                  <a:cubicBezTo>
                    <a:pt x="1765" y="1923"/>
                    <a:pt x="1671" y="1576"/>
                    <a:pt x="1671" y="1198"/>
                  </a:cubicBezTo>
                  <a:cubicBezTo>
                    <a:pt x="1671" y="851"/>
                    <a:pt x="1765" y="505"/>
                    <a:pt x="1923" y="190"/>
                  </a:cubicBezTo>
                  <a:cubicBezTo>
                    <a:pt x="1734" y="64"/>
                    <a:pt x="1513" y="1"/>
                    <a:pt x="12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11" name="Google Shape;7362;p65">
              <a:extLst>
                <a:ext uri="{FF2B5EF4-FFF2-40B4-BE49-F238E27FC236}">
                  <a16:creationId xmlns:a16="http://schemas.microsoft.com/office/drawing/2014/main" id="{9342C62D-45EA-3236-CDAD-934FA6D81F18}"/>
                </a:ext>
              </a:extLst>
            </p:cNvPr>
            <p:cNvSpPr/>
            <p:nvPr/>
          </p:nvSpPr>
          <p:spPr>
            <a:xfrm>
              <a:off x="-60621600" y="4145650"/>
              <a:ext cx="316650" cy="226850"/>
            </a:xfrm>
            <a:custGeom>
              <a:avLst/>
              <a:gdLst/>
              <a:ahLst/>
              <a:cxnLst/>
              <a:rect l="l" t="t" r="r" b="b"/>
              <a:pathLst>
                <a:path w="12666" h="9074" extrusionOk="0">
                  <a:moveTo>
                    <a:pt x="11374" y="851"/>
                  </a:moveTo>
                  <a:cubicBezTo>
                    <a:pt x="11626" y="851"/>
                    <a:pt x="11815" y="1040"/>
                    <a:pt x="11815" y="1229"/>
                  </a:cubicBezTo>
                  <a:lnTo>
                    <a:pt x="11815" y="1670"/>
                  </a:lnTo>
                  <a:lnTo>
                    <a:pt x="788" y="1670"/>
                  </a:lnTo>
                  <a:lnTo>
                    <a:pt x="788" y="1229"/>
                  </a:lnTo>
                  <a:cubicBezTo>
                    <a:pt x="788" y="1008"/>
                    <a:pt x="977" y="851"/>
                    <a:pt x="1166" y="851"/>
                  </a:cubicBezTo>
                  <a:close/>
                  <a:moveTo>
                    <a:pt x="7562" y="3277"/>
                  </a:moveTo>
                  <a:cubicBezTo>
                    <a:pt x="8696" y="3277"/>
                    <a:pt x="9641" y="4222"/>
                    <a:pt x="9641" y="5356"/>
                  </a:cubicBezTo>
                  <a:cubicBezTo>
                    <a:pt x="9610" y="6522"/>
                    <a:pt x="8696" y="7467"/>
                    <a:pt x="7562" y="7467"/>
                  </a:cubicBezTo>
                  <a:cubicBezTo>
                    <a:pt x="7089" y="7467"/>
                    <a:pt x="6648" y="7309"/>
                    <a:pt x="6333" y="7026"/>
                  </a:cubicBezTo>
                  <a:cubicBezTo>
                    <a:pt x="5987" y="7309"/>
                    <a:pt x="5546" y="7467"/>
                    <a:pt x="5073" y="7467"/>
                  </a:cubicBezTo>
                  <a:cubicBezTo>
                    <a:pt x="3939" y="7467"/>
                    <a:pt x="2994" y="6522"/>
                    <a:pt x="2994" y="5356"/>
                  </a:cubicBezTo>
                  <a:cubicBezTo>
                    <a:pt x="2994" y="4222"/>
                    <a:pt x="3939" y="3277"/>
                    <a:pt x="5073" y="3277"/>
                  </a:cubicBezTo>
                  <a:cubicBezTo>
                    <a:pt x="5514" y="3277"/>
                    <a:pt x="5987" y="3434"/>
                    <a:pt x="6333" y="3718"/>
                  </a:cubicBezTo>
                  <a:cubicBezTo>
                    <a:pt x="6680" y="3434"/>
                    <a:pt x="7121" y="3277"/>
                    <a:pt x="7562" y="3277"/>
                  </a:cubicBezTo>
                  <a:close/>
                  <a:moveTo>
                    <a:pt x="1229" y="0"/>
                  </a:moveTo>
                  <a:cubicBezTo>
                    <a:pt x="536" y="0"/>
                    <a:pt x="1" y="567"/>
                    <a:pt x="1" y="1229"/>
                  </a:cubicBezTo>
                  <a:lnTo>
                    <a:pt x="1" y="7845"/>
                  </a:lnTo>
                  <a:cubicBezTo>
                    <a:pt x="1" y="8506"/>
                    <a:pt x="536" y="9073"/>
                    <a:pt x="1229" y="9073"/>
                  </a:cubicBezTo>
                  <a:lnTo>
                    <a:pt x="11406" y="9073"/>
                  </a:lnTo>
                  <a:cubicBezTo>
                    <a:pt x="12099" y="9073"/>
                    <a:pt x="12666" y="8506"/>
                    <a:pt x="12666" y="7845"/>
                  </a:cubicBezTo>
                  <a:lnTo>
                    <a:pt x="12666" y="1229"/>
                  </a:lnTo>
                  <a:cubicBezTo>
                    <a:pt x="12634" y="567"/>
                    <a:pt x="12099" y="0"/>
                    <a:pt x="1140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312" name="Google Shape;7363;p65">
            <a:extLst>
              <a:ext uri="{FF2B5EF4-FFF2-40B4-BE49-F238E27FC236}">
                <a16:creationId xmlns:a16="http://schemas.microsoft.com/office/drawing/2014/main" id="{112B82C0-3441-14B3-3755-2D0093B76BC3}"/>
              </a:ext>
            </a:extLst>
          </p:cNvPr>
          <p:cNvGrpSpPr/>
          <p:nvPr/>
        </p:nvGrpSpPr>
        <p:grpSpPr>
          <a:xfrm>
            <a:off x="19046972" y="10195728"/>
            <a:ext cx="917757" cy="931769"/>
            <a:chOff x="-59400775" y="4084200"/>
            <a:chExt cx="311125" cy="315875"/>
          </a:xfrm>
          <a:solidFill>
            <a:srgbClr val="555559"/>
          </a:solidFill>
        </p:grpSpPr>
        <p:sp>
          <p:nvSpPr>
            <p:cNvPr id="313" name="Google Shape;7364;p65">
              <a:extLst>
                <a:ext uri="{FF2B5EF4-FFF2-40B4-BE49-F238E27FC236}">
                  <a16:creationId xmlns:a16="http://schemas.microsoft.com/office/drawing/2014/main" id="{31F99E9B-3F42-2B6A-3052-C348C3AD83E0}"/>
                </a:ext>
              </a:extLst>
            </p:cNvPr>
            <p:cNvSpPr/>
            <p:nvPr/>
          </p:nvSpPr>
          <p:spPr>
            <a:xfrm>
              <a:off x="-59400775" y="4317350"/>
              <a:ext cx="89800" cy="82725"/>
            </a:xfrm>
            <a:custGeom>
              <a:avLst/>
              <a:gdLst/>
              <a:ahLst/>
              <a:cxnLst/>
              <a:rect l="l" t="t" r="r" b="b"/>
              <a:pathLst>
                <a:path w="3592" h="3309" extrusionOk="0">
                  <a:moveTo>
                    <a:pt x="1796" y="851"/>
                  </a:moveTo>
                  <a:cubicBezTo>
                    <a:pt x="2048" y="851"/>
                    <a:pt x="2237" y="1071"/>
                    <a:pt x="2237" y="1260"/>
                  </a:cubicBezTo>
                  <a:cubicBezTo>
                    <a:pt x="2237" y="1449"/>
                    <a:pt x="2048" y="1701"/>
                    <a:pt x="1796" y="1701"/>
                  </a:cubicBezTo>
                  <a:cubicBezTo>
                    <a:pt x="1576" y="1701"/>
                    <a:pt x="1418" y="1481"/>
                    <a:pt x="1418" y="1260"/>
                  </a:cubicBezTo>
                  <a:cubicBezTo>
                    <a:pt x="1418" y="1008"/>
                    <a:pt x="1576" y="851"/>
                    <a:pt x="1796" y="851"/>
                  </a:cubicBezTo>
                  <a:close/>
                  <a:moveTo>
                    <a:pt x="0" y="0"/>
                  </a:moveTo>
                  <a:lnTo>
                    <a:pt x="0" y="2079"/>
                  </a:lnTo>
                  <a:cubicBezTo>
                    <a:pt x="0" y="2741"/>
                    <a:pt x="536" y="3308"/>
                    <a:pt x="1229" y="3308"/>
                  </a:cubicBezTo>
                  <a:lnTo>
                    <a:pt x="2332" y="3308"/>
                  </a:lnTo>
                  <a:cubicBezTo>
                    <a:pt x="2993" y="3308"/>
                    <a:pt x="3592" y="2741"/>
                    <a:pt x="3592" y="2079"/>
                  </a:cubicBezTo>
                  <a:lnTo>
                    <a:pt x="359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14" name="Google Shape;7365;p65">
              <a:extLst>
                <a:ext uri="{FF2B5EF4-FFF2-40B4-BE49-F238E27FC236}">
                  <a16:creationId xmlns:a16="http://schemas.microsoft.com/office/drawing/2014/main" id="{76F61FB4-5478-30EA-ECAD-2A2ADD40E7CD}"/>
                </a:ext>
              </a:extLst>
            </p:cNvPr>
            <p:cNvSpPr/>
            <p:nvPr/>
          </p:nvSpPr>
          <p:spPr>
            <a:xfrm>
              <a:off x="-59400000" y="4084200"/>
              <a:ext cx="89825" cy="212700"/>
            </a:xfrm>
            <a:custGeom>
              <a:avLst/>
              <a:gdLst/>
              <a:ahLst/>
              <a:cxnLst/>
              <a:rect l="l" t="t" r="r" b="b"/>
              <a:pathLst>
                <a:path w="3593" h="8508" extrusionOk="0">
                  <a:moveTo>
                    <a:pt x="1734" y="1607"/>
                  </a:moveTo>
                  <a:cubicBezTo>
                    <a:pt x="1923" y="1607"/>
                    <a:pt x="2175" y="1797"/>
                    <a:pt x="2175" y="2049"/>
                  </a:cubicBezTo>
                  <a:lnTo>
                    <a:pt x="2175" y="7278"/>
                  </a:lnTo>
                  <a:cubicBezTo>
                    <a:pt x="2175" y="7499"/>
                    <a:pt x="1986" y="7656"/>
                    <a:pt x="1734" y="7656"/>
                  </a:cubicBezTo>
                  <a:cubicBezTo>
                    <a:pt x="1513" y="7656"/>
                    <a:pt x="1356" y="7467"/>
                    <a:pt x="1356" y="7278"/>
                  </a:cubicBezTo>
                  <a:lnTo>
                    <a:pt x="1356" y="2049"/>
                  </a:lnTo>
                  <a:cubicBezTo>
                    <a:pt x="1356" y="1797"/>
                    <a:pt x="1545" y="1607"/>
                    <a:pt x="1734" y="1607"/>
                  </a:cubicBezTo>
                  <a:close/>
                  <a:moveTo>
                    <a:pt x="1230" y="1"/>
                  </a:moveTo>
                  <a:cubicBezTo>
                    <a:pt x="568" y="1"/>
                    <a:pt x="1" y="536"/>
                    <a:pt x="1" y="1198"/>
                  </a:cubicBezTo>
                  <a:lnTo>
                    <a:pt x="1" y="8507"/>
                  </a:lnTo>
                  <a:lnTo>
                    <a:pt x="3593" y="8507"/>
                  </a:lnTo>
                  <a:lnTo>
                    <a:pt x="3593" y="1198"/>
                  </a:lnTo>
                  <a:cubicBezTo>
                    <a:pt x="3561" y="536"/>
                    <a:pt x="2994" y="1"/>
                    <a:pt x="233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15" name="Google Shape;7366;p65">
              <a:extLst>
                <a:ext uri="{FF2B5EF4-FFF2-40B4-BE49-F238E27FC236}">
                  <a16:creationId xmlns:a16="http://schemas.microsoft.com/office/drawing/2014/main" id="{5BEF8946-BFBA-2C6C-7259-F3351D9598FE}"/>
                </a:ext>
              </a:extLst>
            </p:cNvPr>
            <p:cNvSpPr/>
            <p:nvPr/>
          </p:nvSpPr>
          <p:spPr>
            <a:xfrm>
              <a:off x="-59290500" y="4317350"/>
              <a:ext cx="89800" cy="82725"/>
            </a:xfrm>
            <a:custGeom>
              <a:avLst/>
              <a:gdLst/>
              <a:ahLst/>
              <a:cxnLst/>
              <a:rect l="l" t="t" r="r" b="b"/>
              <a:pathLst>
                <a:path w="3592" h="3309" extrusionOk="0">
                  <a:moveTo>
                    <a:pt x="1796" y="851"/>
                  </a:moveTo>
                  <a:cubicBezTo>
                    <a:pt x="2048" y="851"/>
                    <a:pt x="2205" y="1071"/>
                    <a:pt x="2205" y="1260"/>
                  </a:cubicBezTo>
                  <a:cubicBezTo>
                    <a:pt x="2205" y="1449"/>
                    <a:pt x="2016" y="1701"/>
                    <a:pt x="1796" y="1701"/>
                  </a:cubicBezTo>
                  <a:cubicBezTo>
                    <a:pt x="1575" y="1701"/>
                    <a:pt x="1386" y="1481"/>
                    <a:pt x="1386" y="1260"/>
                  </a:cubicBezTo>
                  <a:cubicBezTo>
                    <a:pt x="1386" y="1008"/>
                    <a:pt x="1575" y="851"/>
                    <a:pt x="1796" y="851"/>
                  </a:cubicBezTo>
                  <a:close/>
                  <a:moveTo>
                    <a:pt x="0" y="0"/>
                  </a:moveTo>
                  <a:lnTo>
                    <a:pt x="0" y="2079"/>
                  </a:lnTo>
                  <a:cubicBezTo>
                    <a:pt x="0" y="2741"/>
                    <a:pt x="536" y="3308"/>
                    <a:pt x="1260" y="3308"/>
                  </a:cubicBezTo>
                  <a:lnTo>
                    <a:pt x="2363" y="3308"/>
                  </a:lnTo>
                  <a:cubicBezTo>
                    <a:pt x="3025" y="3308"/>
                    <a:pt x="3592" y="2741"/>
                    <a:pt x="3592" y="2079"/>
                  </a:cubicBezTo>
                  <a:lnTo>
                    <a:pt x="359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16" name="Google Shape;7367;p65">
              <a:extLst>
                <a:ext uri="{FF2B5EF4-FFF2-40B4-BE49-F238E27FC236}">
                  <a16:creationId xmlns:a16="http://schemas.microsoft.com/office/drawing/2014/main" id="{5E7B691C-D32D-9B23-C72E-AE820C33CA47}"/>
                </a:ext>
              </a:extLst>
            </p:cNvPr>
            <p:cNvSpPr/>
            <p:nvPr/>
          </p:nvSpPr>
          <p:spPr>
            <a:xfrm>
              <a:off x="-59290500" y="4084200"/>
              <a:ext cx="89800" cy="212700"/>
            </a:xfrm>
            <a:custGeom>
              <a:avLst/>
              <a:gdLst/>
              <a:ahLst/>
              <a:cxnLst/>
              <a:rect l="l" t="t" r="r" b="b"/>
              <a:pathLst>
                <a:path w="3592" h="8508" extrusionOk="0">
                  <a:moveTo>
                    <a:pt x="1796" y="1607"/>
                  </a:moveTo>
                  <a:cubicBezTo>
                    <a:pt x="2048" y="1607"/>
                    <a:pt x="2205" y="1797"/>
                    <a:pt x="2205" y="2049"/>
                  </a:cubicBezTo>
                  <a:lnTo>
                    <a:pt x="2205" y="7278"/>
                  </a:lnTo>
                  <a:cubicBezTo>
                    <a:pt x="2205" y="7499"/>
                    <a:pt x="2016" y="7656"/>
                    <a:pt x="1796" y="7656"/>
                  </a:cubicBezTo>
                  <a:cubicBezTo>
                    <a:pt x="1607" y="7656"/>
                    <a:pt x="1386" y="7467"/>
                    <a:pt x="1386" y="7278"/>
                  </a:cubicBezTo>
                  <a:lnTo>
                    <a:pt x="1386" y="2049"/>
                  </a:lnTo>
                  <a:cubicBezTo>
                    <a:pt x="1386" y="1797"/>
                    <a:pt x="1575" y="1607"/>
                    <a:pt x="1796" y="1607"/>
                  </a:cubicBezTo>
                  <a:close/>
                  <a:moveTo>
                    <a:pt x="1260" y="1"/>
                  </a:moveTo>
                  <a:cubicBezTo>
                    <a:pt x="599" y="1"/>
                    <a:pt x="0" y="536"/>
                    <a:pt x="0" y="1198"/>
                  </a:cubicBezTo>
                  <a:lnTo>
                    <a:pt x="0" y="8507"/>
                  </a:lnTo>
                  <a:lnTo>
                    <a:pt x="3592" y="8507"/>
                  </a:lnTo>
                  <a:lnTo>
                    <a:pt x="3592" y="1198"/>
                  </a:lnTo>
                  <a:cubicBezTo>
                    <a:pt x="3592" y="536"/>
                    <a:pt x="3025" y="1"/>
                    <a:pt x="236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17" name="Google Shape;7368;p65">
              <a:extLst>
                <a:ext uri="{FF2B5EF4-FFF2-40B4-BE49-F238E27FC236}">
                  <a16:creationId xmlns:a16="http://schemas.microsoft.com/office/drawing/2014/main" id="{B4622364-65C1-CE46-3E7C-3B3E2DE97A7D}"/>
                </a:ext>
              </a:extLst>
            </p:cNvPr>
            <p:cNvSpPr/>
            <p:nvPr/>
          </p:nvSpPr>
          <p:spPr>
            <a:xfrm>
              <a:off x="-59181025" y="4317350"/>
              <a:ext cx="89800" cy="82725"/>
            </a:xfrm>
            <a:custGeom>
              <a:avLst/>
              <a:gdLst/>
              <a:ahLst/>
              <a:cxnLst/>
              <a:rect l="l" t="t" r="r" b="b"/>
              <a:pathLst>
                <a:path w="3592" h="3309" extrusionOk="0">
                  <a:moveTo>
                    <a:pt x="1828" y="851"/>
                  </a:moveTo>
                  <a:cubicBezTo>
                    <a:pt x="2080" y="851"/>
                    <a:pt x="2269" y="1071"/>
                    <a:pt x="2269" y="1260"/>
                  </a:cubicBezTo>
                  <a:cubicBezTo>
                    <a:pt x="2269" y="1449"/>
                    <a:pt x="2080" y="1701"/>
                    <a:pt x="1828" y="1701"/>
                  </a:cubicBezTo>
                  <a:cubicBezTo>
                    <a:pt x="1607" y="1701"/>
                    <a:pt x="1450" y="1481"/>
                    <a:pt x="1450" y="1260"/>
                  </a:cubicBezTo>
                  <a:cubicBezTo>
                    <a:pt x="1450" y="1008"/>
                    <a:pt x="1607" y="851"/>
                    <a:pt x="1828" y="851"/>
                  </a:cubicBezTo>
                  <a:close/>
                  <a:moveTo>
                    <a:pt x="0" y="0"/>
                  </a:moveTo>
                  <a:lnTo>
                    <a:pt x="0" y="2079"/>
                  </a:lnTo>
                  <a:lnTo>
                    <a:pt x="32" y="2079"/>
                  </a:lnTo>
                  <a:cubicBezTo>
                    <a:pt x="32" y="2741"/>
                    <a:pt x="567" y="3308"/>
                    <a:pt x="1261" y="3308"/>
                  </a:cubicBezTo>
                  <a:lnTo>
                    <a:pt x="2363" y="3308"/>
                  </a:lnTo>
                  <a:cubicBezTo>
                    <a:pt x="3025" y="3308"/>
                    <a:pt x="3592" y="2741"/>
                    <a:pt x="3592" y="2079"/>
                  </a:cubicBezTo>
                  <a:lnTo>
                    <a:pt x="359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18" name="Google Shape;7369;p65">
              <a:extLst>
                <a:ext uri="{FF2B5EF4-FFF2-40B4-BE49-F238E27FC236}">
                  <a16:creationId xmlns:a16="http://schemas.microsoft.com/office/drawing/2014/main" id="{A6EAE815-92F9-39F1-21F2-5E307F5BB7F7}"/>
                </a:ext>
              </a:extLst>
            </p:cNvPr>
            <p:cNvSpPr/>
            <p:nvPr/>
          </p:nvSpPr>
          <p:spPr>
            <a:xfrm>
              <a:off x="-59179450" y="4084200"/>
              <a:ext cx="89800" cy="212700"/>
            </a:xfrm>
            <a:custGeom>
              <a:avLst/>
              <a:gdLst/>
              <a:ahLst/>
              <a:cxnLst/>
              <a:rect l="l" t="t" r="r" b="b"/>
              <a:pathLst>
                <a:path w="3592" h="8508" extrusionOk="0">
                  <a:moveTo>
                    <a:pt x="1733" y="1607"/>
                  </a:moveTo>
                  <a:cubicBezTo>
                    <a:pt x="1922" y="1607"/>
                    <a:pt x="2174" y="1797"/>
                    <a:pt x="2174" y="2049"/>
                  </a:cubicBezTo>
                  <a:lnTo>
                    <a:pt x="2174" y="7278"/>
                  </a:lnTo>
                  <a:cubicBezTo>
                    <a:pt x="2174" y="7499"/>
                    <a:pt x="1985" y="7656"/>
                    <a:pt x="1733" y="7656"/>
                  </a:cubicBezTo>
                  <a:cubicBezTo>
                    <a:pt x="1513" y="7656"/>
                    <a:pt x="1355" y="7467"/>
                    <a:pt x="1355" y="7278"/>
                  </a:cubicBezTo>
                  <a:lnTo>
                    <a:pt x="1355" y="2049"/>
                  </a:lnTo>
                  <a:cubicBezTo>
                    <a:pt x="1355" y="1797"/>
                    <a:pt x="1544" y="1607"/>
                    <a:pt x="1733" y="1607"/>
                  </a:cubicBezTo>
                  <a:close/>
                  <a:moveTo>
                    <a:pt x="1229" y="1"/>
                  </a:moveTo>
                  <a:cubicBezTo>
                    <a:pt x="567" y="1"/>
                    <a:pt x="0" y="536"/>
                    <a:pt x="0" y="1198"/>
                  </a:cubicBezTo>
                  <a:lnTo>
                    <a:pt x="0" y="8507"/>
                  </a:lnTo>
                  <a:lnTo>
                    <a:pt x="3592" y="8507"/>
                  </a:lnTo>
                  <a:lnTo>
                    <a:pt x="3592" y="1198"/>
                  </a:lnTo>
                  <a:cubicBezTo>
                    <a:pt x="3560" y="536"/>
                    <a:pt x="2993" y="1"/>
                    <a:pt x="233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319" name="Google Shape;7370;p65">
            <a:extLst>
              <a:ext uri="{FF2B5EF4-FFF2-40B4-BE49-F238E27FC236}">
                <a16:creationId xmlns:a16="http://schemas.microsoft.com/office/drawing/2014/main" id="{18A0686E-9B82-8ACB-E251-1FA2DFA2717F}"/>
              </a:ext>
            </a:extLst>
          </p:cNvPr>
          <p:cNvGrpSpPr/>
          <p:nvPr/>
        </p:nvGrpSpPr>
        <p:grpSpPr>
          <a:xfrm>
            <a:off x="5456974" y="7971607"/>
            <a:ext cx="931697" cy="934055"/>
            <a:chOff x="-64044600" y="3360375"/>
            <a:chExt cx="315850" cy="316650"/>
          </a:xfrm>
          <a:solidFill>
            <a:srgbClr val="555559"/>
          </a:solidFill>
        </p:grpSpPr>
        <p:sp>
          <p:nvSpPr>
            <p:cNvPr id="320" name="Google Shape;7371;p65">
              <a:extLst>
                <a:ext uri="{FF2B5EF4-FFF2-40B4-BE49-F238E27FC236}">
                  <a16:creationId xmlns:a16="http://schemas.microsoft.com/office/drawing/2014/main" id="{6015F750-B90E-9AB2-0875-B9955645939C}"/>
                </a:ext>
              </a:extLst>
            </p:cNvPr>
            <p:cNvSpPr/>
            <p:nvPr/>
          </p:nvSpPr>
          <p:spPr>
            <a:xfrm>
              <a:off x="-63980025" y="3532875"/>
              <a:ext cx="185900" cy="144150"/>
            </a:xfrm>
            <a:custGeom>
              <a:avLst/>
              <a:gdLst/>
              <a:ahLst/>
              <a:cxnLst/>
              <a:rect l="l" t="t" r="r" b="b"/>
              <a:pathLst>
                <a:path w="7436" h="5766" extrusionOk="0">
                  <a:moveTo>
                    <a:pt x="410" y="0"/>
                  </a:moveTo>
                  <a:cubicBezTo>
                    <a:pt x="158" y="0"/>
                    <a:pt x="1" y="189"/>
                    <a:pt x="1" y="410"/>
                  </a:cubicBezTo>
                  <a:cubicBezTo>
                    <a:pt x="1" y="662"/>
                    <a:pt x="190" y="820"/>
                    <a:pt x="410" y="820"/>
                  </a:cubicBezTo>
                  <a:lnTo>
                    <a:pt x="883" y="820"/>
                  </a:lnTo>
                  <a:lnTo>
                    <a:pt x="1670" y="5419"/>
                  </a:lnTo>
                  <a:cubicBezTo>
                    <a:pt x="1702" y="5608"/>
                    <a:pt x="1859" y="5766"/>
                    <a:pt x="2048" y="5766"/>
                  </a:cubicBezTo>
                  <a:lnTo>
                    <a:pt x="5356" y="5766"/>
                  </a:lnTo>
                  <a:cubicBezTo>
                    <a:pt x="5545" y="5766"/>
                    <a:pt x="5766" y="5608"/>
                    <a:pt x="5766" y="5419"/>
                  </a:cubicBezTo>
                  <a:lnTo>
                    <a:pt x="6554" y="820"/>
                  </a:lnTo>
                  <a:lnTo>
                    <a:pt x="7026" y="820"/>
                  </a:lnTo>
                  <a:cubicBezTo>
                    <a:pt x="7247" y="820"/>
                    <a:pt x="7404" y="630"/>
                    <a:pt x="7404" y="410"/>
                  </a:cubicBezTo>
                  <a:cubicBezTo>
                    <a:pt x="7436" y="189"/>
                    <a:pt x="7247" y="0"/>
                    <a:pt x="702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21" name="Google Shape;7372;p65">
              <a:extLst>
                <a:ext uri="{FF2B5EF4-FFF2-40B4-BE49-F238E27FC236}">
                  <a16:creationId xmlns:a16="http://schemas.microsoft.com/office/drawing/2014/main" id="{F8BA5672-7162-64FC-43A2-213A23D7AD2C}"/>
                </a:ext>
              </a:extLst>
            </p:cNvPr>
            <p:cNvSpPr/>
            <p:nvPr/>
          </p:nvSpPr>
          <p:spPr>
            <a:xfrm>
              <a:off x="-64044600" y="3360375"/>
              <a:ext cx="315850" cy="152825"/>
            </a:xfrm>
            <a:custGeom>
              <a:avLst/>
              <a:gdLst/>
              <a:ahLst/>
              <a:cxnLst/>
              <a:rect l="l" t="t" r="r" b="b"/>
              <a:pathLst>
                <a:path w="12634" h="6113" extrusionOk="0">
                  <a:moveTo>
                    <a:pt x="378" y="1"/>
                  </a:moveTo>
                  <a:cubicBezTo>
                    <a:pt x="158" y="1"/>
                    <a:pt x="0" y="190"/>
                    <a:pt x="0" y="442"/>
                  </a:cubicBezTo>
                  <a:lnTo>
                    <a:pt x="0" y="5672"/>
                  </a:lnTo>
                  <a:cubicBezTo>
                    <a:pt x="0" y="5892"/>
                    <a:pt x="189" y="6113"/>
                    <a:pt x="378" y="6113"/>
                  </a:cubicBezTo>
                  <a:lnTo>
                    <a:pt x="3088" y="6113"/>
                  </a:lnTo>
                  <a:cubicBezTo>
                    <a:pt x="3245" y="5514"/>
                    <a:pt x="3560" y="4947"/>
                    <a:pt x="4001" y="4569"/>
                  </a:cubicBezTo>
                  <a:cubicBezTo>
                    <a:pt x="3875" y="4285"/>
                    <a:pt x="3812" y="3970"/>
                    <a:pt x="3812" y="3624"/>
                  </a:cubicBezTo>
                  <a:cubicBezTo>
                    <a:pt x="3812" y="2238"/>
                    <a:pt x="4915" y="1135"/>
                    <a:pt x="6301" y="1135"/>
                  </a:cubicBezTo>
                  <a:cubicBezTo>
                    <a:pt x="7656" y="1135"/>
                    <a:pt x="8759" y="2238"/>
                    <a:pt x="8759" y="3624"/>
                  </a:cubicBezTo>
                  <a:cubicBezTo>
                    <a:pt x="8759" y="3939"/>
                    <a:pt x="8696" y="4254"/>
                    <a:pt x="8570" y="4569"/>
                  </a:cubicBezTo>
                  <a:cubicBezTo>
                    <a:pt x="9011" y="5010"/>
                    <a:pt x="9326" y="5514"/>
                    <a:pt x="9483" y="6113"/>
                  </a:cubicBezTo>
                  <a:lnTo>
                    <a:pt x="12193" y="6113"/>
                  </a:lnTo>
                  <a:cubicBezTo>
                    <a:pt x="12445" y="6113"/>
                    <a:pt x="12602" y="5892"/>
                    <a:pt x="12602" y="5672"/>
                  </a:cubicBezTo>
                  <a:lnTo>
                    <a:pt x="12602" y="442"/>
                  </a:lnTo>
                  <a:cubicBezTo>
                    <a:pt x="12634" y="190"/>
                    <a:pt x="12445" y="1"/>
                    <a:pt x="1222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22" name="Google Shape;7373;p65">
              <a:extLst>
                <a:ext uri="{FF2B5EF4-FFF2-40B4-BE49-F238E27FC236}">
                  <a16:creationId xmlns:a16="http://schemas.microsoft.com/office/drawing/2014/main" id="{2A02A3A5-ACE2-0D5D-0F10-98A9C80D9120}"/>
                </a:ext>
              </a:extLst>
            </p:cNvPr>
            <p:cNvSpPr/>
            <p:nvPr/>
          </p:nvSpPr>
          <p:spPr>
            <a:xfrm>
              <a:off x="-63945375" y="3408425"/>
              <a:ext cx="117375" cy="103200"/>
            </a:xfrm>
            <a:custGeom>
              <a:avLst/>
              <a:gdLst/>
              <a:ahLst/>
              <a:cxnLst/>
              <a:rect l="l" t="t" r="r" b="b"/>
              <a:pathLst>
                <a:path w="4695" h="4128" extrusionOk="0">
                  <a:moveTo>
                    <a:pt x="2364" y="1"/>
                  </a:moveTo>
                  <a:cubicBezTo>
                    <a:pt x="1450" y="1"/>
                    <a:pt x="694" y="757"/>
                    <a:pt x="694" y="1670"/>
                  </a:cubicBezTo>
                  <a:cubicBezTo>
                    <a:pt x="694" y="2080"/>
                    <a:pt x="851" y="2489"/>
                    <a:pt x="1167" y="2805"/>
                  </a:cubicBezTo>
                  <a:cubicBezTo>
                    <a:pt x="599" y="3120"/>
                    <a:pt x="190" y="3592"/>
                    <a:pt x="1" y="4128"/>
                  </a:cubicBezTo>
                  <a:lnTo>
                    <a:pt x="4695" y="4128"/>
                  </a:lnTo>
                  <a:cubicBezTo>
                    <a:pt x="4475" y="3561"/>
                    <a:pt x="4065" y="3088"/>
                    <a:pt x="3529" y="2805"/>
                  </a:cubicBezTo>
                  <a:cubicBezTo>
                    <a:pt x="3813" y="2489"/>
                    <a:pt x="4002" y="2080"/>
                    <a:pt x="4002" y="1670"/>
                  </a:cubicBezTo>
                  <a:cubicBezTo>
                    <a:pt x="4002" y="757"/>
                    <a:pt x="3277" y="1"/>
                    <a:pt x="236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323" name="Google Shape;7374;p65">
            <a:extLst>
              <a:ext uri="{FF2B5EF4-FFF2-40B4-BE49-F238E27FC236}">
                <a16:creationId xmlns:a16="http://schemas.microsoft.com/office/drawing/2014/main" id="{99423C2D-3805-F779-5CDD-76B9F6F33E60}"/>
              </a:ext>
            </a:extLst>
          </p:cNvPr>
          <p:cNvGrpSpPr/>
          <p:nvPr/>
        </p:nvGrpSpPr>
        <p:grpSpPr>
          <a:xfrm>
            <a:off x="5524338" y="9099911"/>
            <a:ext cx="796965" cy="936341"/>
            <a:chOff x="-64022550" y="3727425"/>
            <a:chExt cx="270175" cy="317425"/>
          </a:xfrm>
          <a:solidFill>
            <a:srgbClr val="555559"/>
          </a:solidFill>
        </p:grpSpPr>
        <p:sp>
          <p:nvSpPr>
            <p:cNvPr id="324" name="Google Shape;7375;p65">
              <a:extLst>
                <a:ext uri="{FF2B5EF4-FFF2-40B4-BE49-F238E27FC236}">
                  <a16:creationId xmlns:a16="http://schemas.microsoft.com/office/drawing/2014/main" id="{B4893721-0EE9-7A2B-A73C-3B95D3156DA1}"/>
                </a:ext>
              </a:extLst>
            </p:cNvPr>
            <p:cNvSpPr/>
            <p:nvPr/>
          </p:nvSpPr>
          <p:spPr>
            <a:xfrm>
              <a:off x="-64022550" y="3912500"/>
              <a:ext cx="270175" cy="90600"/>
            </a:xfrm>
            <a:custGeom>
              <a:avLst/>
              <a:gdLst/>
              <a:ahLst/>
              <a:cxnLst/>
              <a:rect l="l" t="t" r="r" b="b"/>
              <a:pathLst>
                <a:path w="10807" h="3624" extrusionOk="0">
                  <a:moveTo>
                    <a:pt x="2111" y="1"/>
                  </a:moveTo>
                  <a:cubicBezTo>
                    <a:pt x="945" y="1"/>
                    <a:pt x="0" y="946"/>
                    <a:pt x="0" y="2080"/>
                  </a:cubicBezTo>
                  <a:lnTo>
                    <a:pt x="0" y="3183"/>
                  </a:lnTo>
                  <a:cubicBezTo>
                    <a:pt x="0" y="3435"/>
                    <a:pt x="221" y="3624"/>
                    <a:pt x="441" y="3624"/>
                  </a:cubicBezTo>
                  <a:lnTo>
                    <a:pt x="10365" y="3624"/>
                  </a:lnTo>
                  <a:cubicBezTo>
                    <a:pt x="10618" y="3624"/>
                    <a:pt x="10807" y="3435"/>
                    <a:pt x="10807" y="3183"/>
                  </a:cubicBezTo>
                  <a:lnTo>
                    <a:pt x="10807" y="2080"/>
                  </a:lnTo>
                  <a:cubicBezTo>
                    <a:pt x="10807" y="946"/>
                    <a:pt x="9861" y="1"/>
                    <a:pt x="872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25" name="Google Shape;7376;p65">
              <a:extLst>
                <a:ext uri="{FF2B5EF4-FFF2-40B4-BE49-F238E27FC236}">
                  <a16:creationId xmlns:a16="http://schemas.microsoft.com/office/drawing/2014/main" id="{F4A816D0-762F-7659-0BAD-DA062E271867}"/>
                </a:ext>
              </a:extLst>
            </p:cNvPr>
            <p:cNvSpPr/>
            <p:nvPr/>
          </p:nvSpPr>
          <p:spPr>
            <a:xfrm>
              <a:off x="-64000500" y="4023550"/>
              <a:ext cx="227650" cy="21300"/>
            </a:xfrm>
            <a:custGeom>
              <a:avLst/>
              <a:gdLst/>
              <a:ahLst/>
              <a:cxnLst/>
              <a:rect l="l" t="t" r="r" b="b"/>
              <a:pathLst>
                <a:path w="9106" h="852" extrusionOk="0">
                  <a:moveTo>
                    <a:pt x="0" y="1"/>
                  </a:moveTo>
                  <a:lnTo>
                    <a:pt x="0" y="442"/>
                  </a:lnTo>
                  <a:cubicBezTo>
                    <a:pt x="0" y="694"/>
                    <a:pt x="190" y="851"/>
                    <a:pt x="442" y="851"/>
                  </a:cubicBezTo>
                  <a:lnTo>
                    <a:pt x="8696" y="851"/>
                  </a:lnTo>
                  <a:cubicBezTo>
                    <a:pt x="8948" y="851"/>
                    <a:pt x="9105" y="631"/>
                    <a:pt x="9105" y="442"/>
                  </a:cubicBezTo>
                  <a:lnTo>
                    <a:pt x="9105"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26" name="Google Shape;7377;p65">
              <a:extLst>
                <a:ext uri="{FF2B5EF4-FFF2-40B4-BE49-F238E27FC236}">
                  <a16:creationId xmlns:a16="http://schemas.microsoft.com/office/drawing/2014/main" id="{308E4E2E-1D9B-4D9D-F8EF-231FFA0D1A2A}"/>
                </a:ext>
              </a:extLst>
            </p:cNvPr>
            <p:cNvSpPr/>
            <p:nvPr/>
          </p:nvSpPr>
          <p:spPr>
            <a:xfrm>
              <a:off x="-63960325" y="3727425"/>
              <a:ext cx="144925" cy="165425"/>
            </a:xfrm>
            <a:custGeom>
              <a:avLst/>
              <a:gdLst/>
              <a:ahLst/>
              <a:cxnLst/>
              <a:rect l="l" t="t" r="r" b="b"/>
              <a:pathLst>
                <a:path w="5797" h="6617" extrusionOk="0">
                  <a:moveTo>
                    <a:pt x="2930" y="0"/>
                  </a:moveTo>
                  <a:cubicBezTo>
                    <a:pt x="1292" y="0"/>
                    <a:pt x="0" y="1292"/>
                    <a:pt x="0" y="2867"/>
                  </a:cubicBezTo>
                  <a:cubicBezTo>
                    <a:pt x="32" y="3812"/>
                    <a:pt x="504" y="4694"/>
                    <a:pt x="1260" y="5230"/>
                  </a:cubicBezTo>
                  <a:lnTo>
                    <a:pt x="1260" y="6616"/>
                  </a:lnTo>
                  <a:lnTo>
                    <a:pt x="4568" y="6616"/>
                  </a:lnTo>
                  <a:lnTo>
                    <a:pt x="4568" y="5230"/>
                  </a:lnTo>
                  <a:cubicBezTo>
                    <a:pt x="5356" y="4694"/>
                    <a:pt x="5797" y="3812"/>
                    <a:pt x="5797" y="2867"/>
                  </a:cubicBezTo>
                  <a:cubicBezTo>
                    <a:pt x="5797" y="1260"/>
                    <a:pt x="4505" y="0"/>
                    <a:pt x="29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327" name="Google Shape;7378;p65">
            <a:extLst>
              <a:ext uri="{FF2B5EF4-FFF2-40B4-BE49-F238E27FC236}">
                <a16:creationId xmlns:a16="http://schemas.microsoft.com/office/drawing/2014/main" id="{34AE4E6E-34A8-7B7E-4A83-5D66F20CDDE6}"/>
              </a:ext>
            </a:extLst>
          </p:cNvPr>
          <p:cNvGrpSpPr/>
          <p:nvPr/>
        </p:nvGrpSpPr>
        <p:grpSpPr>
          <a:xfrm>
            <a:off x="5585880" y="10193402"/>
            <a:ext cx="673884" cy="936416"/>
            <a:chOff x="-64001300" y="4093650"/>
            <a:chExt cx="228450" cy="317450"/>
          </a:xfrm>
          <a:solidFill>
            <a:srgbClr val="555559"/>
          </a:solidFill>
        </p:grpSpPr>
        <p:sp>
          <p:nvSpPr>
            <p:cNvPr id="328" name="Google Shape;7379;p65">
              <a:extLst>
                <a:ext uri="{FF2B5EF4-FFF2-40B4-BE49-F238E27FC236}">
                  <a16:creationId xmlns:a16="http://schemas.microsoft.com/office/drawing/2014/main" id="{45E66EBE-0953-F17F-3172-2EA7F25B6592}"/>
                </a:ext>
              </a:extLst>
            </p:cNvPr>
            <p:cNvSpPr/>
            <p:nvPr/>
          </p:nvSpPr>
          <p:spPr>
            <a:xfrm>
              <a:off x="-63933550" y="4328375"/>
              <a:ext cx="93750" cy="40975"/>
            </a:xfrm>
            <a:custGeom>
              <a:avLst/>
              <a:gdLst/>
              <a:ahLst/>
              <a:cxnLst/>
              <a:rect l="l" t="t" r="r" b="b"/>
              <a:pathLst>
                <a:path w="3750" h="1639" extrusionOk="0">
                  <a:moveTo>
                    <a:pt x="1859" y="0"/>
                  </a:moveTo>
                  <a:cubicBezTo>
                    <a:pt x="1009" y="0"/>
                    <a:pt x="315" y="662"/>
                    <a:pt x="0" y="1638"/>
                  </a:cubicBezTo>
                  <a:lnTo>
                    <a:pt x="3749" y="1638"/>
                  </a:lnTo>
                  <a:cubicBezTo>
                    <a:pt x="3434" y="662"/>
                    <a:pt x="2710" y="0"/>
                    <a:pt x="185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29" name="Google Shape;7380;p65">
              <a:extLst>
                <a:ext uri="{FF2B5EF4-FFF2-40B4-BE49-F238E27FC236}">
                  <a16:creationId xmlns:a16="http://schemas.microsoft.com/office/drawing/2014/main" id="{AB0F24B8-7EE4-E4DB-1DE9-79B6FAC8AE2D}"/>
                </a:ext>
              </a:extLst>
            </p:cNvPr>
            <p:cNvSpPr/>
            <p:nvPr/>
          </p:nvSpPr>
          <p:spPr>
            <a:xfrm>
              <a:off x="-63980025" y="4135400"/>
              <a:ext cx="185900" cy="234725"/>
            </a:xfrm>
            <a:custGeom>
              <a:avLst/>
              <a:gdLst/>
              <a:ahLst/>
              <a:cxnLst/>
              <a:rect l="l" t="t" r="r" b="b"/>
              <a:pathLst>
                <a:path w="7436" h="9389" extrusionOk="0">
                  <a:moveTo>
                    <a:pt x="6617" y="1"/>
                  </a:moveTo>
                  <a:lnTo>
                    <a:pt x="6617" y="725"/>
                  </a:lnTo>
                  <a:cubicBezTo>
                    <a:pt x="6196" y="593"/>
                    <a:pt x="5771" y="530"/>
                    <a:pt x="5358" y="530"/>
                  </a:cubicBezTo>
                  <a:cubicBezTo>
                    <a:pt x="4686" y="530"/>
                    <a:pt x="4044" y="697"/>
                    <a:pt x="3498" y="1009"/>
                  </a:cubicBezTo>
                  <a:cubicBezTo>
                    <a:pt x="3103" y="1242"/>
                    <a:pt x="2617" y="1373"/>
                    <a:pt x="2085" y="1373"/>
                  </a:cubicBezTo>
                  <a:cubicBezTo>
                    <a:pt x="1683" y="1373"/>
                    <a:pt x="1254" y="1298"/>
                    <a:pt x="820" y="1135"/>
                  </a:cubicBezTo>
                  <a:lnTo>
                    <a:pt x="820" y="32"/>
                  </a:lnTo>
                  <a:lnTo>
                    <a:pt x="1" y="32"/>
                  </a:lnTo>
                  <a:lnTo>
                    <a:pt x="1" y="1418"/>
                  </a:lnTo>
                  <a:cubicBezTo>
                    <a:pt x="1" y="2867"/>
                    <a:pt x="820" y="4096"/>
                    <a:pt x="2017" y="4726"/>
                  </a:cubicBezTo>
                  <a:cubicBezTo>
                    <a:pt x="820" y="5356"/>
                    <a:pt x="1" y="6554"/>
                    <a:pt x="1" y="8034"/>
                  </a:cubicBezTo>
                  <a:lnTo>
                    <a:pt x="1" y="9389"/>
                  </a:lnTo>
                  <a:lnTo>
                    <a:pt x="820" y="9389"/>
                  </a:lnTo>
                  <a:lnTo>
                    <a:pt x="820" y="8034"/>
                  </a:lnTo>
                  <a:cubicBezTo>
                    <a:pt x="820" y="6396"/>
                    <a:pt x="2143" y="5104"/>
                    <a:pt x="3750" y="5104"/>
                  </a:cubicBezTo>
                  <a:cubicBezTo>
                    <a:pt x="5356" y="5104"/>
                    <a:pt x="6617" y="6396"/>
                    <a:pt x="6617" y="8034"/>
                  </a:cubicBezTo>
                  <a:lnTo>
                    <a:pt x="6617" y="9389"/>
                  </a:lnTo>
                  <a:lnTo>
                    <a:pt x="7436" y="9389"/>
                  </a:lnTo>
                  <a:lnTo>
                    <a:pt x="7436" y="9357"/>
                  </a:lnTo>
                  <a:lnTo>
                    <a:pt x="7436" y="7971"/>
                  </a:lnTo>
                  <a:cubicBezTo>
                    <a:pt x="7436" y="6522"/>
                    <a:pt x="6617" y="5293"/>
                    <a:pt x="5451" y="4663"/>
                  </a:cubicBezTo>
                  <a:cubicBezTo>
                    <a:pt x="6617" y="4033"/>
                    <a:pt x="7436" y="2836"/>
                    <a:pt x="7436" y="1355"/>
                  </a:cubicBezTo>
                  <a:lnTo>
                    <a:pt x="7436"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30" name="Google Shape;7381;p65">
              <a:extLst>
                <a:ext uri="{FF2B5EF4-FFF2-40B4-BE49-F238E27FC236}">
                  <a16:creationId xmlns:a16="http://schemas.microsoft.com/office/drawing/2014/main" id="{D84D3273-1B71-92AC-0CD9-7F48E7A057FD}"/>
                </a:ext>
              </a:extLst>
            </p:cNvPr>
            <p:cNvSpPr/>
            <p:nvPr/>
          </p:nvSpPr>
          <p:spPr>
            <a:xfrm>
              <a:off x="-64001300" y="4389800"/>
              <a:ext cx="228450" cy="21300"/>
            </a:xfrm>
            <a:custGeom>
              <a:avLst/>
              <a:gdLst/>
              <a:ahLst/>
              <a:cxnLst/>
              <a:rect l="l" t="t" r="r" b="b"/>
              <a:pathLst>
                <a:path w="9138" h="852" extrusionOk="0">
                  <a:moveTo>
                    <a:pt x="411" y="1"/>
                  </a:moveTo>
                  <a:cubicBezTo>
                    <a:pt x="190" y="1"/>
                    <a:pt x="1" y="221"/>
                    <a:pt x="1" y="410"/>
                  </a:cubicBezTo>
                  <a:cubicBezTo>
                    <a:pt x="1" y="631"/>
                    <a:pt x="190" y="851"/>
                    <a:pt x="411" y="851"/>
                  </a:cubicBezTo>
                  <a:lnTo>
                    <a:pt x="8696" y="851"/>
                  </a:lnTo>
                  <a:cubicBezTo>
                    <a:pt x="8917" y="851"/>
                    <a:pt x="9074" y="631"/>
                    <a:pt x="9074" y="410"/>
                  </a:cubicBezTo>
                  <a:cubicBezTo>
                    <a:pt x="9137" y="221"/>
                    <a:pt x="8917" y="1"/>
                    <a:pt x="869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31" name="Google Shape;7382;p65">
              <a:extLst>
                <a:ext uri="{FF2B5EF4-FFF2-40B4-BE49-F238E27FC236}">
                  <a16:creationId xmlns:a16="http://schemas.microsoft.com/office/drawing/2014/main" id="{A715C67C-9B36-A818-35B4-F3AF87949177}"/>
                </a:ext>
              </a:extLst>
            </p:cNvPr>
            <p:cNvSpPr/>
            <p:nvPr/>
          </p:nvSpPr>
          <p:spPr>
            <a:xfrm>
              <a:off x="-64001300" y="4093650"/>
              <a:ext cx="226875" cy="20500"/>
            </a:xfrm>
            <a:custGeom>
              <a:avLst/>
              <a:gdLst/>
              <a:ahLst/>
              <a:cxnLst/>
              <a:rect l="l" t="t" r="r" b="b"/>
              <a:pathLst>
                <a:path w="9075" h="820" extrusionOk="0">
                  <a:moveTo>
                    <a:pt x="411" y="1"/>
                  </a:moveTo>
                  <a:cubicBezTo>
                    <a:pt x="190" y="1"/>
                    <a:pt x="1" y="190"/>
                    <a:pt x="1" y="410"/>
                  </a:cubicBezTo>
                  <a:cubicBezTo>
                    <a:pt x="32" y="631"/>
                    <a:pt x="190" y="820"/>
                    <a:pt x="411" y="820"/>
                  </a:cubicBezTo>
                  <a:lnTo>
                    <a:pt x="8696" y="820"/>
                  </a:lnTo>
                  <a:cubicBezTo>
                    <a:pt x="8917" y="820"/>
                    <a:pt x="9074" y="631"/>
                    <a:pt x="9074" y="410"/>
                  </a:cubicBezTo>
                  <a:cubicBezTo>
                    <a:pt x="9074" y="158"/>
                    <a:pt x="8885" y="1"/>
                    <a:pt x="869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332" name="Google Shape;7383;p65">
            <a:extLst>
              <a:ext uri="{FF2B5EF4-FFF2-40B4-BE49-F238E27FC236}">
                <a16:creationId xmlns:a16="http://schemas.microsoft.com/office/drawing/2014/main" id="{72AB7774-8135-2284-E595-682BB7CE96C1}"/>
              </a:ext>
            </a:extLst>
          </p:cNvPr>
          <p:cNvGrpSpPr/>
          <p:nvPr/>
        </p:nvGrpSpPr>
        <p:grpSpPr>
          <a:xfrm>
            <a:off x="11127270" y="7971460"/>
            <a:ext cx="917757" cy="934350"/>
            <a:chOff x="-62148800" y="3377700"/>
            <a:chExt cx="311125" cy="316750"/>
          </a:xfrm>
          <a:solidFill>
            <a:srgbClr val="555559"/>
          </a:solidFill>
        </p:grpSpPr>
        <p:sp>
          <p:nvSpPr>
            <p:cNvPr id="333" name="Google Shape;7384;p65">
              <a:extLst>
                <a:ext uri="{FF2B5EF4-FFF2-40B4-BE49-F238E27FC236}">
                  <a16:creationId xmlns:a16="http://schemas.microsoft.com/office/drawing/2014/main" id="{B156B7E3-7EA4-1F33-84C6-42289390756B}"/>
                </a:ext>
              </a:extLst>
            </p:cNvPr>
            <p:cNvSpPr/>
            <p:nvPr/>
          </p:nvSpPr>
          <p:spPr>
            <a:xfrm>
              <a:off x="-62085775" y="3653375"/>
              <a:ext cx="185875" cy="41075"/>
            </a:xfrm>
            <a:custGeom>
              <a:avLst/>
              <a:gdLst/>
              <a:ahLst/>
              <a:cxnLst/>
              <a:rect l="l" t="t" r="r" b="b"/>
              <a:pathLst>
                <a:path w="7435" h="1643" extrusionOk="0">
                  <a:moveTo>
                    <a:pt x="819" y="1"/>
                  </a:moveTo>
                  <a:cubicBezTo>
                    <a:pt x="347" y="1"/>
                    <a:pt x="0" y="347"/>
                    <a:pt x="0" y="851"/>
                  </a:cubicBezTo>
                  <a:lnTo>
                    <a:pt x="0" y="1229"/>
                  </a:lnTo>
                  <a:cubicBezTo>
                    <a:pt x="0" y="1481"/>
                    <a:pt x="189" y="1639"/>
                    <a:pt x="410" y="1639"/>
                  </a:cubicBezTo>
                  <a:lnTo>
                    <a:pt x="7026" y="1639"/>
                  </a:lnTo>
                  <a:cubicBezTo>
                    <a:pt x="7044" y="1641"/>
                    <a:pt x="7062" y="1642"/>
                    <a:pt x="7080" y="1642"/>
                  </a:cubicBezTo>
                  <a:cubicBezTo>
                    <a:pt x="7300" y="1642"/>
                    <a:pt x="7435" y="1463"/>
                    <a:pt x="7435" y="1229"/>
                  </a:cubicBezTo>
                  <a:lnTo>
                    <a:pt x="7435" y="851"/>
                  </a:lnTo>
                  <a:cubicBezTo>
                    <a:pt x="7435" y="379"/>
                    <a:pt x="7089" y="1"/>
                    <a:pt x="661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34" name="Google Shape;7385;p65">
              <a:extLst>
                <a:ext uri="{FF2B5EF4-FFF2-40B4-BE49-F238E27FC236}">
                  <a16:creationId xmlns:a16="http://schemas.microsoft.com/office/drawing/2014/main" id="{F62660C1-2377-82D6-A09A-783FF32291C8}"/>
                </a:ext>
              </a:extLst>
            </p:cNvPr>
            <p:cNvSpPr/>
            <p:nvPr/>
          </p:nvSpPr>
          <p:spPr>
            <a:xfrm>
              <a:off x="-62148800" y="3377700"/>
              <a:ext cx="311125" cy="254425"/>
            </a:xfrm>
            <a:custGeom>
              <a:avLst/>
              <a:gdLst/>
              <a:ahLst/>
              <a:cxnLst/>
              <a:rect l="l" t="t" r="r" b="b"/>
              <a:pathLst>
                <a:path w="12445" h="10177" extrusionOk="0">
                  <a:moveTo>
                    <a:pt x="11626" y="1608"/>
                  </a:moveTo>
                  <a:lnTo>
                    <a:pt x="11626" y="2899"/>
                  </a:lnTo>
                  <a:cubicBezTo>
                    <a:pt x="11626" y="3939"/>
                    <a:pt x="10807" y="4853"/>
                    <a:pt x="9767" y="4916"/>
                  </a:cubicBezTo>
                  <a:cubicBezTo>
                    <a:pt x="9893" y="4538"/>
                    <a:pt x="9956" y="4128"/>
                    <a:pt x="9956" y="3718"/>
                  </a:cubicBezTo>
                  <a:lnTo>
                    <a:pt x="9956" y="1608"/>
                  </a:lnTo>
                  <a:close/>
                  <a:moveTo>
                    <a:pt x="2521" y="1639"/>
                  </a:moveTo>
                  <a:lnTo>
                    <a:pt x="2521" y="3718"/>
                  </a:lnTo>
                  <a:cubicBezTo>
                    <a:pt x="2521" y="4160"/>
                    <a:pt x="2616" y="4538"/>
                    <a:pt x="2710" y="4947"/>
                  </a:cubicBezTo>
                  <a:cubicBezTo>
                    <a:pt x="1702" y="4853"/>
                    <a:pt x="883" y="4002"/>
                    <a:pt x="883" y="2899"/>
                  </a:cubicBezTo>
                  <a:lnTo>
                    <a:pt x="883" y="1639"/>
                  </a:lnTo>
                  <a:close/>
                  <a:moveTo>
                    <a:pt x="6176" y="1576"/>
                  </a:moveTo>
                  <a:cubicBezTo>
                    <a:pt x="6333" y="1576"/>
                    <a:pt x="6491" y="1671"/>
                    <a:pt x="6554" y="1828"/>
                  </a:cubicBezTo>
                  <a:lnTo>
                    <a:pt x="6932" y="2647"/>
                  </a:lnTo>
                  <a:lnTo>
                    <a:pt x="7845" y="2773"/>
                  </a:lnTo>
                  <a:cubicBezTo>
                    <a:pt x="8003" y="2805"/>
                    <a:pt x="8129" y="2899"/>
                    <a:pt x="8160" y="3025"/>
                  </a:cubicBezTo>
                  <a:cubicBezTo>
                    <a:pt x="8349" y="3214"/>
                    <a:pt x="8318" y="3403"/>
                    <a:pt x="8192" y="3466"/>
                  </a:cubicBezTo>
                  <a:lnTo>
                    <a:pt x="7530" y="4097"/>
                  </a:lnTo>
                  <a:lnTo>
                    <a:pt x="7688" y="5010"/>
                  </a:lnTo>
                  <a:cubicBezTo>
                    <a:pt x="7719" y="5168"/>
                    <a:pt x="7656" y="5325"/>
                    <a:pt x="7530" y="5420"/>
                  </a:cubicBezTo>
                  <a:cubicBezTo>
                    <a:pt x="7452" y="5459"/>
                    <a:pt x="7363" y="5486"/>
                    <a:pt x="7268" y="5486"/>
                  </a:cubicBezTo>
                  <a:cubicBezTo>
                    <a:pt x="7210" y="5486"/>
                    <a:pt x="7149" y="5475"/>
                    <a:pt x="7089" y="5451"/>
                  </a:cubicBezTo>
                  <a:lnTo>
                    <a:pt x="6270" y="5010"/>
                  </a:lnTo>
                  <a:lnTo>
                    <a:pt x="5451" y="5451"/>
                  </a:lnTo>
                  <a:cubicBezTo>
                    <a:pt x="5380" y="5480"/>
                    <a:pt x="5309" y="5495"/>
                    <a:pt x="5241" y="5495"/>
                  </a:cubicBezTo>
                  <a:cubicBezTo>
                    <a:pt x="5158" y="5495"/>
                    <a:pt x="5079" y="5472"/>
                    <a:pt x="5010" y="5420"/>
                  </a:cubicBezTo>
                  <a:cubicBezTo>
                    <a:pt x="4884" y="5325"/>
                    <a:pt x="4821" y="5168"/>
                    <a:pt x="4852" y="5010"/>
                  </a:cubicBezTo>
                  <a:lnTo>
                    <a:pt x="5010" y="4097"/>
                  </a:lnTo>
                  <a:lnTo>
                    <a:pt x="4348" y="3466"/>
                  </a:lnTo>
                  <a:cubicBezTo>
                    <a:pt x="4222" y="3340"/>
                    <a:pt x="4191" y="3214"/>
                    <a:pt x="4222" y="3025"/>
                  </a:cubicBezTo>
                  <a:cubicBezTo>
                    <a:pt x="4254" y="2899"/>
                    <a:pt x="4411" y="2773"/>
                    <a:pt x="4537" y="2773"/>
                  </a:cubicBezTo>
                  <a:lnTo>
                    <a:pt x="5451" y="2647"/>
                  </a:lnTo>
                  <a:lnTo>
                    <a:pt x="5829" y="1828"/>
                  </a:lnTo>
                  <a:cubicBezTo>
                    <a:pt x="5924" y="1671"/>
                    <a:pt x="6018" y="1576"/>
                    <a:pt x="6176" y="1576"/>
                  </a:cubicBezTo>
                  <a:close/>
                  <a:moveTo>
                    <a:pt x="2931" y="1"/>
                  </a:moveTo>
                  <a:cubicBezTo>
                    <a:pt x="2679" y="1"/>
                    <a:pt x="2521" y="190"/>
                    <a:pt x="2521" y="410"/>
                  </a:cubicBezTo>
                  <a:lnTo>
                    <a:pt x="2521" y="852"/>
                  </a:lnTo>
                  <a:lnTo>
                    <a:pt x="442" y="852"/>
                  </a:lnTo>
                  <a:cubicBezTo>
                    <a:pt x="190" y="852"/>
                    <a:pt x="1" y="1041"/>
                    <a:pt x="1" y="1230"/>
                  </a:cubicBezTo>
                  <a:lnTo>
                    <a:pt x="1" y="2899"/>
                  </a:lnTo>
                  <a:cubicBezTo>
                    <a:pt x="1" y="4506"/>
                    <a:pt x="1292" y="5766"/>
                    <a:pt x="2931" y="5766"/>
                  </a:cubicBezTo>
                  <a:lnTo>
                    <a:pt x="3120" y="5766"/>
                  </a:lnTo>
                  <a:cubicBezTo>
                    <a:pt x="3561" y="6428"/>
                    <a:pt x="4222" y="6932"/>
                    <a:pt x="4978" y="7216"/>
                  </a:cubicBezTo>
                  <a:lnTo>
                    <a:pt x="4978" y="8507"/>
                  </a:lnTo>
                  <a:cubicBezTo>
                    <a:pt x="4506" y="8507"/>
                    <a:pt x="4128" y="8854"/>
                    <a:pt x="4128" y="9358"/>
                  </a:cubicBezTo>
                  <a:lnTo>
                    <a:pt x="4128" y="10177"/>
                  </a:lnTo>
                  <a:lnTo>
                    <a:pt x="8286" y="10177"/>
                  </a:lnTo>
                  <a:lnTo>
                    <a:pt x="8286" y="9358"/>
                  </a:lnTo>
                  <a:cubicBezTo>
                    <a:pt x="8286" y="8885"/>
                    <a:pt x="7908" y="8507"/>
                    <a:pt x="7436" y="8507"/>
                  </a:cubicBezTo>
                  <a:lnTo>
                    <a:pt x="7436" y="7216"/>
                  </a:lnTo>
                  <a:cubicBezTo>
                    <a:pt x="8192" y="6932"/>
                    <a:pt x="8854" y="6428"/>
                    <a:pt x="9295" y="5766"/>
                  </a:cubicBezTo>
                  <a:lnTo>
                    <a:pt x="9484" y="5766"/>
                  </a:lnTo>
                  <a:cubicBezTo>
                    <a:pt x="11122" y="5766"/>
                    <a:pt x="12414" y="4475"/>
                    <a:pt x="12414" y="2899"/>
                  </a:cubicBezTo>
                  <a:lnTo>
                    <a:pt x="12414" y="1230"/>
                  </a:lnTo>
                  <a:cubicBezTo>
                    <a:pt x="12445" y="978"/>
                    <a:pt x="12288" y="852"/>
                    <a:pt x="12067" y="852"/>
                  </a:cubicBezTo>
                  <a:lnTo>
                    <a:pt x="9956" y="852"/>
                  </a:lnTo>
                  <a:lnTo>
                    <a:pt x="9956" y="410"/>
                  </a:lnTo>
                  <a:cubicBezTo>
                    <a:pt x="9956" y="158"/>
                    <a:pt x="9767" y="1"/>
                    <a:pt x="95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335" name="Google Shape;7386;p65">
            <a:extLst>
              <a:ext uri="{FF2B5EF4-FFF2-40B4-BE49-F238E27FC236}">
                <a16:creationId xmlns:a16="http://schemas.microsoft.com/office/drawing/2014/main" id="{73B02EEC-F7C4-2C24-9210-48338025A3EC}"/>
              </a:ext>
            </a:extLst>
          </p:cNvPr>
          <p:cNvGrpSpPr/>
          <p:nvPr/>
        </p:nvGrpSpPr>
        <p:grpSpPr>
          <a:xfrm>
            <a:off x="11116835" y="9099870"/>
            <a:ext cx="938629" cy="936416"/>
            <a:chOff x="-62154300" y="3743950"/>
            <a:chExt cx="318200" cy="317450"/>
          </a:xfrm>
          <a:solidFill>
            <a:srgbClr val="555559"/>
          </a:solidFill>
        </p:grpSpPr>
        <p:sp>
          <p:nvSpPr>
            <p:cNvPr id="336" name="Google Shape;7387;p65">
              <a:extLst>
                <a:ext uri="{FF2B5EF4-FFF2-40B4-BE49-F238E27FC236}">
                  <a16:creationId xmlns:a16="http://schemas.microsoft.com/office/drawing/2014/main" id="{BAF405C8-1265-58D9-F48A-26B8F89BAAA4}"/>
                </a:ext>
              </a:extLst>
            </p:cNvPr>
            <p:cNvSpPr/>
            <p:nvPr/>
          </p:nvSpPr>
          <p:spPr>
            <a:xfrm>
              <a:off x="-61992850" y="3743950"/>
              <a:ext cx="63825" cy="69150"/>
            </a:xfrm>
            <a:custGeom>
              <a:avLst/>
              <a:gdLst/>
              <a:ahLst/>
              <a:cxnLst/>
              <a:rect l="l" t="t" r="r" b="b"/>
              <a:pathLst>
                <a:path w="2553" h="2766" extrusionOk="0">
                  <a:moveTo>
                    <a:pt x="1261" y="1"/>
                  </a:moveTo>
                  <a:cubicBezTo>
                    <a:pt x="1009" y="1"/>
                    <a:pt x="851" y="221"/>
                    <a:pt x="851" y="410"/>
                  </a:cubicBezTo>
                  <a:lnTo>
                    <a:pt x="851" y="1355"/>
                  </a:lnTo>
                  <a:lnTo>
                    <a:pt x="725" y="1229"/>
                  </a:lnTo>
                  <a:cubicBezTo>
                    <a:pt x="646" y="1151"/>
                    <a:pt x="544" y="1111"/>
                    <a:pt x="442" y="1111"/>
                  </a:cubicBezTo>
                  <a:cubicBezTo>
                    <a:pt x="339" y="1111"/>
                    <a:pt x="237" y="1151"/>
                    <a:pt x="158" y="1229"/>
                  </a:cubicBezTo>
                  <a:cubicBezTo>
                    <a:pt x="1" y="1387"/>
                    <a:pt x="1" y="1670"/>
                    <a:pt x="158" y="1828"/>
                  </a:cubicBezTo>
                  <a:lnTo>
                    <a:pt x="977" y="2647"/>
                  </a:lnTo>
                  <a:cubicBezTo>
                    <a:pt x="1056" y="2726"/>
                    <a:pt x="1166" y="2765"/>
                    <a:pt x="1277" y="2765"/>
                  </a:cubicBezTo>
                  <a:cubicBezTo>
                    <a:pt x="1387" y="2765"/>
                    <a:pt x="1497" y="2726"/>
                    <a:pt x="1576" y="2647"/>
                  </a:cubicBezTo>
                  <a:lnTo>
                    <a:pt x="2395" y="1828"/>
                  </a:lnTo>
                  <a:cubicBezTo>
                    <a:pt x="2553" y="1670"/>
                    <a:pt x="2553" y="1387"/>
                    <a:pt x="2395" y="1229"/>
                  </a:cubicBezTo>
                  <a:cubicBezTo>
                    <a:pt x="2316" y="1151"/>
                    <a:pt x="2206" y="1111"/>
                    <a:pt x="2096" y="1111"/>
                  </a:cubicBezTo>
                  <a:cubicBezTo>
                    <a:pt x="1985" y="1111"/>
                    <a:pt x="1875" y="1151"/>
                    <a:pt x="1796" y="1229"/>
                  </a:cubicBezTo>
                  <a:lnTo>
                    <a:pt x="1670" y="1355"/>
                  </a:lnTo>
                  <a:lnTo>
                    <a:pt x="1670" y="410"/>
                  </a:lnTo>
                  <a:cubicBezTo>
                    <a:pt x="1670" y="221"/>
                    <a:pt x="1481" y="1"/>
                    <a:pt x="12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37" name="Google Shape;7388;p65">
              <a:extLst>
                <a:ext uri="{FF2B5EF4-FFF2-40B4-BE49-F238E27FC236}">
                  <a16:creationId xmlns:a16="http://schemas.microsoft.com/office/drawing/2014/main" id="{E72FEF1C-5BCB-5FB6-61BA-237624DD93EE}"/>
                </a:ext>
              </a:extLst>
            </p:cNvPr>
            <p:cNvSpPr/>
            <p:nvPr/>
          </p:nvSpPr>
          <p:spPr>
            <a:xfrm>
              <a:off x="-62154300" y="3785700"/>
              <a:ext cx="318200" cy="275700"/>
            </a:xfrm>
            <a:custGeom>
              <a:avLst/>
              <a:gdLst/>
              <a:ahLst/>
              <a:cxnLst/>
              <a:rect l="l" t="t" r="r" b="b"/>
              <a:pathLst>
                <a:path w="12728" h="11028" extrusionOk="0">
                  <a:moveTo>
                    <a:pt x="5261" y="3560"/>
                  </a:moveTo>
                  <a:cubicBezTo>
                    <a:pt x="5513" y="3560"/>
                    <a:pt x="5671" y="3781"/>
                    <a:pt x="5671" y="4002"/>
                  </a:cubicBezTo>
                  <a:lnTo>
                    <a:pt x="5671" y="5671"/>
                  </a:lnTo>
                  <a:cubicBezTo>
                    <a:pt x="5671" y="5892"/>
                    <a:pt x="5450" y="6112"/>
                    <a:pt x="5261" y="6112"/>
                  </a:cubicBezTo>
                  <a:cubicBezTo>
                    <a:pt x="5072" y="6112"/>
                    <a:pt x="4820" y="5892"/>
                    <a:pt x="4820" y="5671"/>
                  </a:cubicBezTo>
                  <a:lnTo>
                    <a:pt x="4820" y="4002"/>
                  </a:lnTo>
                  <a:cubicBezTo>
                    <a:pt x="4820" y="3781"/>
                    <a:pt x="5041" y="3560"/>
                    <a:pt x="5261" y="3560"/>
                  </a:cubicBezTo>
                  <a:close/>
                  <a:moveTo>
                    <a:pt x="7719" y="3560"/>
                  </a:moveTo>
                  <a:cubicBezTo>
                    <a:pt x="7908" y="3560"/>
                    <a:pt x="8128" y="3781"/>
                    <a:pt x="8128" y="4002"/>
                  </a:cubicBezTo>
                  <a:lnTo>
                    <a:pt x="8128" y="5671"/>
                  </a:lnTo>
                  <a:cubicBezTo>
                    <a:pt x="8128" y="5892"/>
                    <a:pt x="7939" y="6112"/>
                    <a:pt x="7719" y="6112"/>
                  </a:cubicBezTo>
                  <a:cubicBezTo>
                    <a:pt x="7467" y="6112"/>
                    <a:pt x="7309" y="5892"/>
                    <a:pt x="7309" y="5671"/>
                  </a:cubicBezTo>
                  <a:lnTo>
                    <a:pt x="7309" y="4002"/>
                  </a:lnTo>
                  <a:cubicBezTo>
                    <a:pt x="7309" y="3781"/>
                    <a:pt x="7498" y="3560"/>
                    <a:pt x="7719" y="3560"/>
                  </a:cubicBezTo>
                  <a:close/>
                  <a:moveTo>
                    <a:pt x="10239" y="3560"/>
                  </a:moveTo>
                  <a:cubicBezTo>
                    <a:pt x="10460" y="3560"/>
                    <a:pt x="10617" y="3781"/>
                    <a:pt x="10617" y="4002"/>
                  </a:cubicBezTo>
                  <a:lnTo>
                    <a:pt x="10617" y="5671"/>
                  </a:lnTo>
                  <a:cubicBezTo>
                    <a:pt x="10617" y="5892"/>
                    <a:pt x="10428" y="6112"/>
                    <a:pt x="10239" y="6112"/>
                  </a:cubicBezTo>
                  <a:cubicBezTo>
                    <a:pt x="9987" y="6112"/>
                    <a:pt x="9798" y="5892"/>
                    <a:pt x="9798" y="5671"/>
                  </a:cubicBezTo>
                  <a:lnTo>
                    <a:pt x="9798" y="4002"/>
                  </a:lnTo>
                  <a:cubicBezTo>
                    <a:pt x="9798" y="3781"/>
                    <a:pt x="9987" y="3560"/>
                    <a:pt x="10239" y="3560"/>
                  </a:cubicBezTo>
                  <a:close/>
                  <a:moveTo>
                    <a:pt x="5230" y="9357"/>
                  </a:moveTo>
                  <a:cubicBezTo>
                    <a:pt x="5450" y="9357"/>
                    <a:pt x="5608" y="9578"/>
                    <a:pt x="5608" y="9767"/>
                  </a:cubicBezTo>
                  <a:cubicBezTo>
                    <a:pt x="5608" y="9987"/>
                    <a:pt x="5419" y="10208"/>
                    <a:pt x="5230" y="10208"/>
                  </a:cubicBezTo>
                  <a:cubicBezTo>
                    <a:pt x="5041" y="10208"/>
                    <a:pt x="4789" y="9987"/>
                    <a:pt x="4789" y="9767"/>
                  </a:cubicBezTo>
                  <a:cubicBezTo>
                    <a:pt x="4820" y="9578"/>
                    <a:pt x="5041" y="9357"/>
                    <a:pt x="5230" y="9357"/>
                  </a:cubicBezTo>
                  <a:close/>
                  <a:moveTo>
                    <a:pt x="9924" y="9357"/>
                  </a:moveTo>
                  <a:cubicBezTo>
                    <a:pt x="10145" y="9357"/>
                    <a:pt x="10302" y="9578"/>
                    <a:pt x="10302" y="9767"/>
                  </a:cubicBezTo>
                  <a:cubicBezTo>
                    <a:pt x="10302" y="9987"/>
                    <a:pt x="10113" y="10208"/>
                    <a:pt x="9924" y="10208"/>
                  </a:cubicBezTo>
                  <a:cubicBezTo>
                    <a:pt x="9704" y="10208"/>
                    <a:pt x="9515" y="9987"/>
                    <a:pt x="9515" y="9767"/>
                  </a:cubicBezTo>
                  <a:cubicBezTo>
                    <a:pt x="9515" y="9578"/>
                    <a:pt x="9704" y="9357"/>
                    <a:pt x="9924" y="9357"/>
                  </a:cubicBezTo>
                  <a:close/>
                  <a:moveTo>
                    <a:pt x="441" y="0"/>
                  </a:moveTo>
                  <a:cubicBezTo>
                    <a:pt x="189" y="0"/>
                    <a:pt x="0" y="189"/>
                    <a:pt x="0" y="378"/>
                  </a:cubicBezTo>
                  <a:cubicBezTo>
                    <a:pt x="0" y="599"/>
                    <a:pt x="347" y="820"/>
                    <a:pt x="536" y="820"/>
                  </a:cubicBezTo>
                  <a:lnTo>
                    <a:pt x="2111" y="820"/>
                  </a:lnTo>
                  <a:cubicBezTo>
                    <a:pt x="2174" y="1103"/>
                    <a:pt x="3245" y="6711"/>
                    <a:pt x="3308" y="6994"/>
                  </a:cubicBezTo>
                  <a:cubicBezTo>
                    <a:pt x="2867" y="7184"/>
                    <a:pt x="2584" y="7625"/>
                    <a:pt x="2584" y="8097"/>
                  </a:cubicBezTo>
                  <a:cubicBezTo>
                    <a:pt x="2584" y="8759"/>
                    <a:pt x="3151" y="9326"/>
                    <a:pt x="3812" y="9326"/>
                  </a:cubicBezTo>
                  <a:lnTo>
                    <a:pt x="4001" y="9326"/>
                  </a:lnTo>
                  <a:cubicBezTo>
                    <a:pt x="3970" y="9452"/>
                    <a:pt x="3938" y="9609"/>
                    <a:pt x="3938" y="9767"/>
                  </a:cubicBezTo>
                  <a:cubicBezTo>
                    <a:pt x="3938" y="10429"/>
                    <a:pt x="4474" y="11027"/>
                    <a:pt x="5167" y="11027"/>
                  </a:cubicBezTo>
                  <a:cubicBezTo>
                    <a:pt x="5829" y="11027"/>
                    <a:pt x="6364" y="10460"/>
                    <a:pt x="6364" y="9767"/>
                  </a:cubicBezTo>
                  <a:cubicBezTo>
                    <a:pt x="6364" y="9609"/>
                    <a:pt x="6333" y="9483"/>
                    <a:pt x="6301" y="9326"/>
                  </a:cubicBezTo>
                  <a:lnTo>
                    <a:pt x="8664" y="9326"/>
                  </a:lnTo>
                  <a:cubicBezTo>
                    <a:pt x="8632" y="9452"/>
                    <a:pt x="8569" y="9609"/>
                    <a:pt x="8569" y="9767"/>
                  </a:cubicBezTo>
                  <a:cubicBezTo>
                    <a:pt x="8569" y="10429"/>
                    <a:pt x="9137" y="11027"/>
                    <a:pt x="9798" y="11027"/>
                  </a:cubicBezTo>
                  <a:cubicBezTo>
                    <a:pt x="10460" y="11027"/>
                    <a:pt x="11027" y="10460"/>
                    <a:pt x="11027" y="9767"/>
                  </a:cubicBezTo>
                  <a:cubicBezTo>
                    <a:pt x="11027" y="9609"/>
                    <a:pt x="10995" y="9483"/>
                    <a:pt x="10932" y="9357"/>
                  </a:cubicBezTo>
                  <a:lnTo>
                    <a:pt x="11562" y="9357"/>
                  </a:lnTo>
                  <a:cubicBezTo>
                    <a:pt x="11814" y="9357"/>
                    <a:pt x="12003" y="9168"/>
                    <a:pt x="12003" y="8979"/>
                  </a:cubicBezTo>
                  <a:cubicBezTo>
                    <a:pt x="12003" y="8727"/>
                    <a:pt x="11814" y="8538"/>
                    <a:pt x="11562" y="8538"/>
                  </a:cubicBezTo>
                  <a:lnTo>
                    <a:pt x="3749" y="8538"/>
                  </a:lnTo>
                  <a:cubicBezTo>
                    <a:pt x="3497" y="8538"/>
                    <a:pt x="3308" y="8349"/>
                    <a:pt x="3308" y="8160"/>
                  </a:cubicBezTo>
                  <a:cubicBezTo>
                    <a:pt x="3308" y="7940"/>
                    <a:pt x="3497" y="7719"/>
                    <a:pt x="3749" y="7719"/>
                  </a:cubicBezTo>
                  <a:lnTo>
                    <a:pt x="11468" y="7719"/>
                  </a:lnTo>
                  <a:cubicBezTo>
                    <a:pt x="11657" y="7719"/>
                    <a:pt x="11846" y="7562"/>
                    <a:pt x="11846" y="7373"/>
                  </a:cubicBezTo>
                  <a:lnTo>
                    <a:pt x="12665" y="2395"/>
                  </a:lnTo>
                  <a:cubicBezTo>
                    <a:pt x="12728" y="2143"/>
                    <a:pt x="12508" y="1922"/>
                    <a:pt x="12287" y="1922"/>
                  </a:cubicBezTo>
                  <a:lnTo>
                    <a:pt x="3056" y="1922"/>
                  </a:lnTo>
                  <a:lnTo>
                    <a:pt x="2741" y="347"/>
                  </a:lnTo>
                  <a:cubicBezTo>
                    <a:pt x="2710" y="158"/>
                    <a:pt x="2552" y="0"/>
                    <a:pt x="236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338" name="Google Shape;7389;p65">
            <a:extLst>
              <a:ext uri="{FF2B5EF4-FFF2-40B4-BE49-F238E27FC236}">
                <a16:creationId xmlns:a16="http://schemas.microsoft.com/office/drawing/2014/main" id="{58959211-CEE9-962E-8847-B09E89D61DDF}"/>
              </a:ext>
            </a:extLst>
          </p:cNvPr>
          <p:cNvGrpSpPr/>
          <p:nvPr/>
        </p:nvGrpSpPr>
        <p:grpSpPr>
          <a:xfrm>
            <a:off x="11116800" y="10194581"/>
            <a:ext cx="938702" cy="934055"/>
            <a:chOff x="-62151950" y="4111775"/>
            <a:chExt cx="318225" cy="316650"/>
          </a:xfrm>
          <a:solidFill>
            <a:srgbClr val="555559"/>
          </a:solidFill>
        </p:grpSpPr>
        <p:sp>
          <p:nvSpPr>
            <p:cNvPr id="339" name="Google Shape;7390;p65">
              <a:extLst>
                <a:ext uri="{FF2B5EF4-FFF2-40B4-BE49-F238E27FC236}">
                  <a16:creationId xmlns:a16="http://schemas.microsoft.com/office/drawing/2014/main" id="{3D78A558-FE51-62FE-B6F0-F2AB0E9F7B99}"/>
                </a:ext>
              </a:extLst>
            </p:cNvPr>
            <p:cNvSpPr/>
            <p:nvPr/>
          </p:nvSpPr>
          <p:spPr>
            <a:xfrm>
              <a:off x="-62151950" y="4407925"/>
              <a:ext cx="318225" cy="20500"/>
            </a:xfrm>
            <a:custGeom>
              <a:avLst/>
              <a:gdLst/>
              <a:ahLst/>
              <a:cxnLst/>
              <a:rect l="l" t="t" r="r" b="b"/>
              <a:pathLst>
                <a:path w="12729" h="820" extrusionOk="0">
                  <a:moveTo>
                    <a:pt x="442" y="0"/>
                  </a:moveTo>
                  <a:cubicBezTo>
                    <a:pt x="221" y="0"/>
                    <a:pt x="1" y="189"/>
                    <a:pt x="1" y="441"/>
                  </a:cubicBezTo>
                  <a:cubicBezTo>
                    <a:pt x="1" y="662"/>
                    <a:pt x="221" y="819"/>
                    <a:pt x="442" y="819"/>
                  </a:cubicBezTo>
                  <a:lnTo>
                    <a:pt x="12288" y="819"/>
                  </a:lnTo>
                  <a:cubicBezTo>
                    <a:pt x="12540" y="819"/>
                    <a:pt x="12697" y="630"/>
                    <a:pt x="12697" y="441"/>
                  </a:cubicBezTo>
                  <a:cubicBezTo>
                    <a:pt x="12729" y="158"/>
                    <a:pt x="12540" y="0"/>
                    <a:pt x="1228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40" name="Google Shape;7391;p65">
              <a:extLst>
                <a:ext uri="{FF2B5EF4-FFF2-40B4-BE49-F238E27FC236}">
                  <a16:creationId xmlns:a16="http://schemas.microsoft.com/office/drawing/2014/main" id="{5476C535-FABF-95ED-9659-37CD67C899D1}"/>
                </a:ext>
              </a:extLst>
            </p:cNvPr>
            <p:cNvSpPr/>
            <p:nvPr/>
          </p:nvSpPr>
          <p:spPr>
            <a:xfrm>
              <a:off x="-62151950" y="4283475"/>
              <a:ext cx="84300" cy="104000"/>
            </a:xfrm>
            <a:custGeom>
              <a:avLst/>
              <a:gdLst/>
              <a:ahLst/>
              <a:cxnLst/>
              <a:rect l="l" t="t" r="r" b="b"/>
              <a:pathLst>
                <a:path w="3372" h="4160" extrusionOk="0">
                  <a:moveTo>
                    <a:pt x="1009" y="0"/>
                  </a:moveTo>
                  <a:cubicBezTo>
                    <a:pt x="442" y="0"/>
                    <a:pt x="1" y="442"/>
                    <a:pt x="1" y="1009"/>
                  </a:cubicBezTo>
                  <a:lnTo>
                    <a:pt x="1" y="3214"/>
                  </a:lnTo>
                  <a:cubicBezTo>
                    <a:pt x="64" y="3718"/>
                    <a:pt x="473" y="4159"/>
                    <a:pt x="1009" y="4159"/>
                  </a:cubicBezTo>
                  <a:lnTo>
                    <a:pt x="2363" y="4159"/>
                  </a:lnTo>
                  <a:cubicBezTo>
                    <a:pt x="2931" y="4159"/>
                    <a:pt x="3372" y="3718"/>
                    <a:pt x="3372" y="3214"/>
                  </a:cubicBezTo>
                  <a:lnTo>
                    <a:pt x="3372" y="1009"/>
                  </a:lnTo>
                  <a:cubicBezTo>
                    <a:pt x="3372" y="442"/>
                    <a:pt x="2931" y="0"/>
                    <a:pt x="236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41" name="Google Shape;7392;p65">
              <a:extLst>
                <a:ext uri="{FF2B5EF4-FFF2-40B4-BE49-F238E27FC236}">
                  <a16:creationId xmlns:a16="http://schemas.microsoft.com/office/drawing/2014/main" id="{3BD4332C-8DBD-2E12-62F0-EFB08D8CD95A}"/>
                </a:ext>
              </a:extLst>
            </p:cNvPr>
            <p:cNvSpPr/>
            <p:nvPr/>
          </p:nvSpPr>
          <p:spPr>
            <a:xfrm>
              <a:off x="-62033800" y="4111775"/>
              <a:ext cx="82725" cy="275700"/>
            </a:xfrm>
            <a:custGeom>
              <a:avLst/>
              <a:gdLst/>
              <a:ahLst/>
              <a:cxnLst/>
              <a:rect l="l" t="t" r="r" b="b"/>
              <a:pathLst>
                <a:path w="3309" h="11028" extrusionOk="0">
                  <a:moveTo>
                    <a:pt x="946" y="0"/>
                  </a:moveTo>
                  <a:cubicBezTo>
                    <a:pt x="410" y="0"/>
                    <a:pt x="0" y="410"/>
                    <a:pt x="0" y="977"/>
                  </a:cubicBezTo>
                  <a:lnTo>
                    <a:pt x="0" y="10082"/>
                  </a:lnTo>
                  <a:cubicBezTo>
                    <a:pt x="0" y="10618"/>
                    <a:pt x="441" y="11027"/>
                    <a:pt x="946" y="11027"/>
                  </a:cubicBezTo>
                  <a:lnTo>
                    <a:pt x="2332" y="11027"/>
                  </a:lnTo>
                  <a:cubicBezTo>
                    <a:pt x="2899" y="11027"/>
                    <a:pt x="3308" y="10586"/>
                    <a:pt x="3308" y="10082"/>
                  </a:cubicBezTo>
                  <a:lnTo>
                    <a:pt x="3308" y="977"/>
                  </a:lnTo>
                  <a:cubicBezTo>
                    <a:pt x="3308" y="410"/>
                    <a:pt x="2899" y="0"/>
                    <a:pt x="233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42" name="Google Shape;7393;p65">
              <a:extLst>
                <a:ext uri="{FF2B5EF4-FFF2-40B4-BE49-F238E27FC236}">
                  <a16:creationId xmlns:a16="http://schemas.microsoft.com/office/drawing/2014/main" id="{65C507C9-F58A-418B-524D-1944904D5BE8}"/>
                </a:ext>
              </a:extLst>
            </p:cNvPr>
            <p:cNvSpPr/>
            <p:nvPr/>
          </p:nvSpPr>
          <p:spPr>
            <a:xfrm>
              <a:off x="-61916450" y="4200775"/>
              <a:ext cx="82725" cy="186700"/>
            </a:xfrm>
            <a:custGeom>
              <a:avLst/>
              <a:gdLst/>
              <a:ahLst/>
              <a:cxnLst/>
              <a:rect l="l" t="t" r="r" b="b"/>
              <a:pathLst>
                <a:path w="3309" h="7468" extrusionOk="0">
                  <a:moveTo>
                    <a:pt x="946" y="0"/>
                  </a:moveTo>
                  <a:cubicBezTo>
                    <a:pt x="410" y="0"/>
                    <a:pt x="1" y="442"/>
                    <a:pt x="1" y="1009"/>
                  </a:cubicBezTo>
                  <a:lnTo>
                    <a:pt x="1" y="6522"/>
                  </a:lnTo>
                  <a:cubicBezTo>
                    <a:pt x="1" y="7058"/>
                    <a:pt x="442" y="7467"/>
                    <a:pt x="946" y="7467"/>
                  </a:cubicBezTo>
                  <a:lnTo>
                    <a:pt x="2332" y="7467"/>
                  </a:lnTo>
                  <a:cubicBezTo>
                    <a:pt x="2868" y="7467"/>
                    <a:pt x="3309" y="7026"/>
                    <a:pt x="3309" y="6522"/>
                  </a:cubicBezTo>
                  <a:lnTo>
                    <a:pt x="3309" y="1009"/>
                  </a:lnTo>
                  <a:cubicBezTo>
                    <a:pt x="3309" y="442"/>
                    <a:pt x="2868" y="0"/>
                    <a:pt x="233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343" name="Google Shape;7394;p65">
            <a:extLst>
              <a:ext uri="{FF2B5EF4-FFF2-40B4-BE49-F238E27FC236}">
                <a16:creationId xmlns:a16="http://schemas.microsoft.com/office/drawing/2014/main" id="{060F3999-BBE8-5A12-758A-CE3B7C926E8C}"/>
              </a:ext>
            </a:extLst>
          </p:cNvPr>
          <p:cNvGrpSpPr/>
          <p:nvPr/>
        </p:nvGrpSpPr>
        <p:grpSpPr>
          <a:xfrm>
            <a:off x="16773250" y="7970243"/>
            <a:ext cx="938629" cy="936786"/>
            <a:chOff x="-60254550" y="3367325"/>
            <a:chExt cx="318200" cy="317575"/>
          </a:xfrm>
          <a:solidFill>
            <a:srgbClr val="555559"/>
          </a:solidFill>
        </p:grpSpPr>
        <p:sp>
          <p:nvSpPr>
            <p:cNvPr id="344" name="Google Shape;7395;p65">
              <a:extLst>
                <a:ext uri="{FF2B5EF4-FFF2-40B4-BE49-F238E27FC236}">
                  <a16:creationId xmlns:a16="http://schemas.microsoft.com/office/drawing/2014/main" id="{A86AA8CB-DF6C-AEF9-E309-2C00D4BE0DD3}"/>
                </a:ext>
              </a:extLst>
            </p:cNvPr>
            <p:cNvSpPr/>
            <p:nvPr/>
          </p:nvSpPr>
          <p:spPr>
            <a:xfrm>
              <a:off x="-60219125" y="3367325"/>
              <a:ext cx="51225" cy="103575"/>
            </a:xfrm>
            <a:custGeom>
              <a:avLst/>
              <a:gdLst/>
              <a:ahLst/>
              <a:cxnLst/>
              <a:rect l="l" t="t" r="r" b="b"/>
              <a:pathLst>
                <a:path w="2049" h="4143" extrusionOk="0">
                  <a:moveTo>
                    <a:pt x="1051" y="0"/>
                  </a:moveTo>
                  <a:cubicBezTo>
                    <a:pt x="935" y="0"/>
                    <a:pt x="815" y="57"/>
                    <a:pt x="725" y="164"/>
                  </a:cubicBezTo>
                  <a:cubicBezTo>
                    <a:pt x="568" y="290"/>
                    <a:pt x="568" y="573"/>
                    <a:pt x="757" y="731"/>
                  </a:cubicBezTo>
                  <a:cubicBezTo>
                    <a:pt x="1103" y="1046"/>
                    <a:pt x="1103" y="1456"/>
                    <a:pt x="757" y="1771"/>
                  </a:cubicBezTo>
                  <a:cubicBezTo>
                    <a:pt x="32" y="2401"/>
                    <a:pt x="1" y="3377"/>
                    <a:pt x="757" y="4039"/>
                  </a:cubicBezTo>
                  <a:cubicBezTo>
                    <a:pt x="828" y="4110"/>
                    <a:pt x="924" y="4143"/>
                    <a:pt x="1023" y="4143"/>
                  </a:cubicBezTo>
                  <a:cubicBezTo>
                    <a:pt x="1144" y="4143"/>
                    <a:pt x="1269" y="4094"/>
                    <a:pt x="1356" y="4007"/>
                  </a:cubicBezTo>
                  <a:cubicBezTo>
                    <a:pt x="1513" y="3850"/>
                    <a:pt x="1513" y="3566"/>
                    <a:pt x="1292" y="3409"/>
                  </a:cubicBezTo>
                  <a:cubicBezTo>
                    <a:pt x="946" y="3094"/>
                    <a:pt x="946" y="2716"/>
                    <a:pt x="1292" y="2401"/>
                  </a:cubicBezTo>
                  <a:cubicBezTo>
                    <a:pt x="2017" y="1771"/>
                    <a:pt x="2049" y="762"/>
                    <a:pt x="1292" y="101"/>
                  </a:cubicBezTo>
                  <a:cubicBezTo>
                    <a:pt x="1224" y="33"/>
                    <a:pt x="1139" y="0"/>
                    <a:pt x="105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45" name="Google Shape;7396;p65">
              <a:extLst>
                <a:ext uri="{FF2B5EF4-FFF2-40B4-BE49-F238E27FC236}">
                  <a16:creationId xmlns:a16="http://schemas.microsoft.com/office/drawing/2014/main" id="{FF05DEBA-B174-926A-225D-22646EE0F147}"/>
                </a:ext>
              </a:extLst>
            </p:cNvPr>
            <p:cNvSpPr/>
            <p:nvPr/>
          </p:nvSpPr>
          <p:spPr>
            <a:xfrm>
              <a:off x="-60156900" y="3367325"/>
              <a:ext cx="51225" cy="103575"/>
            </a:xfrm>
            <a:custGeom>
              <a:avLst/>
              <a:gdLst/>
              <a:ahLst/>
              <a:cxnLst/>
              <a:rect l="l" t="t" r="r" b="b"/>
              <a:pathLst>
                <a:path w="2049" h="4143" extrusionOk="0">
                  <a:moveTo>
                    <a:pt x="1038" y="0"/>
                  </a:moveTo>
                  <a:cubicBezTo>
                    <a:pt x="913" y="0"/>
                    <a:pt x="783" y="57"/>
                    <a:pt x="694" y="164"/>
                  </a:cubicBezTo>
                  <a:cubicBezTo>
                    <a:pt x="536" y="290"/>
                    <a:pt x="536" y="573"/>
                    <a:pt x="757" y="731"/>
                  </a:cubicBezTo>
                  <a:cubicBezTo>
                    <a:pt x="1103" y="1046"/>
                    <a:pt x="1103" y="1456"/>
                    <a:pt x="757" y="1771"/>
                  </a:cubicBezTo>
                  <a:cubicBezTo>
                    <a:pt x="32" y="2401"/>
                    <a:pt x="1" y="3377"/>
                    <a:pt x="757" y="4039"/>
                  </a:cubicBezTo>
                  <a:cubicBezTo>
                    <a:pt x="828" y="4110"/>
                    <a:pt x="918" y="4143"/>
                    <a:pt x="1010" y="4143"/>
                  </a:cubicBezTo>
                  <a:cubicBezTo>
                    <a:pt x="1122" y="4143"/>
                    <a:pt x="1237" y="4094"/>
                    <a:pt x="1324" y="4007"/>
                  </a:cubicBezTo>
                  <a:cubicBezTo>
                    <a:pt x="1481" y="3850"/>
                    <a:pt x="1481" y="3566"/>
                    <a:pt x="1292" y="3409"/>
                  </a:cubicBezTo>
                  <a:cubicBezTo>
                    <a:pt x="946" y="3094"/>
                    <a:pt x="946" y="2716"/>
                    <a:pt x="1292" y="2401"/>
                  </a:cubicBezTo>
                  <a:cubicBezTo>
                    <a:pt x="2017" y="1771"/>
                    <a:pt x="2049" y="762"/>
                    <a:pt x="1292" y="101"/>
                  </a:cubicBezTo>
                  <a:cubicBezTo>
                    <a:pt x="1224" y="33"/>
                    <a:pt x="1133" y="0"/>
                    <a:pt x="103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46" name="Google Shape;7397;p65">
              <a:extLst>
                <a:ext uri="{FF2B5EF4-FFF2-40B4-BE49-F238E27FC236}">
                  <a16:creationId xmlns:a16="http://schemas.microsoft.com/office/drawing/2014/main" id="{9D3B3AA1-25EF-345C-CF9B-2A446202FD03}"/>
                </a:ext>
              </a:extLst>
            </p:cNvPr>
            <p:cNvSpPr/>
            <p:nvPr/>
          </p:nvSpPr>
          <p:spPr>
            <a:xfrm>
              <a:off x="-60094675" y="3367325"/>
              <a:ext cx="51225" cy="103575"/>
            </a:xfrm>
            <a:custGeom>
              <a:avLst/>
              <a:gdLst/>
              <a:ahLst/>
              <a:cxnLst/>
              <a:rect l="l" t="t" r="r" b="b"/>
              <a:pathLst>
                <a:path w="2049" h="4143" extrusionOk="0">
                  <a:moveTo>
                    <a:pt x="1038" y="0"/>
                  </a:moveTo>
                  <a:cubicBezTo>
                    <a:pt x="913" y="0"/>
                    <a:pt x="783" y="57"/>
                    <a:pt x="694" y="164"/>
                  </a:cubicBezTo>
                  <a:cubicBezTo>
                    <a:pt x="536" y="290"/>
                    <a:pt x="536" y="573"/>
                    <a:pt x="725" y="731"/>
                  </a:cubicBezTo>
                  <a:cubicBezTo>
                    <a:pt x="1103" y="1046"/>
                    <a:pt x="1103" y="1456"/>
                    <a:pt x="725" y="1771"/>
                  </a:cubicBezTo>
                  <a:cubicBezTo>
                    <a:pt x="32" y="2401"/>
                    <a:pt x="1" y="3377"/>
                    <a:pt x="725" y="4039"/>
                  </a:cubicBezTo>
                  <a:cubicBezTo>
                    <a:pt x="796" y="4110"/>
                    <a:pt x="893" y="4143"/>
                    <a:pt x="992" y="4143"/>
                  </a:cubicBezTo>
                  <a:cubicBezTo>
                    <a:pt x="1113" y="4143"/>
                    <a:pt x="1237" y="4094"/>
                    <a:pt x="1324" y="4007"/>
                  </a:cubicBezTo>
                  <a:cubicBezTo>
                    <a:pt x="1481" y="3850"/>
                    <a:pt x="1481" y="3566"/>
                    <a:pt x="1292" y="3409"/>
                  </a:cubicBezTo>
                  <a:cubicBezTo>
                    <a:pt x="946" y="3094"/>
                    <a:pt x="946" y="2716"/>
                    <a:pt x="1292" y="2401"/>
                  </a:cubicBezTo>
                  <a:cubicBezTo>
                    <a:pt x="1985" y="1771"/>
                    <a:pt x="2048" y="762"/>
                    <a:pt x="1292" y="101"/>
                  </a:cubicBezTo>
                  <a:cubicBezTo>
                    <a:pt x="1224" y="33"/>
                    <a:pt x="1133" y="0"/>
                    <a:pt x="103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47" name="Google Shape;7398;p65">
              <a:extLst>
                <a:ext uri="{FF2B5EF4-FFF2-40B4-BE49-F238E27FC236}">
                  <a16:creationId xmlns:a16="http://schemas.microsoft.com/office/drawing/2014/main" id="{508F68C5-09C5-3D68-4105-3C24B02D6197}"/>
                </a:ext>
              </a:extLst>
            </p:cNvPr>
            <p:cNvSpPr/>
            <p:nvPr/>
          </p:nvSpPr>
          <p:spPr>
            <a:xfrm>
              <a:off x="-60254550" y="3478525"/>
              <a:ext cx="318200" cy="206375"/>
            </a:xfrm>
            <a:custGeom>
              <a:avLst/>
              <a:gdLst/>
              <a:ahLst/>
              <a:cxnLst/>
              <a:rect l="l" t="t" r="r" b="b"/>
              <a:pathLst>
                <a:path w="12728" h="8255" extrusionOk="0">
                  <a:moveTo>
                    <a:pt x="10428" y="1607"/>
                  </a:moveTo>
                  <a:cubicBezTo>
                    <a:pt x="11184" y="1607"/>
                    <a:pt x="11814" y="2237"/>
                    <a:pt x="11814" y="2994"/>
                  </a:cubicBezTo>
                  <a:cubicBezTo>
                    <a:pt x="11814" y="3718"/>
                    <a:pt x="11184" y="4380"/>
                    <a:pt x="10428" y="4380"/>
                  </a:cubicBezTo>
                  <a:lnTo>
                    <a:pt x="9767" y="4380"/>
                  </a:lnTo>
                  <a:cubicBezTo>
                    <a:pt x="9861" y="4002"/>
                    <a:pt x="9893" y="3655"/>
                    <a:pt x="9893" y="3246"/>
                  </a:cubicBezTo>
                  <a:lnTo>
                    <a:pt x="9893" y="1607"/>
                  </a:lnTo>
                  <a:close/>
                  <a:moveTo>
                    <a:pt x="410" y="1"/>
                  </a:moveTo>
                  <a:cubicBezTo>
                    <a:pt x="158" y="1"/>
                    <a:pt x="0" y="190"/>
                    <a:pt x="0" y="379"/>
                  </a:cubicBezTo>
                  <a:lnTo>
                    <a:pt x="0" y="3309"/>
                  </a:lnTo>
                  <a:cubicBezTo>
                    <a:pt x="0" y="5041"/>
                    <a:pt x="882" y="6522"/>
                    <a:pt x="2237" y="7436"/>
                  </a:cubicBezTo>
                  <a:lnTo>
                    <a:pt x="441" y="7436"/>
                  </a:lnTo>
                  <a:cubicBezTo>
                    <a:pt x="189" y="7436"/>
                    <a:pt x="32" y="7625"/>
                    <a:pt x="32" y="7845"/>
                  </a:cubicBezTo>
                  <a:cubicBezTo>
                    <a:pt x="32" y="8066"/>
                    <a:pt x="252" y="8255"/>
                    <a:pt x="441" y="8255"/>
                  </a:cubicBezTo>
                  <a:lnTo>
                    <a:pt x="9546" y="8255"/>
                  </a:lnTo>
                  <a:cubicBezTo>
                    <a:pt x="9767" y="8255"/>
                    <a:pt x="9924" y="8066"/>
                    <a:pt x="9924" y="7845"/>
                  </a:cubicBezTo>
                  <a:cubicBezTo>
                    <a:pt x="9924" y="7593"/>
                    <a:pt x="9735" y="7436"/>
                    <a:pt x="9546" y="7436"/>
                  </a:cubicBezTo>
                  <a:lnTo>
                    <a:pt x="7719" y="7436"/>
                  </a:lnTo>
                  <a:cubicBezTo>
                    <a:pt x="8538" y="6900"/>
                    <a:pt x="9168" y="6144"/>
                    <a:pt x="9578" y="5230"/>
                  </a:cubicBezTo>
                  <a:lnTo>
                    <a:pt x="10523" y="5230"/>
                  </a:lnTo>
                  <a:cubicBezTo>
                    <a:pt x="11751" y="5230"/>
                    <a:pt x="12728" y="4254"/>
                    <a:pt x="12728" y="3025"/>
                  </a:cubicBezTo>
                  <a:cubicBezTo>
                    <a:pt x="12728" y="1796"/>
                    <a:pt x="11657" y="788"/>
                    <a:pt x="10428" y="788"/>
                  </a:cubicBezTo>
                  <a:lnTo>
                    <a:pt x="9893" y="788"/>
                  </a:lnTo>
                  <a:lnTo>
                    <a:pt x="9893" y="379"/>
                  </a:lnTo>
                  <a:cubicBezTo>
                    <a:pt x="9893" y="158"/>
                    <a:pt x="9704" y="1"/>
                    <a:pt x="948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348" name="Google Shape;7399;p65">
            <a:extLst>
              <a:ext uri="{FF2B5EF4-FFF2-40B4-BE49-F238E27FC236}">
                <a16:creationId xmlns:a16="http://schemas.microsoft.com/office/drawing/2014/main" id="{B0B3F47B-0286-F876-27CA-693B1B5F5A26}"/>
              </a:ext>
            </a:extLst>
          </p:cNvPr>
          <p:cNvGrpSpPr/>
          <p:nvPr/>
        </p:nvGrpSpPr>
        <p:grpSpPr>
          <a:xfrm>
            <a:off x="16775536" y="9101200"/>
            <a:ext cx="934055" cy="933760"/>
            <a:chOff x="-60255350" y="3733825"/>
            <a:chExt cx="316650" cy="316550"/>
          </a:xfrm>
          <a:solidFill>
            <a:srgbClr val="555559"/>
          </a:solidFill>
        </p:grpSpPr>
        <p:sp>
          <p:nvSpPr>
            <p:cNvPr id="349" name="Google Shape;7400;p65">
              <a:extLst>
                <a:ext uri="{FF2B5EF4-FFF2-40B4-BE49-F238E27FC236}">
                  <a16:creationId xmlns:a16="http://schemas.microsoft.com/office/drawing/2014/main" id="{C332B4E0-EF5A-F996-876A-8679DCACD6EB}"/>
                </a:ext>
              </a:extLst>
            </p:cNvPr>
            <p:cNvSpPr/>
            <p:nvPr/>
          </p:nvSpPr>
          <p:spPr>
            <a:xfrm>
              <a:off x="-60218325" y="3733825"/>
              <a:ext cx="235525" cy="316550"/>
            </a:xfrm>
            <a:custGeom>
              <a:avLst/>
              <a:gdLst/>
              <a:ahLst/>
              <a:cxnLst/>
              <a:rect l="l" t="t" r="r" b="b"/>
              <a:pathLst>
                <a:path w="9421" h="12662" extrusionOk="0">
                  <a:moveTo>
                    <a:pt x="4821" y="1666"/>
                  </a:moveTo>
                  <a:cubicBezTo>
                    <a:pt x="5073" y="1666"/>
                    <a:pt x="5262" y="1886"/>
                    <a:pt x="5262" y="2075"/>
                  </a:cubicBezTo>
                  <a:lnTo>
                    <a:pt x="5262" y="2359"/>
                  </a:lnTo>
                  <a:cubicBezTo>
                    <a:pt x="5734" y="2485"/>
                    <a:pt x="6081" y="2989"/>
                    <a:pt x="6081" y="3525"/>
                  </a:cubicBezTo>
                  <a:cubicBezTo>
                    <a:pt x="6081" y="3777"/>
                    <a:pt x="5892" y="3934"/>
                    <a:pt x="5640" y="3934"/>
                  </a:cubicBezTo>
                  <a:cubicBezTo>
                    <a:pt x="5419" y="3934"/>
                    <a:pt x="5262" y="3714"/>
                    <a:pt x="5262" y="3525"/>
                  </a:cubicBezTo>
                  <a:cubicBezTo>
                    <a:pt x="5262" y="3273"/>
                    <a:pt x="5073" y="3084"/>
                    <a:pt x="4821" y="3084"/>
                  </a:cubicBezTo>
                  <a:cubicBezTo>
                    <a:pt x="4569" y="3084"/>
                    <a:pt x="4411" y="3273"/>
                    <a:pt x="4411" y="3525"/>
                  </a:cubicBezTo>
                  <a:cubicBezTo>
                    <a:pt x="4411" y="3777"/>
                    <a:pt x="4789" y="3997"/>
                    <a:pt x="5104" y="4249"/>
                  </a:cubicBezTo>
                  <a:cubicBezTo>
                    <a:pt x="5514" y="4564"/>
                    <a:pt x="6081" y="4942"/>
                    <a:pt x="6081" y="5604"/>
                  </a:cubicBezTo>
                  <a:cubicBezTo>
                    <a:pt x="6081" y="6171"/>
                    <a:pt x="5734" y="6612"/>
                    <a:pt x="5262" y="6801"/>
                  </a:cubicBezTo>
                  <a:lnTo>
                    <a:pt x="5262" y="7085"/>
                  </a:lnTo>
                  <a:cubicBezTo>
                    <a:pt x="5262" y="7305"/>
                    <a:pt x="5041" y="7463"/>
                    <a:pt x="4821" y="7463"/>
                  </a:cubicBezTo>
                  <a:cubicBezTo>
                    <a:pt x="4569" y="7463"/>
                    <a:pt x="4411" y="7274"/>
                    <a:pt x="4411" y="7085"/>
                  </a:cubicBezTo>
                  <a:lnTo>
                    <a:pt x="4411" y="6801"/>
                  </a:lnTo>
                  <a:cubicBezTo>
                    <a:pt x="3938" y="6644"/>
                    <a:pt x="3592" y="6171"/>
                    <a:pt x="3592" y="5604"/>
                  </a:cubicBezTo>
                  <a:cubicBezTo>
                    <a:pt x="3592" y="5383"/>
                    <a:pt x="3781" y="5194"/>
                    <a:pt x="4033" y="5194"/>
                  </a:cubicBezTo>
                  <a:cubicBezTo>
                    <a:pt x="4253" y="5194"/>
                    <a:pt x="4411" y="5383"/>
                    <a:pt x="4411" y="5604"/>
                  </a:cubicBezTo>
                  <a:cubicBezTo>
                    <a:pt x="4411" y="5856"/>
                    <a:pt x="4632" y="6014"/>
                    <a:pt x="4821" y="6014"/>
                  </a:cubicBezTo>
                  <a:cubicBezTo>
                    <a:pt x="5041" y="6014"/>
                    <a:pt x="5262" y="5824"/>
                    <a:pt x="5262" y="5604"/>
                  </a:cubicBezTo>
                  <a:cubicBezTo>
                    <a:pt x="5262" y="5383"/>
                    <a:pt x="4947" y="5131"/>
                    <a:pt x="4569" y="4911"/>
                  </a:cubicBezTo>
                  <a:cubicBezTo>
                    <a:pt x="4159" y="4596"/>
                    <a:pt x="3592" y="4186"/>
                    <a:pt x="3592" y="3525"/>
                  </a:cubicBezTo>
                  <a:cubicBezTo>
                    <a:pt x="3592" y="2989"/>
                    <a:pt x="3938" y="2548"/>
                    <a:pt x="4411" y="2359"/>
                  </a:cubicBezTo>
                  <a:lnTo>
                    <a:pt x="4411" y="2075"/>
                  </a:lnTo>
                  <a:cubicBezTo>
                    <a:pt x="4411" y="1823"/>
                    <a:pt x="4632" y="1666"/>
                    <a:pt x="4821" y="1666"/>
                  </a:cubicBezTo>
                  <a:close/>
                  <a:moveTo>
                    <a:pt x="6081" y="9385"/>
                  </a:moveTo>
                  <a:lnTo>
                    <a:pt x="6081" y="10235"/>
                  </a:lnTo>
                  <a:lnTo>
                    <a:pt x="3592" y="10235"/>
                  </a:lnTo>
                  <a:lnTo>
                    <a:pt x="3592" y="9385"/>
                  </a:lnTo>
                  <a:close/>
                  <a:moveTo>
                    <a:pt x="4801" y="0"/>
                  </a:moveTo>
                  <a:cubicBezTo>
                    <a:pt x="4498" y="0"/>
                    <a:pt x="4188" y="29"/>
                    <a:pt x="3875" y="91"/>
                  </a:cubicBezTo>
                  <a:cubicBezTo>
                    <a:pt x="2111" y="500"/>
                    <a:pt x="693" y="1949"/>
                    <a:pt x="378" y="3714"/>
                  </a:cubicBezTo>
                  <a:cubicBezTo>
                    <a:pt x="0" y="5698"/>
                    <a:pt x="1008" y="7652"/>
                    <a:pt x="2773" y="8565"/>
                  </a:cubicBezTo>
                  <a:lnTo>
                    <a:pt x="2773" y="10582"/>
                  </a:lnTo>
                  <a:cubicBezTo>
                    <a:pt x="2773" y="11716"/>
                    <a:pt x="3718" y="12661"/>
                    <a:pt x="4852" y="12661"/>
                  </a:cubicBezTo>
                  <a:cubicBezTo>
                    <a:pt x="5986" y="12661"/>
                    <a:pt x="6963" y="11716"/>
                    <a:pt x="6963" y="10582"/>
                  </a:cubicBezTo>
                  <a:lnTo>
                    <a:pt x="6963" y="8565"/>
                  </a:lnTo>
                  <a:cubicBezTo>
                    <a:pt x="8444" y="7778"/>
                    <a:pt x="9420" y="6234"/>
                    <a:pt x="9420" y="4501"/>
                  </a:cubicBezTo>
                  <a:cubicBezTo>
                    <a:pt x="9392" y="2000"/>
                    <a:pt x="7308" y="0"/>
                    <a:pt x="480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50" name="Google Shape;7401;p65">
              <a:extLst>
                <a:ext uri="{FF2B5EF4-FFF2-40B4-BE49-F238E27FC236}">
                  <a16:creationId xmlns:a16="http://schemas.microsoft.com/office/drawing/2014/main" id="{9091FF0D-508E-6D9A-F5AB-2C5A3AE206D9}"/>
                </a:ext>
              </a:extLst>
            </p:cNvPr>
            <p:cNvSpPr/>
            <p:nvPr/>
          </p:nvSpPr>
          <p:spPr>
            <a:xfrm>
              <a:off x="-60255350" y="3844775"/>
              <a:ext cx="34675" cy="20500"/>
            </a:xfrm>
            <a:custGeom>
              <a:avLst/>
              <a:gdLst/>
              <a:ahLst/>
              <a:cxnLst/>
              <a:rect l="l" t="t" r="r" b="b"/>
              <a:pathLst>
                <a:path w="1387" h="820" extrusionOk="0">
                  <a:moveTo>
                    <a:pt x="379" y="0"/>
                  </a:moveTo>
                  <a:cubicBezTo>
                    <a:pt x="158" y="0"/>
                    <a:pt x="1" y="189"/>
                    <a:pt x="1" y="378"/>
                  </a:cubicBezTo>
                  <a:cubicBezTo>
                    <a:pt x="1" y="630"/>
                    <a:pt x="190" y="819"/>
                    <a:pt x="379" y="819"/>
                  </a:cubicBezTo>
                  <a:lnTo>
                    <a:pt x="946" y="819"/>
                  </a:lnTo>
                  <a:cubicBezTo>
                    <a:pt x="1166" y="819"/>
                    <a:pt x="1387" y="630"/>
                    <a:pt x="1387" y="378"/>
                  </a:cubicBezTo>
                  <a:cubicBezTo>
                    <a:pt x="1387" y="158"/>
                    <a:pt x="1166" y="0"/>
                    <a:pt x="94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51" name="Google Shape;7402;p65">
              <a:extLst>
                <a:ext uri="{FF2B5EF4-FFF2-40B4-BE49-F238E27FC236}">
                  <a16:creationId xmlns:a16="http://schemas.microsoft.com/office/drawing/2014/main" id="{21181728-3FFF-C410-48FB-24C1AC376BE5}"/>
                </a:ext>
              </a:extLst>
            </p:cNvPr>
            <p:cNvSpPr/>
            <p:nvPr/>
          </p:nvSpPr>
          <p:spPr>
            <a:xfrm>
              <a:off x="-59974175" y="3844775"/>
              <a:ext cx="35475" cy="20500"/>
            </a:xfrm>
            <a:custGeom>
              <a:avLst/>
              <a:gdLst/>
              <a:ahLst/>
              <a:cxnLst/>
              <a:rect l="l" t="t" r="r" b="b"/>
              <a:pathLst>
                <a:path w="1419" h="820" extrusionOk="0">
                  <a:moveTo>
                    <a:pt x="442" y="0"/>
                  </a:moveTo>
                  <a:cubicBezTo>
                    <a:pt x="221" y="0"/>
                    <a:pt x="1" y="189"/>
                    <a:pt x="1" y="378"/>
                  </a:cubicBezTo>
                  <a:cubicBezTo>
                    <a:pt x="1" y="630"/>
                    <a:pt x="221" y="819"/>
                    <a:pt x="442" y="819"/>
                  </a:cubicBezTo>
                  <a:lnTo>
                    <a:pt x="1009" y="819"/>
                  </a:lnTo>
                  <a:cubicBezTo>
                    <a:pt x="1230" y="819"/>
                    <a:pt x="1387" y="630"/>
                    <a:pt x="1387" y="378"/>
                  </a:cubicBezTo>
                  <a:cubicBezTo>
                    <a:pt x="1419" y="158"/>
                    <a:pt x="1230" y="0"/>
                    <a:pt x="100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52" name="Google Shape;7403;p65">
              <a:extLst>
                <a:ext uri="{FF2B5EF4-FFF2-40B4-BE49-F238E27FC236}">
                  <a16:creationId xmlns:a16="http://schemas.microsoft.com/office/drawing/2014/main" id="{518111E7-A935-9B3F-9743-B0A2AAC6BE8A}"/>
                </a:ext>
              </a:extLst>
            </p:cNvPr>
            <p:cNvSpPr/>
            <p:nvPr/>
          </p:nvSpPr>
          <p:spPr>
            <a:xfrm>
              <a:off x="-60212825" y="3939475"/>
              <a:ext cx="32325" cy="30350"/>
            </a:xfrm>
            <a:custGeom>
              <a:avLst/>
              <a:gdLst/>
              <a:ahLst/>
              <a:cxnLst/>
              <a:rect l="l" t="t" r="r" b="b"/>
              <a:pathLst>
                <a:path w="1293" h="1214" extrusionOk="0">
                  <a:moveTo>
                    <a:pt x="836" y="1"/>
                  </a:moveTo>
                  <a:cubicBezTo>
                    <a:pt x="725" y="1"/>
                    <a:pt x="615" y="40"/>
                    <a:pt x="536" y="119"/>
                  </a:cubicBezTo>
                  <a:lnTo>
                    <a:pt x="158" y="497"/>
                  </a:lnTo>
                  <a:cubicBezTo>
                    <a:pt x="1" y="654"/>
                    <a:pt x="1" y="938"/>
                    <a:pt x="158" y="1096"/>
                  </a:cubicBezTo>
                  <a:cubicBezTo>
                    <a:pt x="237" y="1174"/>
                    <a:pt x="340" y="1214"/>
                    <a:pt x="442" y="1214"/>
                  </a:cubicBezTo>
                  <a:cubicBezTo>
                    <a:pt x="544" y="1214"/>
                    <a:pt x="647" y="1174"/>
                    <a:pt x="725" y="1096"/>
                  </a:cubicBezTo>
                  <a:lnTo>
                    <a:pt x="1135" y="686"/>
                  </a:lnTo>
                  <a:cubicBezTo>
                    <a:pt x="1293" y="528"/>
                    <a:pt x="1293" y="245"/>
                    <a:pt x="1135" y="119"/>
                  </a:cubicBezTo>
                  <a:cubicBezTo>
                    <a:pt x="1056" y="40"/>
                    <a:pt x="946" y="1"/>
                    <a:pt x="83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53" name="Google Shape;7404;p65">
              <a:extLst>
                <a:ext uri="{FF2B5EF4-FFF2-40B4-BE49-F238E27FC236}">
                  <a16:creationId xmlns:a16="http://schemas.microsoft.com/office/drawing/2014/main" id="{0B8893AD-1C78-5E34-BDD3-BD0CC38B3B3A}"/>
                </a:ext>
              </a:extLst>
            </p:cNvPr>
            <p:cNvSpPr/>
            <p:nvPr/>
          </p:nvSpPr>
          <p:spPr>
            <a:xfrm>
              <a:off x="-60012750" y="3739425"/>
              <a:ext cx="32300" cy="30350"/>
            </a:xfrm>
            <a:custGeom>
              <a:avLst/>
              <a:gdLst/>
              <a:ahLst/>
              <a:cxnLst/>
              <a:rect l="l" t="t" r="r" b="b"/>
              <a:pathLst>
                <a:path w="1292" h="1214" extrusionOk="0">
                  <a:moveTo>
                    <a:pt x="835" y="1"/>
                  </a:moveTo>
                  <a:cubicBezTo>
                    <a:pt x="725" y="1"/>
                    <a:pt x="614" y="40"/>
                    <a:pt x="536" y="119"/>
                  </a:cubicBezTo>
                  <a:lnTo>
                    <a:pt x="126" y="497"/>
                  </a:lnTo>
                  <a:cubicBezTo>
                    <a:pt x="0" y="654"/>
                    <a:pt x="0" y="938"/>
                    <a:pt x="126" y="1095"/>
                  </a:cubicBezTo>
                  <a:cubicBezTo>
                    <a:pt x="205" y="1174"/>
                    <a:pt x="315" y="1213"/>
                    <a:pt x="425" y="1213"/>
                  </a:cubicBezTo>
                  <a:cubicBezTo>
                    <a:pt x="536" y="1213"/>
                    <a:pt x="646" y="1174"/>
                    <a:pt x="725" y="1095"/>
                  </a:cubicBezTo>
                  <a:lnTo>
                    <a:pt x="1134" y="686"/>
                  </a:lnTo>
                  <a:cubicBezTo>
                    <a:pt x="1292" y="560"/>
                    <a:pt x="1292" y="276"/>
                    <a:pt x="1134" y="119"/>
                  </a:cubicBezTo>
                  <a:cubicBezTo>
                    <a:pt x="1056" y="40"/>
                    <a:pt x="945" y="1"/>
                    <a:pt x="83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54" name="Google Shape;7405;p65">
              <a:extLst>
                <a:ext uri="{FF2B5EF4-FFF2-40B4-BE49-F238E27FC236}">
                  <a16:creationId xmlns:a16="http://schemas.microsoft.com/office/drawing/2014/main" id="{B5D805B6-4FF4-0B55-B7EE-264940C977F5}"/>
                </a:ext>
              </a:extLst>
            </p:cNvPr>
            <p:cNvSpPr/>
            <p:nvPr/>
          </p:nvSpPr>
          <p:spPr>
            <a:xfrm>
              <a:off x="-60012750" y="3939475"/>
              <a:ext cx="32300" cy="30350"/>
            </a:xfrm>
            <a:custGeom>
              <a:avLst/>
              <a:gdLst/>
              <a:ahLst/>
              <a:cxnLst/>
              <a:rect l="l" t="t" r="r" b="b"/>
              <a:pathLst>
                <a:path w="1292" h="1214" extrusionOk="0">
                  <a:moveTo>
                    <a:pt x="425" y="1"/>
                  </a:moveTo>
                  <a:cubicBezTo>
                    <a:pt x="315" y="1"/>
                    <a:pt x="205" y="40"/>
                    <a:pt x="126" y="119"/>
                  </a:cubicBezTo>
                  <a:cubicBezTo>
                    <a:pt x="0" y="245"/>
                    <a:pt x="0" y="528"/>
                    <a:pt x="126" y="686"/>
                  </a:cubicBezTo>
                  <a:lnTo>
                    <a:pt x="536" y="1096"/>
                  </a:lnTo>
                  <a:cubicBezTo>
                    <a:pt x="614" y="1174"/>
                    <a:pt x="725" y="1214"/>
                    <a:pt x="835" y="1214"/>
                  </a:cubicBezTo>
                  <a:cubicBezTo>
                    <a:pt x="945" y="1214"/>
                    <a:pt x="1056" y="1174"/>
                    <a:pt x="1134" y="1096"/>
                  </a:cubicBezTo>
                  <a:cubicBezTo>
                    <a:pt x="1292" y="938"/>
                    <a:pt x="1292" y="654"/>
                    <a:pt x="1134" y="497"/>
                  </a:cubicBezTo>
                  <a:lnTo>
                    <a:pt x="725" y="119"/>
                  </a:lnTo>
                  <a:cubicBezTo>
                    <a:pt x="646" y="40"/>
                    <a:pt x="536" y="1"/>
                    <a:pt x="42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55" name="Google Shape;7406;p65">
              <a:extLst>
                <a:ext uri="{FF2B5EF4-FFF2-40B4-BE49-F238E27FC236}">
                  <a16:creationId xmlns:a16="http://schemas.microsoft.com/office/drawing/2014/main" id="{F9C01B9F-1C5E-95A6-CA2F-97365C1C1B2A}"/>
                </a:ext>
              </a:extLst>
            </p:cNvPr>
            <p:cNvSpPr/>
            <p:nvPr/>
          </p:nvSpPr>
          <p:spPr>
            <a:xfrm>
              <a:off x="-60212825" y="3739425"/>
              <a:ext cx="32325" cy="30350"/>
            </a:xfrm>
            <a:custGeom>
              <a:avLst/>
              <a:gdLst/>
              <a:ahLst/>
              <a:cxnLst/>
              <a:rect l="l" t="t" r="r" b="b"/>
              <a:pathLst>
                <a:path w="1293" h="1214" extrusionOk="0">
                  <a:moveTo>
                    <a:pt x="442" y="1"/>
                  </a:moveTo>
                  <a:cubicBezTo>
                    <a:pt x="340" y="1"/>
                    <a:pt x="237" y="40"/>
                    <a:pt x="158" y="119"/>
                  </a:cubicBezTo>
                  <a:cubicBezTo>
                    <a:pt x="1" y="276"/>
                    <a:pt x="1" y="560"/>
                    <a:pt x="158" y="686"/>
                  </a:cubicBezTo>
                  <a:lnTo>
                    <a:pt x="536" y="1095"/>
                  </a:lnTo>
                  <a:cubicBezTo>
                    <a:pt x="615" y="1174"/>
                    <a:pt x="725" y="1213"/>
                    <a:pt x="836" y="1213"/>
                  </a:cubicBezTo>
                  <a:cubicBezTo>
                    <a:pt x="946" y="1213"/>
                    <a:pt x="1056" y="1174"/>
                    <a:pt x="1135" y="1095"/>
                  </a:cubicBezTo>
                  <a:cubicBezTo>
                    <a:pt x="1293" y="938"/>
                    <a:pt x="1293" y="654"/>
                    <a:pt x="1135" y="497"/>
                  </a:cubicBezTo>
                  <a:lnTo>
                    <a:pt x="725" y="119"/>
                  </a:lnTo>
                  <a:cubicBezTo>
                    <a:pt x="647" y="40"/>
                    <a:pt x="544" y="1"/>
                    <a:pt x="44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356" name="Google Shape;7407;p65">
            <a:extLst>
              <a:ext uri="{FF2B5EF4-FFF2-40B4-BE49-F238E27FC236}">
                <a16:creationId xmlns:a16="http://schemas.microsoft.com/office/drawing/2014/main" id="{550D199E-4635-0F62-048C-C95B083EA04C}"/>
              </a:ext>
            </a:extLst>
          </p:cNvPr>
          <p:cNvGrpSpPr/>
          <p:nvPr/>
        </p:nvGrpSpPr>
        <p:grpSpPr>
          <a:xfrm>
            <a:off x="16846406" y="10195725"/>
            <a:ext cx="792318" cy="931769"/>
            <a:chOff x="-60232500" y="4101525"/>
            <a:chExt cx="268600" cy="315875"/>
          </a:xfrm>
          <a:solidFill>
            <a:srgbClr val="555559"/>
          </a:solidFill>
        </p:grpSpPr>
        <p:sp>
          <p:nvSpPr>
            <p:cNvPr id="357" name="Google Shape;7408;p65">
              <a:extLst>
                <a:ext uri="{FF2B5EF4-FFF2-40B4-BE49-F238E27FC236}">
                  <a16:creationId xmlns:a16="http://schemas.microsoft.com/office/drawing/2014/main" id="{A2340BD1-CC19-6EC9-F83B-2016A3A55EC9}"/>
                </a:ext>
              </a:extLst>
            </p:cNvPr>
            <p:cNvSpPr/>
            <p:nvPr/>
          </p:nvSpPr>
          <p:spPr>
            <a:xfrm>
              <a:off x="-60222275" y="4273225"/>
              <a:ext cx="63025" cy="144175"/>
            </a:xfrm>
            <a:custGeom>
              <a:avLst/>
              <a:gdLst/>
              <a:ahLst/>
              <a:cxnLst/>
              <a:rect l="l" t="t" r="r" b="b"/>
              <a:pathLst>
                <a:path w="2521" h="5767" extrusionOk="0">
                  <a:moveTo>
                    <a:pt x="1261" y="1"/>
                  </a:moveTo>
                  <a:cubicBezTo>
                    <a:pt x="1072" y="1"/>
                    <a:pt x="851" y="190"/>
                    <a:pt x="851" y="379"/>
                  </a:cubicBezTo>
                  <a:lnTo>
                    <a:pt x="851" y="662"/>
                  </a:lnTo>
                  <a:cubicBezTo>
                    <a:pt x="379" y="820"/>
                    <a:pt x="1" y="1293"/>
                    <a:pt x="1" y="1828"/>
                  </a:cubicBezTo>
                  <a:cubicBezTo>
                    <a:pt x="1" y="2521"/>
                    <a:pt x="568" y="2899"/>
                    <a:pt x="1009" y="3214"/>
                  </a:cubicBezTo>
                  <a:cubicBezTo>
                    <a:pt x="1324" y="3466"/>
                    <a:pt x="1671" y="3687"/>
                    <a:pt x="1671" y="3939"/>
                  </a:cubicBezTo>
                  <a:cubicBezTo>
                    <a:pt x="1671" y="4160"/>
                    <a:pt x="1482" y="4349"/>
                    <a:pt x="1261" y="4349"/>
                  </a:cubicBezTo>
                  <a:cubicBezTo>
                    <a:pt x="1072" y="4349"/>
                    <a:pt x="851" y="4160"/>
                    <a:pt x="851" y="3939"/>
                  </a:cubicBezTo>
                  <a:cubicBezTo>
                    <a:pt x="851" y="3687"/>
                    <a:pt x="631" y="3529"/>
                    <a:pt x="442" y="3529"/>
                  </a:cubicBezTo>
                  <a:cubicBezTo>
                    <a:pt x="253" y="3529"/>
                    <a:pt x="64" y="3718"/>
                    <a:pt x="64" y="3939"/>
                  </a:cubicBezTo>
                  <a:cubicBezTo>
                    <a:pt x="64" y="4475"/>
                    <a:pt x="410" y="4916"/>
                    <a:pt x="883" y="5105"/>
                  </a:cubicBezTo>
                  <a:lnTo>
                    <a:pt x="883" y="5388"/>
                  </a:lnTo>
                  <a:cubicBezTo>
                    <a:pt x="883" y="5609"/>
                    <a:pt x="1072" y="5766"/>
                    <a:pt x="1324" y="5766"/>
                  </a:cubicBezTo>
                  <a:cubicBezTo>
                    <a:pt x="1545" y="5766"/>
                    <a:pt x="1702" y="5577"/>
                    <a:pt x="1702" y="5388"/>
                  </a:cubicBezTo>
                  <a:lnTo>
                    <a:pt x="1702" y="5105"/>
                  </a:lnTo>
                  <a:cubicBezTo>
                    <a:pt x="2175" y="4947"/>
                    <a:pt x="2521" y="4475"/>
                    <a:pt x="2521" y="3939"/>
                  </a:cubicBezTo>
                  <a:cubicBezTo>
                    <a:pt x="2521" y="3246"/>
                    <a:pt x="1986" y="2868"/>
                    <a:pt x="1545" y="2553"/>
                  </a:cubicBezTo>
                  <a:cubicBezTo>
                    <a:pt x="1229" y="2301"/>
                    <a:pt x="883" y="2080"/>
                    <a:pt x="883" y="1828"/>
                  </a:cubicBezTo>
                  <a:cubicBezTo>
                    <a:pt x="883" y="1608"/>
                    <a:pt x="1072" y="1450"/>
                    <a:pt x="1261" y="1450"/>
                  </a:cubicBezTo>
                  <a:cubicBezTo>
                    <a:pt x="1513" y="1450"/>
                    <a:pt x="1671" y="1639"/>
                    <a:pt x="1671" y="1828"/>
                  </a:cubicBezTo>
                  <a:cubicBezTo>
                    <a:pt x="1671" y="2080"/>
                    <a:pt x="1860" y="2269"/>
                    <a:pt x="2112" y="2269"/>
                  </a:cubicBezTo>
                  <a:cubicBezTo>
                    <a:pt x="2332" y="2269"/>
                    <a:pt x="2490" y="2080"/>
                    <a:pt x="2490" y="1828"/>
                  </a:cubicBezTo>
                  <a:cubicBezTo>
                    <a:pt x="2490" y="1293"/>
                    <a:pt x="2143" y="852"/>
                    <a:pt x="1671" y="662"/>
                  </a:cubicBezTo>
                  <a:lnTo>
                    <a:pt x="1671" y="379"/>
                  </a:lnTo>
                  <a:cubicBezTo>
                    <a:pt x="1671" y="158"/>
                    <a:pt x="1482" y="1"/>
                    <a:pt x="12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58" name="Google Shape;7409;p65">
              <a:extLst>
                <a:ext uri="{FF2B5EF4-FFF2-40B4-BE49-F238E27FC236}">
                  <a16:creationId xmlns:a16="http://schemas.microsoft.com/office/drawing/2014/main" id="{917E60A3-D3DF-EE09-7B1E-88DA804DAC2A}"/>
                </a:ext>
              </a:extLst>
            </p:cNvPr>
            <p:cNvSpPr/>
            <p:nvPr/>
          </p:nvSpPr>
          <p:spPr>
            <a:xfrm>
              <a:off x="-60232500" y="4101525"/>
              <a:ext cx="268600" cy="315875"/>
            </a:xfrm>
            <a:custGeom>
              <a:avLst/>
              <a:gdLst/>
              <a:ahLst/>
              <a:cxnLst/>
              <a:rect l="l" t="t" r="r" b="b"/>
              <a:pathLst>
                <a:path w="10744" h="12635" extrusionOk="0">
                  <a:moveTo>
                    <a:pt x="5356" y="1"/>
                  </a:moveTo>
                  <a:cubicBezTo>
                    <a:pt x="5104" y="1"/>
                    <a:pt x="4946" y="190"/>
                    <a:pt x="4946" y="410"/>
                  </a:cubicBezTo>
                  <a:lnTo>
                    <a:pt x="4946" y="820"/>
                  </a:lnTo>
                  <a:cubicBezTo>
                    <a:pt x="2206" y="1041"/>
                    <a:pt x="0" y="3340"/>
                    <a:pt x="0" y="6176"/>
                  </a:cubicBezTo>
                  <a:lnTo>
                    <a:pt x="0" y="6585"/>
                  </a:lnTo>
                  <a:lnTo>
                    <a:pt x="32" y="6585"/>
                  </a:lnTo>
                  <a:cubicBezTo>
                    <a:pt x="32" y="6806"/>
                    <a:pt x="221" y="6963"/>
                    <a:pt x="473" y="6963"/>
                  </a:cubicBezTo>
                  <a:cubicBezTo>
                    <a:pt x="693" y="6963"/>
                    <a:pt x="851" y="6774"/>
                    <a:pt x="851" y="6585"/>
                  </a:cubicBezTo>
                  <a:cubicBezTo>
                    <a:pt x="851" y="6113"/>
                    <a:pt x="1197" y="5766"/>
                    <a:pt x="1701" y="5766"/>
                  </a:cubicBezTo>
                  <a:cubicBezTo>
                    <a:pt x="2174" y="5766"/>
                    <a:pt x="2521" y="6113"/>
                    <a:pt x="2521" y="6585"/>
                  </a:cubicBezTo>
                  <a:cubicBezTo>
                    <a:pt x="2521" y="6806"/>
                    <a:pt x="2710" y="6963"/>
                    <a:pt x="2899" y="6963"/>
                  </a:cubicBezTo>
                  <a:cubicBezTo>
                    <a:pt x="3119" y="6963"/>
                    <a:pt x="3308" y="6774"/>
                    <a:pt x="3308" y="6585"/>
                  </a:cubicBezTo>
                  <a:cubicBezTo>
                    <a:pt x="3308" y="6113"/>
                    <a:pt x="3655" y="5766"/>
                    <a:pt x="4127" y="5766"/>
                  </a:cubicBezTo>
                  <a:cubicBezTo>
                    <a:pt x="4600" y="5766"/>
                    <a:pt x="4946" y="6113"/>
                    <a:pt x="4946" y="6585"/>
                  </a:cubicBezTo>
                  <a:lnTo>
                    <a:pt x="4946" y="11437"/>
                  </a:lnTo>
                  <a:cubicBezTo>
                    <a:pt x="4946" y="12099"/>
                    <a:pt x="5514" y="12634"/>
                    <a:pt x="6175" y="12634"/>
                  </a:cubicBezTo>
                  <a:cubicBezTo>
                    <a:pt x="6837" y="12634"/>
                    <a:pt x="7404" y="12099"/>
                    <a:pt x="7404" y="11437"/>
                  </a:cubicBezTo>
                  <a:lnTo>
                    <a:pt x="7404" y="10586"/>
                  </a:lnTo>
                  <a:cubicBezTo>
                    <a:pt x="7404" y="10366"/>
                    <a:pt x="7215" y="10208"/>
                    <a:pt x="6994" y="10208"/>
                  </a:cubicBezTo>
                  <a:cubicBezTo>
                    <a:pt x="6805" y="10208"/>
                    <a:pt x="6616" y="10397"/>
                    <a:pt x="6616" y="10586"/>
                  </a:cubicBezTo>
                  <a:lnTo>
                    <a:pt x="6616" y="11437"/>
                  </a:lnTo>
                  <a:cubicBezTo>
                    <a:pt x="6616" y="11658"/>
                    <a:pt x="6427" y="11815"/>
                    <a:pt x="6175" y="11815"/>
                  </a:cubicBezTo>
                  <a:cubicBezTo>
                    <a:pt x="5955" y="11815"/>
                    <a:pt x="5797" y="11626"/>
                    <a:pt x="5797" y="11437"/>
                  </a:cubicBezTo>
                  <a:lnTo>
                    <a:pt x="5797" y="6585"/>
                  </a:lnTo>
                  <a:cubicBezTo>
                    <a:pt x="5797" y="6113"/>
                    <a:pt x="6144" y="5766"/>
                    <a:pt x="6616" y="5766"/>
                  </a:cubicBezTo>
                  <a:cubicBezTo>
                    <a:pt x="7089" y="5766"/>
                    <a:pt x="7435" y="6113"/>
                    <a:pt x="7435" y="6585"/>
                  </a:cubicBezTo>
                  <a:cubicBezTo>
                    <a:pt x="7435" y="6806"/>
                    <a:pt x="7624" y="6963"/>
                    <a:pt x="7876" y="6963"/>
                  </a:cubicBezTo>
                  <a:cubicBezTo>
                    <a:pt x="8097" y="6963"/>
                    <a:pt x="8255" y="6774"/>
                    <a:pt x="8255" y="6585"/>
                  </a:cubicBezTo>
                  <a:cubicBezTo>
                    <a:pt x="8255" y="6113"/>
                    <a:pt x="8633" y="5766"/>
                    <a:pt x="9105" y="5766"/>
                  </a:cubicBezTo>
                  <a:cubicBezTo>
                    <a:pt x="9578" y="5766"/>
                    <a:pt x="9924" y="6113"/>
                    <a:pt x="9924" y="6585"/>
                  </a:cubicBezTo>
                  <a:cubicBezTo>
                    <a:pt x="9924" y="6806"/>
                    <a:pt x="10113" y="6963"/>
                    <a:pt x="10302" y="6963"/>
                  </a:cubicBezTo>
                  <a:cubicBezTo>
                    <a:pt x="10523" y="6963"/>
                    <a:pt x="10743" y="6774"/>
                    <a:pt x="10743" y="6585"/>
                  </a:cubicBezTo>
                  <a:lnTo>
                    <a:pt x="10743" y="6176"/>
                  </a:lnTo>
                  <a:cubicBezTo>
                    <a:pt x="10743" y="3340"/>
                    <a:pt x="8538" y="1041"/>
                    <a:pt x="5797" y="820"/>
                  </a:cubicBezTo>
                  <a:lnTo>
                    <a:pt x="5797" y="410"/>
                  </a:lnTo>
                  <a:cubicBezTo>
                    <a:pt x="5797" y="158"/>
                    <a:pt x="5577" y="1"/>
                    <a:pt x="535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sp>
        <p:nvSpPr>
          <p:cNvPr id="359" name="Google Shape;7410;p65">
            <a:extLst>
              <a:ext uri="{FF2B5EF4-FFF2-40B4-BE49-F238E27FC236}">
                <a16:creationId xmlns:a16="http://schemas.microsoft.com/office/drawing/2014/main" id="{944BE167-F89B-30D3-BB74-B4E986A1B687}"/>
              </a:ext>
            </a:extLst>
          </p:cNvPr>
          <p:cNvSpPr/>
          <p:nvPr/>
        </p:nvSpPr>
        <p:spPr>
          <a:xfrm>
            <a:off x="20168530" y="7970707"/>
            <a:ext cx="933983" cy="936416"/>
          </a:xfrm>
          <a:custGeom>
            <a:avLst/>
            <a:gdLst/>
            <a:ahLst/>
            <a:cxnLst/>
            <a:rect l="l" t="t" r="r" b="b"/>
            <a:pathLst>
              <a:path w="12665" h="12698" extrusionOk="0">
                <a:moveTo>
                  <a:pt x="9200" y="883"/>
                </a:moveTo>
                <a:lnTo>
                  <a:pt x="9200" y="1702"/>
                </a:lnTo>
                <a:lnTo>
                  <a:pt x="3403" y="1702"/>
                </a:lnTo>
                <a:lnTo>
                  <a:pt x="3403" y="883"/>
                </a:lnTo>
                <a:close/>
                <a:moveTo>
                  <a:pt x="4222" y="3340"/>
                </a:moveTo>
                <a:lnTo>
                  <a:pt x="4222" y="4191"/>
                </a:lnTo>
                <a:lnTo>
                  <a:pt x="3403" y="4191"/>
                </a:lnTo>
                <a:lnTo>
                  <a:pt x="3403" y="3340"/>
                </a:lnTo>
                <a:close/>
                <a:moveTo>
                  <a:pt x="6711" y="3340"/>
                </a:moveTo>
                <a:lnTo>
                  <a:pt x="6711" y="4191"/>
                </a:lnTo>
                <a:lnTo>
                  <a:pt x="5892" y="4191"/>
                </a:lnTo>
                <a:lnTo>
                  <a:pt x="5892" y="3340"/>
                </a:lnTo>
                <a:close/>
                <a:moveTo>
                  <a:pt x="9200" y="3340"/>
                </a:moveTo>
                <a:lnTo>
                  <a:pt x="9200" y="4191"/>
                </a:lnTo>
                <a:lnTo>
                  <a:pt x="8349" y="4191"/>
                </a:lnTo>
                <a:lnTo>
                  <a:pt x="8349" y="3340"/>
                </a:lnTo>
                <a:close/>
                <a:moveTo>
                  <a:pt x="4222" y="5010"/>
                </a:moveTo>
                <a:lnTo>
                  <a:pt x="4222" y="5829"/>
                </a:lnTo>
                <a:lnTo>
                  <a:pt x="3403" y="5829"/>
                </a:lnTo>
                <a:lnTo>
                  <a:pt x="3403" y="5010"/>
                </a:lnTo>
                <a:close/>
                <a:moveTo>
                  <a:pt x="6711" y="5010"/>
                </a:moveTo>
                <a:lnTo>
                  <a:pt x="6711" y="5829"/>
                </a:lnTo>
                <a:lnTo>
                  <a:pt x="5892" y="5829"/>
                </a:lnTo>
                <a:lnTo>
                  <a:pt x="5892" y="5010"/>
                </a:lnTo>
                <a:close/>
                <a:moveTo>
                  <a:pt x="9200" y="5010"/>
                </a:moveTo>
                <a:lnTo>
                  <a:pt x="9200" y="5829"/>
                </a:lnTo>
                <a:lnTo>
                  <a:pt x="8349" y="5829"/>
                </a:lnTo>
                <a:lnTo>
                  <a:pt x="8349" y="5010"/>
                </a:lnTo>
                <a:close/>
                <a:moveTo>
                  <a:pt x="4222" y="6648"/>
                </a:moveTo>
                <a:lnTo>
                  <a:pt x="4222" y="7499"/>
                </a:lnTo>
                <a:lnTo>
                  <a:pt x="3403" y="7499"/>
                </a:lnTo>
                <a:lnTo>
                  <a:pt x="3403" y="6648"/>
                </a:lnTo>
                <a:close/>
                <a:moveTo>
                  <a:pt x="6711" y="6648"/>
                </a:moveTo>
                <a:lnTo>
                  <a:pt x="6711" y="7499"/>
                </a:lnTo>
                <a:lnTo>
                  <a:pt x="5892" y="7499"/>
                </a:lnTo>
                <a:lnTo>
                  <a:pt x="5892" y="6648"/>
                </a:lnTo>
                <a:close/>
                <a:moveTo>
                  <a:pt x="9200" y="6648"/>
                </a:moveTo>
                <a:lnTo>
                  <a:pt x="9200" y="7499"/>
                </a:lnTo>
                <a:lnTo>
                  <a:pt x="8349" y="7499"/>
                </a:lnTo>
                <a:lnTo>
                  <a:pt x="8349" y="6648"/>
                </a:lnTo>
                <a:close/>
                <a:moveTo>
                  <a:pt x="1733" y="9137"/>
                </a:moveTo>
                <a:lnTo>
                  <a:pt x="1733" y="11909"/>
                </a:lnTo>
                <a:lnTo>
                  <a:pt x="819" y="11909"/>
                </a:lnTo>
                <a:lnTo>
                  <a:pt x="819" y="9137"/>
                </a:lnTo>
                <a:close/>
                <a:moveTo>
                  <a:pt x="5892" y="9137"/>
                </a:moveTo>
                <a:lnTo>
                  <a:pt x="5892" y="11909"/>
                </a:lnTo>
                <a:lnTo>
                  <a:pt x="4222" y="11909"/>
                </a:lnTo>
                <a:lnTo>
                  <a:pt x="4222" y="9137"/>
                </a:lnTo>
                <a:close/>
                <a:moveTo>
                  <a:pt x="8349" y="9137"/>
                </a:moveTo>
                <a:lnTo>
                  <a:pt x="8349" y="11909"/>
                </a:lnTo>
                <a:lnTo>
                  <a:pt x="6711" y="11909"/>
                </a:lnTo>
                <a:lnTo>
                  <a:pt x="6711" y="9137"/>
                </a:lnTo>
                <a:close/>
                <a:moveTo>
                  <a:pt x="11783" y="9137"/>
                </a:moveTo>
                <a:lnTo>
                  <a:pt x="11783" y="11909"/>
                </a:lnTo>
                <a:lnTo>
                  <a:pt x="10806" y="11909"/>
                </a:lnTo>
                <a:lnTo>
                  <a:pt x="10806" y="9137"/>
                </a:lnTo>
                <a:close/>
                <a:moveTo>
                  <a:pt x="2993" y="1"/>
                </a:moveTo>
                <a:cubicBezTo>
                  <a:pt x="2773" y="1"/>
                  <a:pt x="2615" y="190"/>
                  <a:pt x="2615" y="410"/>
                </a:cubicBezTo>
                <a:lnTo>
                  <a:pt x="2615" y="1670"/>
                </a:lnTo>
                <a:lnTo>
                  <a:pt x="2206" y="1670"/>
                </a:lnTo>
                <a:cubicBezTo>
                  <a:pt x="1985" y="1670"/>
                  <a:pt x="1796" y="1859"/>
                  <a:pt x="1796" y="2080"/>
                </a:cubicBezTo>
                <a:lnTo>
                  <a:pt x="1796" y="8318"/>
                </a:lnTo>
                <a:lnTo>
                  <a:pt x="410" y="8318"/>
                </a:lnTo>
                <a:cubicBezTo>
                  <a:pt x="158" y="8318"/>
                  <a:pt x="0" y="8507"/>
                  <a:pt x="0" y="8696"/>
                </a:cubicBezTo>
                <a:lnTo>
                  <a:pt x="0" y="12287"/>
                </a:lnTo>
                <a:cubicBezTo>
                  <a:pt x="0" y="12540"/>
                  <a:pt x="221" y="12697"/>
                  <a:pt x="410" y="12697"/>
                </a:cubicBezTo>
                <a:lnTo>
                  <a:pt x="12256" y="12697"/>
                </a:lnTo>
                <a:cubicBezTo>
                  <a:pt x="12508" y="12697"/>
                  <a:pt x="12665" y="12477"/>
                  <a:pt x="12665" y="12287"/>
                </a:cubicBezTo>
                <a:lnTo>
                  <a:pt x="12665" y="8696"/>
                </a:lnTo>
                <a:cubicBezTo>
                  <a:pt x="12602" y="8475"/>
                  <a:pt x="12445" y="8318"/>
                  <a:pt x="12224" y="8318"/>
                </a:cubicBezTo>
                <a:lnTo>
                  <a:pt x="10838" y="8318"/>
                </a:lnTo>
                <a:lnTo>
                  <a:pt x="10838" y="2080"/>
                </a:lnTo>
                <a:cubicBezTo>
                  <a:pt x="10838" y="1859"/>
                  <a:pt x="10649" y="1670"/>
                  <a:pt x="10460" y="1670"/>
                </a:cubicBezTo>
                <a:lnTo>
                  <a:pt x="10019" y="1670"/>
                </a:lnTo>
                <a:lnTo>
                  <a:pt x="10019" y="410"/>
                </a:lnTo>
                <a:cubicBezTo>
                  <a:pt x="10019" y="158"/>
                  <a:pt x="9830" y="1"/>
                  <a:pt x="9609"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nvGrpSpPr>
          <p:cNvPr id="360" name="Google Shape;7411;p65">
            <a:extLst>
              <a:ext uri="{FF2B5EF4-FFF2-40B4-BE49-F238E27FC236}">
                <a16:creationId xmlns:a16="http://schemas.microsoft.com/office/drawing/2014/main" id="{CEC0CE57-C82B-F5B2-F0CC-6E22DF903FBD}"/>
              </a:ext>
            </a:extLst>
          </p:cNvPr>
          <p:cNvGrpSpPr/>
          <p:nvPr/>
        </p:nvGrpSpPr>
        <p:grpSpPr>
          <a:xfrm>
            <a:off x="6593495" y="7971607"/>
            <a:ext cx="938702" cy="934055"/>
            <a:chOff x="-63679950" y="3360375"/>
            <a:chExt cx="318225" cy="316650"/>
          </a:xfrm>
          <a:solidFill>
            <a:srgbClr val="555559"/>
          </a:solidFill>
        </p:grpSpPr>
        <p:sp>
          <p:nvSpPr>
            <p:cNvPr id="361" name="Google Shape;7412;p65">
              <a:extLst>
                <a:ext uri="{FF2B5EF4-FFF2-40B4-BE49-F238E27FC236}">
                  <a16:creationId xmlns:a16="http://schemas.microsoft.com/office/drawing/2014/main" id="{0183CF12-6DD0-6EA9-C5E3-DBFD643CB645}"/>
                </a:ext>
              </a:extLst>
            </p:cNvPr>
            <p:cNvSpPr/>
            <p:nvPr/>
          </p:nvSpPr>
          <p:spPr>
            <a:xfrm>
              <a:off x="-63497200" y="3423400"/>
              <a:ext cx="40975" cy="40975"/>
            </a:xfrm>
            <a:custGeom>
              <a:avLst/>
              <a:gdLst/>
              <a:ahLst/>
              <a:cxnLst/>
              <a:rect l="l" t="t" r="r" b="b"/>
              <a:pathLst>
                <a:path w="1639" h="1639" extrusionOk="0">
                  <a:moveTo>
                    <a:pt x="819" y="0"/>
                  </a:moveTo>
                  <a:cubicBezTo>
                    <a:pt x="378" y="0"/>
                    <a:pt x="0" y="378"/>
                    <a:pt x="0" y="819"/>
                  </a:cubicBezTo>
                  <a:cubicBezTo>
                    <a:pt x="0" y="1260"/>
                    <a:pt x="378" y="1638"/>
                    <a:pt x="819" y="1638"/>
                  </a:cubicBezTo>
                  <a:cubicBezTo>
                    <a:pt x="1260" y="1638"/>
                    <a:pt x="1638" y="1260"/>
                    <a:pt x="1638" y="819"/>
                  </a:cubicBezTo>
                  <a:cubicBezTo>
                    <a:pt x="1638" y="378"/>
                    <a:pt x="1260" y="0"/>
                    <a:pt x="81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62" name="Google Shape;7413;p65">
              <a:extLst>
                <a:ext uri="{FF2B5EF4-FFF2-40B4-BE49-F238E27FC236}">
                  <a16:creationId xmlns:a16="http://schemas.microsoft.com/office/drawing/2014/main" id="{8E9576C1-545A-DB6C-F3B7-B535037CDBED}"/>
                </a:ext>
              </a:extLst>
            </p:cNvPr>
            <p:cNvSpPr/>
            <p:nvPr/>
          </p:nvSpPr>
          <p:spPr>
            <a:xfrm>
              <a:off x="-63516900" y="3485625"/>
              <a:ext cx="79575" cy="29950"/>
            </a:xfrm>
            <a:custGeom>
              <a:avLst/>
              <a:gdLst/>
              <a:ahLst/>
              <a:cxnLst/>
              <a:rect l="l" t="t" r="r" b="b"/>
              <a:pathLst>
                <a:path w="3183" h="1198" extrusionOk="0">
                  <a:moveTo>
                    <a:pt x="1607" y="0"/>
                  </a:moveTo>
                  <a:cubicBezTo>
                    <a:pt x="820" y="0"/>
                    <a:pt x="190" y="504"/>
                    <a:pt x="1" y="1197"/>
                  </a:cubicBezTo>
                  <a:lnTo>
                    <a:pt x="3183" y="1197"/>
                  </a:lnTo>
                  <a:cubicBezTo>
                    <a:pt x="3025" y="504"/>
                    <a:pt x="2395" y="0"/>
                    <a:pt x="160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63" name="Google Shape;7414;p65">
              <a:extLst>
                <a:ext uri="{FF2B5EF4-FFF2-40B4-BE49-F238E27FC236}">
                  <a16:creationId xmlns:a16="http://schemas.microsoft.com/office/drawing/2014/main" id="{9EAB5571-FEF7-DBC1-6342-75D28A5CCEE3}"/>
                </a:ext>
              </a:extLst>
            </p:cNvPr>
            <p:cNvSpPr/>
            <p:nvPr/>
          </p:nvSpPr>
          <p:spPr>
            <a:xfrm>
              <a:off x="-63618500" y="3360375"/>
              <a:ext cx="256775" cy="256600"/>
            </a:xfrm>
            <a:custGeom>
              <a:avLst/>
              <a:gdLst/>
              <a:ahLst/>
              <a:cxnLst/>
              <a:rect l="l" t="t" r="r" b="b"/>
              <a:pathLst>
                <a:path w="10271" h="10264" extrusionOk="0">
                  <a:moveTo>
                    <a:pt x="5703" y="1639"/>
                  </a:moveTo>
                  <a:cubicBezTo>
                    <a:pt x="6616" y="1639"/>
                    <a:pt x="7373" y="2395"/>
                    <a:pt x="7373" y="3309"/>
                  </a:cubicBezTo>
                  <a:cubicBezTo>
                    <a:pt x="7373" y="3750"/>
                    <a:pt x="7215" y="4128"/>
                    <a:pt x="6900" y="4443"/>
                  </a:cubicBezTo>
                  <a:cubicBezTo>
                    <a:pt x="7625" y="4884"/>
                    <a:pt x="8192" y="5672"/>
                    <a:pt x="8192" y="6617"/>
                  </a:cubicBezTo>
                  <a:cubicBezTo>
                    <a:pt x="8160" y="6900"/>
                    <a:pt x="8003" y="7058"/>
                    <a:pt x="7751" y="7058"/>
                  </a:cubicBezTo>
                  <a:lnTo>
                    <a:pt x="3623" y="7058"/>
                  </a:lnTo>
                  <a:cubicBezTo>
                    <a:pt x="3371" y="7058"/>
                    <a:pt x="3214" y="6837"/>
                    <a:pt x="3214" y="6617"/>
                  </a:cubicBezTo>
                  <a:cubicBezTo>
                    <a:pt x="3214" y="5672"/>
                    <a:pt x="3749" y="4884"/>
                    <a:pt x="4537" y="4443"/>
                  </a:cubicBezTo>
                  <a:cubicBezTo>
                    <a:pt x="4254" y="4128"/>
                    <a:pt x="4065" y="3718"/>
                    <a:pt x="4065" y="3309"/>
                  </a:cubicBezTo>
                  <a:cubicBezTo>
                    <a:pt x="4065" y="2395"/>
                    <a:pt x="4789" y="1639"/>
                    <a:pt x="5703" y="1639"/>
                  </a:cubicBezTo>
                  <a:close/>
                  <a:moveTo>
                    <a:pt x="5703" y="1"/>
                  </a:moveTo>
                  <a:cubicBezTo>
                    <a:pt x="3182" y="1"/>
                    <a:pt x="1135" y="2049"/>
                    <a:pt x="1135" y="4569"/>
                  </a:cubicBezTo>
                  <a:cubicBezTo>
                    <a:pt x="1135" y="5609"/>
                    <a:pt x="1481" y="6648"/>
                    <a:pt x="2206" y="7467"/>
                  </a:cubicBezTo>
                  <a:lnTo>
                    <a:pt x="1607" y="8066"/>
                  </a:lnTo>
                  <a:lnTo>
                    <a:pt x="756" y="7184"/>
                  </a:lnTo>
                  <a:cubicBezTo>
                    <a:pt x="678" y="7121"/>
                    <a:pt x="567" y="7089"/>
                    <a:pt x="457" y="7089"/>
                  </a:cubicBezTo>
                  <a:cubicBezTo>
                    <a:pt x="347" y="7089"/>
                    <a:pt x="237" y="7121"/>
                    <a:pt x="158" y="7184"/>
                  </a:cubicBezTo>
                  <a:cubicBezTo>
                    <a:pt x="0" y="7341"/>
                    <a:pt x="0" y="7625"/>
                    <a:pt x="158" y="7783"/>
                  </a:cubicBezTo>
                  <a:lnTo>
                    <a:pt x="1324" y="8980"/>
                  </a:lnTo>
                  <a:lnTo>
                    <a:pt x="2521" y="10145"/>
                  </a:lnTo>
                  <a:cubicBezTo>
                    <a:pt x="2600" y="10224"/>
                    <a:pt x="2710" y="10264"/>
                    <a:pt x="2820" y="10264"/>
                  </a:cubicBezTo>
                  <a:cubicBezTo>
                    <a:pt x="2930" y="10264"/>
                    <a:pt x="3041" y="10224"/>
                    <a:pt x="3119" y="10145"/>
                  </a:cubicBezTo>
                  <a:cubicBezTo>
                    <a:pt x="3277" y="9988"/>
                    <a:pt x="3277" y="9704"/>
                    <a:pt x="3119" y="9547"/>
                  </a:cubicBezTo>
                  <a:lnTo>
                    <a:pt x="2237" y="8696"/>
                  </a:lnTo>
                  <a:lnTo>
                    <a:pt x="2836" y="8098"/>
                  </a:lnTo>
                  <a:cubicBezTo>
                    <a:pt x="3655" y="8759"/>
                    <a:pt x="4695" y="9169"/>
                    <a:pt x="5734" y="9169"/>
                  </a:cubicBezTo>
                  <a:cubicBezTo>
                    <a:pt x="8255" y="9169"/>
                    <a:pt x="10271" y="7121"/>
                    <a:pt x="10271" y="4632"/>
                  </a:cubicBezTo>
                  <a:cubicBezTo>
                    <a:pt x="10239" y="2049"/>
                    <a:pt x="8223" y="1"/>
                    <a:pt x="570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64" name="Google Shape;7415;p65">
              <a:extLst>
                <a:ext uri="{FF2B5EF4-FFF2-40B4-BE49-F238E27FC236}">
                  <a16:creationId xmlns:a16="http://schemas.microsoft.com/office/drawing/2014/main" id="{E28544B8-276A-20CF-1B12-DA7363303A89}"/>
                </a:ext>
              </a:extLst>
            </p:cNvPr>
            <p:cNvSpPr/>
            <p:nvPr/>
          </p:nvSpPr>
          <p:spPr>
            <a:xfrm>
              <a:off x="-63679950" y="3576200"/>
              <a:ext cx="102425" cy="100825"/>
            </a:xfrm>
            <a:custGeom>
              <a:avLst/>
              <a:gdLst/>
              <a:ahLst/>
              <a:cxnLst/>
              <a:rect l="l" t="t" r="r" b="b"/>
              <a:pathLst>
                <a:path w="4097" h="4033" extrusionOk="0">
                  <a:moveTo>
                    <a:pt x="2332" y="0"/>
                  </a:moveTo>
                  <a:lnTo>
                    <a:pt x="159" y="2142"/>
                  </a:lnTo>
                  <a:cubicBezTo>
                    <a:pt x="1" y="2300"/>
                    <a:pt x="1" y="2584"/>
                    <a:pt x="159" y="2741"/>
                  </a:cubicBezTo>
                  <a:lnTo>
                    <a:pt x="1356" y="3938"/>
                  </a:lnTo>
                  <a:cubicBezTo>
                    <a:pt x="1434" y="4001"/>
                    <a:pt x="1545" y="4033"/>
                    <a:pt x="1655" y="4033"/>
                  </a:cubicBezTo>
                  <a:cubicBezTo>
                    <a:pt x="1765" y="4033"/>
                    <a:pt x="1876" y="4001"/>
                    <a:pt x="1954" y="3938"/>
                  </a:cubicBezTo>
                  <a:lnTo>
                    <a:pt x="4097" y="1764"/>
                  </a:lnTo>
                  <a:lnTo>
                    <a:pt x="233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sp>
        <p:nvSpPr>
          <p:cNvPr id="365" name="Google Shape;7416;p65">
            <a:extLst>
              <a:ext uri="{FF2B5EF4-FFF2-40B4-BE49-F238E27FC236}">
                <a16:creationId xmlns:a16="http://schemas.microsoft.com/office/drawing/2014/main" id="{CCF07386-E203-74B6-F811-B100E5F088DB}"/>
              </a:ext>
            </a:extLst>
          </p:cNvPr>
          <p:cNvSpPr/>
          <p:nvPr/>
        </p:nvSpPr>
        <p:spPr>
          <a:xfrm>
            <a:off x="6585877" y="9099629"/>
            <a:ext cx="943348" cy="937523"/>
          </a:xfrm>
          <a:custGeom>
            <a:avLst/>
            <a:gdLst/>
            <a:ahLst/>
            <a:cxnLst/>
            <a:rect l="l" t="t" r="r" b="b"/>
            <a:pathLst>
              <a:path w="12792" h="12713" extrusionOk="0">
                <a:moveTo>
                  <a:pt x="8633" y="1229"/>
                </a:moveTo>
                <a:cubicBezTo>
                  <a:pt x="8854" y="1229"/>
                  <a:pt x="9011" y="1418"/>
                  <a:pt x="9011" y="1607"/>
                </a:cubicBezTo>
                <a:lnTo>
                  <a:pt x="9011" y="1890"/>
                </a:lnTo>
                <a:cubicBezTo>
                  <a:pt x="9484" y="2048"/>
                  <a:pt x="9831" y="2520"/>
                  <a:pt x="9831" y="3088"/>
                </a:cubicBezTo>
                <a:cubicBezTo>
                  <a:pt x="9831" y="3308"/>
                  <a:pt x="9641" y="3497"/>
                  <a:pt x="9452" y="3497"/>
                </a:cubicBezTo>
                <a:cubicBezTo>
                  <a:pt x="9200" y="3497"/>
                  <a:pt x="9011" y="3308"/>
                  <a:pt x="9011" y="3088"/>
                </a:cubicBezTo>
                <a:cubicBezTo>
                  <a:pt x="9011" y="2835"/>
                  <a:pt x="8822" y="2678"/>
                  <a:pt x="8633" y="2678"/>
                </a:cubicBezTo>
                <a:cubicBezTo>
                  <a:pt x="8413" y="2678"/>
                  <a:pt x="8192" y="2867"/>
                  <a:pt x="8192" y="3088"/>
                </a:cubicBezTo>
                <a:cubicBezTo>
                  <a:pt x="8224" y="3308"/>
                  <a:pt x="8570" y="3529"/>
                  <a:pt x="8885" y="3781"/>
                </a:cubicBezTo>
                <a:cubicBezTo>
                  <a:pt x="9326" y="4096"/>
                  <a:pt x="9894" y="4505"/>
                  <a:pt x="9894" y="5167"/>
                </a:cubicBezTo>
                <a:cubicBezTo>
                  <a:pt x="9894" y="5702"/>
                  <a:pt x="9515" y="6143"/>
                  <a:pt x="9043" y="6333"/>
                </a:cubicBezTo>
                <a:lnTo>
                  <a:pt x="9043" y="6616"/>
                </a:lnTo>
                <a:cubicBezTo>
                  <a:pt x="9043" y="6868"/>
                  <a:pt x="8854" y="7026"/>
                  <a:pt x="8665" y="7026"/>
                </a:cubicBezTo>
                <a:cubicBezTo>
                  <a:pt x="8476" y="7026"/>
                  <a:pt x="8224" y="6805"/>
                  <a:pt x="8224" y="6616"/>
                </a:cubicBezTo>
                <a:lnTo>
                  <a:pt x="8224" y="6333"/>
                </a:lnTo>
                <a:cubicBezTo>
                  <a:pt x="7751" y="6175"/>
                  <a:pt x="7405" y="5702"/>
                  <a:pt x="7405" y="5167"/>
                </a:cubicBezTo>
                <a:cubicBezTo>
                  <a:pt x="7405" y="4915"/>
                  <a:pt x="7594" y="4757"/>
                  <a:pt x="7783" y="4757"/>
                </a:cubicBezTo>
                <a:cubicBezTo>
                  <a:pt x="8003" y="4757"/>
                  <a:pt x="8192" y="4978"/>
                  <a:pt x="8192" y="5167"/>
                </a:cubicBezTo>
                <a:cubicBezTo>
                  <a:pt x="8192" y="5387"/>
                  <a:pt x="8381" y="5608"/>
                  <a:pt x="8633" y="5608"/>
                </a:cubicBezTo>
                <a:cubicBezTo>
                  <a:pt x="8854" y="5608"/>
                  <a:pt x="9011" y="5387"/>
                  <a:pt x="9011" y="5167"/>
                </a:cubicBezTo>
                <a:cubicBezTo>
                  <a:pt x="9011" y="4915"/>
                  <a:pt x="8696" y="4694"/>
                  <a:pt x="8350" y="4442"/>
                </a:cubicBezTo>
                <a:cubicBezTo>
                  <a:pt x="7909" y="4127"/>
                  <a:pt x="7373" y="3749"/>
                  <a:pt x="7373" y="3088"/>
                </a:cubicBezTo>
                <a:cubicBezTo>
                  <a:pt x="7373" y="2520"/>
                  <a:pt x="7720" y="2079"/>
                  <a:pt x="8192" y="1890"/>
                </a:cubicBezTo>
                <a:lnTo>
                  <a:pt x="8192" y="1607"/>
                </a:lnTo>
                <a:cubicBezTo>
                  <a:pt x="8192" y="1386"/>
                  <a:pt x="8381" y="1229"/>
                  <a:pt x="8633" y="1229"/>
                </a:cubicBezTo>
                <a:close/>
                <a:moveTo>
                  <a:pt x="6050" y="6616"/>
                </a:moveTo>
                <a:lnTo>
                  <a:pt x="5073" y="10239"/>
                </a:lnTo>
                <a:lnTo>
                  <a:pt x="4853" y="9388"/>
                </a:lnTo>
                <a:cubicBezTo>
                  <a:pt x="4793" y="9168"/>
                  <a:pt x="4617" y="9049"/>
                  <a:pt x="4433" y="9049"/>
                </a:cubicBezTo>
                <a:cubicBezTo>
                  <a:pt x="4328" y="9049"/>
                  <a:pt x="4220" y="9088"/>
                  <a:pt x="4128" y="9168"/>
                </a:cubicBezTo>
                <a:lnTo>
                  <a:pt x="1450" y="11846"/>
                </a:lnTo>
                <a:lnTo>
                  <a:pt x="852" y="11279"/>
                </a:lnTo>
                <a:lnTo>
                  <a:pt x="3530" y="8601"/>
                </a:lnTo>
                <a:cubicBezTo>
                  <a:pt x="3782" y="8349"/>
                  <a:pt x="3656" y="7939"/>
                  <a:pt x="3341" y="7876"/>
                </a:cubicBezTo>
                <a:lnTo>
                  <a:pt x="2490" y="7624"/>
                </a:lnTo>
                <a:lnTo>
                  <a:pt x="6050" y="6616"/>
                </a:lnTo>
                <a:close/>
                <a:moveTo>
                  <a:pt x="8665" y="0"/>
                </a:moveTo>
                <a:cubicBezTo>
                  <a:pt x="6365" y="0"/>
                  <a:pt x="4538" y="1859"/>
                  <a:pt x="4538" y="4127"/>
                </a:cubicBezTo>
                <a:cubicBezTo>
                  <a:pt x="4538" y="4852"/>
                  <a:pt x="4695" y="5513"/>
                  <a:pt x="5042" y="6112"/>
                </a:cubicBezTo>
                <a:lnTo>
                  <a:pt x="820" y="7341"/>
                </a:lnTo>
                <a:cubicBezTo>
                  <a:pt x="442" y="7435"/>
                  <a:pt x="442" y="8034"/>
                  <a:pt x="820" y="8128"/>
                </a:cubicBezTo>
                <a:lnTo>
                  <a:pt x="2490" y="8538"/>
                </a:lnTo>
                <a:lnTo>
                  <a:pt x="316" y="10712"/>
                </a:lnTo>
                <a:cubicBezTo>
                  <a:pt x="1" y="11027"/>
                  <a:pt x="1" y="11594"/>
                  <a:pt x="316" y="11909"/>
                </a:cubicBezTo>
                <a:lnTo>
                  <a:pt x="915" y="12476"/>
                </a:lnTo>
                <a:cubicBezTo>
                  <a:pt x="1072" y="12633"/>
                  <a:pt x="1285" y="12712"/>
                  <a:pt x="1497" y="12712"/>
                </a:cubicBezTo>
                <a:cubicBezTo>
                  <a:pt x="1710" y="12712"/>
                  <a:pt x="1923" y="12633"/>
                  <a:pt x="2080" y="12476"/>
                </a:cubicBezTo>
                <a:lnTo>
                  <a:pt x="4254" y="10334"/>
                </a:lnTo>
                <a:lnTo>
                  <a:pt x="4695" y="11972"/>
                </a:lnTo>
                <a:cubicBezTo>
                  <a:pt x="4759" y="12180"/>
                  <a:pt x="4930" y="12291"/>
                  <a:pt x="5098" y="12291"/>
                </a:cubicBezTo>
                <a:cubicBezTo>
                  <a:pt x="5261" y="12291"/>
                  <a:pt x="5421" y="12188"/>
                  <a:pt x="5483" y="11972"/>
                </a:cubicBezTo>
                <a:lnTo>
                  <a:pt x="6712" y="7750"/>
                </a:lnTo>
                <a:cubicBezTo>
                  <a:pt x="7279" y="8065"/>
                  <a:pt x="7972" y="8286"/>
                  <a:pt x="8665" y="8286"/>
                </a:cubicBezTo>
                <a:cubicBezTo>
                  <a:pt x="10965" y="8286"/>
                  <a:pt x="12792" y="6427"/>
                  <a:pt x="12792" y="4127"/>
                </a:cubicBezTo>
                <a:cubicBezTo>
                  <a:pt x="12760" y="1859"/>
                  <a:pt x="10902" y="0"/>
                  <a:pt x="8665"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nvGrpSpPr>
          <p:cNvPr id="366" name="Google Shape;7417;p65">
            <a:extLst>
              <a:ext uri="{FF2B5EF4-FFF2-40B4-BE49-F238E27FC236}">
                <a16:creationId xmlns:a16="http://schemas.microsoft.com/office/drawing/2014/main" id="{230369A5-C350-0C17-1147-947567A88DB3}"/>
              </a:ext>
            </a:extLst>
          </p:cNvPr>
          <p:cNvGrpSpPr/>
          <p:nvPr/>
        </p:nvGrpSpPr>
        <p:grpSpPr>
          <a:xfrm>
            <a:off x="6589993" y="10193107"/>
            <a:ext cx="945706" cy="937005"/>
            <a:chOff x="-63679950" y="4093450"/>
            <a:chExt cx="320600" cy="317650"/>
          </a:xfrm>
          <a:solidFill>
            <a:srgbClr val="555559"/>
          </a:solidFill>
        </p:grpSpPr>
        <p:sp>
          <p:nvSpPr>
            <p:cNvPr id="367" name="Google Shape;7418;p65">
              <a:extLst>
                <a:ext uri="{FF2B5EF4-FFF2-40B4-BE49-F238E27FC236}">
                  <a16:creationId xmlns:a16="http://schemas.microsoft.com/office/drawing/2014/main" id="{9B85DFD5-E6EC-3D2F-E7E3-AC33182221A7}"/>
                </a:ext>
              </a:extLst>
            </p:cNvPr>
            <p:cNvSpPr/>
            <p:nvPr/>
          </p:nvSpPr>
          <p:spPr>
            <a:xfrm>
              <a:off x="-63595650" y="4093450"/>
              <a:ext cx="236300" cy="230425"/>
            </a:xfrm>
            <a:custGeom>
              <a:avLst/>
              <a:gdLst/>
              <a:ahLst/>
              <a:cxnLst/>
              <a:rect l="l" t="t" r="r" b="b"/>
              <a:pathLst>
                <a:path w="9452" h="9217" extrusionOk="0">
                  <a:moveTo>
                    <a:pt x="3387" y="836"/>
                  </a:moveTo>
                  <a:cubicBezTo>
                    <a:pt x="3497" y="836"/>
                    <a:pt x="3607" y="875"/>
                    <a:pt x="3686" y="954"/>
                  </a:cubicBezTo>
                  <a:cubicBezTo>
                    <a:pt x="3844" y="1111"/>
                    <a:pt x="3844" y="1395"/>
                    <a:pt x="3686" y="1553"/>
                  </a:cubicBezTo>
                  <a:lnTo>
                    <a:pt x="1638" y="3600"/>
                  </a:lnTo>
                  <a:cubicBezTo>
                    <a:pt x="1560" y="3679"/>
                    <a:pt x="1449" y="3718"/>
                    <a:pt x="1339" y="3718"/>
                  </a:cubicBezTo>
                  <a:cubicBezTo>
                    <a:pt x="1229" y="3718"/>
                    <a:pt x="1118" y="3679"/>
                    <a:pt x="1040" y="3600"/>
                  </a:cubicBezTo>
                  <a:cubicBezTo>
                    <a:pt x="882" y="3443"/>
                    <a:pt x="882" y="3159"/>
                    <a:pt x="1040" y="3002"/>
                  </a:cubicBezTo>
                  <a:lnTo>
                    <a:pt x="3088" y="954"/>
                  </a:lnTo>
                  <a:cubicBezTo>
                    <a:pt x="3166" y="875"/>
                    <a:pt x="3277" y="836"/>
                    <a:pt x="3387" y="836"/>
                  </a:cubicBezTo>
                  <a:close/>
                  <a:moveTo>
                    <a:pt x="8081" y="5530"/>
                  </a:moveTo>
                  <a:cubicBezTo>
                    <a:pt x="8191" y="5530"/>
                    <a:pt x="8302" y="5569"/>
                    <a:pt x="8380" y="5648"/>
                  </a:cubicBezTo>
                  <a:cubicBezTo>
                    <a:pt x="8538" y="5806"/>
                    <a:pt x="8538" y="6089"/>
                    <a:pt x="8380" y="6247"/>
                  </a:cubicBezTo>
                  <a:lnTo>
                    <a:pt x="6333" y="8295"/>
                  </a:lnTo>
                  <a:cubicBezTo>
                    <a:pt x="6254" y="8358"/>
                    <a:pt x="6143" y="8389"/>
                    <a:pt x="6033" y="8389"/>
                  </a:cubicBezTo>
                  <a:cubicBezTo>
                    <a:pt x="5923" y="8389"/>
                    <a:pt x="5813" y="8358"/>
                    <a:pt x="5734" y="8295"/>
                  </a:cubicBezTo>
                  <a:cubicBezTo>
                    <a:pt x="5576" y="8137"/>
                    <a:pt x="5576" y="7853"/>
                    <a:pt x="5734" y="7696"/>
                  </a:cubicBezTo>
                  <a:lnTo>
                    <a:pt x="7782" y="5648"/>
                  </a:lnTo>
                  <a:cubicBezTo>
                    <a:pt x="7861" y="5569"/>
                    <a:pt x="7971" y="5530"/>
                    <a:pt x="8081" y="5530"/>
                  </a:cubicBezTo>
                  <a:close/>
                  <a:moveTo>
                    <a:pt x="3414" y="1"/>
                  </a:moveTo>
                  <a:cubicBezTo>
                    <a:pt x="3095" y="1"/>
                    <a:pt x="2772" y="119"/>
                    <a:pt x="2520" y="355"/>
                  </a:cubicBezTo>
                  <a:lnTo>
                    <a:pt x="473" y="2403"/>
                  </a:lnTo>
                  <a:cubicBezTo>
                    <a:pt x="0" y="2876"/>
                    <a:pt x="0" y="3663"/>
                    <a:pt x="473" y="4199"/>
                  </a:cubicBezTo>
                  <a:cubicBezTo>
                    <a:pt x="700" y="4406"/>
                    <a:pt x="1008" y="4544"/>
                    <a:pt x="1345" y="4544"/>
                  </a:cubicBezTo>
                  <a:cubicBezTo>
                    <a:pt x="1522" y="4544"/>
                    <a:pt x="1706" y="4506"/>
                    <a:pt x="1890" y="4419"/>
                  </a:cubicBezTo>
                  <a:lnTo>
                    <a:pt x="4915" y="7444"/>
                  </a:lnTo>
                  <a:cubicBezTo>
                    <a:pt x="4663" y="7980"/>
                    <a:pt x="4789" y="8515"/>
                    <a:pt x="5135" y="8862"/>
                  </a:cubicBezTo>
                  <a:cubicBezTo>
                    <a:pt x="5372" y="9098"/>
                    <a:pt x="5687" y="9216"/>
                    <a:pt x="6010" y="9216"/>
                  </a:cubicBezTo>
                  <a:cubicBezTo>
                    <a:pt x="6333" y="9216"/>
                    <a:pt x="6663" y="9098"/>
                    <a:pt x="6931" y="8862"/>
                  </a:cubicBezTo>
                  <a:lnTo>
                    <a:pt x="8979" y="6814"/>
                  </a:lnTo>
                  <a:cubicBezTo>
                    <a:pt x="9452" y="6341"/>
                    <a:pt x="9452" y="5554"/>
                    <a:pt x="8979" y="5050"/>
                  </a:cubicBezTo>
                  <a:cubicBezTo>
                    <a:pt x="8757" y="4828"/>
                    <a:pt x="8445" y="4696"/>
                    <a:pt x="8117" y="4696"/>
                  </a:cubicBezTo>
                  <a:cubicBezTo>
                    <a:pt x="7933" y="4696"/>
                    <a:pt x="7743" y="4738"/>
                    <a:pt x="7561" y="4829"/>
                  </a:cubicBezTo>
                  <a:lnTo>
                    <a:pt x="4505" y="1773"/>
                  </a:lnTo>
                  <a:cubicBezTo>
                    <a:pt x="4757" y="1269"/>
                    <a:pt x="4631" y="733"/>
                    <a:pt x="4285" y="355"/>
                  </a:cubicBezTo>
                  <a:cubicBezTo>
                    <a:pt x="4048" y="119"/>
                    <a:pt x="3733" y="1"/>
                    <a:pt x="341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68" name="Google Shape;7419;p65">
              <a:extLst>
                <a:ext uri="{FF2B5EF4-FFF2-40B4-BE49-F238E27FC236}">
                  <a16:creationId xmlns:a16="http://schemas.microsoft.com/office/drawing/2014/main" id="{BDAAEF27-3339-F56C-4423-45128FEBCA86}"/>
                </a:ext>
              </a:extLst>
            </p:cNvPr>
            <p:cNvSpPr/>
            <p:nvPr/>
          </p:nvSpPr>
          <p:spPr>
            <a:xfrm>
              <a:off x="-63679950" y="4233850"/>
              <a:ext cx="177250" cy="177250"/>
            </a:xfrm>
            <a:custGeom>
              <a:avLst/>
              <a:gdLst/>
              <a:ahLst/>
              <a:cxnLst/>
              <a:rect l="l" t="t" r="r" b="b"/>
              <a:pathLst>
                <a:path w="7090" h="7090" extrusionOk="0">
                  <a:moveTo>
                    <a:pt x="5325" y="1"/>
                  </a:moveTo>
                  <a:lnTo>
                    <a:pt x="4160" y="1166"/>
                  </a:lnTo>
                  <a:cubicBezTo>
                    <a:pt x="4081" y="1088"/>
                    <a:pt x="3971" y="1048"/>
                    <a:pt x="3860" y="1048"/>
                  </a:cubicBezTo>
                  <a:cubicBezTo>
                    <a:pt x="3750" y="1048"/>
                    <a:pt x="3640" y="1088"/>
                    <a:pt x="3561" y="1166"/>
                  </a:cubicBezTo>
                  <a:lnTo>
                    <a:pt x="474" y="4254"/>
                  </a:lnTo>
                  <a:cubicBezTo>
                    <a:pt x="159" y="4569"/>
                    <a:pt x="1" y="4947"/>
                    <a:pt x="1" y="5419"/>
                  </a:cubicBezTo>
                  <a:cubicBezTo>
                    <a:pt x="1" y="5861"/>
                    <a:pt x="159" y="6302"/>
                    <a:pt x="474" y="6617"/>
                  </a:cubicBezTo>
                  <a:cubicBezTo>
                    <a:pt x="789" y="6932"/>
                    <a:pt x="1214" y="7089"/>
                    <a:pt x="1639" y="7089"/>
                  </a:cubicBezTo>
                  <a:cubicBezTo>
                    <a:pt x="2065" y="7089"/>
                    <a:pt x="2490" y="6932"/>
                    <a:pt x="2805" y="6617"/>
                  </a:cubicBezTo>
                  <a:lnTo>
                    <a:pt x="5892" y="3529"/>
                  </a:lnTo>
                  <a:cubicBezTo>
                    <a:pt x="6081" y="3372"/>
                    <a:pt x="6081" y="3088"/>
                    <a:pt x="5924" y="2931"/>
                  </a:cubicBezTo>
                  <a:lnTo>
                    <a:pt x="7090" y="1765"/>
                  </a:lnTo>
                  <a:lnTo>
                    <a:pt x="5325"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69" name="Google Shape;7420;p65">
              <a:extLst>
                <a:ext uri="{FF2B5EF4-FFF2-40B4-BE49-F238E27FC236}">
                  <a16:creationId xmlns:a16="http://schemas.microsoft.com/office/drawing/2014/main" id="{8FC52A96-4C60-0D5F-7274-359DBD8C6689}"/>
                </a:ext>
              </a:extLst>
            </p:cNvPr>
            <p:cNvSpPr/>
            <p:nvPr/>
          </p:nvSpPr>
          <p:spPr>
            <a:xfrm>
              <a:off x="-63548400" y="4348850"/>
              <a:ext cx="185900" cy="62250"/>
            </a:xfrm>
            <a:custGeom>
              <a:avLst/>
              <a:gdLst/>
              <a:ahLst/>
              <a:cxnLst/>
              <a:rect l="l" t="t" r="r" b="b"/>
              <a:pathLst>
                <a:path w="7436" h="2490" extrusionOk="0">
                  <a:moveTo>
                    <a:pt x="2048" y="0"/>
                  </a:moveTo>
                  <a:cubicBezTo>
                    <a:pt x="1355" y="0"/>
                    <a:pt x="819" y="536"/>
                    <a:pt x="819" y="1229"/>
                  </a:cubicBezTo>
                  <a:lnTo>
                    <a:pt x="819" y="1639"/>
                  </a:lnTo>
                  <a:lnTo>
                    <a:pt x="410" y="1639"/>
                  </a:lnTo>
                  <a:cubicBezTo>
                    <a:pt x="189" y="1639"/>
                    <a:pt x="0" y="1859"/>
                    <a:pt x="0" y="2048"/>
                  </a:cubicBezTo>
                  <a:cubicBezTo>
                    <a:pt x="0" y="2269"/>
                    <a:pt x="189" y="2489"/>
                    <a:pt x="410" y="2489"/>
                  </a:cubicBezTo>
                  <a:lnTo>
                    <a:pt x="7026" y="2489"/>
                  </a:lnTo>
                  <a:cubicBezTo>
                    <a:pt x="7278" y="2489"/>
                    <a:pt x="7435" y="2269"/>
                    <a:pt x="7435" y="2048"/>
                  </a:cubicBezTo>
                  <a:cubicBezTo>
                    <a:pt x="7435" y="1859"/>
                    <a:pt x="7246" y="1639"/>
                    <a:pt x="6994" y="1639"/>
                  </a:cubicBezTo>
                  <a:lnTo>
                    <a:pt x="6616" y="1639"/>
                  </a:lnTo>
                  <a:lnTo>
                    <a:pt x="6616" y="1229"/>
                  </a:lnTo>
                  <a:cubicBezTo>
                    <a:pt x="6616" y="536"/>
                    <a:pt x="6049" y="0"/>
                    <a:pt x="535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370" name="Google Shape;7421;p65">
            <a:extLst>
              <a:ext uri="{FF2B5EF4-FFF2-40B4-BE49-F238E27FC236}">
                <a16:creationId xmlns:a16="http://schemas.microsoft.com/office/drawing/2014/main" id="{732464E2-86E9-C43E-7FAA-F0BC6509071C}"/>
              </a:ext>
            </a:extLst>
          </p:cNvPr>
          <p:cNvGrpSpPr/>
          <p:nvPr/>
        </p:nvGrpSpPr>
        <p:grpSpPr>
          <a:xfrm>
            <a:off x="12236201" y="7970426"/>
            <a:ext cx="934055" cy="936416"/>
            <a:chOff x="-61784125" y="3377700"/>
            <a:chExt cx="316650" cy="317450"/>
          </a:xfrm>
          <a:solidFill>
            <a:srgbClr val="555559"/>
          </a:solidFill>
        </p:grpSpPr>
        <p:sp>
          <p:nvSpPr>
            <p:cNvPr id="371" name="Google Shape;7422;p65">
              <a:extLst>
                <a:ext uri="{FF2B5EF4-FFF2-40B4-BE49-F238E27FC236}">
                  <a16:creationId xmlns:a16="http://schemas.microsoft.com/office/drawing/2014/main" id="{0AFFABA1-97AE-CD2C-57E4-AD8FFDF31E94}"/>
                </a:ext>
              </a:extLst>
            </p:cNvPr>
            <p:cNvSpPr/>
            <p:nvPr/>
          </p:nvSpPr>
          <p:spPr>
            <a:xfrm>
              <a:off x="-61688025" y="3460400"/>
              <a:ext cx="124450" cy="51225"/>
            </a:xfrm>
            <a:custGeom>
              <a:avLst/>
              <a:gdLst/>
              <a:ahLst/>
              <a:cxnLst/>
              <a:rect l="l" t="t" r="r" b="b"/>
              <a:pathLst>
                <a:path w="4978" h="2049" extrusionOk="0">
                  <a:moveTo>
                    <a:pt x="630" y="1"/>
                  </a:moveTo>
                  <a:cubicBezTo>
                    <a:pt x="252" y="442"/>
                    <a:pt x="0" y="1041"/>
                    <a:pt x="0" y="1671"/>
                  </a:cubicBezTo>
                  <a:cubicBezTo>
                    <a:pt x="0" y="1891"/>
                    <a:pt x="189" y="2049"/>
                    <a:pt x="441" y="2049"/>
                  </a:cubicBezTo>
                  <a:lnTo>
                    <a:pt x="4568" y="2049"/>
                  </a:lnTo>
                  <a:cubicBezTo>
                    <a:pt x="4820" y="2049"/>
                    <a:pt x="4978" y="1860"/>
                    <a:pt x="4978" y="1671"/>
                  </a:cubicBezTo>
                  <a:cubicBezTo>
                    <a:pt x="4978" y="1041"/>
                    <a:pt x="4726" y="442"/>
                    <a:pt x="4348" y="1"/>
                  </a:cubicBezTo>
                  <a:cubicBezTo>
                    <a:pt x="3875" y="568"/>
                    <a:pt x="3182" y="852"/>
                    <a:pt x="2489" y="852"/>
                  </a:cubicBezTo>
                  <a:cubicBezTo>
                    <a:pt x="1827" y="852"/>
                    <a:pt x="1134" y="568"/>
                    <a:pt x="63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72" name="Google Shape;7423;p65">
              <a:extLst>
                <a:ext uri="{FF2B5EF4-FFF2-40B4-BE49-F238E27FC236}">
                  <a16:creationId xmlns:a16="http://schemas.microsoft.com/office/drawing/2014/main" id="{561BAE16-55DD-DF38-14ED-2E33672861DF}"/>
                </a:ext>
              </a:extLst>
            </p:cNvPr>
            <p:cNvSpPr/>
            <p:nvPr/>
          </p:nvSpPr>
          <p:spPr>
            <a:xfrm>
              <a:off x="-61677800" y="3518900"/>
              <a:ext cx="104775" cy="61850"/>
            </a:xfrm>
            <a:custGeom>
              <a:avLst/>
              <a:gdLst/>
              <a:ahLst/>
              <a:cxnLst/>
              <a:rect l="l" t="t" r="r" b="b"/>
              <a:pathLst>
                <a:path w="4191" h="2474" extrusionOk="0">
                  <a:moveTo>
                    <a:pt x="2096" y="0"/>
                  </a:moveTo>
                  <a:cubicBezTo>
                    <a:pt x="1985" y="0"/>
                    <a:pt x="1875" y="40"/>
                    <a:pt x="1796" y="118"/>
                  </a:cubicBezTo>
                  <a:lnTo>
                    <a:pt x="158" y="1757"/>
                  </a:lnTo>
                  <a:cubicBezTo>
                    <a:pt x="1" y="1914"/>
                    <a:pt x="1" y="2198"/>
                    <a:pt x="158" y="2355"/>
                  </a:cubicBezTo>
                  <a:cubicBezTo>
                    <a:pt x="237" y="2434"/>
                    <a:pt x="339" y="2473"/>
                    <a:pt x="442" y="2473"/>
                  </a:cubicBezTo>
                  <a:cubicBezTo>
                    <a:pt x="544" y="2473"/>
                    <a:pt x="646" y="2434"/>
                    <a:pt x="725" y="2355"/>
                  </a:cubicBezTo>
                  <a:lnTo>
                    <a:pt x="2111" y="969"/>
                  </a:lnTo>
                  <a:lnTo>
                    <a:pt x="3498" y="2355"/>
                  </a:lnTo>
                  <a:cubicBezTo>
                    <a:pt x="3576" y="2434"/>
                    <a:pt x="3687" y="2473"/>
                    <a:pt x="3797" y="2473"/>
                  </a:cubicBezTo>
                  <a:cubicBezTo>
                    <a:pt x="3907" y="2473"/>
                    <a:pt x="4017" y="2434"/>
                    <a:pt x="4096" y="2355"/>
                  </a:cubicBezTo>
                  <a:cubicBezTo>
                    <a:pt x="4191" y="2198"/>
                    <a:pt x="4191" y="1914"/>
                    <a:pt x="4033" y="1757"/>
                  </a:cubicBezTo>
                  <a:lnTo>
                    <a:pt x="2395" y="118"/>
                  </a:lnTo>
                  <a:cubicBezTo>
                    <a:pt x="2316" y="40"/>
                    <a:pt x="2206" y="0"/>
                    <a:pt x="209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73" name="Google Shape;7424;p65">
              <a:extLst>
                <a:ext uri="{FF2B5EF4-FFF2-40B4-BE49-F238E27FC236}">
                  <a16:creationId xmlns:a16="http://schemas.microsoft.com/office/drawing/2014/main" id="{4157D5D8-C355-CAFE-E28F-FF235DB51FF6}"/>
                </a:ext>
              </a:extLst>
            </p:cNvPr>
            <p:cNvSpPr/>
            <p:nvPr/>
          </p:nvSpPr>
          <p:spPr>
            <a:xfrm>
              <a:off x="-61667550" y="3377700"/>
              <a:ext cx="82700" cy="82725"/>
            </a:xfrm>
            <a:custGeom>
              <a:avLst/>
              <a:gdLst/>
              <a:ahLst/>
              <a:cxnLst/>
              <a:rect l="l" t="t" r="r" b="b"/>
              <a:pathLst>
                <a:path w="3308" h="3309" extrusionOk="0">
                  <a:moveTo>
                    <a:pt x="1670" y="1"/>
                  </a:moveTo>
                  <a:cubicBezTo>
                    <a:pt x="756" y="1"/>
                    <a:pt x="0" y="757"/>
                    <a:pt x="0" y="1671"/>
                  </a:cubicBezTo>
                  <a:cubicBezTo>
                    <a:pt x="0" y="2584"/>
                    <a:pt x="756" y="3309"/>
                    <a:pt x="1670" y="3309"/>
                  </a:cubicBezTo>
                  <a:cubicBezTo>
                    <a:pt x="2584" y="3309"/>
                    <a:pt x="3308" y="2584"/>
                    <a:pt x="3308" y="1671"/>
                  </a:cubicBezTo>
                  <a:cubicBezTo>
                    <a:pt x="3308" y="757"/>
                    <a:pt x="2584" y="1"/>
                    <a:pt x="167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74" name="Google Shape;7425;p65">
              <a:extLst>
                <a:ext uri="{FF2B5EF4-FFF2-40B4-BE49-F238E27FC236}">
                  <a16:creationId xmlns:a16="http://schemas.microsoft.com/office/drawing/2014/main" id="{07FE9E69-10A7-EC2B-34E1-EBB20E99996B}"/>
                </a:ext>
              </a:extLst>
            </p:cNvPr>
            <p:cNvSpPr/>
            <p:nvPr/>
          </p:nvSpPr>
          <p:spPr>
            <a:xfrm>
              <a:off x="-61591150" y="3643150"/>
              <a:ext cx="123675" cy="51200"/>
            </a:xfrm>
            <a:custGeom>
              <a:avLst/>
              <a:gdLst/>
              <a:ahLst/>
              <a:cxnLst/>
              <a:rect l="l" t="t" r="r" b="b"/>
              <a:pathLst>
                <a:path w="4947" h="2048" extrusionOk="0">
                  <a:moveTo>
                    <a:pt x="630" y="0"/>
                  </a:moveTo>
                  <a:cubicBezTo>
                    <a:pt x="221" y="410"/>
                    <a:pt x="0" y="1008"/>
                    <a:pt x="0" y="1638"/>
                  </a:cubicBezTo>
                  <a:cubicBezTo>
                    <a:pt x="0" y="1890"/>
                    <a:pt x="189" y="2048"/>
                    <a:pt x="378" y="2048"/>
                  </a:cubicBezTo>
                  <a:lnTo>
                    <a:pt x="4505" y="2048"/>
                  </a:lnTo>
                  <a:cubicBezTo>
                    <a:pt x="4757" y="2048"/>
                    <a:pt x="4946" y="1827"/>
                    <a:pt x="4946" y="1638"/>
                  </a:cubicBezTo>
                  <a:cubicBezTo>
                    <a:pt x="4946" y="1008"/>
                    <a:pt x="4726" y="410"/>
                    <a:pt x="4316" y="0"/>
                  </a:cubicBezTo>
                  <a:cubicBezTo>
                    <a:pt x="3844" y="536"/>
                    <a:pt x="3182" y="819"/>
                    <a:pt x="2458" y="819"/>
                  </a:cubicBezTo>
                  <a:cubicBezTo>
                    <a:pt x="1796" y="819"/>
                    <a:pt x="1134" y="536"/>
                    <a:pt x="6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75" name="Google Shape;7426;p65">
              <a:extLst>
                <a:ext uri="{FF2B5EF4-FFF2-40B4-BE49-F238E27FC236}">
                  <a16:creationId xmlns:a16="http://schemas.microsoft.com/office/drawing/2014/main" id="{9F726285-06F6-6D25-6397-B26E0281FF45}"/>
                </a:ext>
              </a:extLst>
            </p:cNvPr>
            <p:cNvSpPr/>
            <p:nvPr/>
          </p:nvSpPr>
          <p:spPr>
            <a:xfrm>
              <a:off x="-61570675" y="3560450"/>
              <a:ext cx="82725" cy="82725"/>
            </a:xfrm>
            <a:custGeom>
              <a:avLst/>
              <a:gdLst/>
              <a:ahLst/>
              <a:cxnLst/>
              <a:rect l="l" t="t" r="r" b="b"/>
              <a:pathLst>
                <a:path w="3309" h="3309" extrusionOk="0">
                  <a:moveTo>
                    <a:pt x="1670" y="0"/>
                  </a:moveTo>
                  <a:cubicBezTo>
                    <a:pt x="756" y="0"/>
                    <a:pt x="0" y="725"/>
                    <a:pt x="0" y="1638"/>
                  </a:cubicBezTo>
                  <a:cubicBezTo>
                    <a:pt x="0" y="2552"/>
                    <a:pt x="756" y="3308"/>
                    <a:pt x="1670" y="3308"/>
                  </a:cubicBezTo>
                  <a:cubicBezTo>
                    <a:pt x="2552" y="3308"/>
                    <a:pt x="3308" y="2552"/>
                    <a:pt x="3308" y="1638"/>
                  </a:cubicBezTo>
                  <a:cubicBezTo>
                    <a:pt x="3308" y="725"/>
                    <a:pt x="2552" y="0"/>
                    <a:pt x="167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76" name="Google Shape;7427;p65">
              <a:extLst>
                <a:ext uri="{FF2B5EF4-FFF2-40B4-BE49-F238E27FC236}">
                  <a16:creationId xmlns:a16="http://schemas.microsoft.com/office/drawing/2014/main" id="{204E9545-D6D8-7F94-C609-A4E1ED041B11}"/>
                </a:ext>
              </a:extLst>
            </p:cNvPr>
            <p:cNvSpPr/>
            <p:nvPr/>
          </p:nvSpPr>
          <p:spPr>
            <a:xfrm>
              <a:off x="-61784125" y="3643925"/>
              <a:ext cx="124450" cy="51225"/>
            </a:xfrm>
            <a:custGeom>
              <a:avLst/>
              <a:gdLst/>
              <a:ahLst/>
              <a:cxnLst/>
              <a:rect l="l" t="t" r="r" b="b"/>
              <a:pathLst>
                <a:path w="4978" h="2049" extrusionOk="0">
                  <a:moveTo>
                    <a:pt x="662" y="1"/>
                  </a:moveTo>
                  <a:cubicBezTo>
                    <a:pt x="252" y="442"/>
                    <a:pt x="32" y="1009"/>
                    <a:pt x="32" y="1639"/>
                  </a:cubicBezTo>
                  <a:cubicBezTo>
                    <a:pt x="0" y="1859"/>
                    <a:pt x="189" y="2048"/>
                    <a:pt x="410" y="2048"/>
                  </a:cubicBezTo>
                  <a:lnTo>
                    <a:pt x="4569" y="2048"/>
                  </a:lnTo>
                  <a:cubicBezTo>
                    <a:pt x="4789" y="2048"/>
                    <a:pt x="4978" y="1859"/>
                    <a:pt x="4978" y="1639"/>
                  </a:cubicBezTo>
                  <a:cubicBezTo>
                    <a:pt x="4978" y="1009"/>
                    <a:pt x="4758" y="442"/>
                    <a:pt x="4348" y="1"/>
                  </a:cubicBezTo>
                  <a:cubicBezTo>
                    <a:pt x="3876" y="536"/>
                    <a:pt x="3214" y="820"/>
                    <a:pt x="2521" y="820"/>
                  </a:cubicBezTo>
                  <a:cubicBezTo>
                    <a:pt x="1828" y="820"/>
                    <a:pt x="1166" y="536"/>
                    <a:pt x="6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77" name="Google Shape;7428;p65">
              <a:extLst>
                <a:ext uri="{FF2B5EF4-FFF2-40B4-BE49-F238E27FC236}">
                  <a16:creationId xmlns:a16="http://schemas.microsoft.com/office/drawing/2014/main" id="{F0B3D404-DAF7-FA9B-695E-1DBCCBA6B961}"/>
                </a:ext>
              </a:extLst>
            </p:cNvPr>
            <p:cNvSpPr/>
            <p:nvPr/>
          </p:nvSpPr>
          <p:spPr>
            <a:xfrm>
              <a:off x="-61763650" y="3560450"/>
              <a:ext cx="82725" cy="82725"/>
            </a:xfrm>
            <a:custGeom>
              <a:avLst/>
              <a:gdLst/>
              <a:ahLst/>
              <a:cxnLst/>
              <a:rect l="l" t="t" r="r" b="b"/>
              <a:pathLst>
                <a:path w="3309" h="3309" extrusionOk="0">
                  <a:moveTo>
                    <a:pt x="1670" y="0"/>
                  </a:moveTo>
                  <a:cubicBezTo>
                    <a:pt x="757" y="0"/>
                    <a:pt x="1" y="725"/>
                    <a:pt x="1" y="1638"/>
                  </a:cubicBezTo>
                  <a:cubicBezTo>
                    <a:pt x="1" y="2552"/>
                    <a:pt x="757" y="3308"/>
                    <a:pt x="1670" y="3308"/>
                  </a:cubicBezTo>
                  <a:cubicBezTo>
                    <a:pt x="2552" y="3308"/>
                    <a:pt x="3309" y="2552"/>
                    <a:pt x="3309" y="1638"/>
                  </a:cubicBezTo>
                  <a:cubicBezTo>
                    <a:pt x="3309" y="725"/>
                    <a:pt x="2552" y="0"/>
                    <a:pt x="167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378" name="Google Shape;7429;p65">
            <a:extLst>
              <a:ext uri="{FF2B5EF4-FFF2-40B4-BE49-F238E27FC236}">
                <a16:creationId xmlns:a16="http://schemas.microsoft.com/office/drawing/2014/main" id="{450B1D7C-6E62-B09F-926F-FD5FB967C121}"/>
              </a:ext>
            </a:extLst>
          </p:cNvPr>
          <p:cNvGrpSpPr/>
          <p:nvPr/>
        </p:nvGrpSpPr>
        <p:grpSpPr>
          <a:xfrm>
            <a:off x="12236201" y="9099870"/>
            <a:ext cx="934055" cy="936416"/>
            <a:chOff x="-61783350" y="3743950"/>
            <a:chExt cx="316650" cy="317450"/>
          </a:xfrm>
          <a:solidFill>
            <a:srgbClr val="555559"/>
          </a:solidFill>
        </p:grpSpPr>
        <p:sp>
          <p:nvSpPr>
            <p:cNvPr id="379" name="Google Shape;7430;p65">
              <a:extLst>
                <a:ext uri="{FF2B5EF4-FFF2-40B4-BE49-F238E27FC236}">
                  <a16:creationId xmlns:a16="http://schemas.microsoft.com/office/drawing/2014/main" id="{4F55E744-B001-E11A-464C-76D3BDBF5442}"/>
                </a:ext>
              </a:extLst>
            </p:cNvPr>
            <p:cNvSpPr/>
            <p:nvPr/>
          </p:nvSpPr>
          <p:spPr>
            <a:xfrm>
              <a:off x="-61783350" y="3743950"/>
              <a:ext cx="316650" cy="317450"/>
            </a:xfrm>
            <a:custGeom>
              <a:avLst/>
              <a:gdLst/>
              <a:ahLst/>
              <a:cxnLst/>
              <a:rect l="l" t="t" r="r" b="b"/>
              <a:pathLst>
                <a:path w="12666" h="12698" extrusionOk="0">
                  <a:moveTo>
                    <a:pt x="379" y="1"/>
                  </a:moveTo>
                  <a:cubicBezTo>
                    <a:pt x="158" y="1"/>
                    <a:pt x="1" y="190"/>
                    <a:pt x="1" y="410"/>
                  </a:cubicBezTo>
                  <a:lnTo>
                    <a:pt x="1" y="12256"/>
                  </a:lnTo>
                  <a:cubicBezTo>
                    <a:pt x="1" y="12508"/>
                    <a:pt x="190" y="12697"/>
                    <a:pt x="379" y="12697"/>
                  </a:cubicBezTo>
                  <a:lnTo>
                    <a:pt x="12256" y="12697"/>
                  </a:lnTo>
                  <a:cubicBezTo>
                    <a:pt x="12477" y="12697"/>
                    <a:pt x="12666" y="12508"/>
                    <a:pt x="12666" y="12256"/>
                  </a:cubicBezTo>
                  <a:cubicBezTo>
                    <a:pt x="12634" y="12067"/>
                    <a:pt x="12477" y="11878"/>
                    <a:pt x="12256" y="11878"/>
                  </a:cubicBezTo>
                  <a:lnTo>
                    <a:pt x="820" y="11878"/>
                  </a:lnTo>
                  <a:lnTo>
                    <a:pt x="820" y="410"/>
                  </a:lnTo>
                  <a:cubicBezTo>
                    <a:pt x="820" y="158"/>
                    <a:pt x="631" y="1"/>
                    <a:pt x="37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80" name="Google Shape;7431;p65">
              <a:extLst>
                <a:ext uri="{FF2B5EF4-FFF2-40B4-BE49-F238E27FC236}">
                  <a16:creationId xmlns:a16="http://schemas.microsoft.com/office/drawing/2014/main" id="{D8E0A6EA-CDD2-CA43-7750-582DE7A9F8C5}"/>
                </a:ext>
              </a:extLst>
            </p:cNvPr>
            <p:cNvSpPr/>
            <p:nvPr/>
          </p:nvSpPr>
          <p:spPr>
            <a:xfrm>
              <a:off x="-61739225" y="3833750"/>
              <a:ext cx="272525" cy="149675"/>
            </a:xfrm>
            <a:custGeom>
              <a:avLst/>
              <a:gdLst/>
              <a:ahLst/>
              <a:cxnLst/>
              <a:rect l="l" t="t" r="r" b="b"/>
              <a:pathLst>
                <a:path w="10901" h="5987" extrusionOk="0">
                  <a:moveTo>
                    <a:pt x="9641" y="0"/>
                  </a:moveTo>
                  <a:cubicBezTo>
                    <a:pt x="8979" y="0"/>
                    <a:pt x="8444" y="536"/>
                    <a:pt x="8444" y="1229"/>
                  </a:cubicBezTo>
                  <a:cubicBezTo>
                    <a:pt x="8444" y="1418"/>
                    <a:pt x="8475" y="1575"/>
                    <a:pt x="8538" y="1733"/>
                  </a:cubicBezTo>
                  <a:lnTo>
                    <a:pt x="6900" y="3403"/>
                  </a:lnTo>
                  <a:cubicBezTo>
                    <a:pt x="6742" y="3308"/>
                    <a:pt x="6553" y="3277"/>
                    <a:pt x="6396" y="3277"/>
                  </a:cubicBezTo>
                  <a:cubicBezTo>
                    <a:pt x="6238" y="3277"/>
                    <a:pt x="6018" y="3308"/>
                    <a:pt x="5860" y="3403"/>
                  </a:cubicBezTo>
                  <a:lnTo>
                    <a:pt x="5041" y="2552"/>
                  </a:lnTo>
                  <a:cubicBezTo>
                    <a:pt x="5136" y="2395"/>
                    <a:pt x="5167" y="2206"/>
                    <a:pt x="5167" y="2048"/>
                  </a:cubicBezTo>
                  <a:cubicBezTo>
                    <a:pt x="5167" y="1386"/>
                    <a:pt x="4600" y="819"/>
                    <a:pt x="3938" y="819"/>
                  </a:cubicBezTo>
                  <a:cubicBezTo>
                    <a:pt x="3277" y="819"/>
                    <a:pt x="2710" y="1386"/>
                    <a:pt x="2710" y="2048"/>
                  </a:cubicBezTo>
                  <a:cubicBezTo>
                    <a:pt x="2710" y="2237"/>
                    <a:pt x="2773" y="2395"/>
                    <a:pt x="2836" y="2552"/>
                  </a:cubicBezTo>
                  <a:lnTo>
                    <a:pt x="1733" y="3655"/>
                  </a:lnTo>
                  <a:cubicBezTo>
                    <a:pt x="1575" y="3592"/>
                    <a:pt x="1386" y="3560"/>
                    <a:pt x="1229" y="3560"/>
                  </a:cubicBezTo>
                  <a:cubicBezTo>
                    <a:pt x="567" y="3560"/>
                    <a:pt x="0" y="4096"/>
                    <a:pt x="0" y="4757"/>
                  </a:cubicBezTo>
                  <a:cubicBezTo>
                    <a:pt x="0" y="5451"/>
                    <a:pt x="567" y="5986"/>
                    <a:pt x="1229" y="5986"/>
                  </a:cubicBezTo>
                  <a:cubicBezTo>
                    <a:pt x="1891" y="5986"/>
                    <a:pt x="2458" y="5451"/>
                    <a:pt x="2458" y="4757"/>
                  </a:cubicBezTo>
                  <a:cubicBezTo>
                    <a:pt x="2458" y="4568"/>
                    <a:pt x="2395" y="4411"/>
                    <a:pt x="2332" y="4253"/>
                  </a:cubicBezTo>
                  <a:lnTo>
                    <a:pt x="3434" y="3151"/>
                  </a:lnTo>
                  <a:cubicBezTo>
                    <a:pt x="3592" y="3214"/>
                    <a:pt x="3781" y="3277"/>
                    <a:pt x="3938" y="3277"/>
                  </a:cubicBezTo>
                  <a:cubicBezTo>
                    <a:pt x="4096" y="3277"/>
                    <a:pt x="4285" y="3214"/>
                    <a:pt x="4442" y="3151"/>
                  </a:cubicBezTo>
                  <a:lnTo>
                    <a:pt x="5293" y="3970"/>
                  </a:lnTo>
                  <a:cubicBezTo>
                    <a:pt x="5199" y="4127"/>
                    <a:pt x="5167" y="4348"/>
                    <a:pt x="5167" y="4505"/>
                  </a:cubicBezTo>
                  <a:cubicBezTo>
                    <a:pt x="5167" y="5167"/>
                    <a:pt x="5703" y="5703"/>
                    <a:pt x="6396" y="5703"/>
                  </a:cubicBezTo>
                  <a:cubicBezTo>
                    <a:pt x="7057" y="5703"/>
                    <a:pt x="7593" y="5167"/>
                    <a:pt x="7593" y="4505"/>
                  </a:cubicBezTo>
                  <a:cubicBezTo>
                    <a:pt x="7593" y="4285"/>
                    <a:pt x="7561" y="4127"/>
                    <a:pt x="7498" y="3970"/>
                  </a:cubicBezTo>
                  <a:lnTo>
                    <a:pt x="9137" y="2332"/>
                  </a:lnTo>
                  <a:cubicBezTo>
                    <a:pt x="9294" y="2395"/>
                    <a:pt x="9483" y="2458"/>
                    <a:pt x="9641" y="2458"/>
                  </a:cubicBezTo>
                  <a:cubicBezTo>
                    <a:pt x="10334" y="2458"/>
                    <a:pt x="10901" y="1890"/>
                    <a:pt x="10901" y="1229"/>
                  </a:cubicBezTo>
                  <a:cubicBezTo>
                    <a:pt x="10901" y="536"/>
                    <a:pt x="10334" y="0"/>
                    <a:pt x="964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sp>
        <p:nvSpPr>
          <p:cNvPr id="381" name="Google Shape;7432;p65">
            <a:extLst>
              <a:ext uri="{FF2B5EF4-FFF2-40B4-BE49-F238E27FC236}">
                <a16:creationId xmlns:a16="http://schemas.microsoft.com/office/drawing/2014/main" id="{A1D8E747-0BFD-E732-AE16-97B4FC98F385}"/>
              </a:ext>
            </a:extLst>
          </p:cNvPr>
          <p:cNvSpPr/>
          <p:nvPr/>
        </p:nvSpPr>
        <p:spPr>
          <a:xfrm>
            <a:off x="12231064" y="10194517"/>
            <a:ext cx="934055" cy="934867"/>
          </a:xfrm>
          <a:custGeom>
            <a:avLst/>
            <a:gdLst/>
            <a:ahLst/>
            <a:cxnLst/>
            <a:rect l="l" t="t" r="r" b="b"/>
            <a:pathLst>
              <a:path w="12666" h="12677" extrusionOk="0">
                <a:moveTo>
                  <a:pt x="8916" y="1639"/>
                </a:moveTo>
                <a:cubicBezTo>
                  <a:pt x="9137" y="1639"/>
                  <a:pt x="9294" y="1828"/>
                  <a:pt x="9294" y="2048"/>
                </a:cubicBezTo>
                <a:cubicBezTo>
                  <a:pt x="9294" y="2269"/>
                  <a:pt x="9105" y="2458"/>
                  <a:pt x="8916" y="2458"/>
                </a:cubicBezTo>
                <a:lnTo>
                  <a:pt x="3655" y="2458"/>
                </a:lnTo>
                <a:cubicBezTo>
                  <a:pt x="3434" y="2458"/>
                  <a:pt x="3245" y="2269"/>
                  <a:pt x="3245" y="2048"/>
                </a:cubicBezTo>
                <a:cubicBezTo>
                  <a:pt x="3245" y="1796"/>
                  <a:pt x="3434" y="1639"/>
                  <a:pt x="3655" y="1639"/>
                </a:cubicBezTo>
                <a:close/>
                <a:moveTo>
                  <a:pt x="10555" y="3245"/>
                </a:moveTo>
                <a:cubicBezTo>
                  <a:pt x="10807" y="3245"/>
                  <a:pt x="10964" y="3434"/>
                  <a:pt x="10964" y="3686"/>
                </a:cubicBezTo>
                <a:cubicBezTo>
                  <a:pt x="10964" y="3939"/>
                  <a:pt x="10807" y="4128"/>
                  <a:pt x="10555" y="4128"/>
                </a:cubicBezTo>
                <a:lnTo>
                  <a:pt x="2017" y="4128"/>
                </a:lnTo>
                <a:cubicBezTo>
                  <a:pt x="1765" y="4128"/>
                  <a:pt x="1607" y="3939"/>
                  <a:pt x="1607" y="3686"/>
                </a:cubicBezTo>
                <a:cubicBezTo>
                  <a:pt x="1607" y="3434"/>
                  <a:pt x="1828" y="3245"/>
                  <a:pt x="2017" y="3245"/>
                </a:cubicBezTo>
                <a:close/>
                <a:moveTo>
                  <a:pt x="6711" y="5766"/>
                </a:moveTo>
                <a:cubicBezTo>
                  <a:pt x="7593" y="5766"/>
                  <a:pt x="8349" y="6522"/>
                  <a:pt x="8349" y="7436"/>
                </a:cubicBezTo>
                <a:cubicBezTo>
                  <a:pt x="8349" y="8349"/>
                  <a:pt x="7593" y="9074"/>
                  <a:pt x="6711" y="9074"/>
                </a:cubicBezTo>
                <a:cubicBezTo>
                  <a:pt x="5797" y="9074"/>
                  <a:pt x="5041" y="8349"/>
                  <a:pt x="5041" y="7436"/>
                </a:cubicBezTo>
                <a:cubicBezTo>
                  <a:pt x="5041" y="6522"/>
                  <a:pt x="5797" y="5766"/>
                  <a:pt x="6711" y="5766"/>
                </a:cubicBezTo>
                <a:close/>
                <a:moveTo>
                  <a:pt x="2048" y="0"/>
                </a:moveTo>
                <a:cubicBezTo>
                  <a:pt x="1828" y="0"/>
                  <a:pt x="1670" y="189"/>
                  <a:pt x="1670" y="378"/>
                </a:cubicBezTo>
                <a:cubicBezTo>
                  <a:pt x="1670" y="1040"/>
                  <a:pt x="1103" y="1639"/>
                  <a:pt x="410" y="1639"/>
                </a:cubicBezTo>
                <a:cubicBezTo>
                  <a:pt x="158" y="1639"/>
                  <a:pt x="0" y="1828"/>
                  <a:pt x="0" y="2048"/>
                </a:cubicBezTo>
                <a:lnTo>
                  <a:pt x="0" y="6994"/>
                </a:lnTo>
                <a:cubicBezTo>
                  <a:pt x="0" y="7247"/>
                  <a:pt x="189" y="7404"/>
                  <a:pt x="410" y="7404"/>
                </a:cubicBezTo>
                <a:cubicBezTo>
                  <a:pt x="1072" y="7404"/>
                  <a:pt x="1670" y="7940"/>
                  <a:pt x="1670" y="8601"/>
                </a:cubicBezTo>
                <a:cubicBezTo>
                  <a:pt x="1670" y="8853"/>
                  <a:pt x="1859" y="9042"/>
                  <a:pt x="2048" y="9042"/>
                </a:cubicBezTo>
                <a:lnTo>
                  <a:pt x="4884" y="9042"/>
                </a:lnTo>
                <a:lnTo>
                  <a:pt x="5073" y="9231"/>
                </a:lnTo>
                <a:lnTo>
                  <a:pt x="5073" y="12224"/>
                </a:lnTo>
                <a:cubicBezTo>
                  <a:pt x="5073" y="12468"/>
                  <a:pt x="5298" y="12654"/>
                  <a:pt x="5517" y="12654"/>
                </a:cubicBezTo>
                <a:cubicBezTo>
                  <a:pt x="5581" y="12654"/>
                  <a:pt x="5645" y="12638"/>
                  <a:pt x="5703" y="12602"/>
                </a:cubicBezTo>
                <a:lnTo>
                  <a:pt x="6743" y="11909"/>
                </a:lnTo>
                <a:lnTo>
                  <a:pt x="7782" y="12602"/>
                </a:lnTo>
                <a:cubicBezTo>
                  <a:pt x="7850" y="12653"/>
                  <a:pt x="7926" y="12676"/>
                  <a:pt x="8002" y="12676"/>
                </a:cubicBezTo>
                <a:cubicBezTo>
                  <a:pt x="8210" y="12676"/>
                  <a:pt x="8412" y="12501"/>
                  <a:pt x="8412" y="12224"/>
                </a:cubicBezTo>
                <a:lnTo>
                  <a:pt x="8412" y="9231"/>
                </a:lnTo>
                <a:lnTo>
                  <a:pt x="8601" y="9042"/>
                </a:lnTo>
                <a:lnTo>
                  <a:pt x="10618" y="9042"/>
                </a:lnTo>
                <a:cubicBezTo>
                  <a:pt x="10838" y="9042"/>
                  <a:pt x="10996" y="8853"/>
                  <a:pt x="10996" y="8601"/>
                </a:cubicBezTo>
                <a:cubicBezTo>
                  <a:pt x="10996" y="7940"/>
                  <a:pt x="11563" y="7404"/>
                  <a:pt x="12224" y="7404"/>
                </a:cubicBezTo>
                <a:cubicBezTo>
                  <a:pt x="12445" y="7404"/>
                  <a:pt x="12665" y="7184"/>
                  <a:pt x="12665" y="6994"/>
                </a:cubicBezTo>
                <a:lnTo>
                  <a:pt x="12665" y="2048"/>
                </a:lnTo>
                <a:cubicBezTo>
                  <a:pt x="12602" y="1796"/>
                  <a:pt x="12445" y="1639"/>
                  <a:pt x="12224" y="1639"/>
                </a:cubicBezTo>
                <a:cubicBezTo>
                  <a:pt x="11531" y="1639"/>
                  <a:pt x="10996" y="1103"/>
                  <a:pt x="10996" y="378"/>
                </a:cubicBezTo>
                <a:cubicBezTo>
                  <a:pt x="10996" y="158"/>
                  <a:pt x="10807" y="0"/>
                  <a:pt x="10586"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82" name="Google Shape;7433;p65">
            <a:extLst>
              <a:ext uri="{FF2B5EF4-FFF2-40B4-BE49-F238E27FC236}">
                <a16:creationId xmlns:a16="http://schemas.microsoft.com/office/drawing/2014/main" id="{363E76A6-886C-6E15-D8DF-23830B9B2F89}"/>
              </a:ext>
            </a:extLst>
          </p:cNvPr>
          <p:cNvSpPr/>
          <p:nvPr/>
        </p:nvSpPr>
        <p:spPr>
          <a:xfrm>
            <a:off x="17898316" y="7995853"/>
            <a:ext cx="934055" cy="886121"/>
          </a:xfrm>
          <a:custGeom>
            <a:avLst/>
            <a:gdLst/>
            <a:ahLst/>
            <a:cxnLst/>
            <a:rect l="l" t="t" r="r" b="b"/>
            <a:pathLst>
              <a:path w="12666" h="12016" extrusionOk="0">
                <a:moveTo>
                  <a:pt x="3844" y="5105"/>
                </a:moveTo>
                <a:cubicBezTo>
                  <a:pt x="4096" y="5105"/>
                  <a:pt x="4285" y="5325"/>
                  <a:pt x="4285" y="5514"/>
                </a:cubicBezTo>
                <a:lnTo>
                  <a:pt x="4285" y="7153"/>
                </a:lnTo>
                <a:cubicBezTo>
                  <a:pt x="4285" y="7405"/>
                  <a:pt x="4096" y="7562"/>
                  <a:pt x="3844" y="7562"/>
                </a:cubicBezTo>
                <a:lnTo>
                  <a:pt x="2206" y="7562"/>
                </a:lnTo>
                <a:cubicBezTo>
                  <a:pt x="1954" y="7562"/>
                  <a:pt x="1765" y="7342"/>
                  <a:pt x="1765" y="7153"/>
                </a:cubicBezTo>
                <a:lnTo>
                  <a:pt x="1765" y="5514"/>
                </a:lnTo>
                <a:cubicBezTo>
                  <a:pt x="1765" y="5262"/>
                  <a:pt x="1954" y="5105"/>
                  <a:pt x="2206" y="5105"/>
                </a:cubicBezTo>
                <a:close/>
                <a:moveTo>
                  <a:pt x="7215" y="1765"/>
                </a:moveTo>
                <a:cubicBezTo>
                  <a:pt x="7436" y="1765"/>
                  <a:pt x="7593" y="1954"/>
                  <a:pt x="7593" y="2206"/>
                </a:cubicBezTo>
                <a:lnTo>
                  <a:pt x="7593" y="7153"/>
                </a:lnTo>
                <a:cubicBezTo>
                  <a:pt x="7593" y="7405"/>
                  <a:pt x="7404" y="7562"/>
                  <a:pt x="7215" y="7562"/>
                </a:cubicBezTo>
                <a:lnTo>
                  <a:pt x="5545" y="7562"/>
                </a:lnTo>
                <a:cubicBezTo>
                  <a:pt x="5325" y="7562"/>
                  <a:pt x="5167" y="7342"/>
                  <a:pt x="5167" y="7153"/>
                </a:cubicBezTo>
                <a:lnTo>
                  <a:pt x="5167" y="2206"/>
                </a:lnTo>
                <a:cubicBezTo>
                  <a:pt x="5167" y="1954"/>
                  <a:pt x="5356" y="1765"/>
                  <a:pt x="5545" y="1765"/>
                </a:cubicBezTo>
                <a:close/>
                <a:moveTo>
                  <a:pt x="10523" y="4286"/>
                </a:moveTo>
                <a:cubicBezTo>
                  <a:pt x="10744" y="4286"/>
                  <a:pt x="10901" y="4475"/>
                  <a:pt x="10901" y="4664"/>
                </a:cubicBezTo>
                <a:lnTo>
                  <a:pt x="10901" y="7153"/>
                </a:lnTo>
                <a:cubicBezTo>
                  <a:pt x="10901" y="7405"/>
                  <a:pt x="10712" y="7562"/>
                  <a:pt x="10523" y="7562"/>
                </a:cubicBezTo>
                <a:lnTo>
                  <a:pt x="8853" y="7562"/>
                </a:lnTo>
                <a:cubicBezTo>
                  <a:pt x="8633" y="7562"/>
                  <a:pt x="8475" y="7342"/>
                  <a:pt x="8475" y="7153"/>
                </a:cubicBezTo>
                <a:lnTo>
                  <a:pt x="8475" y="4664"/>
                </a:lnTo>
                <a:cubicBezTo>
                  <a:pt x="8475" y="4443"/>
                  <a:pt x="8664" y="4286"/>
                  <a:pt x="8853" y="4286"/>
                </a:cubicBezTo>
                <a:close/>
                <a:moveTo>
                  <a:pt x="6333" y="1"/>
                </a:moveTo>
                <a:cubicBezTo>
                  <a:pt x="2836" y="1"/>
                  <a:pt x="0" y="2490"/>
                  <a:pt x="0" y="5514"/>
                </a:cubicBezTo>
                <a:cubicBezTo>
                  <a:pt x="0" y="6900"/>
                  <a:pt x="599" y="8224"/>
                  <a:pt x="1639" y="9200"/>
                </a:cubicBezTo>
                <a:lnTo>
                  <a:pt x="1639" y="11626"/>
                </a:lnTo>
                <a:cubicBezTo>
                  <a:pt x="1639" y="11856"/>
                  <a:pt x="1832" y="12016"/>
                  <a:pt x="2045" y="12016"/>
                </a:cubicBezTo>
                <a:cubicBezTo>
                  <a:pt x="2153" y="12016"/>
                  <a:pt x="2267" y="11974"/>
                  <a:pt x="2363" y="11878"/>
                </a:cubicBezTo>
                <a:lnTo>
                  <a:pt x="3749" y="10492"/>
                </a:lnTo>
                <a:cubicBezTo>
                  <a:pt x="4569" y="10839"/>
                  <a:pt x="5419" y="10965"/>
                  <a:pt x="6333" y="10965"/>
                </a:cubicBezTo>
                <a:cubicBezTo>
                  <a:pt x="9830" y="10965"/>
                  <a:pt x="12665" y="8507"/>
                  <a:pt x="12665" y="5451"/>
                </a:cubicBezTo>
                <a:cubicBezTo>
                  <a:pt x="12665" y="2427"/>
                  <a:pt x="9830" y="1"/>
                  <a:pt x="6333"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83" name="Google Shape;7434;p65">
            <a:extLst>
              <a:ext uri="{FF2B5EF4-FFF2-40B4-BE49-F238E27FC236}">
                <a16:creationId xmlns:a16="http://schemas.microsoft.com/office/drawing/2014/main" id="{C1D606D1-D230-0F4C-1BDC-5C800EB40587}"/>
              </a:ext>
            </a:extLst>
          </p:cNvPr>
          <p:cNvSpPr/>
          <p:nvPr/>
        </p:nvSpPr>
        <p:spPr>
          <a:xfrm>
            <a:off x="17895993" y="9202430"/>
            <a:ext cx="938702" cy="731920"/>
          </a:xfrm>
          <a:custGeom>
            <a:avLst/>
            <a:gdLst/>
            <a:ahLst/>
            <a:cxnLst/>
            <a:rect l="l" t="t" r="r" b="b"/>
            <a:pathLst>
              <a:path w="12729" h="9925" extrusionOk="0">
                <a:moveTo>
                  <a:pt x="925" y="3644"/>
                </a:moveTo>
                <a:cubicBezTo>
                  <a:pt x="944" y="3644"/>
                  <a:pt x="963" y="3648"/>
                  <a:pt x="978" y="3655"/>
                </a:cubicBezTo>
                <a:lnTo>
                  <a:pt x="1608" y="3970"/>
                </a:lnTo>
                <a:lnTo>
                  <a:pt x="1608" y="5924"/>
                </a:lnTo>
                <a:lnTo>
                  <a:pt x="978" y="6239"/>
                </a:lnTo>
                <a:cubicBezTo>
                  <a:pt x="960" y="6256"/>
                  <a:pt x="937" y="6264"/>
                  <a:pt x="914" y="6264"/>
                </a:cubicBezTo>
                <a:cubicBezTo>
                  <a:pt x="854" y="6264"/>
                  <a:pt x="788" y="6212"/>
                  <a:pt x="788" y="6144"/>
                </a:cubicBezTo>
                <a:lnTo>
                  <a:pt x="788" y="3781"/>
                </a:lnTo>
                <a:cubicBezTo>
                  <a:pt x="788" y="3685"/>
                  <a:pt x="862" y="3644"/>
                  <a:pt x="925" y="3644"/>
                </a:cubicBezTo>
                <a:close/>
                <a:moveTo>
                  <a:pt x="4128" y="7184"/>
                </a:moveTo>
                <a:lnTo>
                  <a:pt x="6963" y="8035"/>
                </a:lnTo>
                <a:cubicBezTo>
                  <a:pt x="6648" y="8507"/>
                  <a:pt x="6176" y="8759"/>
                  <a:pt x="5640" y="8759"/>
                </a:cubicBezTo>
                <a:cubicBezTo>
                  <a:pt x="4821" y="8759"/>
                  <a:pt x="4097" y="8066"/>
                  <a:pt x="4128" y="7184"/>
                </a:cubicBezTo>
                <a:close/>
                <a:moveTo>
                  <a:pt x="11374" y="820"/>
                </a:moveTo>
                <a:cubicBezTo>
                  <a:pt x="11626" y="820"/>
                  <a:pt x="11815" y="1009"/>
                  <a:pt x="11815" y="1198"/>
                </a:cubicBezTo>
                <a:lnTo>
                  <a:pt x="11815" y="8665"/>
                </a:lnTo>
                <a:cubicBezTo>
                  <a:pt x="11815" y="8885"/>
                  <a:pt x="11626" y="9043"/>
                  <a:pt x="11374" y="9043"/>
                </a:cubicBezTo>
                <a:cubicBezTo>
                  <a:pt x="11154" y="9043"/>
                  <a:pt x="10996" y="8854"/>
                  <a:pt x="10996" y="8665"/>
                </a:cubicBezTo>
                <a:lnTo>
                  <a:pt x="10996" y="1198"/>
                </a:lnTo>
                <a:cubicBezTo>
                  <a:pt x="10996" y="977"/>
                  <a:pt x="11185" y="820"/>
                  <a:pt x="11374" y="820"/>
                </a:cubicBezTo>
                <a:close/>
                <a:moveTo>
                  <a:pt x="11437" y="1"/>
                </a:moveTo>
                <a:cubicBezTo>
                  <a:pt x="10870" y="1"/>
                  <a:pt x="10366" y="379"/>
                  <a:pt x="10240" y="883"/>
                </a:cubicBezTo>
                <a:lnTo>
                  <a:pt x="2080" y="3246"/>
                </a:lnTo>
                <a:lnTo>
                  <a:pt x="1387" y="2899"/>
                </a:lnTo>
                <a:cubicBezTo>
                  <a:pt x="1251" y="2831"/>
                  <a:pt x="1109" y="2800"/>
                  <a:pt x="970" y="2800"/>
                </a:cubicBezTo>
                <a:cubicBezTo>
                  <a:pt x="466" y="2800"/>
                  <a:pt x="1" y="3213"/>
                  <a:pt x="1" y="3781"/>
                </a:cubicBezTo>
                <a:lnTo>
                  <a:pt x="1" y="6144"/>
                </a:lnTo>
                <a:cubicBezTo>
                  <a:pt x="1" y="6687"/>
                  <a:pt x="465" y="7095"/>
                  <a:pt x="983" y="7095"/>
                </a:cubicBezTo>
                <a:cubicBezTo>
                  <a:pt x="1127" y="7095"/>
                  <a:pt x="1275" y="7063"/>
                  <a:pt x="1419" y="6995"/>
                </a:cubicBezTo>
                <a:lnTo>
                  <a:pt x="2143" y="6648"/>
                </a:lnTo>
                <a:lnTo>
                  <a:pt x="3340" y="6995"/>
                </a:lnTo>
                <a:cubicBezTo>
                  <a:pt x="3151" y="8444"/>
                  <a:pt x="4286" y="9641"/>
                  <a:pt x="5672" y="9641"/>
                </a:cubicBezTo>
                <a:cubicBezTo>
                  <a:pt x="6585" y="9641"/>
                  <a:pt x="7405" y="9074"/>
                  <a:pt x="7814" y="8287"/>
                </a:cubicBezTo>
                <a:lnTo>
                  <a:pt x="10271" y="9011"/>
                </a:lnTo>
                <a:cubicBezTo>
                  <a:pt x="10429" y="9515"/>
                  <a:pt x="10902" y="9925"/>
                  <a:pt x="11469" y="9925"/>
                </a:cubicBezTo>
                <a:cubicBezTo>
                  <a:pt x="12130" y="9925"/>
                  <a:pt x="12729" y="9358"/>
                  <a:pt x="12729" y="8696"/>
                </a:cubicBezTo>
                <a:lnTo>
                  <a:pt x="12729" y="1261"/>
                </a:lnTo>
                <a:cubicBezTo>
                  <a:pt x="12634" y="536"/>
                  <a:pt x="12099" y="1"/>
                  <a:pt x="11437"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nvGrpSpPr>
          <p:cNvPr id="384" name="Google Shape;7435;p65">
            <a:extLst>
              <a:ext uri="{FF2B5EF4-FFF2-40B4-BE49-F238E27FC236}">
                <a16:creationId xmlns:a16="http://schemas.microsoft.com/office/drawing/2014/main" id="{1B6A7F01-FAC5-56AA-4797-49FC5BA582A1}"/>
              </a:ext>
            </a:extLst>
          </p:cNvPr>
          <p:cNvGrpSpPr/>
          <p:nvPr/>
        </p:nvGrpSpPr>
        <p:grpSpPr>
          <a:xfrm>
            <a:off x="17899790" y="10196757"/>
            <a:ext cx="941062" cy="929706"/>
            <a:chOff x="-59869425" y="4102225"/>
            <a:chExt cx="319025" cy="315175"/>
          </a:xfrm>
          <a:solidFill>
            <a:srgbClr val="555559"/>
          </a:solidFill>
        </p:grpSpPr>
        <p:sp>
          <p:nvSpPr>
            <p:cNvPr id="385" name="Google Shape;7436;p65">
              <a:extLst>
                <a:ext uri="{FF2B5EF4-FFF2-40B4-BE49-F238E27FC236}">
                  <a16:creationId xmlns:a16="http://schemas.microsoft.com/office/drawing/2014/main" id="{CA3D9592-06AF-CA2E-BAD8-4617748EC88E}"/>
                </a:ext>
              </a:extLst>
            </p:cNvPr>
            <p:cNvSpPr/>
            <p:nvPr/>
          </p:nvSpPr>
          <p:spPr>
            <a:xfrm>
              <a:off x="-59869425" y="4102225"/>
              <a:ext cx="149675" cy="256825"/>
            </a:xfrm>
            <a:custGeom>
              <a:avLst/>
              <a:gdLst/>
              <a:ahLst/>
              <a:cxnLst/>
              <a:rect l="l" t="t" r="r" b="b"/>
              <a:pathLst>
                <a:path w="5987" h="10273" extrusionOk="0">
                  <a:moveTo>
                    <a:pt x="5532" y="1"/>
                  </a:moveTo>
                  <a:cubicBezTo>
                    <a:pt x="5515" y="1"/>
                    <a:pt x="5499" y="2"/>
                    <a:pt x="5483" y="4"/>
                  </a:cubicBezTo>
                  <a:cubicBezTo>
                    <a:pt x="2364" y="445"/>
                    <a:pt x="1" y="3123"/>
                    <a:pt x="1" y="6274"/>
                  </a:cubicBezTo>
                  <a:cubicBezTo>
                    <a:pt x="1" y="7692"/>
                    <a:pt x="442" y="8983"/>
                    <a:pt x="1293" y="10086"/>
                  </a:cubicBezTo>
                  <a:cubicBezTo>
                    <a:pt x="1381" y="10209"/>
                    <a:pt x="1507" y="10273"/>
                    <a:pt x="1635" y="10273"/>
                  </a:cubicBezTo>
                  <a:cubicBezTo>
                    <a:pt x="1737" y="10273"/>
                    <a:pt x="1839" y="10233"/>
                    <a:pt x="1923" y="10149"/>
                  </a:cubicBezTo>
                  <a:lnTo>
                    <a:pt x="3719" y="8353"/>
                  </a:lnTo>
                  <a:cubicBezTo>
                    <a:pt x="3813" y="8259"/>
                    <a:pt x="3845" y="8007"/>
                    <a:pt x="3782" y="7849"/>
                  </a:cubicBezTo>
                  <a:cubicBezTo>
                    <a:pt x="3498" y="7376"/>
                    <a:pt x="3341" y="6809"/>
                    <a:pt x="3341" y="6274"/>
                  </a:cubicBezTo>
                  <a:cubicBezTo>
                    <a:pt x="3341" y="4888"/>
                    <a:pt x="4286" y="3659"/>
                    <a:pt x="5672" y="3312"/>
                  </a:cubicBezTo>
                  <a:cubicBezTo>
                    <a:pt x="5861" y="3281"/>
                    <a:pt x="5987" y="3123"/>
                    <a:pt x="5987" y="2934"/>
                  </a:cubicBezTo>
                  <a:lnTo>
                    <a:pt x="5987" y="414"/>
                  </a:lnTo>
                  <a:cubicBezTo>
                    <a:pt x="5958" y="180"/>
                    <a:pt x="5739" y="1"/>
                    <a:pt x="553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86" name="Google Shape;7437;p65">
              <a:extLst>
                <a:ext uri="{FF2B5EF4-FFF2-40B4-BE49-F238E27FC236}">
                  <a16:creationId xmlns:a16="http://schemas.microsoft.com/office/drawing/2014/main" id="{F87865DB-EB3C-04A8-80A8-C8D8F975ADEC}"/>
                </a:ext>
              </a:extLst>
            </p:cNvPr>
            <p:cNvSpPr/>
            <p:nvPr/>
          </p:nvSpPr>
          <p:spPr>
            <a:xfrm>
              <a:off x="-59811125" y="4322075"/>
              <a:ext cx="201650" cy="95325"/>
            </a:xfrm>
            <a:custGeom>
              <a:avLst/>
              <a:gdLst/>
              <a:ahLst/>
              <a:cxnLst/>
              <a:rect l="l" t="t" r="r" b="b"/>
              <a:pathLst>
                <a:path w="8066" h="3813" extrusionOk="0">
                  <a:moveTo>
                    <a:pt x="5758" y="0"/>
                  </a:moveTo>
                  <a:cubicBezTo>
                    <a:pt x="5692" y="0"/>
                    <a:pt x="5629" y="11"/>
                    <a:pt x="5577" y="32"/>
                  </a:cubicBezTo>
                  <a:cubicBezTo>
                    <a:pt x="5091" y="339"/>
                    <a:pt x="4530" y="489"/>
                    <a:pt x="3972" y="489"/>
                  </a:cubicBezTo>
                  <a:cubicBezTo>
                    <a:pt x="3444" y="489"/>
                    <a:pt x="2917" y="355"/>
                    <a:pt x="2458" y="95"/>
                  </a:cubicBezTo>
                  <a:cubicBezTo>
                    <a:pt x="2389" y="53"/>
                    <a:pt x="2314" y="30"/>
                    <a:pt x="2239" y="30"/>
                  </a:cubicBezTo>
                  <a:cubicBezTo>
                    <a:pt x="2141" y="30"/>
                    <a:pt x="2042" y="69"/>
                    <a:pt x="1954" y="158"/>
                  </a:cubicBezTo>
                  <a:lnTo>
                    <a:pt x="189" y="1922"/>
                  </a:lnTo>
                  <a:cubicBezTo>
                    <a:pt x="0" y="2143"/>
                    <a:pt x="32" y="2395"/>
                    <a:pt x="221" y="2552"/>
                  </a:cubicBezTo>
                  <a:cubicBezTo>
                    <a:pt x="1324" y="3403"/>
                    <a:pt x="2615" y="3812"/>
                    <a:pt x="4001" y="3812"/>
                  </a:cubicBezTo>
                  <a:cubicBezTo>
                    <a:pt x="5388" y="3812"/>
                    <a:pt x="6711" y="3403"/>
                    <a:pt x="7814" y="2521"/>
                  </a:cubicBezTo>
                  <a:cubicBezTo>
                    <a:pt x="8034" y="2363"/>
                    <a:pt x="8066" y="2080"/>
                    <a:pt x="7877" y="1890"/>
                  </a:cubicBezTo>
                  <a:lnTo>
                    <a:pt x="6112" y="126"/>
                  </a:lnTo>
                  <a:cubicBezTo>
                    <a:pt x="6028" y="42"/>
                    <a:pt x="5888" y="0"/>
                    <a:pt x="575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87" name="Google Shape;7438;p65">
              <a:extLst>
                <a:ext uri="{FF2B5EF4-FFF2-40B4-BE49-F238E27FC236}">
                  <a16:creationId xmlns:a16="http://schemas.microsoft.com/office/drawing/2014/main" id="{3F728F9C-BFC9-AB39-333D-73901C537D86}"/>
                </a:ext>
              </a:extLst>
            </p:cNvPr>
            <p:cNvSpPr/>
            <p:nvPr/>
          </p:nvSpPr>
          <p:spPr>
            <a:xfrm>
              <a:off x="-59700075" y="4102225"/>
              <a:ext cx="149675" cy="256525"/>
            </a:xfrm>
            <a:custGeom>
              <a:avLst/>
              <a:gdLst/>
              <a:ahLst/>
              <a:cxnLst/>
              <a:rect l="l" t="t" r="r" b="b"/>
              <a:pathLst>
                <a:path w="5987" h="10261" extrusionOk="0">
                  <a:moveTo>
                    <a:pt x="418" y="1"/>
                  </a:moveTo>
                  <a:cubicBezTo>
                    <a:pt x="190" y="1"/>
                    <a:pt x="1" y="180"/>
                    <a:pt x="1" y="414"/>
                  </a:cubicBezTo>
                  <a:lnTo>
                    <a:pt x="1" y="2934"/>
                  </a:lnTo>
                  <a:cubicBezTo>
                    <a:pt x="1" y="3123"/>
                    <a:pt x="127" y="3281"/>
                    <a:pt x="316" y="3312"/>
                  </a:cubicBezTo>
                  <a:cubicBezTo>
                    <a:pt x="1639" y="3659"/>
                    <a:pt x="2647" y="4856"/>
                    <a:pt x="2647" y="6274"/>
                  </a:cubicBezTo>
                  <a:cubicBezTo>
                    <a:pt x="2647" y="6809"/>
                    <a:pt x="2489" y="7376"/>
                    <a:pt x="2206" y="7849"/>
                  </a:cubicBezTo>
                  <a:cubicBezTo>
                    <a:pt x="2080" y="8007"/>
                    <a:pt x="2111" y="8196"/>
                    <a:pt x="2269" y="8353"/>
                  </a:cubicBezTo>
                  <a:lnTo>
                    <a:pt x="4065" y="10149"/>
                  </a:lnTo>
                  <a:cubicBezTo>
                    <a:pt x="4137" y="10221"/>
                    <a:pt x="4242" y="10260"/>
                    <a:pt x="4350" y="10260"/>
                  </a:cubicBezTo>
                  <a:cubicBezTo>
                    <a:pt x="4478" y="10260"/>
                    <a:pt x="4609" y="10205"/>
                    <a:pt x="4695" y="10086"/>
                  </a:cubicBezTo>
                  <a:cubicBezTo>
                    <a:pt x="5514" y="8983"/>
                    <a:pt x="5987" y="7660"/>
                    <a:pt x="5987" y="6274"/>
                  </a:cubicBezTo>
                  <a:cubicBezTo>
                    <a:pt x="5892" y="3123"/>
                    <a:pt x="3592" y="445"/>
                    <a:pt x="473" y="4"/>
                  </a:cubicBezTo>
                  <a:cubicBezTo>
                    <a:pt x="455" y="2"/>
                    <a:pt x="436" y="1"/>
                    <a:pt x="41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88" name="Google Shape;7439;p65">
              <a:extLst>
                <a:ext uri="{FF2B5EF4-FFF2-40B4-BE49-F238E27FC236}">
                  <a16:creationId xmlns:a16="http://schemas.microsoft.com/office/drawing/2014/main" id="{AA3BA03F-611E-1964-0D4E-1F54F9A23419}"/>
                </a:ext>
              </a:extLst>
            </p:cNvPr>
            <p:cNvSpPr/>
            <p:nvPr/>
          </p:nvSpPr>
          <p:spPr>
            <a:xfrm>
              <a:off x="-59742600" y="4187375"/>
              <a:ext cx="63025" cy="144950"/>
            </a:xfrm>
            <a:custGeom>
              <a:avLst/>
              <a:gdLst/>
              <a:ahLst/>
              <a:cxnLst/>
              <a:rect l="l" t="t" r="r" b="b"/>
              <a:pathLst>
                <a:path w="2521" h="5798" extrusionOk="0">
                  <a:moveTo>
                    <a:pt x="1260" y="1"/>
                  </a:moveTo>
                  <a:cubicBezTo>
                    <a:pt x="1040" y="1"/>
                    <a:pt x="819" y="190"/>
                    <a:pt x="819" y="379"/>
                  </a:cubicBezTo>
                  <a:lnTo>
                    <a:pt x="819" y="662"/>
                  </a:lnTo>
                  <a:cubicBezTo>
                    <a:pt x="347" y="820"/>
                    <a:pt x="0" y="1293"/>
                    <a:pt x="0" y="1860"/>
                  </a:cubicBezTo>
                  <a:cubicBezTo>
                    <a:pt x="0" y="2521"/>
                    <a:pt x="567" y="2899"/>
                    <a:pt x="977" y="3214"/>
                  </a:cubicBezTo>
                  <a:cubicBezTo>
                    <a:pt x="1292" y="3466"/>
                    <a:pt x="1670" y="3687"/>
                    <a:pt x="1670" y="3939"/>
                  </a:cubicBezTo>
                  <a:cubicBezTo>
                    <a:pt x="1670" y="4160"/>
                    <a:pt x="1450" y="4380"/>
                    <a:pt x="1260" y="4380"/>
                  </a:cubicBezTo>
                  <a:cubicBezTo>
                    <a:pt x="1071" y="4380"/>
                    <a:pt x="819" y="4160"/>
                    <a:pt x="819" y="3939"/>
                  </a:cubicBezTo>
                  <a:cubicBezTo>
                    <a:pt x="819" y="3687"/>
                    <a:pt x="630" y="3529"/>
                    <a:pt x="441" y="3529"/>
                  </a:cubicBezTo>
                  <a:cubicBezTo>
                    <a:pt x="252" y="3529"/>
                    <a:pt x="32" y="3750"/>
                    <a:pt x="32" y="3939"/>
                  </a:cubicBezTo>
                  <a:cubicBezTo>
                    <a:pt x="32" y="4475"/>
                    <a:pt x="410" y="4916"/>
                    <a:pt x="882" y="5105"/>
                  </a:cubicBezTo>
                  <a:lnTo>
                    <a:pt x="882" y="5388"/>
                  </a:lnTo>
                  <a:cubicBezTo>
                    <a:pt x="882" y="5640"/>
                    <a:pt x="1071" y="5798"/>
                    <a:pt x="1292" y="5798"/>
                  </a:cubicBezTo>
                  <a:cubicBezTo>
                    <a:pt x="1544" y="5798"/>
                    <a:pt x="1702" y="5577"/>
                    <a:pt x="1702" y="5388"/>
                  </a:cubicBezTo>
                  <a:lnTo>
                    <a:pt x="1702" y="5073"/>
                  </a:lnTo>
                  <a:cubicBezTo>
                    <a:pt x="2174" y="4916"/>
                    <a:pt x="2521" y="4443"/>
                    <a:pt x="2521" y="3907"/>
                  </a:cubicBezTo>
                  <a:cubicBezTo>
                    <a:pt x="2521" y="3214"/>
                    <a:pt x="1985" y="2836"/>
                    <a:pt x="1544" y="2521"/>
                  </a:cubicBezTo>
                  <a:cubicBezTo>
                    <a:pt x="1229" y="2269"/>
                    <a:pt x="882" y="2049"/>
                    <a:pt x="882" y="1797"/>
                  </a:cubicBezTo>
                  <a:cubicBezTo>
                    <a:pt x="882" y="1576"/>
                    <a:pt x="1071" y="1419"/>
                    <a:pt x="1292" y="1419"/>
                  </a:cubicBezTo>
                  <a:cubicBezTo>
                    <a:pt x="1544" y="1419"/>
                    <a:pt x="1702" y="1608"/>
                    <a:pt x="1702" y="1797"/>
                  </a:cubicBezTo>
                  <a:cubicBezTo>
                    <a:pt x="1702" y="2049"/>
                    <a:pt x="1891" y="2238"/>
                    <a:pt x="2143" y="2238"/>
                  </a:cubicBezTo>
                  <a:cubicBezTo>
                    <a:pt x="2363" y="2238"/>
                    <a:pt x="2521" y="2049"/>
                    <a:pt x="2521" y="1797"/>
                  </a:cubicBezTo>
                  <a:cubicBezTo>
                    <a:pt x="2521" y="1261"/>
                    <a:pt x="2174" y="820"/>
                    <a:pt x="1702" y="631"/>
                  </a:cubicBezTo>
                  <a:lnTo>
                    <a:pt x="1702" y="347"/>
                  </a:lnTo>
                  <a:cubicBezTo>
                    <a:pt x="1702" y="158"/>
                    <a:pt x="1513" y="1"/>
                    <a:pt x="126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grpSp>
        <p:nvGrpSpPr>
          <p:cNvPr id="389" name="Google Shape;7440;p65">
            <a:extLst>
              <a:ext uri="{FF2B5EF4-FFF2-40B4-BE49-F238E27FC236}">
                <a16:creationId xmlns:a16="http://schemas.microsoft.com/office/drawing/2014/main" id="{B994088B-4A8D-E27D-6187-05394CBF6DFA}"/>
              </a:ext>
            </a:extLst>
          </p:cNvPr>
          <p:cNvGrpSpPr/>
          <p:nvPr/>
        </p:nvGrpSpPr>
        <p:grpSpPr>
          <a:xfrm>
            <a:off x="20173399" y="9102196"/>
            <a:ext cx="934055" cy="931769"/>
            <a:chOff x="-59029025" y="3711650"/>
            <a:chExt cx="316650" cy="315875"/>
          </a:xfrm>
          <a:solidFill>
            <a:srgbClr val="555559"/>
          </a:solidFill>
        </p:grpSpPr>
        <p:sp>
          <p:nvSpPr>
            <p:cNvPr id="390" name="Google Shape;7441;p65">
              <a:extLst>
                <a:ext uri="{FF2B5EF4-FFF2-40B4-BE49-F238E27FC236}">
                  <a16:creationId xmlns:a16="http://schemas.microsoft.com/office/drawing/2014/main" id="{FB658AF9-FA29-3E9D-57A4-106431EC2A87}"/>
                </a:ext>
              </a:extLst>
            </p:cNvPr>
            <p:cNvSpPr/>
            <p:nvPr/>
          </p:nvSpPr>
          <p:spPr>
            <a:xfrm>
              <a:off x="-59029025" y="3712450"/>
              <a:ext cx="70125" cy="70125"/>
            </a:xfrm>
            <a:custGeom>
              <a:avLst/>
              <a:gdLst/>
              <a:ahLst/>
              <a:cxnLst/>
              <a:rect l="l" t="t" r="r" b="b"/>
              <a:pathLst>
                <a:path w="2805" h="2805" extrusionOk="0">
                  <a:moveTo>
                    <a:pt x="1229" y="0"/>
                  </a:moveTo>
                  <a:cubicBezTo>
                    <a:pt x="568" y="0"/>
                    <a:pt x="1" y="568"/>
                    <a:pt x="1" y="1229"/>
                  </a:cubicBezTo>
                  <a:cubicBezTo>
                    <a:pt x="1" y="1891"/>
                    <a:pt x="568" y="2458"/>
                    <a:pt x="1229" y="2458"/>
                  </a:cubicBezTo>
                  <a:cubicBezTo>
                    <a:pt x="1419" y="2458"/>
                    <a:pt x="1576" y="2426"/>
                    <a:pt x="1734" y="2332"/>
                  </a:cubicBezTo>
                  <a:lnTo>
                    <a:pt x="2206" y="2804"/>
                  </a:lnTo>
                  <a:cubicBezTo>
                    <a:pt x="2458" y="2489"/>
                    <a:pt x="2584" y="2426"/>
                    <a:pt x="2805" y="2206"/>
                  </a:cubicBezTo>
                  <a:lnTo>
                    <a:pt x="2332" y="1733"/>
                  </a:lnTo>
                  <a:cubicBezTo>
                    <a:pt x="2427" y="1576"/>
                    <a:pt x="2458" y="1387"/>
                    <a:pt x="2458" y="1229"/>
                  </a:cubicBezTo>
                  <a:cubicBezTo>
                    <a:pt x="2458" y="568"/>
                    <a:pt x="1923" y="0"/>
                    <a:pt x="122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91" name="Google Shape;7442;p65">
              <a:extLst>
                <a:ext uri="{FF2B5EF4-FFF2-40B4-BE49-F238E27FC236}">
                  <a16:creationId xmlns:a16="http://schemas.microsoft.com/office/drawing/2014/main" id="{91BAE021-610A-BFE6-C6E5-25555CB48B73}"/>
                </a:ext>
              </a:extLst>
            </p:cNvPr>
            <p:cNvSpPr/>
            <p:nvPr/>
          </p:nvSpPr>
          <p:spPr>
            <a:xfrm>
              <a:off x="-58782500" y="3958175"/>
              <a:ext cx="70125" cy="69350"/>
            </a:xfrm>
            <a:custGeom>
              <a:avLst/>
              <a:gdLst/>
              <a:ahLst/>
              <a:cxnLst/>
              <a:rect l="l" t="t" r="r" b="b"/>
              <a:pathLst>
                <a:path w="2805" h="2774" extrusionOk="0">
                  <a:moveTo>
                    <a:pt x="599" y="1"/>
                  </a:moveTo>
                  <a:cubicBezTo>
                    <a:pt x="379" y="222"/>
                    <a:pt x="316" y="316"/>
                    <a:pt x="1" y="568"/>
                  </a:cubicBezTo>
                  <a:lnTo>
                    <a:pt x="473" y="1041"/>
                  </a:lnTo>
                  <a:cubicBezTo>
                    <a:pt x="379" y="1198"/>
                    <a:pt x="347" y="1387"/>
                    <a:pt x="347" y="1576"/>
                  </a:cubicBezTo>
                  <a:cubicBezTo>
                    <a:pt x="347" y="2238"/>
                    <a:pt x="914" y="2773"/>
                    <a:pt x="1576" y="2773"/>
                  </a:cubicBezTo>
                  <a:cubicBezTo>
                    <a:pt x="2238" y="2773"/>
                    <a:pt x="2805" y="2238"/>
                    <a:pt x="2805" y="1576"/>
                  </a:cubicBezTo>
                  <a:cubicBezTo>
                    <a:pt x="2805" y="883"/>
                    <a:pt x="2238" y="348"/>
                    <a:pt x="1576" y="348"/>
                  </a:cubicBezTo>
                  <a:cubicBezTo>
                    <a:pt x="1387" y="348"/>
                    <a:pt x="1230" y="379"/>
                    <a:pt x="1072" y="474"/>
                  </a:cubicBezTo>
                  <a:lnTo>
                    <a:pt x="599"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92" name="Google Shape;7443;p65">
              <a:extLst>
                <a:ext uri="{FF2B5EF4-FFF2-40B4-BE49-F238E27FC236}">
                  <a16:creationId xmlns:a16="http://schemas.microsoft.com/office/drawing/2014/main" id="{69DC20E5-5030-12F4-0B59-15BB5AA85268}"/>
                </a:ext>
              </a:extLst>
            </p:cNvPr>
            <p:cNvSpPr/>
            <p:nvPr/>
          </p:nvSpPr>
          <p:spPr>
            <a:xfrm>
              <a:off x="-58782500" y="3711650"/>
              <a:ext cx="70125" cy="70125"/>
            </a:xfrm>
            <a:custGeom>
              <a:avLst/>
              <a:gdLst/>
              <a:ahLst/>
              <a:cxnLst/>
              <a:rect l="l" t="t" r="r" b="b"/>
              <a:pathLst>
                <a:path w="2805" h="2805" extrusionOk="0">
                  <a:moveTo>
                    <a:pt x="1576" y="1"/>
                  </a:moveTo>
                  <a:cubicBezTo>
                    <a:pt x="914" y="1"/>
                    <a:pt x="347" y="568"/>
                    <a:pt x="347" y="1230"/>
                  </a:cubicBezTo>
                  <a:cubicBezTo>
                    <a:pt x="347" y="1419"/>
                    <a:pt x="379" y="1576"/>
                    <a:pt x="473" y="1734"/>
                  </a:cubicBezTo>
                  <a:lnTo>
                    <a:pt x="1" y="2206"/>
                  </a:lnTo>
                  <a:cubicBezTo>
                    <a:pt x="284" y="2458"/>
                    <a:pt x="347" y="2521"/>
                    <a:pt x="599" y="2805"/>
                  </a:cubicBezTo>
                  <a:lnTo>
                    <a:pt x="1072" y="2332"/>
                  </a:lnTo>
                  <a:cubicBezTo>
                    <a:pt x="1230" y="2395"/>
                    <a:pt x="1419" y="2458"/>
                    <a:pt x="1576" y="2458"/>
                  </a:cubicBezTo>
                  <a:cubicBezTo>
                    <a:pt x="2238" y="2458"/>
                    <a:pt x="2805" y="1891"/>
                    <a:pt x="2805" y="1230"/>
                  </a:cubicBezTo>
                  <a:cubicBezTo>
                    <a:pt x="2805" y="568"/>
                    <a:pt x="2238" y="1"/>
                    <a:pt x="157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93" name="Google Shape;7444;p65">
              <a:extLst>
                <a:ext uri="{FF2B5EF4-FFF2-40B4-BE49-F238E27FC236}">
                  <a16:creationId xmlns:a16="http://schemas.microsoft.com/office/drawing/2014/main" id="{61D7A4E1-C655-11F7-3097-DB44A44EA9EF}"/>
                </a:ext>
              </a:extLst>
            </p:cNvPr>
            <p:cNvSpPr/>
            <p:nvPr/>
          </p:nvSpPr>
          <p:spPr>
            <a:xfrm>
              <a:off x="-58911650" y="3880200"/>
              <a:ext cx="79550" cy="30750"/>
            </a:xfrm>
            <a:custGeom>
              <a:avLst/>
              <a:gdLst/>
              <a:ahLst/>
              <a:cxnLst/>
              <a:rect l="l" t="t" r="r" b="b"/>
              <a:pathLst>
                <a:path w="3182" h="1230" extrusionOk="0">
                  <a:moveTo>
                    <a:pt x="1607" y="1"/>
                  </a:moveTo>
                  <a:cubicBezTo>
                    <a:pt x="819" y="1"/>
                    <a:pt x="189" y="505"/>
                    <a:pt x="0" y="1230"/>
                  </a:cubicBezTo>
                  <a:lnTo>
                    <a:pt x="3182" y="1230"/>
                  </a:lnTo>
                  <a:cubicBezTo>
                    <a:pt x="3025" y="537"/>
                    <a:pt x="2394" y="1"/>
                    <a:pt x="160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94" name="Google Shape;7445;p65">
              <a:extLst>
                <a:ext uri="{FF2B5EF4-FFF2-40B4-BE49-F238E27FC236}">
                  <a16:creationId xmlns:a16="http://schemas.microsoft.com/office/drawing/2014/main" id="{51DB43B9-5441-CB97-5932-AB5AD3122B35}"/>
                </a:ext>
              </a:extLst>
            </p:cNvPr>
            <p:cNvSpPr/>
            <p:nvPr/>
          </p:nvSpPr>
          <p:spPr>
            <a:xfrm>
              <a:off x="-58891975" y="3818000"/>
              <a:ext cx="41775" cy="41750"/>
            </a:xfrm>
            <a:custGeom>
              <a:avLst/>
              <a:gdLst/>
              <a:ahLst/>
              <a:cxnLst/>
              <a:rect l="l" t="t" r="r" b="b"/>
              <a:pathLst>
                <a:path w="1671" h="1670" extrusionOk="0">
                  <a:moveTo>
                    <a:pt x="851" y="0"/>
                  </a:moveTo>
                  <a:cubicBezTo>
                    <a:pt x="379" y="0"/>
                    <a:pt x="1" y="378"/>
                    <a:pt x="1" y="819"/>
                  </a:cubicBezTo>
                  <a:cubicBezTo>
                    <a:pt x="1" y="1292"/>
                    <a:pt x="379" y="1670"/>
                    <a:pt x="851" y="1670"/>
                  </a:cubicBezTo>
                  <a:cubicBezTo>
                    <a:pt x="1292" y="1670"/>
                    <a:pt x="1670" y="1292"/>
                    <a:pt x="1670" y="819"/>
                  </a:cubicBezTo>
                  <a:cubicBezTo>
                    <a:pt x="1670" y="378"/>
                    <a:pt x="1292" y="0"/>
                    <a:pt x="85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95" name="Google Shape;7446;p65">
              <a:extLst>
                <a:ext uri="{FF2B5EF4-FFF2-40B4-BE49-F238E27FC236}">
                  <a16:creationId xmlns:a16="http://schemas.microsoft.com/office/drawing/2014/main" id="{536CB552-9141-3108-5866-7EB571ADEE24}"/>
                </a:ext>
              </a:extLst>
            </p:cNvPr>
            <p:cNvSpPr/>
            <p:nvPr/>
          </p:nvSpPr>
          <p:spPr>
            <a:xfrm>
              <a:off x="-58983325" y="3755775"/>
              <a:ext cx="227625" cy="226850"/>
            </a:xfrm>
            <a:custGeom>
              <a:avLst/>
              <a:gdLst/>
              <a:ahLst/>
              <a:cxnLst/>
              <a:rect l="l" t="t" r="r" b="b"/>
              <a:pathLst>
                <a:path w="9105" h="9074" extrusionOk="0">
                  <a:moveTo>
                    <a:pt x="4537" y="1701"/>
                  </a:moveTo>
                  <a:cubicBezTo>
                    <a:pt x="5419" y="1701"/>
                    <a:pt x="6175" y="2458"/>
                    <a:pt x="6175" y="3371"/>
                  </a:cubicBezTo>
                  <a:cubicBezTo>
                    <a:pt x="6175" y="3781"/>
                    <a:pt x="6018" y="4190"/>
                    <a:pt x="5702" y="4505"/>
                  </a:cubicBezTo>
                  <a:cubicBezTo>
                    <a:pt x="6459" y="4946"/>
                    <a:pt x="6994" y="5734"/>
                    <a:pt x="6994" y="6679"/>
                  </a:cubicBezTo>
                  <a:cubicBezTo>
                    <a:pt x="6963" y="6868"/>
                    <a:pt x="6805" y="7057"/>
                    <a:pt x="6585" y="7057"/>
                  </a:cubicBezTo>
                  <a:lnTo>
                    <a:pt x="2426" y="7057"/>
                  </a:lnTo>
                  <a:cubicBezTo>
                    <a:pt x="2205" y="7057"/>
                    <a:pt x="2048" y="6868"/>
                    <a:pt x="2048" y="6679"/>
                  </a:cubicBezTo>
                  <a:cubicBezTo>
                    <a:pt x="2048" y="5734"/>
                    <a:pt x="2552" y="4946"/>
                    <a:pt x="3340" y="4505"/>
                  </a:cubicBezTo>
                  <a:cubicBezTo>
                    <a:pt x="3056" y="4190"/>
                    <a:pt x="2867" y="3781"/>
                    <a:pt x="2867" y="3371"/>
                  </a:cubicBezTo>
                  <a:cubicBezTo>
                    <a:pt x="2867" y="2458"/>
                    <a:pt x="3623" y="1701"/>
                    <a:pt x="4537" y="1701"/>
                  </a:cubicBezTo>
                  <a:close/>
                  <a:moveTo>
                    <a:pt x="4537" y="0"/>
                  </a:moveTo>
                  <a:cubicBezTo>
                    <a:pt x="2016" y="0"/>
                    <a:pt x="0" y="2048"/>
                    <a:pt x="0" y="4537"/>
                  </a:cubicBezTo>
                  <a:cubicBezTo>
                    <a:pt x="0" y="7057"/>
                    <a:pt x="2048" y="9074"/>
                    <a:pt x="4537" y="9074"/>
                  </a:cubicBezTo>
                  <a:cubicBezTo>
                    <a:pt x="7057" y="9074"/>
                    <a:pt x="9042" y="7026"/>
                    <a:pt x="9042" y="4537"/>
                  </a:cubicBezTo>
                  <a:cubicBezTo>
                    <a:pt x="9105" y="2017"/>
                    <a:pt x="7057" y="0"/>
                    <a:pt x="453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sp>
          <p:nvSpPr>
            <p:cNvPr id="396" name="Google Shape;7447;p65">
              <a:extLst>
                <a:ext uri="{FF2B5EF4-FFF2-40B4-BE49-F238E27FC236}">
                  <a16:creationId xmlns:a16="http://schemas.microsoft.com/office/drawing/2014/main" id="{54542314-4376-123C-9B67-22DDE1FD26CE}"/>
                </a:ext>
              </a:extLst>
            </p:cNvPr>
            <p:cNvSpPr/>
            <p:nvPr/>
          </p:nvSpPr>
          <p:spPr>
            <a:xfrm>
              <a:off x="-59029025" y="3956600"/>
              <a:ext cx="70900" cy="70925"/>
            </a:xfrm>
            <a:custGeom>
              <a:avLst/>
              <a:gdLst/>
              <a:ahLst/>
              <a:cxnLst/>
              <a:rect l="l" t="t" r="r" b="b"/>
              <a:pathLst>
                <a:path w="2836" h="2837" extrusionOk="0">
                  <a:moveTo>
                    <a:pt x="2269" y="1"/>
                  </a:moveTo>
                  <a:lnTo>
                    <a:pt x="1734" y="537"/>
                  </a:lnTo>
                  <a:cubicBezTo>
                    <a:pt x="1576" y="442"/>
                    <a:pt x="1387" y="411"/>
                    <a:pt x="1229" y="411"/>
                  </a:cubicBezTo>
                  <a:cubicBezTo>
                    <a:pt x="568" y="411"/>
                    <a:pt x="1" y="946"/>
                    <a:pt x="1" y="1639"/>
                  </a:cubicBezTo>
                  <a:cubicBezTo>
                    <a:pt x="1" y="2301"/>
                    <a:pt x="568" y="2836"/>
                    <a:pt x="1229" y="2836"/>
                  </a:cubicBezTo>
                  <a:cubicBezTo>
                    <a:pt x="1891" y="2836"/>
                    <a:pt x="2458" y="2301"/>
                    <a:pt x="2458" y="1639"/>
                  </a:cubicBezTo>
                  <a:cubicBezTo>
                    <a:pt x="2458" y="1419"/>
                    <a:pt x="2427" y="1261"/>
                    <a:pt x="2332" y="1104"/>
                  </a:cubicBezTo>
                  <a:lnTo>
                    <a:pt x="2836" y="600"/>
                  </a:lnTo>
                  <a:cubicBezTo>
                    <a:pt x="2584" y="379"/>
                    <a:pt x="2490" y="285"/>
                    <a:pt x="226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55559"/>
                </a:solidFill>
              </a:endParaRPr>
            </a:p>
          </p:txBody>
        </p:sp>
      </p:grpSp>
      <p:sp>
        <p:nvSpPr>
          <p:cNvPr id="397" name="Text Placeholder 1">
            <a:extLst>
              <a:ext uri="{FF2B5EF4-FFF2-40B4-BE49-F238E27FC236}">
                <a16:creationId xmlns:a16="http://schemas.microsoft.com/office/drawing/2014/main" id="{9D9A6959-A86D-84B0-6788-89A5753FE4DE}"/>
              </a:ext>
            </a:extLst>
          </p:cNvPr>
          <p:cNvSpPr>
            <a:spLocks noGrp="1"/>
          </p:cNvSpPr>
          <p:nvPr>
            <p:ph type="body" sz="quarter" idx="24"/>
          </p:nvPr>
        </p:nvSpPr>
        <p:spPr>
          <a:xfrm>
            <a:off x="1286487" y="1101849"/>
            <a:ext cx="12064726" cy="1457325"/>
          </a:xfrm>
        </p:spPr>
        <p:txBody>
          <a:bodyPr/>
          <a:lstStyle/>
          <a:p>
            <a:r>
              <a:rPr lang="en-US"/>
              <a:t>BUSINESS ICONS</a:t>
            </a:r>
          </a:p>
        </p:txBody>
      </p:sp>
      <p:pic>
        <p:nvPicPr>
          <p:cNvPr id="2" name="Picture 1">
            <a:extLst>
              <a:ext uri="{FF2B5EF4-FFF2-40B4-BE49-F238E27FC236}">
                <a16:creationId xmlns:a16="http://schemas.microsoft.com/office/drawing/2014/main" id="{B1EB3F1C-DDC1-5591-6599-19FA450D7C6E}"/>
              </a:ext>
            </a:extLst>
          </p:cNvPr>
          <p:cNvPicPr>
            <a:picLocks noChangeAspect="1"/>
          </p:cNvPicPr>
          <p:nvPr/>
        </p:nvPicPr>
        <p:blipFill rotWithShape="1">
          <a:blip r:embed="rId2">
            <a:extLst>
              <a:ext uri="{28A0092B-C50C-407E-A947-70E740481C1C}">
                <a14:useLocalDpi xmlns:a14="http://schemas.microsoft.com/office/drawing/2010/main" val="0"/>
              </a:ext>
            </a:extLst>
          </a:blip>
          <a:srcRect l="-44764" t="55302" r="45710" b="1985"/>
          <a:stretch/>
        </p:blipFill>
        <p:spPr>
          <a:xfrm>
            <a:off x="-736428" y="0"/>
            <a:ext cx="1413659" cy="13716000"/>
          </a:xfrm>
          <a:prstGeom prst="rect">
            <a:avLst/>
          </a:prstGeom>
        </p:spPr>
      </p:pic>
    </p:spTree>
    <p:extLst>
      <p:ext uri="{BB962C8B-B14F-4D97-AF65-F5344CB8AC3E}">
        <p14:creationId xmlns:p14="http://schemas.microsoft.com/office/powerpoint/2010/main" val="924717585"/>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31C483A-06EA-FB89-16BC-06903EE9B620}"/>
              </a:ext>
            </a:extLst>
          </p:cNvPr>
          <p:cNvSpPr>
            <a:spLocks noGrp="1"/>
          </p:cNvSpPr>
          <p:nvPr>
            <p:ph type="ftr" sz="quarter" idx="27"/>
          </p:nvPr>
        </p:nvSpPr>
        <p:spPr/>
        <p:txBody>
          <a:bodyPr/>
          <a:lstStyle/>
          <a:p>
            <a:r>
              <a:rPr lang="en-US"/>
              <a:t>2024 © Retail Consult - All rights reserved</a:t>
            </a:r>
          </a:p>
        </p:txBody>
      </p:sp>
      <p:sp>
        <p:nvSpPr>
          <p:cNvPr id="5" name="Slide Number Placeholder 4">
            <a:extLst>
              <a:ext uri="{FF2B5EF4-FFF2-40B4-BE49-F238E27FC236}">
                <a16:creationId xmlns:a16="http://schemas.microsoft.com/office/drawing/2014/main" id="{E3B75F38-9C84-88F1-ACCC-0E82B6DB9FF3}"/>
              </a:ext>
            </a:extLst>
          </p:cNvPr>
          <p:cNvSpPr>
            <a:spLocks noGrp="1"/>
          </p:cNvSpPr>
          <p:nvPr>
            <p:ph type="sldNum" sz="quarter" idx="28"/>
          </p:nvPr>
        </p:nvSpPr>
        <p:spPr/>
        <p:txBody>
          <a:bodyPr/>
          <a:lstStyle/>
          <a:p>
            <a:fld id="{9A4417C4-43A3-444C-837D-103BA5C8224B}" type="slidenum">
              <a:rPr lang="en-US" smtClean="0"/>
              <a:pPr/>
              <a:t>15</a:t>
            </a:fld>
            <a:endParaRPr lang="en-US"/>
          </a:p>
        </p:txBody>
      </p:sp>
      <p:sp>
        <p:nvSpPr>
          <p:cNvPr id="398" name="Text Placeholder 1">
            <a:extLst>
              <a:ext uri="{FF2B5EF4-FFF2-40B4-BE49-F238E27FC236}">
                <a16:creationId xmlns:a16="http://schemas.microsoft.com/office/drawing/2014/main" id="{9D9A6959-A86D-84B0-6788-89A5753FE4DE}"/>
              </a:ext>
            </a:extLst>
          </p:cNvPr>
          <p:cNvSpPr>
            <a:spLocks noGrp="1"/>
          </p:cNvSpPr>
          <p:nvPr>
            <p:ph type="body" sz="quarter" idx="24"/>
          </p:nvPr>
        </p:nvSpPr>
        <p:spPr>
          <a:xfrm>
            <a:off x="1333379" y="1098084"/>
            <a:ext cx="12064726" cy="1457325"/>
          </a:xfrm>
        </p:spPr>
        <p:txBody>
          <a:bodyPr/>
          <a:lstStyle/>
          <a:p>
            <a:r>
              <a:rPr lang="en-US"/>
              <a:t>CREATIVE PROCESS ICONS</a:t>
            </a:r>
          </a:p>
        </p:txBody>
      </p:sp>
      <p:grpSp>
        <p:nvGrpSpPr>
          <p:cNvPr id="926" name="Google Shape;8046;p67">
            <a:extLst>
              <a:ext uri="{FF2B5EF4-FFF2-40B4-BE49-F238E27FC236}">
                <a16:creationId xmlns:a16="http://schemas.microsoft.com/office/drawing/2014/main" id="{A046B6FF-6227-9785-1069-5FA5FEBD8547}"/>
              </a:ext>
            </a:extLst>
          </p:cNvPr>
          <p:cNvGrpSpPr/>
          <p:nvPr/>
        </p:nvGrpSpPr>
        <p:grpSpPr>
          <a:xfrm>
            <a:off x="2023804" y="4040564"/>
            <a:ext cx="711869" cy="913309"/>
            <a:chOff x="-50489600" y="1947400"/>
            <a:chExt cx="233150" cy="299125"/>
          </a:xfrm>
          <a:solidFill>
            <a:srgbClr val="555559"/>
          </a:solidFill>
        </p:grpSpPr>
        <p:sp>
          <p:nvSpPr>
            <p:cNvPr id="1454" name="Google Shape;8047;p67">
              <a:extLst>
                <a:ext uri="{FF2B5EF4-FFF2-40B4-BE49-F238E27FC236}">
                  <a16:creationId xmlns:a16="http://schemas.microsoft.com/office/drawing/2014/main" id="{60D9B148-CE9F-E31D-F731-314556A17688}"/>
                </a:ext>
              </a:extLst>
            </p:cNvPr>
            <p:cNvSpPr/>
            <p:nvPr/>
          </p:nvSpPr>
          <p:spPr>
            <a:xfrm>
              <a:off x="-50382475" y="2018275"/>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8048;p67">
              <a:extLst>
                <a:ext uri="{FF2B5EF4-FFF2-40B4-BE49-F238E27FC236}">
                  <a16:creationId xmlns:a16="http://schemas.microsoft.com/office/drawing/2014/main" id="{7CF5A637-03C9-06AD-325C-73B4CD7AD34B}"/>
                </a:ext>
              </a:extLst>
            </p:cNvPr>
            <p:cNvSpPr/>
            <p:nvPr/>
          </p:nvSpPr>
          <p:spPr>
            <a:xfrm>
              <a:off x="-50489600" y="1947400"/>
              <a:ext cx="233150" cy="299125"/>
            </a:xfrm>
            <a:custGeom>
              <a:avLst/>
              <a:gdLst/>
              <a:ahLst/>
              <a:cxnLst/>
              <a:rect l="l" t="t" r="r" b="b"/>
              <a:pathLst>
                <a:path w="9326" h="11965" extrusionOk="0">
                  <a:moveTo>
                    <a:pt x="4632" y="725"/>
                  </a:moveTo>
                  <a:cubicBezTo>
                    <a:pt x="4821" y="725"/>
                    <a:pt x="4978" y="882"/>
                    <a:pt x="4978" y="1071"/>
                  </a:cubicBezTo>
                  <a:lnTo>
                    <a:pt x="4978" y="1449"/>
                  </a:lnTo>
                  <a:cubicBezTo>
                    <a:pt x="4884" y="1418"/>
                    <a:pt x="4758" y="1418"/>
                    <a:pt x="4632" y="1418"/>
                  </a:cubicBezTo>
                  <a:cubicBezTo>
                    <a:pt x="4506" y="1418"/>
                    <a:pt x="4411" y="1418"/>
                    <a:pt x="4285" y="1449"/>
                  </a:cubicBezTo>
                  <a:lnTo>
                    <a:pt x="4285" y="1071"/>
                  </a:lnTo>
                  <a:cubicBezTo>
                    <a:pt x="4285" y="882"/>
                    <a:pt x="4443" y="725"/>
                    <a:pt x="4632" y="725"/>
                  </a:cubicBezTo>
                  <a:close/>
                  <a:moveTo>
                    <a:pt x="4632" y="2143"/>
                  </a:moveTo>
                  <a:cubicBezTo>
                    <a:pt x="5230" y="2143"/>
                    <a:pt x="5703" y="2615"/>
                    <a:pt x="5703" y="3182"/>
                  </a:cubicBezTo>
                  <a:cubicBezTo>
                    <a:pt x="5703" y="3781"/>
                    <a:pt x="5230" y="4253"/>
                    <a:pt x="4632" y="4253"/>
                  </a:cubicBezTo>
                  <a:cubicBezTo>
                    <a:pt x="4033" y="4253"/>
                    <a:pt x="3592" y="3781"/>
                    <a:pt x="3592" y="3182"/>
                  </a:cubicBezTo>
                  <a:cubicBezTo>
                    <a:pt x="3592" y="2615"/>
                    <a:pt x="4033" y="2143"/>
                    <a:pt x="4632" y="2143"/>
                  </a:cubicBezTo>
                  <a:close/>
                  <a:moveTo>
                    <a:pt x="4632" y="5356"/>
                  </a:moveTo>
                  <a:lnTo>
                    <a:pt x="6018" y="8191"/>
                  </a:lnTo>
                  <a:cubicBezTo>
                    <a:pt x="5671" y="8349"/>
                    <a:pt x="5356" y="8443"/>
                    <a:pt x="4978" y="8443"/>
                  </a:cubicBezTo>
                  <a:lnTo>
                    <a:pt x="4978" y="8065"/>
                  </a:lnTo>
                  <a:cubicBezTo>
                    <a:pt x="4978" y="7876"/>
                    <a:pt x="4821" y="7719"/>
                    <a:pt x="4632" y="7719"/>
                  </a:cubicBezTo>
                  <a:cubicBezTo>
                    <a:pt x="4443" y="7719"/>
                    <a:pt x="4285" y="7876"/>
                    <a:pt x="4285" y="8065"/>
                  </a:cubicBezTo>
                  <a:lnTo>
                    <a:pt x="4285" y="8443"/>
                  </a:lnTo>
                  <a:cubicBezTo>
                    <a:pt x="3939" y="8380"/>
                    <a:pt x="3592" y="8317"/>
                    <a:pt x="3246" y="8191"/>
                  </a:cubicBezTo>
                  <a:lnTo>
                    <a:pt x="4632" y="5356"/>
                  </a:lnTo>
                  <a:close/>
                  <a:moveTo>
                    <a:pt x="3466" y="4505"/>
                  </a:moveTo>
                  <a:cubicBezTo>
                    <a:pt x="3624" y="4663"/>
                    <a:pt x="3844" y="4757"/>
                    <a:pt x="4096" y="4852"/>
                  </a:cubicBezTo>
                  <a:cubicBezTo>
                    <a:pt x="4033" y="5009"/>
                    <a:pt x="1481" y="10271"/>
                    <a:pt x="1450" y="10365"/>
                  </a:cubicBezTo>
                  <a:cubicBezTo>
                    <a:pt x="1381" y="10504"/>
                    <a:pt x="1261" y="10591"/>
                    <a:pt x="1127" y="10591"/>
                  </a:cubicBezTo>
                  <a:cubicBezTo>
                    <a:pt x="1078" y="10591"/>
                    <a:pt x="1028" y="10580"/>
                    <a:pt x="977" y="10554"/>
                  </a:cubicBezTo>
                  <a:cubicBezTo>
                    <a:pt x="820" y="10491"/>
                    <a:pt x="694" y="10271"/>
                    <a:pt x="788" y="10082"/>
                  </a:cubicBezTo>
                  <a:lnTo>
                    <a:pt x="3466" y="4505"/>
                  </a:lnTo>
                  <a:close/>
                  <a:moveTo>
                    <a:pt x="5829" y="4537"/>
                  </a:moveTo>
                  <a:lnTo>
                    <a:pt x="8507" y="10113"/>
                  </a:lnTo>
                  <a:cubicBezTo>
                    <a:pt x="8570" y="10271"/>
                    <a:pt x="8507" y="10523"/>
                    <a:pt x="8318" y="10586"/>
                  </a:cubicBezTo>
                  <a:cubicBezTo>
                    <a:pt x="8271" y="10599"/>
                    <a:pt x="8225" y="10606"/>
                    <a:pt x="8181" y="10606"/>
                  </a:cubicBezTo>
                  <a:cubicBezTo>
                    <a:pt x="8021" y="10606"/>
                    <a:pt x="7888" y="10521"/>
                    <a:pt x="7814" y="10397"/>
                  </a:cubicBezTo>
                  <a:cubicBezTo>
                    <a:pt x="7719" y="10176"/>
                    <a:pt x="5293" y="5167"/>
                    <a:pt x="5199" y="4883"/>
                  </a:cubicBezTo>
                  <a:cubicBezTo>
                    <a:pt x="5419" y="4820"/>
                    <a:pt x="5608" y="4694"/>
                    <a:pt x="5829" y="4537"/>
                  </a:cubicBezTo>
                  <a:close/>
                  <a:moveTo>
                    <a:pt x="4632" y="0"/>
                  </a:moveTo>
                  <a:cubicBezTo>
                    <a:pt x="4033" y="0"/>
                    <a:pt x="3592" y="473"/>
                    <a:pt x="3592" y="1071"/>
                  </a:cubicBezTo>
                  <a:lnTo>
                    <a:pt x="3592" y="1764"/>
                  </a:lnTo>
                  <a:cubicBezTo>
                    <a:pt x="3151" y="2080"/>
                    <a:pt x="2867" y="2584"/>
                    <a:pt x="2867" y="3182"/>
                  </a:cubicBezTo>
                  <a:cubicBezTo>
                    <a:pt x="2867" y="3434"/>
                    <a:pt x="2899" y="3655"/>
                    <a:pt x="3025" y="3875"/>
                  </a:cubicBezTo>
                  <a:lnTo>
                    <a:pt x="1576" y="6900"/>
                  </a:lnTo>
                  <a:cubicBezTo>
                    <a:pt x="1355" y="6648"/>
                    <a:pt x="1229" y="6396"/>
                    <a:pt x="1103" y="6081"/>
                  </a:cubicBezTo>
                  <a:cubicBezTo>
                    <a:pt x="1032" y="5914"/>
                    <a:pt x="906" y="5837"/>
                    <a:pt x="767" y="5837"/>
                  </a:cubicBezTo>
                  <a:cubicBezTo>
                    <a:pt x="722" y="5837"/>
                    <a:pt x="676" y="5845"/>
                    <a:pt x="631" y="5860"/>
                  </a:cubicBezTo>
                  <a:cubicBezTo>
                    <a:pt x="442" y="5955"/>
                    <a:pt x="347" y="6144"/>
                    <a:pt x="442" y="6333"/>
                  </a:cubicBezTo>
                  <a:cubicBezTo>
                    <a:pt x="631" y="6805"/>
                    <a:pt x="883" y="7215"/>
                    <a:pt x="1229" y="7593"/>
                  </a:cubicBezTo>
                  <a:lnTo>
                    <a:pt x="158" y="9798"/>
                  </a:lnTo>
                  <a:cubicBezTo>
                    <a:pt x="1" y="10208"/>
                    <a:pt x="64" y="10649"/>
                    <a:pt x="347" y="10964"/>
                  </a:cubicBezTo>
                  <a:lnTo>
                    <a:pt x="95" y="11468"/>
                  </a:lnTo>
                  <a:cubicBezTo>
                    <a:pt x="32" y="11625"/>
                    <a:pt x="95" y="11846"/>
                    <a:pt x="253" y="11941"/>
                  </a:cubicBezTo>
                  <a:cubicBezTo>
                    <a:pt x="293" y="11957"/>
                    <a:pt x="340" y="11965"/>
                    <a:pt x="389" y="11965"/>
                  </a:cubicBezTo>
                  <a:cubicBezTo>
                    <a:pt x="528" y="11965"/>
                    <a:pt x="678" y="11900"/>
                    <a:pt x="725" y="11783"/>
                  </a:cubicBezTo>
                  <a:lnTo>
                    <a:pt x="977" y="11247"/>
                  </a:lnTo>
                  <a:cubicBezTo>
                    <a:pt x="1027" y="11255"/>
                    <a:pt x="1077" y="11258"/>
                    <a:pt x="1127" y="11258"/>
                  </a:cubicBezTo>
                  <a:cubicBezTo>
                    <a:pt x="1521" y="11258"/>
                    <a:pt x="1912" y="11040"/>
                    <a:pt x="2080" y="10649"/>
                  </a:cubicBezTo>
                  <a:lnTo>
                    <a:pt x="2930" y="8822"/>
                  </a:lnTo>
                  <a:cubicBezTo>
                    <a:pt x="3372" y="8979"/>
                    <a:pt x="3813" y="9105"/>
                    <a:pt x="4285" y="9137"/>
                  </a:cubicBezTo>
                  <a:lnTo>
                    <a:pt x="4285" y="9483"/>
                  </a:lnTo>
                  <a:cubicBezTo>
                    <a:pt x="4285" y="9704"/>
                    <a:pt x="4443" y="9861"/>
                    <a:pt x="4632" y="9861"/>
                  </a:cubicBezTo>
                  <a:cubicBezTo>
                    <a:pt x="4821" y="9861"/>
                    <a:pt x="4978" y="9704"/>
                    <a:pt x="4978" y="9483"/>
                  </a:cubicBezTo>
                  <a:lnTo>
                    <a:pt x="4978" y="9137"/>
                  </a:lnTo>
                  <a:cubicBezTo>
                    <a:pt x="5451" y="9105"/>
                    <a:pt x="5892" y="9011"/>
                    <a:pt x="6333" y="8822"/>
                  </a:cubicBezTo>
                  <a:lnTo>
                    <a:pt x="7184" y="10649"/>
                  </a:lnTo>
                  <a:cubicBezTo>
                    <a:pt x="7382" y="11016"/>
                    <a:pt x="7732" y="11257"/>
                    <a:pt x="8143" y="11257"/>
                  </a:cubicBezTo>
                  <a:cubicBezTo>
                    <a:pt x="8190" y="11257"/>
                    <a:pt x="8238" y="11254"/>
                    <a:pt x="8286" y="11247"/>
                  </a:cubicBezTo>
                  <a:lnTo>
                    <a:pt x="8538" y="11783"/>
                  </a:lnTo>
                  <a:cubicBezTo>
                    <a:pt x="8585" y="11900"/>
                    <a:pt x="8718" y="11965"/>
                    <a:pt x="8861" y="11965"/>
                  </a:cubicBezTo>
                  <a:cubicBezTo>
                    <a:pt x="8911" y="11965"/>
                    <a:pt x="8962" y="11957"/>
                    <a:pt x="9011" y="11941"/>
                  </a:cubicBezTo>
                  <a:cubicBezTo>
                    <a:pt x="9168" y="11846"/>
                    <a:pt x="9231" y="11657"/>
                    <a:pt x="9168" y="11468"/>
                  </a:cubicBezTo>
                  <a:lnTo>
                    <a:pt x="8916" y="10964"/>
                  </a:lnTo>
                  <a:cubicBezTo>
                    <a:pt x="9200" y="10649"/>
                    <a:pt x="9326" y="10208"/>
                    <a:pt x="9137" y="9798"/>
                  </a:cubicBezTo>
                  <a:lnTo>
                    <a:pt x="8066" y="7593"/>
                  </a:lnTo>
                  <a:cubicBezTo>
                    <a:pt x="8381" y="7246"/>
                    <a:pt x="8664" y="6805"/>
                    <a:pt x="8853" y="6333"/>
                  </a:cubicBezTo>
                  <a:cubicBezTo>
                    <a:pt x="8916" y="6144"/>
                    <a:pt x="8853" y="5955"/>
                    <a:pt x="8664" y="5860"/>
                  </a:cubicBezTo>
                  <a:cubicBezTo>
                    <a:pt x="8611" y="5845"/>
                    <a:pt x="8559" y="5837"/>
                    <a:pt x="8511" y="5837"/>
                  </a:cubicBezTo>
                  <a:cubicBezTo>
                    <a:pt x="8360" y="5837"/>
                    <a:pt x="8240" y="5914"/>
                    <a:pt x="8192" y="6081"/>
                  </a:cubicBezTo>
                  <a:cubicBezTo>
                    <a:pt x="8066" y="6333"/>
                    <a:pt x="7908" y="6616"/>
                    <a:pt x="7719" y="6900"/>
                  </a:cubicBezTo>
                  <a:lnTo>
                    <a:pt x="6270" y="3875"/>
                  </a:lnTo>
                  <a:cubicBezTo>
                    <a:pt x="6333" y="3655"/>
                    <a:pt x="6396" y="3434"/>
                    <a:pt x="6396" y="3182"/>
                  </a:cubicBezTo>
                  <a:cubicBezTo>
                    <a:pt x="6396" y="2584"/>
                    <a:pt x="6144" y="2080"/>
                    <a:pt x="5703" y="1764"/>
                  </a:cubicBezTo>
                  <a:lnTo>
                    <a:pt x="5703" y="1071"/>
                  </a:lnTo>
                  <a:cubicBezTo>
                    <a:pt x="5703" y="473"/>
                    <a:pt x="5230" y="0"/>
                    <a:pt x="463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7" name="Google Shape;8049;p67">
            <a:extLst>
              <a:ext uri="{FF2B5EF4-FFF2-40B4-BE49-F238E27FC236}">
                <a16:creationId xmlns:a16="http://schemas.microsoft.com/office/drawing/2014/main" id="{4BDDF232-FAD9-6EFC-0F5D-D8F68ACE1F86}"/>
              </a:ext>
            </a:extLst>
          </p:cNvPr>
          <p:cNvGrpSpPr/>
          <p:nvPr/>
        </p:nvGrpSpPr>
        <p:grpSpPr>
          <a:xfrm>
            <a:off x="1922779" y="5165997"/>
            <a:ext cx="913919" cy="916286"/>
            <a:chOff x="-50523475" y="2316000"/>
            <a:chExt cx="299325" cy="300100"/>
          </a:xfrm>
          <a:solidFill>
            <a:srgbClr val="555559"/>
          </a:solidFill>
        </p:grpSpPr>
        <p:sp>
          <p:nvSpPr>
            <p:cNvPr id="1452" name="Google Shape;8050;p67">
              <a:extLst>
                <a:ext uri="{FF2B5EF4-FFF2-40B4-BE49-F238E27FC236}">
                  <a16:creationId xmlns:a16="http://schemas.microsoft.com/office/drawing/2014/main" id="{2F11AEC6-56CD-5BB4-2BC9-9E9E424A3B77}"/>
                </a:ext>
              </a:extLst>
            </p:cNvPr>
            <p:cNvSpPr/>
            <p:nvPr/>
          </p:nvSpPr>
          <p:spPr>
            <a:xfrm>
              <a:off x="-50453375" y="2387675"/>
              <a:ext cx="158350" cy="228425"/>
            </a:xfrm>
            <a:custGeom>
              <a:avLst/>
              <a:gdLst/>
              <a:ahLst/>
              <a:cxnLst/>
              <a:rect l="l" t="t" r="r" b="b"/>
              <a:pathLst>
                <a:path w="6334" h="9137" extrusionOk="0">
                  <a:moveTo>
                    <a:pt x="3183" y="4222"/>
                  </a:moveTo>
                  <a:cubicBezTo>
                    <a:pt x="3372" y="4222"/>
                    <a:pt x="3529" y="4380"/>
                    <a:pt x="3529" y="4569"/>
                  </a:cubicBezTo>
                  <a:cubicBezTo>
                    <a:pt x="3529" y="4758"/>
                    <a:pt x="3372" y="4915"/>
                    <a:pt x="3183" y="4915"/>
                  </a:cubicBezTo>
                  <a:cubicBezTo>
                    <a:pt x="2994" y="4915"/>
                    <a:pt x="2836" y="4758"/>
                    <a:pt x="2836" y="4569"/>
                  </a:cubicBezTo>
                  <a:cubicBezTo>
                    <a:pt x="2836" y="4380"/>
                    <a:pt x="2994" y="4222"/>
                    <a:pt x="3183" y="4222"/>
                  </a:cubicBezTo>
                  <a:close/>
                  <a:moveTo>
                    <a:pt x="3183" y="1009"/>
                  </a:moveTo>
                  <a:lnTo>
                    <a:pt x="5609" y="5230"/>
                  </a:lnTo>
                  <a:lnTo>
                    <a:pt x="4411" y="6994"/>
                  </a:lnTo>
                  <a:lnTo>
                    <a:pt x="3529" y="6994"/>
                  </a:lnTo>
                  <a:lnTo>
                    <a:pt x="3529" y="5545"/>
                  </a:lnTo>
                  <a:cubicBezTo>
                    <a:pt x="3939" y="5388"/>
                    <a:pt x="4254" y="5010"/>
                    <a:pt x="4254" y="4569"/>
                  </a:cubicBezTo>
                  <a:cubicBezTo>
                    <a:pt x="4254" y="3970"/>
                    <a:pt x="3781" y="3497"/>
                    <a:pt x="3183" y="3497"/>
                  </a:cubicBezTo>
                  <a:cubicBezTo>
                    <a:pt x="2584" y="3497"/>
                    <a:pt x="2143" y="3970"/>
                    <a:pt x="2143" y="4569"/>
                  </a:cubicBezTo>
                  <a:cubicBezTo>
                    <a:pt x="2143" y="5041"/>
                    <a:pt x="2395" y="5419"/>
                    <a:pt x="2836" y="5545"/>
                  </a:cubicBezTo>
                  <a:lnTo>
                    <a:pt x="2836" y="6994"/>
                  </a:lnTo>
                  <a:lnTo>
                    <a:pt x="1986" y="6994"/>
                  </a:lnTo>
                  <a:lnTo>
                    <a:pt x="788" y="5230"/>
                  </a:lnTo>
                  <a:lnTo>
                    <a:pt x="3183" y="1009"/>
                  </a:lnTo>
                  <a:close/>
                  <a:moveTo>
                    <a:pt x="4600" y="7688"/>
                  </a:moveTo>
                  <a:cubicBezTo>
                    <a:pt x="4821" y="7688"/>
                    <a:pt x="4947" y="7845"/>
                    <a:pt x="4947" y="8034"/>
                  </a:cubicBezTo>
                  <a:lnTo>
                    <a:pt x="4947" y="8412"/>
                  </a:lnTo>
                  <a:lnTo>
                    <a:pt x="1450" y="8412"/>
                  </a:lnTo>
                  <a:lnTo>
                    <a:pt x="1450" y="8034"/>
                  </a:lnTo>
                  <a:cubicBezTo>
                    <a:pt x="1450" y="7845"/>
                    <a:pt x="1607" y="7688"/>
                    <a:pt x="1797" y="7688"/>
                  </a:cubicBezTo>
                  <a:close/>
                  <a:moveTo>
                    <a:pt x="3183" y="0"/>
                  </a:moveTo>
                  <a:cubicBezTo>
                    <a:pt x="3057" y="0"/>
                    <a:pt x="2962" y="63"/>
                    <a:pt x="2868" y="158"/>
                  </a:cubicBezTo>
                  <a:lnTo>
                    <a:pt x="64" y="5073"/>
                  </a:lnTo>
                  <a:cubicBezTo>
                    <a:pt x="1" y="5199"/>
                    <a:pt x="1" y="5356"/>
                    <a:pt x="64" y="5419"/>
                  </a:cubicBezTo>
                  <a:lnTo>
                    <a:pt x="1229" y="7152"/>
                  </a:lnTo>
                  <a:cubicBezTo>
                    <a:pt x="914" y="7373"/>
                    <a:pt x="694" y="7688"/>
                    <a:pt x="694" y="8066"/>
                  </a:cubicBezTo>
                  <a:lnTo>
                    <a:pt x="694" y="8790"/>
                  </a:lnTo>
                  <a:cubicBezTo>
                    <a:pt x="694" y="8979"/>
                    <a:pt x="851" y="9137"/>
                    <a:pt x="1072" y="9137"/>
                  </a:cubicBezTo>
                  <a:lnTo>
                    <a:pt x="5262" y="9137"/>
                  </a:lnTo>
                  <a:cubicBezTo>
                    <a:pt x="5483" y="9137"/>
                    <a:pt x="5640" y="8979"/>
                    <a:pt x="5640" y="8790"/>
                  </a:cubicBezTo>
                  <a:lnTo>
                    <a:pt x="5640" y="8066"/>
                  </a:lnTo>
                  <a:cubicBezTo>
                    <a:pt x="5640" y="7688"/>
                    <a:pt x="5420" y="7373"/>
                    <a:pt x="5105" y="7152"/>
                  </a:cubicBezTo>
                  <a:lnTo>
                    <a:pt x="6270" y="5419"/>
                  </a:lnTo>
                  <a:cubicBezTo>
                    <a:pt x="6333" y="5325"/>
                    <a:pt x="6333" y="5199"/>
                    <a:pt x="6270" y="5073"/>
                  </a:cubicBezTo>
                  <a:lnTo>
                    <a:pt x="3498" y="158"/>
                  </a:lnTo>
                  <a:cubicBezTo>
                    <a:pt x="3435" y="32"/>
                    <a:pt x="3309" y="0"/>
                    <a:pt x="318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8051;p67">
              <a:extLst>
                <a:ext uri="{FF2B5EF4-FFF2-40B4-BE49-F238E27FC236}">
                  <a16:creationId xmlns:a16="http://schemas.microsoft.com/office/drawing/2014/main" id="{E1401788-75E7-BC52-8879-D17C60F429F8}"/>
                </a:ext>
              </a:extLst>
            </p:cNvPr>
            <p:cNvSpPr/>
            <p:nvPr/>
          </p:nvSpPr>
          <p:spPr>
            <a:xfrm>
              <a:off x="-50523475" y="2316000"/>
              <a:ext cx="299325" cy="178025"/>
            </a:xfrm>
            <a:custGeom>
              <a:avLst/>
              <a:gdLst/>
              <a:ahLst/>
              <a:cxnLst/>
              <a:rect l="l" t="t" r="r" b="b"/>
              <a:pathLst>
                <a:path w="11973" h="7121" extrusionOk="0">
                  <a:moveTo>
                    <a:pt x="1072" y="694"/>
                  </a:moveTo>
                  <a:cubicBezTo>
                    <a:pt x="1261" y="694"/>
                    <a:pt x="1419" y="851"/>
                    <a:pt x="1419" y="1040"/>
                  </a:cubicBezTo>
                  <a:cubicBezTo>
                    <a:pt x="1419" y="1229"/>
                    <a:pt x="1261" y="1418"/>
                    <a:pt x="1072" y="1418"/>
                  </a:cubicBezTo>
                  <a:cubicBezTo>
                    <a:pt x="883" y="1418"/>
                    <a:pt x="725" y="1229"/>
                    <a:pt x="725" y="1040"/>
                  </a:cubicBezTo>
                  <a:cubicBezTo>
                    <a:pt x="725" y="851"/>
                    <a:pt x="883" y="694"/>
                    <a:pt x="1072" y="694"/>
                  </a:cubicBezTo>
                  <a:close/>
                  <a:moveTo>
                    <a:pt x="6333" y="694"/>
                  </a:moveTo>
                  <a:lnTo>
                    <a:pt x="6333" y="1418"/>
                  </a:lnTo>
                  <a:lnTo>
                    <a:pt x="5640" y="1418"/>
                  </a:lnTo>
                  <a:lnTo>
                    <a:pt x="5640" y="694"/>
                  </a:lnTo>
                  <a:close/>
                  <a:moveTo>
                    <a:pt x="10902" y="725"/>
                  </a:moveTo>
                  <a:cubicBezTo>
                    <a:pt x="11122" y="725"/>
                    <a:pt x="11280" y="883"/>
                    <a:pt x="11280" y="1103"/>
                  </a:cubicBezTo>
                  <a:cubicBezTo>
                    <a:pt x="11280" y="1292"/>
                    <a:pt x="11122" y="1450"/>
                    <a:pt x="10902" y="1450"/>
                  </a:cubicBezTo>
                  <a:cubicBezTo>
                    <a:pt x="10712" y="1450"/>
                    <a:pt x="10555" y="1292"/>
                    <a:pt x="10555" y="1103"/>
                  </a:cubicBezTo>
                  <a:cubicBezTo>
                    <a:pt x="10586" y="883"/>
                    <a:pt x="10744" y="725"/>
                    <a:pt x="10902" y="725"/>
                  </a:cubicBezTo>
                  <a:close/>
                  <a:moveTo>
                    <a:pt x="2143" y="5640"/>
                  </a:moveTo>
                  <a:lnTo>
                    <a:pt x="2143" y="6364"/>
                  </a:lnTo>
                  <a:lnTo>
                    <a:pt x="1419" y="6364"/>
                  </a:lnTo>
                  <a:lnTo>
                    <a:pt x="1419" y="5640"/>
                  </a:lnTo>
                  <a:close/>
                  <a:moveTo>
                    <a:pt x="10555" y="5640"/>
                  </a:moveTo>
                  <a:lnTo>
                    <a:pt x="10555" y="6364"/>
                  </a:lnTo>
                  <a:lnTo>
                    <a:pt x="9862" y="6364"/>
                  </a:lnTo>
                  <a:lnTo>
                    <a:pt x="9862" y="5640"/>
                  </a:lnTo>
                  <a:close/>
                  <a:moveTo>
                    <a:pt x="10902" y="0"/>
                  </a:moveTo>
                  <a:cubicBezTo>
                    <a:pt x="10460" y="0"/>
                    <a:pt x="10051" y="252"/>
                    <a:pt x="9925" y="694"/>
                  </a:cubicBezTo>
                  <a:lnTo>
                    <a:pt x="7058" y="694"/>
                  </a:lnTo>
                  <a:lnTo>
                    <a:pt x="7058" y="379"/>
                  </a:lnTo>
                  <a:cubicBezTo>
                    <a:pt x="7058" y="189"/>
                    <a:pt x="6900" y="32"/>
                    <a:pt x="6711" y="32"/>
                  </a:cubicBezTo>
                  <a:lnTo>
                    <a:pt x="5294" y="32"/>
                  </a:lnTo>
                  <a:cubicBezTo>
                    <a:pt x="5073" y="32"/>
                    <a:pt x="4947" y="189"/>
                    <a:pt x="4947" y="379"/>
                  </a:cubicBezTo>
                  <a:lnTo>
                    <a:pt x="4947" y="725"/>
                  </a:lnTo>
                  <a:lnTo>
                    <a:pt x="2049" y="725"/>
                  </a:lnTo>
                  <a:cubicBezTo>
                    <a:pt x="1891" y="347"/>
                    <a:pt x="1513" y="32"/>
                    <a:pt x="1072" y="32"/>
                  </a:cubicBezTo>
                  <a:cubicBezTo>
                    <a:pt x="473" y="32"/>
                    <a:pt x="1" y="505"/>
                    <a:pt x="1" y="1072"/>
                  </a:cubicBezTo>
                  <a:cubicBezTo>
                    <a:pt x="1" y="1670"/>
                    <a:pt x="473" y="2143"/>
                    <a:pt x="1072" y="2143"/>
                  </a:cubicBezTo>
                  <a:cubicBezTo>
                    <a:pt x="1545" y="2143"/>
                    <a:pt x="1923" y="1828"/>
                    <a:pt x="2049" y="1450"/>
                  </a:cubicBezTo>
                  <a:lnTo>
                    <a:pt x="3592" y="1450"/>
                  </a:lnTo>
                  <a:cubicBezTo>
                    <a:pt x="3183" y="1670"/>
                    <a:pt x="2836" y="1985"/>
                    <a:pt x="2521" y="2332"/>
                  </a:cubicBezTo>
                  <a:cubicBezTo>
                    <a:pt x="1891" y="3088"/>
                    <a:pt x="1545" y="4002"/>
                    <a:pt x="1450" y="4978"/>
                  </a:cubicBezTo>
                  <a:lnTo>
                    <a:pt x="1103" y="4978"/>
                  </a:lnTo>
                  <a:cubicBezTo>
                    <a:pt x="914" y="4978"/>
                    <a:pt x="757" y="5136"/>
                    <a:pt x="757" y="5325"/>
                  </a:cubicBezTo>
                  <a:lnTo>
                    <a:pt x="757" y="6742"/>
                  </a:lnTo>
                  <a:cubicBezTo>
                    <a:pt x="757" y="6963"/>
                    <a:pt x="914" y="7121"/>
                    <a:pt x="1103" y="7121"/>
                  </a:cubicBezTo>
                  <a:lnTo>
                    <a:pt x="2521" y="7121"/>
                  </a:lnTo>
                  <a:cubicBezTo>
                    <a:pt x="2742" y="7121"/>
                    <a:pt x="2899" y="6963"/>
                    <a:pt x="2899" y="6742"/>
                  </a:cubicBezTo>
                  <a:lnTo>
                    <a:pt x="2899" y="5325"/>
                  </a:lnTo>
                  <a:cubicBezTo>
                    <a:pt x="2899" y="5136"/>
                    <a:pt x="2742" y="4978"/>
                    <a:pt x="2521" y="4978"/>
                  </a:cubicBezTo>
                  <a:lnTo>
                    <a:pt x="2175" y="4978"/>
                  </a:lnTo>
                  <a:cubicBezTo>
                    <a:pt x="2332" y="3403"/>
                    <a:pt x="3435" y="2017"/>
                    <a:pt x="4979" y="1607"/>
                  </a:cubicBezTo>
                  <a:lnTo>
                    <a:pt x="4979" y="1796"/>
                  </a:lnTo>
                  <a:cubicBezTo>
                    <a:pt x="4979" y="1985"/>
                    <a:pt x="5136" y="2143"/>
                    <a:pt x="5325" y="2143"/>
                  </a:cubicBezTo>
                  <a:lnTo>
                    <a:pt x="6743" y="2143"/>
                  </a:lnTo>
                  <a:cubicBezTo>
                    <a:pt x="6932" y="2143"/>
                    <a:pt x="7089" y="1985"/>
                    <a:pt x="7089" y="1796"/>
                  </a:cubicBezTo>
                  <a:lnTo>
                    <a:pt x="7089" y="1576"/>
                  </a:lnTo>
                  <a:cubicBezTo>
                    <a:pt x="8633" y="1985"/>
                    <a:pt x="9736" y="3371"/>
                    <a:pt x="9893" y="4947"/>
                  </a:cubicBezTo>
                  <a:lnTo>
                    <a:pt x="9547" y="4947"/>
                  </a:lnTo>
                  <a:cubicBezTo>
                    <a:pt x="9358" y="4947"/>
                    <a:pt x="9200" y="5104"/>
                    <a:pt x="9200" y="5293"/>
                  </a:cubicBezTo>
                  <a:lnTo>
                    <a:pt x="9200" y="6711"/>
                  </a:lnTo>
                  <a:cubicBezTo>
                    <a:pt x="9200" y="6932"/>
                    <a:pt x="9358" y="7089"/>
                    <a:pt x="9547" y="7089"/>
                  </a:cubicBezTo>
                  <a:lnTo>
                    <a:pt x="10965" y="7089"/>
                  </a:lnTo>
                  <a:cubicBezTo>
                    <a:pt x="11154" y="7089"/>
                    <a:pt x="11311" y="6932"/>
                    <a:pt x="11311" y="6711"/>
                  </a:cubicBezTo>
                  <a:lnTo>
                    <a:pt x="11311" y="5293"/>
                  </a:lnTo>
                  <a:cubicBezTo>
                    <a:pt x="11311" y="5104"/>
                    <a:pt x="11154" y="4947"/>
                    <a:pt x="10965" y="4947"/>
                  </a:cubicBezTo>
                  <a:lnTo>
                    <a:pt x="10618" y="4947"/>
                  </a:lnTo>
                  <a:cubicBezTo>
                    <a:pt x="10523" y="4002"/>
                    <a:pt x="10177" y="3056"/>
                    <a:pt x="9547" y="2300"/>
                  </a:cubicBezTo>
                  <a:cubicBezTo>
                    <a:pt x="9232" y="1954"/>
                    <a:pt x="8885" y="1639"/>
                    <a:pt x="8476" y="1418"/>
                  </a:cubicBezTo>
                  <a:lnTo>
                    <a:pt x="10019" y="1418"/>
                  </a:lnTo>
                  <a:cubicBezTo>
                    <a:pt x="10082" y="1828"/>
                    <a:pt x="10492" y="2111"/>
                    <a:pt x="10902" y="2111"/>
                  </a:cubicBezTo>
                  <a:cubicBezTo>
                    <a:pt x="11500" y="2111"/>
                    <a:pt x="11973" y="1639"/>
                    <a:pt x="11973" y="1040"/>
                  </a:cubicBezTo>
                  <a:cubicBezTo>
                    <a:pt x="11973" y="473"/>
                    <a:pt x="11500" y="0"/>
                    <a:pt x="1090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8" name="Google Shape;8052;p67">
            <a:extLst>
              <a:ext uri="{FF2B5EF4-FFF2-40B4-BE49-F238E27FC236}">
                <a16:creationId xmlns:a16="http://schemas.microsoft.com/office/drawing/2014/main" id="{80BEF73C-78BF-2737-48A7-FD261393E0E1}"/>
              </a:ext>
            </a:extLst>
          </p:cNvPr>
          <p:cNvGrpSpPr/>
          <p:nvPr/>
        </p:nvGrpSpPr>
        <p:grpSpPr>
          <a:xfrm>
            <a:off x="1919192" y="6296163"/>
            <a:ext cx="921093" cy="913994"/>
            <a:chOff x="-50524250" y="2686150"/>
            <a:chExt cx="301675" cy="299350"/>
          </a:xfrm>
          <a:solidFill>
            <a:srgbClr val="555559"/>
          </a:solidFill>
        </p:grpSpPr>
        <p:sp>
          <p:nvSpPr>
            <p:cNvPr id="1446" name="Google Shape;8053;p67">
              <a:extLst>
                <a:ext uri="{FF2B5EF4-FFF2-40B4-BE49-F238E27FC236}">
                  <a16:creationId xmlns:a16="http://schemas.microsoft.com/office/drawing/2014/main" id="{E24D3A92-A355-71AC-F2D1-B11149D00CDD}"/>
                </a:ext>
              </a:extLst>
            </p:cNvPr>
            <p:cNvSpPr/>
            <p:nvPr/>
          </p:nvSpPr>
          <p:spPr>
            <a:xfrm>
              <a:off x="-50488025" y="2792500"/>
              <a:ext cx="18150" cy="52800"/>
            </a:xfrm>
            <a:custGeom>
              <a:avLst/>
              <a:gdLst/>
              <a:ahLst/>
              <a:cxnLst/>
              <a:rect l="l" t="t" r="r" b="b"/>
              <a:pathLst>
                <a:path w="726" h="2112" extrusionOk="0">
                  <a:moveTo>
                    <a:pt x="379" y="1"/>
                  </a:moveTo>
                  <a:cubicBezTo>
                    <a:pt x="158" y="1"/>
                    <a:pt x="1" y="158"/>
                    <a:pt x="1" y="347"/>
                  </a:cubicBezTo>
                  <a:lnTo>
                    <a:pt x="1" y="1765"/>
                  </a:lnTo>
                  <a:cubicBezTo>
                    <a:pt x="1" y="1954"/>
                    <a:pt x="158" y="2112"/>
                    <a:pt x="379" y="2112"/>
                  </a:cubicBezTo>
                  <a:cubicBezTo>
                    <a:pt x="568" y="2112"/>
                    <a:pt x="725" y="1954"/>
                    <a:pt x="725" y="1765"/>
                  </a:cubicBezTo>
                  <a:lnTo>
                    <a:pt x="725" y="347"/>
                  </a:lnTo>
                  <a:cubicBezTo>
                    <a:pt x="725" y="158"/>
                    <a:pt x="568" y="1"/>
                    <a:pt x="37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8054;p67">
              <a:extLst>
                <a:ext uri="{FF2B5EF4-FFF2-40B4-BE49-F238E27FC236}">
                  <a16:creationId xmlns:a16="http://schemas.microsoft.com/office/drawing/2014/main" id="{71D3CB70-C502-0E01-475A-9FA684D5468C}"/>
                </a:ext>
              </a:extLst>
            </p:cNvPr>
            <p:cNvSpPr/>
            <p:nvPr/>
          </p:nvSpPr>
          <p:spPr>
            <a:xfrm>
              <a:off x="-50488025" y="2897250"/>
              <a:ext cx="18150" cy="53600"/>
            </a:xfrm>
            <a:custGeom>
              <a:avLst/>
              <a:gdLst/>
              <a:ahLst/>
              <a:cxnLst/>
              <a:rect l="l" t="t" r="r" b="b"/>
              <a:pathLst>
                <a:path w="726" h="2144" extrusionOk="0">
                  <a:moveTo>
                    <a:pt x="379" y="1"/>
                  </a:moveTo>
                  <a:cubicBezTo>
                    <a:pt x="158" y="1"/>
                    <a:pt x="1" y="159"/>
                    <a:pt x="1" y="379"/>
                  </a:cubicBezTo>
                  <a:lnTo>
                    <a:pt x="1" y="1797"/>
                  </a:lnTo>
                  <a:cubicBezTo>
                    <a:pt x="1" y="1986"/>
                    <a:pt x="158" y="2143"/>
                    <a:pt x="379" y="2143"/>
                  </a:cubicBezTo>
                  <a:cubicBezTo>
                    <a:pt x="568" y="2143"/>
                    <a:pt x="725" y="1986"/>
                    <a:pt x="725" y="1797"/>
                  </a:cubicBezTo>
                  <a:lnTo>
                    <a:pt x="725" y="379"/>
                  </a:lnTo>
                  <a:cubicBezTo>
                    <a:pt x="725" y="159"/>
                    <a:pt x="568" y="1"/>
                    <a:pt x="37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8055;p67">
              <a:extLst>
                <a:ext uri="{FF2B5EF4-FFF2-40B4-BE49-F238E27FC236}">
                  <a16:creationId xmlns:a16="http://schemas.microsoft.com/office/drawing/2014/main" id="{35326AD0-2E52-B274-F676-7211FD7CF594}"/>
                </a:ext>
              </a:extLst>
            </p:cNvPr>
            <p:cNvSpPr/>
            <p:nvPr/>
          </p:nvSpPr>
          <p:spPr>
            <a:xfrm>
              <a:off x="-50488025" y="2861825"/>
              <a:ext cx="18150" cy="18125"/>
            </a:xfrm>
            <a:custGeom>
              <a:avLst/>
              <a:gdLst/>
              <a:ahLst/>
              <a:cxnLst/>
              <a:rect l="l" t="t" r="r" b="b"/>
              <a:pathLst>
                <a:path w="726" h="725" extrusionOk="0">
                  <a:moveTo>
                    <a:pt x="379" y="0"/>
                  </a:moveTo>
                  <a:cubicBezTo>
                    <a:pt x="158" y="0"/>
                    <a:pt x="1" y="158"/>
                    <a:pt x="1" y="347"/>
                  </a:cubicBezTo>
                  <a:cubicBezTo>
                    <a:pt x="1" y="567"/>
                    <a:pt x="158" y="725"/>
                    <a:pt x="379" y="725"/>
                  </a:cubicBezTo>
                  <a:cubicBezTo>
                    <a:pt x="568" y="725"/>
                    <a:pt x="725" y="567"/>
                    <a:pt x="725" y="347"/>
                  </a:cubicBezTo>
                  <a:cubicBezTo>
                    <a:pt x="725" y="158"/>
                    <a:pt x="568" y="0"/>
                    <a:pt x="37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8056;p67">
              <a:extLst>
                <a:ext uri="{FF2B5EF4-FFF2-40B4-BE49-F238E27FC236}">
                  <a16:creationId xmlns:a16="http://schemas.microsoft.com/office/drawing/2014/main" id="{24A03A74-67CE-475C-7666-DE3B460FF0C7}"/>
                </a:ext>
              </a:extLst>
            </p:cNvPr>
            <p:cNvSpPr/>
            <p:nvPr/>
          </p:nvSpPr>
          <p:spPr>
            <a:xfrm>
              <a:off x="-50524250" y="2686150"/>
              <a:ext cx="301675" cy="52825"/>
            </a:xfrm>
            <a:custGeom>
              <a:avLst/>
              <a:gdLst/>
              <a:ahLst/>
              <a:cxnLst/>
              <a:rect l="l" t="t" r="r" b="b"/>
              <a:pathLst>
                <a:path w="12067" h="2113" extrusionOk="0">
                  <a:moveTo>
                    <a:pt x="2143" y="695"/>
                  </a:moveTo>
                  <a:lnTo>
                    <a:pt x="2143" y="1419"/>
                  </a:lnTo>
                  <a:lnTo>
                    <a:pt x="1891" y="1419"/>
                  </a:lnTo>
                  <a:lnTo>
                    <a:pt x="1166" y="1041"/>
                  </a:lnTo>
                  <a:lnTo>
                    <a:pt x="1891" y="695"/>
                  </a:lnTo>
                  <a:close/>
                  <a:moveTo>
                    <a:pt x="9924" y="695"/>
                  </a:moveTo>
                  <a:lnTo>
                    <a:pt x="9924" y="1419"/>
                  </a:lnTo>
                  <a:lnTo>
                    <a:pt x="2836" y="1419"/>
                  </a:lnTo>
                  <a:lnTo>
                    <a:pt x="2836" y="695"/>
                  </a:lnTo>
                  <a:close/>
                  <a:moveTo>
                    <a:pt x="10996" y="695"/>
                  </a:moveTo>
                  <a:cubicBezTo>
                    <a:pt x="11185" y="695"/>
                    <a:pt x="11342" y="852"/>
                    <a:pt x="11342" y="1041"/>
                  </a:cubicBezTo>
                  <a:cubicBezTo>
                    <a:pt x="11342" y="1262"/>
                    <a:pt x="11185" y="1419"/>
                    <a:pt x="10996" y="1419"/>
                  </a:cubicBezTo>
                  <a:lnTo>
                    <a:pt x="10649" y="1419"/>
                  </a:lnTo>
                  <a:lnTo>
                    <a:pt x="10649" y="695"/>
                  </a:lnTo>
                  <a:close/>
                  <a:moveTo>
                    <a:pt x="1782" y="1"/>
                  </a:moveTo>
                  <a:cubicBezTo>
                    <a:pt x="1689" y="1"/>
                    <a:pt x="1556" y="47"/>
                    <a:pt x="252" y="726"/>
                  </a:cubicBezTo>
                  <a:cubicBezTo>
                    <a:pt x="0" y="852"/>
                    <a:pt x="0" y="1199"/>
                    <a:pt x="252" y="1356"/>
                  </a:cubicBezTo>
                  <a:cubicBezTo>
                    <a:pt x="1765" y="2113"/>
                    <a:pt x="1702" y="2113"/>
                    <a:pt x="1828" y="2113"/>
                  </a:cubicBezTo>
                  <a:lnTo>
                    <a:pt x="10996" y="2113"/>
                  </a:lnTo>
                  <a:cubicBezTo>
                    <a:pt x="11594" y="2113"/>
                    <a:pt x="12067" y="1640"/>
                    <a:pt x="12067" y="1041"/>
                  </a:cubicBezTo>
                  <a:cubicBezTo>
                    <a:pt x="12067" y="474"/>
                    <a:pt x="11594" y="2"/>
                    <a:pt x="10996" y="2"/>
                  </a:cubicBezTo>
                  <a:lnTo>
                    <a:pt x="1828" y="2"/>
                  </a:lnTo>
                  <a:cubicBezTo>
                    <a:pt x="1810" y="2"/>
                    <a:pt x="1796" y="1"/>
                    <a:pt x="178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8057;p67">
              <a:extLst>
                <a:ext uri="{FF2B5EF4-FFF2-40B4-BE49-F238E27FC236}">
                  <a16:creationId xmlns:a16="http://schemas.microsoft.com/office/drawing/2014/main" id="{E13C06AF-6987-20B4-676B-39EAD4AC62D3}"/>
                </a:ext>
              </a:extLst>
            </p:cNvPr>
            <p:cNvSpPr/>
            <p:nvPr/>
          </p:nvSpPr>
          <p:spPr>
            <a:xfrm>
              <a:off x="-50523475" y="2757075"/>
              <a:ext cx="300900" cy="228425"/>
            </a:xfrm>
            <a:custGeom>
              <a:avLst/>
              <a:gdLst/>
              <a:ahLst/>
              <a:cxnLst/>
              <a:rect l="l" t="t" r="r" b="b"/>
              <a:pathLst>
                <a:path w="12036" h="9137" extrusionOk="0">
                  <a:moveTo>
                    <a:pt x="10965" y="725"/>
                  </a:moveTo>
                  <a:cubicBezTo>
                    <a:pt x="11154" y="725"/>
                    <a:pt x="11311" y="882"/>
                    <a:pt x="11311" y="1103"/>
                  </a:cubicBezTo>
                  <a:lnTo>
                    <a:pt x="11311" y="8097"/>
                  </a:lnTo>
                  <a:cubicBezTo>
                    <a:pt x="11311" y="8286"/>
                    <a:pt x="11154" y="8443"/>
                    <a:pt x="10965" y="8443"/>
                  </a:cubicBezTo>
                  <a:lnTo>
                    <a:pt x="1072" y="8443"/>
                  </a:lnTo>
                  <a:cubicBezTo>
                    <a:pt x="883" y="8443"/>
                    <a:pt x="725" y="8286"/>
                    <a:pt x="725" y="8097"/>
                  </a:cubicBezTo>
                  <a:lnTo>
                    <a:pt x="725" y="1103"/>
                  </a:lnTo>
                  <a:cubicBezTo>
                    <a:pt x="725" y="882"/>
                    <a:pt x="883" y="725"/>
                    <a:pt x="1072" y="725"/>
                  </a:cubicBezTo>
                  <a:close/>
                  <a:moveTo>
                    <a:pt x="1072" y="0"/>
                  </a:moveTo>
                  <a:cubicBezTo>
                    <a:pt x="473" y="0"/>
                    <a:pt x="1" y="473"/>
                    <a:pt x="1" y="1040"/>
                  </a:cubicBezTo>
                  <a:lnTo>
                    <a:pt x="1" y="8065"/>
                  </a:lnTo>
                  <a:cubicBezTo>
                    <a:pt x="1" y="8664"/>
                    <a:pt x="473" y="9137"/>
                    <a:pt x="1072" y="9137"/>
                  </a:cubicBezTo>
                  <a:lnTo>
                    <a:pt x="10965" y="9137"/>
                  </a:lnTo>
                  <a:cubicBezTo>
                    <a:pt x="11532" y="9137"/>
                    <a:pt x="12004" y="8664"/>
                    <a:pt x="12004" y="8065"/>
                  </a:cubicBezTo>
                  <a:lnTo>
                    <a:pt x="12004" y="1040"/>
                  </a:lnTo>
                  <a:cubicBezTo>
                    <a:pt x="12036" y="473"/>
                    <a:pt x="11532" y="0"/>
                    <a:pt x="109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8058;p67">
              <a:extLst>
                <a:ext uri="{FF2B5EF4-FFF2-40B4-BE49-F238E27FC236}">
                  <a16:creationId xmlns:a16="http://schemas.microsoft.com/office/drawing/2014/main" id="{298F4535-02FE-E27C-44E4-104EFF2D0AB9}"/>
                </a:ext>
              </a:extLst>
            </p:cNvPr>
            <p:cNvSpPr/>
            <p:nvPr/>
          </p:nvSpPr>
          <p:spPr>
            <a:xfrm>
              <a:off x="-50453375" y="2792500"/>
              <a:ext cx="194575" cy="158350"/>
            </a:xfrm>
            <a:custGeom>
              <a:avLst/>
              <a:gdLst/>
              <a:ahLst/>
              <a:cxnLst/>
              <a:rect l="l" t="t" r="r" b="b"/>
              <a:pathLst>
                <a:path w="7783" h="6334" extrusionOk="0">
                  <a:moveTo>
                    <a:pt x="7089" y="694"/>
                  </a:moveTo>
                  <a:lnTo>
                    <a:pt x="7089" y="5609"/>
                  </a:lnTo>
                  <a:lnTo>
                    <a:pt x="694" y="5609"/>
                  </a:lnTo>
                  <a:lnTo>
                    <a:pt x="694" y="694"/>
                  </a:lnTo>
                  <a:close/>
                  <a:moveTo>
                    <a:pt x="347" y="1"/>
                  </a:moveTo>
                  <a:cubicBezTo>
                    <a:pt x="158" y="1"/>
                    <a:pt x="1" y="158"/>
                    <a:pt x="1" y="347"/>
                  </a:cubicBezTo>
                  <a:lnTo>
                    <a:pt x="1" y="5987"/>
                  </a:lnTo>
                  <a:cubicBezTo>
                    <a:pt x="1" y="6176"/>
                    <a:pt x="158" y="6333"/>
                    <a:pt x="347" y="6333"/>
                  </a:cubicBezTo>
                  <a:lnTo>
                    <a:pt x="7436" y="6333"/>
                  </a:lnTo>
                  <a:cubicBezTo>
                    <a:pt x="7656" y="6333"/>
                    <a:pt x="7782" y="6176"/>
                    <a:pt x="7782" y="5987"/>
                  </a:cubicBezTo>
                  <a:lnTo>
                    <a:pt x="7782" y="347"/>
                  </a:lnTo>
                  <a:cubicBezTo>
                    <a:pt x="7782" y="158"/>
                    <a:pt x="7656" y="1"/>
                    <a:pt x="743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9" name="Google Shape;8059;p67">
            <a:extLst>
              <a:ext uri="{FF2B5EF4-FFF2-40B4-BE49-F238E27FC236}">
                <a16:creationId xmlns:a16="http://schemas.microsoft.com/office/drawing/2014/main" id="{463E87E7-E8A8-2DEE-E693-6D6438FDA195}"/>
              </a:ext>
            </a:extLst>
          </p:cNvPr>
          <p:cNvGrpSpPr/>
          <p:nvPr/>
        </p:nvGrpSpPr>
        <p:grpSpPr>
          <a:xfrm>
            <a:off x="7605086" y="4117507"/>
            <a:ext cx="916286" cy="918727"/>
            <a:chOff x="-48633950" y="1972600"/>
            <a:chExt cx="300100" cy="300900"/>
          </a:xfrm>
          <a:solidFill>
            <a:srgbClr val="555559"/>
          </a:solidFill>
        </p:grpSpPr>
        <p:sp>
          <p:nvSpPr>
            <p:cNvPr id="1444" name="Google Shape;8060;p67">
              <a:extLst>
                <a:ext uri="{FF2B5EF4-FFF2-40B4-BE49-F238E27FC236}">
                  <a16:creationId xmlns:a16="http://schemas.microsoft.com/office/drawing/2014/main" id="{E746502E-75DD-8D5F-ED95-61BEBB1A32D3}"/>
                </a:ext>
              </a:extLst>
            </p:cNvPr>
            <p:cNvSpPr/>
            <p:nvPr/>
          </p:nvSpPr>
          <p:spPr>
            <a:xfrm>
              <a:off x="-48633950" y="1972600"/>
              <a:ext cx="300100" cy="300900"/>
            </a:xfrm>
            <a:custGeom>
              <a:avLst/>
              <a:gdLst/>
              <a:ahLst/>
              <a:cxnLst/>
              <a:rect l="l" t="t" r="r" b="b"/>
              <a:pathLst>
                <a:path w="12004" h="12036" extrusionOk="0">
                  <a:moveTo>
                    <a:pt x="1418" y="756"/>
                  </a:moveTo>
                  <a:lnTo>
                    <a:pt x="1418" y="1481"/>
                  </a:lnTo>
                  <a:lnTo>
                    <a:pt x="693" y="1481"/>
                  </a:lnTo>
                  <a:lnTo>
                    <a:pt x="693" y="756"/>
                  </a:lnTo>
                  <a:close/>
                  <a:moveTo>
                    <a:pt x="11310" y="756"/>
                  </a:moveTo>
                  <a:lnTo>
                    <a:pt x="11310" y="1481"/>
                  </a:lnTo>
                  <a:lnTo>
                    <a:pt x="10586" y="1481"/>
                  </a:lnTo>
                  <a:lnTo>
                    <a:pt x="10586" y="756"/>
                  </a:lnTo>
                  <a:close/>
                  <a:moveTo>
                    <a:pt x="9893" y="1418"/>
                  </a:moveTo>
                  <a:lnTo>
                    <a:pt x="9893" y="1796"/>
                  </a:lnTo>
                  <a:cubicBezTo>
                    <a:pt x="9893" y="1985"/>
                    <a:pt x="10050" y="2143"/>
                    <a:pt x="10239" y="2143"/>
                  </a:cubicBezTo>
                  <a:lnTo>
                    <a:pt x="10586" y="2143"/>
                  </a:lnTo>
                  <a:lnTo>
                    <a:pt x="10586" y="5293"/>
                  </a:lnTo>
                  <a:cubicBezTo>
                    <a:pt x="10365" y="5104"/>
                    <a:pt x="10050" y="4915"/>
                    <a:pt x="9672" y="4663"/>
                  </a:cubicBezTo>
                  <a:cubicBezTo>
                    <a:pt x="8822" y="4159"/>
                    <a:pt x="7530" y="3560"/>
                    <a:pt x="6018" y="3560"/>
                  </a:cubicBezTo>
                  <a:cubicBezTo>
                    <a:pt x="4537" y="3560"/>
                    <a:pt x="3214" y="4159"/>
                    <a:pt x="2363" y="4663"/>
                  </a:cubicBezTo>
                  <a:cubicBezTo>
                    <a:pt x="2017" y="4852"/>
                    <a:pt x="1701" y="5104"/>
                    <a:pt x="1449" y="5293"/>
                  </a:cubicBezTo>
                  <a:lnTo>
                    <a:pt x="1449" y="2143"/>
                  </a:lnTo>
                  <a:lnTo>
                    <a:pt x="1764" y="2143"/>
                  </a:lnTo>
                  <a:cubicBezTo>
                    <a:pt x="1954" y="2143"/>
                    <a:pt x="2111" y="1985"/>
                    <a:pt x="2111" y="1796"/>
                  </a:cubicBezTo>
                  <a:lnTo>
                    <a:pt x="2111" y="1418"/>
                  </a:lnTo>
                  <a:close/>
                  <a:moveTo>
                    <a:pt x="8065" y="4695"/>
                  </a:moveTo>
                  <a:cubicBezTo>
                    <a:pt x="8538" y="4915"/>
                    <a:pt x="8979" y="5104"/>
                    <a:pt x="9326" y="5293"/>
                  </a:cubicBezTo>
                  <a:cubicBezTo>
                    <a:pt x="9798" y="5577"/>
                    <a:pt x="10208" y="5860"/>
                    <a:pt x="10428" y="6049"/>
                  </a:cubicBezTo>
                  <a:cubicBezTo>
                    <a:pt x="10208" y="6238"/>
                    <a:pt x="9798" y="6522"/>
                    <a:pt x="9326" y="6805"/>
                  </a:cubicBezTo>
                  <a:cubicBezTo>
                    <a:pt x="8979" y="6994"/>
                    <a:pt x="8570" y="7215"/>
                    <a:pt x="8065" y="7372"/>
                  </a:cubicBezTo>
                  <a:cubicBezTo>
                    <a:pt x="8349" y="6994"/>
                    <a:pt x="8475" y="6522"/>
                    <a:pt x="8475" y="6049"/>
                  </a:cubicBezTo>
                  <a:cubicBezTo>
                    <a:pt x="8475" y="5514"/>
                    <a:pt x="8318" y="5104"/>
                    <a:pt x="8065" y="4695"/>
                  </a:cubicBezTo>
                  <a:close/>
                  <a:moveTo>
                    <a:pt x="3970" y="4726"/>
                  </a:moveTo>
                  <a:cubicBezTo>
                    <a:pt x="3718" y="5136"/>
                    <a:pt x="3592" y="5608"/>
                    <a:pt x="3592" y="6081"/>
                  </a:cubicBezTo>
                  <a:cubicBezTo>
                    <a:pt x="3529" y="6553"/>
                    <a:pt x="3686" y="7026"/>
                    <a:pt x="3970" y="7435"/>
                  </a:cubicBezTo>
                  <a:cubicBezTo>
                    <a:pt x="3497" y="7215"/>
                    <a:pt x="3056" y="7026"/>
                    <a:pt x="2710" y="6837"/>
                  </a:cubicBezTo>
                  <a:cubicBezTo>
                    <a:pt x="2237" y="6553"/>
                    <a:pt x="1859" y="6270"/>
                    <a:pt x="1607" y="6081"/>
                  </a:cubicBezTo>
                  <a:cubicBezTo>
                    <a:pt x="1859" y="5892"/>
                    <a:pt x="2237" y="5608"/>
                    <a:pt x="2710" y="5325"/>
                  </a:cubicBezTo>
                  <a:cubicBezTo>
                    <a:pt x="3056" y="5136"/>
                    <a:pt x="3466" y="4915"/>
                    <a:pt x="3970" y="4726"/>
                  </a:cubicBezTo>
                  <a:close/>
                  <a:moveTo>
                    <a:pt x="6018" y="4285"/>
                  </a:moveTo>
                  <a:cubicBezTo>
                    <a:pt x="6994" y="4285"/>
                    <a:pt x="7782" y="5073"/>
                    <a:pt x="7782" y="6049"/>
                  </a:cubicBezTo>
                  <a:cubicBezTo>
                    <a:pt x="7782" y="7026"/>
                    <a:pt x="6994" y="7814"/>
                    <a:pt x="6018" y="7814"/>
                  </a:cubicBezTo>
                  <a:cubicBezTo>
                    <a:pt x="5041" y="7814"/>
                    <a:pt x="4253" y="7026"/>
                    <a:pt x="4253" y="6049"/>
                  </a:cubicBezTo>
                  <a:cubicBezTo>
                    <a:pt x="4253" y="5073"/>
                    <a:pt x="5041" y="4285"/>
                    <a:pt x="6018" y="4285"/>
                  </a:cubicBezTo>
                  <a:close/>
                  <a:moveTo>
                    <a:pt x="10554" y="6805"/>
                  </a:moveTo>
                  <a:lnTo>
                    <a:pt x="10554" y="9956"/>
                  </a:lnTo>
                  <a:lnTo>
                    <a:pt x="10239" y="9956"/>
                  </a:lnTo>
                  <a:cubicBezTo>
                    <a:pt x="10050" y="9956"/>
                    <a:pt x="9893" y="10113"/>
                    <a:pt x="9893" y="10302"/>
                  </a:cubicBezTo>
                  <a:lnTo>
                    <a:pt x="9893" y="10649"/>
                  </a:lnTo>
                  <a:lnTo>
                    <a:pt x="2143" y="10649"/>
                  </a:lnTo>
                  <a:lnTo>
                    <a:pt x="2143" y="10302"/>
                  </a:lnTo>
                  <a:cubicBezTo>
                    <a:pt x="2143" y="10113"/>
                    <a:pt x="1985" y="9956"/>
                    <a:pt x="1764" y="9956"/>
                  </a:cubicBezTo>
                  <a:lnTo>
                    <a:pt x="1418" y="9956"/>
                  </a:lnTo>
                  <a:lnTo>
                    <a:pt x="1418" y="6805"/>
                  </a:lnTo>
                  <a:cubicBezTo>
                    <a:pt x="1670" y="6994"/>
                    <a:pt x="1985" y="7183"/>
                    <a:pt x="2332" y="7435"/>
                  </a:cubicBezTo>
                  <a:cubicBezTo>
                    <a:pt x="3182" y="7940"/>
                    <a:pt x="4505" y="8538"/>
                    <a:pt x="5986" y="8538"/>
                  </a:cubicBezTo>
                  <a:cubicBezTo>
                    <a:pt x="7498" y="8538"/>
                    <a:pt x="8790" y="7940"/>
                    <a:pt x="9641" y="7435"/>
                  </a:cubicBezTo>
                  <a:cubicBezTo>
                    <a:pt x="10019" y="7215"/>
                    <a:pt x="10334" y="6994"/>
                    <a:pt x="10554" y="6805"/>
                  </a:cubicBezTo>
                  <a:close/>
                  <a:moveTo>
                    <a:pt x="1418" y="10617"/>
                  </a:moveTo>
                  <a:lnTo>
                    <a:pt x="1418" y="11311"/>
                  </a:lnTo>
                  <a:lnTo>
                    <a:pt x="693" y="11311"/>
                  </a:lnTo>
                  <a:lnTo>
                    <a:pt x="693" y="10617"/>
                  </a:lnTo>
                  <a:close/>
                  <a:moveTo>
                    <a:pt x="11310" y="10617"/>
                  </a:moveTo>
                  <a:lnTo>
                    <a:pt x="11310" y="11311"/>
                  </a:lnTo>
                  <a:lnTo>
                    <a:pt x="10586" y="11311"/>
                  </a:lnTo>
                  <a:lnTo>
                    <a:pt x="10586" y="10617"/>
                  </a:lnTo>
                  <a:close/>
                  <a:moveTo>
                    <a:pt x="347" y="0"/>
                  </a:moveTo>
                  <a:cubicBezTo>
                    <a:pt x="158" y="0"/>
                    <a:pt x="0" y="189"/>
                    <a:pt x="0" y="378"/>
                  </a:cubicBezTo>
                  <a:lnTo>
                    <a:pt x="0" y="1796"/>
                  </a:lnTo>
                  <a:cubicBezTo>
                    <a:pt x="0" y="1985"/>
                    <a:pt x="158" y="2143"/>
                    <a:pt x="347" y="2143"/>
                  </a:cubicBezTo>
                  <a:lnTo>
                    <a:pt x="693" y="2143"/>
                  </a:lnTo>
                  <a:lnTo>
                    <a:pt x="693" y="9893"/>
                  </a:lnTo>
                  <a:lnTo>
                    <a:pt x="347" y="9893"/>
                  </a:lnTo>
                  <a:cubicBezTo>
                    <a:pt x="158" y="9893"/>
                    <a:pt x="0" y="10050"/>
                    <a:pt x="0" y="10239"/>
                  </a:cubicBezTo>
                  <a:lnTo>
                    <a:pt x="0" y="11657"/>
                  </a:lnTo>
                  <a:cubicBezTo>
                    <a:pt x="0" y="11878"/>
                    <a:pt x="158" y="12035"/>
                    <a:pt x="347" y="12035"/>
                  </a:cubicBezTo>
                  <a:lnTo>
                    <a:pt x="1764" y="12035"/>
                  </a:lnTo>
                  <a:cubicBezTo>
                    <a:pt x="1954" y="12035"/>
                    <a:pt x="2111" y="11878"/>
                    <a:pt x="2111" y="11657"/>
                  </a:cubicBezTo>
                  <a:lnTo>
                    <a:pt x="2111" y="11311"/>
                  </a:lnTo>
                  <a:lnTo>
                    <a:pt x="9893" y="11311"/>
                  </a:lnTo>
                  <a:lnTo>
                    <a:pt x="9893" y="11657"/>
                  </a:lnTo>
                  <a:cubicBezTo>
                    <a:pt x="9893" y="11878"/>
                    <a:pt x="10050" y="12035"/>
                    <a:pt x="10239" y="12035"/>
                  </a:cubicBezTo>
                  <a:lnTo>
                    <a:pt x="11657" y="12035"/>
                  </a:lnTo>
                  <a:cubicBezTo>
                    <a:pt x="11846" y="12035"/>
                    <a:pt x="12004" y="11878"/>
                    <a:pt x="12004" y="11657"/>
                  </a:cubicBezTo>
                  <a:lnTo>
                    <a:pt x="12004" y="10239"/>
                  </a:lnTo>
                  <a:cubicBezTo>
                    <a:pt x="12004" y="10050"/>
                    <a:pt x="11846" y="9893"/>
                    <a:pt x="11657" y="9893"/>
                  </a:cubicBezTo>
                  <a:lnTo>
                    <a:pt x="11310" y="9893"/>
                  </a:lnTo>
                  <a:lnTo>
                    <a:pt x="11310" y="2143"/>
                  </a:lnTo>
                  <a:lnTo>
                    <a:pt x="11657" y="2143"/>
                  </a:lnTo>
                  <a:cubicBezTo>
                    <a:pt x="11846" y="2143"/>
                    <a:pt x="12004" y="1985"/>
                    <a:pt x="12004" y="1796"/>
                  </a:cubicBezTo>
                  <a:lnTo>
                    <a:pt x="12004" y="378"/>
                  </a:lnTo>
                  <a:cubicBezTo>
                    <a:pt x="12004" y="189"/>
                    <a:pt x="11846" y="0"/>
                    <a:pt x="11657" y="0"/>
                  </a:cubicBezTo>
                  <a:lnTo>
                    <a:pt x="10239" y="0"/>
                  </a:lnTo>
                  <a:cubicBezTo>
                    <a:pt x="10050" y="0"/>
                    <a:pt x="9893" y="189"/>
                    <a:pt x="9893" y="378"/>
                  </a:cubicBezTo>
                  <a:lnTo>
                    <a:pt x="9893" y="725"/>
                  </a:lnTo>
                  <a:lnTo>
                    <a:pt x="2111" y="725"/>
                  </a:lnTo>
                  <a:lnTo>
                    <a:pt x="2111" y="378"/>
                  </a:lnTo>
                  <a:cubicBezTo>
                    <a:pt x="2111" y="189"/>
                    <a:pt x="1954" y="0"/>
                    <a:pt x="176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8061;p67">
              <a:extLst>
                <a:ext uri="{FF2B5EF4-FFF2-40B4-BE49-F238E27FC236}">
                  <a16:creationId xmlns:a16="http://schemas.microsoft.com/office/drawing/2014/main" id="{E34A0FA8-9AB8-2BDB-E59B-D9D37BC32F60}"/>
                </a:ext>
              </a:extLst>
            </p:cNvPr>
            <p:cNvSpPr/>
            <p:nvPr/>
          </p:nvSpPr>
          <p:spPr>
            <a:xfrm>
              <a:off x="-48509525" y="2097050"/>
              <a:ext cx="52800" cy="52775"/>
            </a:xfrm>
            <a:custGeom>
              <a:avLst/>
              <a:gdLst/>
              <a:ahLst/>
              <a:cxnLst/>
              <a:rect l="l" t="t" r="r" b="b"/>
              <a:pathLst>
                <a:path w="2112" h="2111" extrusionOk="0">
                  <a:moveTo>
                    <a:pt x="1041" y="725"/>
                  </a:moveTo>
                  <a:cubicBezTo>
                    <a:pt x="1230" y="725"/>
                    <a:pt x="1387" y="882"/>
                    <a:pt x="1387" y="1071"/>
                  </a:cubicBezTo>
                  <a:cubicBezTo>
                    <a:pt x="1387" y="1260"/>
                    <a:pt x="1230" y="1418"/>
                    <a:pt x="1041" y="1418"/>
                  </a:cubicBezTo>
                  <a:cubicBezTo>
                    <a:pt x="852" y="1418"/>
                    <a:pt x="694" y="1260"/>
                    <a:pt x="694" y="1071"/>
                  </a:cubicBezTo>
                  <a:cubicBezTo>
                    <a:pt x="694" y="882"/>
                    <a:pt x="852" y="725"/>
                    <a:pt x="1041" y="725"/>
                  </a:cubicBezTo>
                  <a:close/>
                  <a:moveTo>
                    <a:pt x="1041" y="0"/>
                  </a:moveTo>
                  <a:cubicBezTo>
                    <a:pt x="442" y="0"/>
                    <a:pt x="1" y="473"/>
                    <a:pt x="1" y="1071"/>
                  </a:cubicBezTo>
                  <a:cubicBezTo>
                    <a:pt x="1" y="1670"/>
                    <a:pt x="442" y="2111"/>
                    <a:pt x="1041" y="2111"/>
                  </a:cubicBezTo>
                  <a:cubicBezTo>
                    <a:pt x="1639" y="2111"/>
                    <a:pt x="2112" y="1670"/>
                    <a:pt x="2112" y="1071"/>
                  </a:cubicBezTo>
                  <a:cubicBezTo>
                    <a:pt x="2112" y="473"/>
                    <a:pt x="1639" y="0"/>
                    <a:pt x="104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0" name="Google Shape;8062;p67">
            <a:extLst>
              <a:ext uri="{FF2B5EF4-FFF2-40B4-BE49-F238E27FC236}">
                <a16:creationId xmlns:a16="http://schemas.microsoft.com/office/drawing/2014/main" id="{50873C84-6BED-15D7-D642-F609EF31FFBC}"/>
              </a:ext>
            </a:extLst>
          </p:cNvPr>
          <p:cNvGrpSpPr/>
          <p:nvPr/>
        </p:nvGrpSpPr>
        <p:grpSpPr>
          <a:xfrm>
            <a:off x="7603863" y="5245381"/>
            <a:ext cx="918727" cy="923460"/>
            <a:chOff x="-48634750" y="2342000"/>
            <a:chExt cx="300900" cy="302450"/>
          </a:xfrm>
          <a:solidFill>
            <a:srgbClr val="555559"/>
          </a:solidFill>
        </p:grpSpPr>
        <p:sp>
          <p:nvSpPr>
            <p:cNvPr id="1436" name="Google Shape;8063;p67">
              <a:extLst>
                <a:ext uri="{FF2B5EF4-FFF2-40B4-BE49-F238E27FC236}">
                  <a16:creationId xmlns:a16="http://schemas.microsoft.com/office/drawing/2014/main" id="{207435B2-C7F1-6346-33B2-D9A4ABCEDB97}"/>
                </a:ext>
              </a:extLst>
            </p:cNvPr>
            <p:cNvSpPr/>
            <p:nvPr/>
          </p:nvSpPr>
          <p:spPr>
            <a:xfrm>
              <a:off x="-48545750" y="2342000"/>
              <a:ext cx="211900" cy="300875"/>
            </a:xfrm>
            <a:custGeom>
              <a:avLst/>
              <a:gdLst/>
              <a:ahLst/>
              <a:cxnLst/>
              <a:rect l="l" t="t" r="r" b="b"/>
              <a:pathLst>
                <a:path w="8476" h="12035" extrusionOk="0">
                  <a:moveTo>
                    <a:pt x="6711" y="725"/>
                  </a:moveTo>
                  <a:cubicBezTo>
                    <a:pt x="7310" y="725"/>
                    <a:pt x="7782" y="1197"/>
                    <a:pt x="7782" y="1764"/>
                  </a:cubicBezTo>
                  <a:lnTo>
                    <a:pt x="7782" y="10239"/>
                  </a:lnTo>
                  <a:cubicBezTo>
                    <a:pt x="7782" y="10838"/>
                    <a:pt x="7310" y="11310"/>
                    <a:pt x="6711" y="11310"/>
                  </a:cubicBezTo>
                  <a:lnTo>
                    <a:pt x="1797" y="11310"/>
                  </a:lnTo>
                  <a:cubicBezTo>
                    <a:pt x="1198" y="11310"/>
                    <a:pt x="725" y="10838"/>
                    <a:pt x="725" y="10239"/>
                  </a:cubicBezTo>
                  <a:lnTo>
                    <a:pt x="725" y="1764"/>
                  </a:lnTo>
                  <a:cubicBezTo>
                    <a:pt x="725" y="1197"/>
                    <a:pt x="1198" y="725"/>
                    <a:pt x="1797" y="725"/>
                  </a:cubicBezTo>
                  <a:close/>
                  <a:moveTo>
                    <a:pt x="1797" y="0"/>
                  </a:moveTo>
                  <a:cubicBezTo>
                    <a:pt x="788" y="0"/>
                    <a:pt x="1" y="788"/>
                    <a:pt x="1" y="1764"/>
                  </a:cubicBezTo>
                  <a:lnTo>
                    <a:pt x="1" y="10239"/>
                  </a:lnTo>
                  <a:cubicBezTo>
                    <a:pt x="1" y="11247"/>
                    <a:pt x="788" y="12035"/>
                    <a:pt x="1797" y="12035"/>
                  </a:cubicBezTo>
                  <a:lnTo>
                    <a:pt x="6711" y="12035"/>
                  </a:lnTo>
                  <a:cubicBezTo>
                    <a:pt x="7688" y="12035"/>
                    <a:pt x="8476" y="11247"/>
                    <a:pt x="8476" y="10239"/>
                  </a:cubicBezTo>
                  <a:lnTo>
                    <a:pt x="8476" y="1764"/>
                  </a:lnTo>
                  <a:cubicBezTo>
                    <a:pt x="8476" y="788"/>
                    <a:pt x="7688" y="0"/>
                    <a:pt x="671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8064;p67">
              <a:extLst>
                <a:ext uri="{FF2B5EF4-FFF2-40B4-BE49-F238E27FC236}">
                  <a16:creationId xmlns:a16="http://schemas.microsoft.com/office/drawing/2014/main" id="{A9253717-EAF6-FA62-3ADC-B94B33CA4A7D}"/>
                </a:ext>
              </a:extLst>
            </p:cNvPr>
            <p:cNvSpPr/>
            <p:nvPr/>
          </p:nvSpPr>
          <p:spPr>
            <a:xfrm>
              <a:off x="-48509525" y="2395550"/>
              <a:ext cx="52800" cy="52800"/>
            </a:xfrm>
            <a:custGeom>
              <a:avLst/>
              <a:gdLst/>
              <a:ahLst/>
              <a:cxnLst/>
              <a:rect l="l" t="t" r="r" b="b"/>
              <a:pathLst>
                <a:path w="2112" h="2112" extrusionOk="0">
                  <a:moveTo>
                    <a:pt x="1041" y="694"/>
                  </a:moveTo>
                  <a:cubicBezTo>
                    <a:pt x="1230" y="694"/>
                    <a:pt x="1387" y="851"/>
                    <a:pt x="1387" y="1040"/>
                  </a:cubicBezTo>
                  <a:cubicBezTo>
                    <a:pt x="1387" y="1261"/>
                    <a:pt x="1230" y="1418"/>
                    <a:pt x="1041" y="1418"/>
                  </a:cubicBezTo>
                  <a:cubicBezTo>
                    <a:pt x="852" y="1418"/>
                    <a:pt x="694" y="1261"/>
                    <a:pt x="694" y="1040"/>
                  </a:cubicBezTo>
                  <a:cubicBezTo>
                    <a:pt x="694" y="851"/>
                    <a:pt x="852" y="694"/>
                    <a:pt x="1041" y="694"/>
                  </a:cubicBezTo>
                  <a:close/>
                  <a:moveTo>
                    <a:pt x="1041" y="0"/>
                  </a:moveTo>
                  <a:cubicBezTo>
                    <a:pt x="442" y="0"/>
                    <a:pt x="1" y="473"/>
                    <a:pt x="1" y="1040"/>
                  </a:cubicBezTo>
                  <a:cubicBezTo>
                    <a:pt x="1" y="1639"/>
                    <a:pt x="442" y="2111"/>
                    <a:pt x="1041" y="2111"/>
                  </a:cubicBezTo>
                  <a:cubicBezTo>
                    <a:pt x="1639" y="2111"/>
                    <a:pt x="2112" y="1639"/>
                    <a:pt x="2112" y="1040"/>
                  </a:cubicBezTo>
                  <a:cubicBezTo>
                    <a:pt x="2112" y="473"/>
                    <a:pt x="1639" y="0"/>
                    <a:pt x="104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8065;p67">
              <a:extLst>
                <a:ext uri="{FF2B5EF4-FFF2-40B4-BE49-F238E27FC236}">
                  <a16:creationId xmlns:a16="http://schemas.microsoft.com/office/drawing/2014/main" id="{8A865150-E03A-4375-173A-8B30D2BB58CC}"/>
                </a:ext>
              </a:extLst>
            </p:cNvPr>
            <p:cNvSpPr/>
            <p:nvPr/>
          </p:nvSpPr>
          <p:spPr>
            <a:xfrm>
              <a:off x="-48509525" y="2466425"/>
              <a:ext cx="52800" cy="52800"/>
            </a:xfrm>
            <a:custGeom>
              <a:avLst/>
              <a:gdLst/>
              <a:ahLst/>
              <a:cxnLst/>
              <a:rect l="l" t="t" r="r" b="b"/>
              <a:pathLst>
                <a:path w="2112" h="2112" extrusionOk="0">
                  <a:moveTo>
                    <a:pt x="1041" y="694"/>
                  </a:moveTo>
                  <a:cubicBezTo>
                    <a:pt x="1230" y="694"/>
                    <a:pt x="1387" y="851"/>
                    <a:pt x="1387" y="1072"/>
                  </a:cubicBezTo>
                  <a:cubicBezTo>
                    <a:pt x="1387" y="1261"/>
                    <a:pt x="1230" y="1419"/>
                    <a:pt x="1041" y="1419"/>
                  </a:cubicBezTo>
                  <a:cubicBezTo>
                    <a:pt x="852" y="1419"/>
                    <a:pt x="694" y="1261"/>
                    <a:pt x="694" y="1072"/>
                  </a:cubicBezTo>
                  <a:cubicBezTo>
                    <a:pt x="694" y="851"/>
                    <a:pt x="852" y="694"/>
                    <a:pt x="1041" y="694"/>
                  </a:cubicBezTo>
                  <a:close/>
                  <a:moveTo>
                    <a:pt x="1041" y="1"/>
                  </a:moveTo>
                  <a:cubicBezTo>
                    <a:pt x="442" y="1"/>
                    <a:pt x="1" y="473"/>
                    <a:pt x="1" y="1072"/>
                  </a:cubicBezTo>
                  <a:cubicBezTo>
                    <a:pt x="1" y="1639"/>
                    <a:pt x="442" y="2112"/>
                    <a:pt x="1041" y="2112"/>
                  </a:cubicBezTo>
                  <a:cubicBezTo>
                    <a:pt x="1639" y="2112"/>
                    <a:pt x="2112" y="1639"/>
                    <a:pt x="2112" y="1072"/>
                  </a:cubicBezTo>
                  <a:cubicBezTo>
                    <a:pt x="2112" y="473"/>
                    <a:pt x="1639" y="1"/>
                    <a:pt x="104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8066;p67">
              <a:extLst>
                <a:ext uri="{FF2B5EF4-FFF2-40B4-BE49-F238E27FC236}">
                  <a16:creationId xmlns:a16="http://schemas.microsoft.com/office/drawing/2014/main" id="{119F0DB7-DFA0-F3C3-5026-EF35C93A3EFE}"/>
                </a:ext>
              </a:extLst>
            </p:cNvPr>
            <p:cNvSpPr/>
            <p:nvPr/>
          </p:nvSpPr>
          <p:spPr>
            <a:xfrm>
              <a:off x="-48509525" y="2537325"/>
              <a:ext cx="52800" cy="52800"/>
            </a:xfrm>
            <a:custGeom>
              <a:avLst/>
              <a:gdLst/>
              <a:ahLst/>
              <a:cxnLst/>
              <a:rect l="l" t="t" r="r" b="b"/>
              <a:pathLst>
                <a:path w="2112" h="2112" extrusionOk="0">
                  <a:moveTo>
                    <a:pt x="1041" y="693"/>
                  </a:moveTo>
                  <a:cubicBezTo>
                    <a:pt x="1230" y="693"/>
                    <a:pt x="1387" y="851"/>
                    <a:pt x="1387" y="1071"/>
                  </a:cubicBezTo>
                  <a:cubicBezTo>
                    <a:pt x="1387" y="1260"/>
                    <a:pt x="1230" y="1418"/>
                    <a:pt x="1041" y="1418"/>
                  </a:cubicBezTo>
                  <a:cubicBezTo>
                    <a:pt x="852" y="1418"/>
                    <a:pt x="694" y="1260"/>
                    <a:pt x="694" y="1071"/>
                  </a:cubicBezTo>
                  <a:cubicBezTo>
                    <a:pt x="694" y="851"/>
                    <a:pt x="852" y="693"/>
                    <a:pt x="1041" y="693"/>
                  </a:cubicBezTo>
                  <a:close/>
                  <a:moveTo>
                    <a:pt x="1041" y="0"/>
                  </a:moveTo>
                  <a:cubicBezTo>
                    <a:pt x="442" y="0"/>
                    <a:pt x="1" y="473"/>
                    <a:pt x="1" y="1071"/>
                  </a:cubicBezTo>
                  <a:cubicBezTo>
                    <a:pt x="1" y="1639"/>
                    <a:pt x="442" y="2111"/>
                    <a:pt x="1041" y="2111"/>
                  </a:cubicBezTo>
                  <a:cubicBezTo>
                    <a:pt x="1639" y="2111"/>
                    <a:pt x="2112" y="1639"/>
                    <a:pt x="2112" y="1071"/>
                  </a:cubicBezTo>
                  <a:cubicBezTo>
                    <a:pt x="2112" y="473"/>
                    <a:pt x="1639" y="0"/>
                    <a:pt x="104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8067;p67">
              <a:extLst>
                <a:ext uri="{FF2B5EF4-FFF2-40B4-BE49-F238E27FC236}">
                  <a16:creationId xmlns:a16="http://schemas.microsoft.com/office/drawing/2014/main" id="{59ED4BE4-8116-BC9A-8C7F-001266B70C03}"/>
                </a:ext>
              </a:extLst>
            </p:cNvPr>
            <p:cNvSpPr/>
            <p:nvPr/>
          </p:nvSpPr>
          <p:spPr>
            <a:xfrm>
              <a:off x="-48421300" y="2395550"/>
              <a:ext cx="52800" cy="52800"/>
            </a:xfrm>
            <a:custGeom>
              <a:avLst/>
              <a:gdLst/>
              <a:ahLst/>
              <a:cxnLst/>
              <a:rect l="l" t="t" r="r" b="b"/>
              <a:pathLst>
                <a:path w="2112" h="2112" extrusionOk="0">
                  <a:moveTo>
                    <a:pt x="1072" y="694"/>
                  </a:moveTo>
                  <a:cubicBezTo>
                    <a:pt x="1261" y="694"/>
                    <a:pt x="1418" y="851"/>
                    <a:pt x="1418" y="1040"/>
                  </a:cubicBezTo>
                  <a:cubicBezTo>
                    <a:pt x="1387" y="1261"/>
                    <a:pt x="1229" y="1418"/>
                    <a:pt x="1072" y="1418"/>
                  </a:cubicBezTo>
                  <a:cubicBezTo>
                    <a:pt x="851" y="1418"/>
                    <a:pt x="725" y="1261"/>
                    <a:pt x="725" y="1040"/>
                  </a:cubicBezTo>
                  <a:cubicBezTo>
                    <a:pt x="725" y="851"/>
                    <a:pt x="851" y="694"/>
                    <a:pt x="1072" y="694"/>
                  </a:cubicBezTo>
                  <a:close/>
                  <a:moveTo>
                    <a:pt x="1072" y="0"/>
                  </a:moveTo>
                  <a:cubicBezTo>
                    <a:pt x="473" y="0"/>
                    <a:pt x="1" y="473"/>
                    <a:pt x="1" y="1040"/>
                  </a:cubicBezTo>
                  <a:cubicBezTo>
                    <a:pt x="1" y="1639"/>
                    <a:pt x="473" y="2111"/>
                    <a:pt x="1072" y="2111"/>
                  </a:cubicBezTo>
                  <a:cubicBezTo>
                    <a:pt x="1639" y="2111"/>
                    <a:pt x="2111" y="1639"/>
                    <a:pt x="2111" y="1040"/>
                  </a:cubicBezTo>
                  <a:cubicBezTo>
                    <a:pt x="2080" y="473"/>
                    <a:pt x="1607" y="0"/>
                    <a:pt x="107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8068;p67">
              <a:extLst>
                <a:ext uri="{FF2B5EF4-FFF2-40B4-BE49-F238E27FC236}">
                  <a16:creationId xmlns:a16="http://schemas.microsoft.com/office/drawing/2014/main" id="{C27C91D8-FFD3-E595-B55D-7D27D2E0477B}"/>
                </a:ext>
              </a:extLst>
            </p:cNvPr>
            <p:cNvSpPr/>
            <p:nvPr/>
          </p:nvSpPr>
          <p:spPr>
            <a:xfrm>
              <a:off x="-48421300" y="2466425"/>
              <a:ext cx="52800" cy="52800"/>
            </a:xfrm>
            <a:custGeom>
              <a:avLst/>
              <a:gdLst/>
              <a:ahLst/>
              <a:cxnLst/>
              <a:rect l="l" t="t" r="r" b="b"/>
              <a:pathLst>
                <a:path w="2112" h="2112" extrusionOk="0">
                  <a:moveTo>
                    <a:pt x="1072" y="694"/>
                  </a:moveTo>
                  <a:cubicBezTo>
                    <a:pt x="1261" y="694"/>
                    <a:pt x="1418" y="851"/>
                    <a:pt x="1418" y="1072"/>
                  </a:cubicBezTo>
                  <a:cubicBezTo>
                    <a:pt x="1387" y="1261"/>
                    <a:pt x="1229" y="1419"/>
                    <a:pt x="1072" y="1419"/>
                  </a:cubicBezTo>
                  <a:cubicBezTo>
                    <a:pt x="851" y="1419"/>
                    <a:pt x="725" y="1261"/>
                    <a:pt x="725" y="1072"/>
                  </a:cubicBezTo>
                  <a:cubicBezTo>
                    <a:pt x="725" y="851"/>
                    <a:pt x="851" y="694"/>
                    <a:pt x="1072" y="694"/>
                  </a:cubicBezTo>
                  <a:close/>
                  <a:moveTo>
                    <a:pt x="1072" y="1"/>
                  </a:moveTo>
                  <a:cubicBezTo>
                    <a:pt x="473" y="1"/>
                    <a:pt x="1" y="473"/>
                    <a:pt x="1" y="1072"/>
                  </a:cubicBezTo>
                  <a:cubicBezTo>
                    <a:pt x="1" y="1639"/>
                    <a:pt x="473" y="2112"/>
                    <a:pt x="1072" y="2112"/>
                  </a:cubicBezTo>
                  <a:cubicBezTo>
                    <a:pt x="1639" y="2112"/>
                    <a:pt x="2111" y="1639"/>
                    <a:pt x="2111" y="1072"/>
                  </a:cubicBezTo>
                  <a:cubicBezTo>
                    <a:pt x="2080" y="473"/>
                    <a:pt x="1607" y="1"/>
                    <a:pt x="107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8069;p67">
              <a:extLst>
                <a:ext uri="{FF2B5EF4-FFF2-40B4-BE49-F238E27FC236}">
                  <a16:creationId xmlns:a16="http://schemas.microsoft.com/office/drawing/2014/main" id="{A570C74F-16DC-9331-4C4A-BA91864207B4}"/>
                </a:ext>
              </a:extLst>
            </p:cNvPr>
            <p:cNvSpPr/>
            <p:nvPr/>
          </p:nvSpPr>
          <p:spPr>
            <a:xfrm>
              <a:off x="-48421300" y="2537325"/>
              <a:ext cx="52800" cy="52800"/>
            </a:xfrm>
            <a:custGeom>
              <a:avLst/>
              <a:gdLst/>
              <a:ahLst/>
              <a:cxnLst/>
              <a:rect l="l" t="t" r="r" b="b"/>
              <a:pathLst>
                <a:path w="2112" h="2112" extrusionOk="0">
                  <a:moveTo>
                    <a:pt x="1072" y="693"/>
                  </a:moveTo>
                  <a:cubicBezTo>
                    <a:pt x="1261" y="693"/>
                    <a:pt x="1418" y="851"/>
                    <a:pt x="1418" y="1071"/>
                  </a:cubicBezTo>
                  <a:cubicBezTo>
                    <a:pt x="1418" y="1260"/>
                    <a:pt x="1229" y="1418"/>
                    <a:pt x="1072" y="1418"/>
                  </a:cubicBezTo>
                  <a:cubicBezTo>
                    <a:pt x="851" y="1418"/>
                    <a:pt x="725" y="1260"/>
                    <a:pt x="725" y="1071"/>
                  </a:cubicBezTo>
                  <a:cubicBezTo>
                    <a:pt x="725" y="851"/>
                    <a:pt x="851" y="693"/>
                    <a:pt x="1072" y="693"/>
                  </a:cubicBezTo>
                  <a:close/>
                  <a:moveTo>
                    <a:pt x="1072" y="0"/>
                  </a:moveTo>
                  <a:cubicBezTo>
                    <a:pt x="473" y="0"/>
                    <a:pt x="1" y="473"/>
                    <a:pt x="1" y="1071"/>
                  </a:cubicBezTo>
                  <a:cubicBezTo>
                    <a:pt x="1" y="1639"/>
                    <a:pt x="473" y="2111"/>
                    <a:pt x="1072" y="2111"/>
                  </a:cubicBezTo>
                  <a:cubicBezTo>
                    <a:pt x="1639" y="2111"/>
                    <a:pt x="2111" y="1639"/>
                    <a:pt x="2111" y="1071"/>
                  </a:cubicBezTo>
                  <a:cubicBezTo>
                    <a:pt x="2080" y="473"/>
                    <a:pt x="1607" y="0"/>
                    <a:pt x="107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8070;p67">
              <a:extLst>
                <a:ext uri="{FF2B5EF4-FFF2-40B4-BE49-F238E27FC236}">
                  <a16:creationId xmlns:a16="http://schemas.microsoft.com/office/drawing/2014/main" id="{F30E26B4-E8A2-24EE-93DB-B29BFAB0A9B6}"/>
                </a:ext>
              </a:extLst>
            </p:cNvPr>
            <p:cNvSpPr/>
            <p:nvPr/>
          </p:nvSpPr>
          <p:spPr>
            <a:xfrm>
              <a:off x="-48634750" y="2342775"/>
              <a:ext cx="71700" cy="301675"/>
            </a:xfrm>
            <a:custGeom>
              <a:avLst/>
              <a:gdLst/>
              <a:ahLst/>
              <a:cxnLst/>
              <a:rect l="l" t="t" r="r" b="b"/>
              <a:pathLst>
                <a:path w="2868" h="12067" extrusionOk="0">
                  <a:moveTo>
                    <a:pt x="1891" y="725"/>
                  </a:moveTo>
                  <a:lnTo>
                    <a:pt x="1891" y="725"/>
                  </a:lnTo>
                  <a:cubicBezTo>
                    <a:pt x="1828" y="851"/>
                    <a:pt x="1796" y="946"/>
                    <a:pt x="1796" y="1072"/>
                  </a:cubicBezTo>
                  <a:cubicBezTo>
                    <a:pt x="1765" y="1450"/>
                    <a:pt x="1859" y="1796"/>
                    <a:pt x="2112" y="2143"/>
                  </a:cubicBezTo>
                  <a:cubicBezTo>
                    <a:pt x="2175" y="2174"/>
                    <a:pt x="2206" y="2269"/>
                    <a:pt x="2175" y="2332"/>
                  </a:cubicBezTo>
                  <a:cubicBezTo>
                    <a:pt x="2049" y="2616"/>
                    <a:pt x="1796" y="2805"/>
                    <a:pt x="1481" y="2805"/>
                  </a:cubicBezTo>
                  <a:cubicBezTo>
                    <a:pt x="1103" y="2805"/>
                    <a:pt x="788" y="2489"/>
                    <a:pt x="788" y="2111"/>
                  </a:cubicBezTo>
                  <a:cubicBezTo>
                    <a:pt x="725" y="1702"/>
                    <a:pt x="883" y="1355"/>
                    <a:pt x="1166" y="1135"/>
                  </a:cubicBezTo>
                  <a:cubicBezTo>
                    <a:pt x="1418" y="883"/>
                    <a:pt x="1607" y="788"/>
                    <a:pt x="1891" y="725"/>
                  </a:cubicBezTo>
                  <a:close/>
                  <a:moveTo>
                    <a:pt x="1481" y="3529"/>
                  </a:moveTo>
                  <a:cubicBezTo>
                    <a:pt x="1733" y="3750"/>
                    <a:pt x="1891" y="4600"/>
                    <a:pt x="1954" y="4947"/>
                  </a:cubicBezTo>
                  <a:lnTo>
                    <a:pt x="977" y="4947"/>
                  </a:lnTo>
                  <a:cubicBezTo>
                    <a:pt x="1040" y="4600"/>
                    <a:pt x="1198" y="3750"/>
                    <a:pt x="1481" y="3529"/>
                  </a:cubicBezTo>
                  <a:close/>
                  <a:moveTo>
                    <a:pt x="2049" y="5608"/>
                  </a:moveTo>
                  <a:cubicBezTo>
                    <a:pt x="2112" y="6176"/>
                    <a:pt x="2112" y="6743"/>
                    <a:pt x="2112" y="7373"/>
                  </a:cubicBezTo>
                  <a:cubicBezTo>
                    <a:pt x="2143" y="9421"/>
                    <a:pt x="1796" y="10933"/>
                    <a:pt x="1450" y="11279"/>
                  </a:cubicBezTo>
                  <a:cubicBezTo>
                    <a:pt x="1387" y="11216"/>
                    <a:pt x="1166" y="10964"/>
                    <a:pt x="1009" y="10145"/>
                  </a:cubicBezTo>
                  <a:cubicBezTo>
                    <a:pt x="851" y="9389"/>
                    <a:pt x="725" y="8412"/>
                    <a:pt x="725" y="7373"/>
                  </a:cubicBezTo>
                  <a:cubicBezTo>
                    <a:pt x="725" y="6743"/>
                    <a:pt x="788" y="6176"/>
                    <a:pt x="820" y="5608"/>
                  </a:cubicBezTo>
                  <a:close/>
                  <a:moveTo>
                    <a:pt x="2458" y="1"/>
                  </a:moveTo>
                  <a:cubicBezTo>
                    <a:pt x="1765" y="1"/>
                    <a:pt x="1198" y="64"/>
                    <a:pt x="631" y="631"/>
                  </a:cubicBezTo>
                  <a:cubicBezTo>
                    <a:pt x="221" y="1040"/>
                    <a:pt x="1" y="1576"/>
                    <a:pt x="1" y="2143"/>
                  </a:cubicBezTo>
                  <a:cubicBezTo>
                    <a:pt x="1" y="2647"/>
                    <a:pt x="253" y="3120"/>
                    <a:pt x="694" y="3372"/>
                  </a:cubicBezTo>
                  <a:cubicBezTo>
                    <a:pt x="158" y="4317"/>
                    <a:pt x="1" y="6333"/>
                    <a:pt x="1" y="7467"/>
                  </a:cubicBezTo>
                  <a:cubicBezTo>
                    <a:pt x="1" y="8570"/>
                    <a:pt x="95" y="10586"/>
                    <a:pt x="694" y="11563"/>
                  </a:cubicBezTo>
                  <a:cubicBezTo>
                    <a:pt x="883" y="11909"/>
                    <a:pt x="1135" y="12067"/>
                    <a:pt x="1418" y="12067"/>
                  </a:cubicBezTo>
                  <a:cubicBezTo>
                    <a:pt x="1670" y="12067"/>
                    <a:pt x="1923" y="11909"/>
                    <a:pt x="2112" y="11563"/>
                  </a:cubicBezTo>
                  <a:cubicBezTo>
                    <a:pt x="2679" y="10618"/>
                    <a:pt x="2836" y="8601"/>
                    <a:pt x="2836" y="7467"/>
                  </a:cubicBezTo>
                  <a:cubicBezTo>
                    <a:pt x="2868" y="6270"/>
                    <a:pt x="2742" y="4285"/>
                    <a:pt x="2143" y="3309"/>
                  </a:cubicBezTo>
                  <a:cubicBezTo>
                    <a:pt x="2427" y="3151"/>
                    <a:pt x="2679" y="2899"/>
                    <a:pt x="2742" y="2584"/>
                  </a:cubicBezTo>
                  <a:cubicBezTo>
                    <a:pt x="2868" y="2269"/>
                    <a:pt x="2773" y="1954"/>
                    <a:pt x="2584" y="1702"/>
                  </a:cubicBezTo>
                  <a:cubicBezTo>
                    <a:pt x="2395" y="1481"/>
                    <a:pt x="2269" y="1166"/>
                    <a:pt x="2742" y="568"/>
                  </a:cubicBezTo>
                  <a:cubicBezTo>
                    <a:pt x="2836" y="442"/>
                    <a:pt x="2868" y="347"/>
                    <a:pt x="2773" y="221"/>
                  </a:cubicBezTo>
                  <a:cubicBezTo>
                    <a:pt x="2742" y="95"/>
                    <a:pt x="2584" y="1"/>
                    <a:pt x="245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1" name="Google Shape;8071;p67">
            <a:extLst>
              <a:ext uri="{FF2B5EF4-FFF2-40B4-BE49-F238E27FC236}">
                <a16:creationId xmlns:a16="http://schemas.microsoft.com/office/drawing/2014/main" id="{3203A730-4CB8-252C-6F12-387209ADDF04}"/>
              </a:ext>
            </a:extLst>
          </p:cNvPr>
          <p:cNvGrpSpPr/>
          <p:nvPr/>
        </p:nvGrpSpPr>
        <p:grpSpPr>
          <a:xfrm>
            <a:off x="7606268" y="6373181"/>
            <a:ext cx="913919" cy="913919"/>
            <a:chOff x="-48633175" y="2711375"/>
            <a:chExt cx="299325" cy="299325"/>
          </a:xfrm>
          <a:solidFill>
            <a:srgbClr val="555559"/>
          </a:solidFill>
        </p:grpSpPr>
        <p:sp>
          <p:nvSpPr>
            <p:cNvPr id="1434" name="Google Shape;8072;p67">
              <a:extLst>
                <a:ext uri="{FF2B5EF4-FFF2-40B4-BE49-F238E27FC236}">
                  <a16:creationId xmlns:a16="http://schemas.microsoft.com/office/drawing/2014/main" id="{65F5F968-5F3F-2ABC-B518-8F710B778170}"/>
                </a:ext>
              </a:extLst>
            </p:cNvPr>
            <p:cNvSpPr/>
            <p:nvPr/>
          </p:nvSpPr>
          <p:spPr>
            <a:xfrm>
              <a:off x="-48633175" y="2711375"/>
              <a:ext cx="299325" cy="299325"/>
            </a:xfrm>
            <a:custGeom>
              <a:avLst/>
              <a:gdLst/>
              <a:ahLst/>
              <a:cxnLst/>
              <a:rect l="l" t="t" r="r" b="b"/>
              <a:pathLst>
                <a:path w="11973" h="11973" extrusionOk="0">
                  <a:moveTo>
                    <a:pt x="6459" y="662"/>
                  </a:moveTo>
                  <a:lnTo>
                    <a:pt x="6774" y="1356"/>
                  </a:lnTo>
                  <a:cubicBezTo>
                    <a:pt x="6837" y="1419"/>
                    <a:pt x="6900" y="1513"/>
                    <a:pt x="7026" y="1545"/>
                  </a:cubicBezTo>
                  <a:cubicBezTo>
                    <a:pt x="7499" y="1671"/>
                    <a:pt x="7971" y="1860"/>
                    <a:pt x="8413" y="2080"/>
                  </a:cubicBezTo>
                  <a:cubicBezTo>
                    <a:pt x="8459" y="2126"/>
                    <a:pt x="8539" y="2156"/>
                    <a:pt x="8627" y="2156"/>
                  </a:cubicBezTo>
                  <a:cubicBezTo>
                    <a:pt x="8660" y="2156"/>
                    <a:pt x="8694" y="2152"/>
                    <a:pt x="8728" y="2143"/>
                  </a:cubicBezTo>
                  <a:lnTo>
                    <a:pt x="9389" y="1891"/>
                  </a:lnTo>
                  <a:lnTo>
                    <a:pt x="10051" y="2553"/>
                  </a:lnTo>
                  <a:lnTo>
                    <a:pt x="9799" y="3214"/>
                  </a:lnTo>
                  <a:cubicBezTo>
                    <a:pt x="9767" y="3340"/>
                    <a:pt x="9767" y="3435"/>
                    <a:pt x="9862" y="3561"/>
                  </a:cubicBezTo>
                  <a:cubicBezTo>
                    <a:pt x="10114" y="3970"/>
                    <a:pt x="10334" y="4412"/>
                    <a:pt x="10397" y="4916"/>
                  </a:cubicBezTo>
                  <a:cubicBezTo>
                    <a:pt x="10460" y="5042"/>
                    <a:pt x="10492" y="5136"/>
                    <a:pt x="10586" y="5168"/>
                  </a:cubicBezTo>
                  <a:lnTo>
                    <a:pt x="11279" y="5483"/>
                  </a:lnTo>
                  <a:lnTo>
                    <a:pt x="11279" y="6459"/>
                  </a:lnTo>
                  <a:lnTo>
                    <a:pt x="10586" y="6774"/>
                  </a:lnTo>
                  <a:cubicBezTo>
                    <a:pt x="10523" y="6806"/>
                    <a:pt x="10460" y="6900"/>
                    <a:pt x="10397" y="7026"/>
                  </a:cubicBezTo>
                  <a:cubicBezTo>
                    <a:pt x="10271" y="7499"/>
                    <a:pt x="10082" y="7972"/>
                    <a:pt x="9862" y="8381"/>
                  </a:cubicBezTo>
                  <a:cubicBezTo>
                    <a:pt x="9799" y="8476"/>
                    <a:pt x="9767" y="8602"/>
                    <a:pt x="9799" y="8696"/>
                  </a:cubicBezTo>
                  <a:lnTo>
                    <a:pt x="10051" y="9389"/>
                  </a:lnTo>
                  <a:lnTo>
                    <a:pt x="9389" y="10051"/>
                  </a:lnTo>
                  <a:lnTo>
                    <a:pt x="8728" y="9799"/>
                  </a:lnTo>
                  <a:cubicBezTo>
                    <a:pt x="8681" y="9787"/>
                    <a:pt x="8640" y="9780"/>
                    <a:pt x="8600" y="9780"/>
                  </a:cubicBezTo>
                  <a:cubicBezTo>
                    <a:pt x="8532" y="9780"/>
                    <a:pt x="8472" y="9802"/>
                    <a:pt x="8413" y="9862"/>
                  </a:cubicBezTo>
                  <a:cubicBezTo>
                    <a:pt x="7971" y="10114"/>
                    <a:pt x="7530" y="10303"/>
                    <a:pt x="7026" y="10397"/>
                  </a:cubicBezTo>
                  <a:cubicBezTo>
                    <a:pt x="6900" y="10429"/>
                    <a:pt x="6837" y="10492"/>
                    <a:pt x="6774" y="10586"/>
                  </a:cubicBezTo>
                  <a:lnTo>
                    <a:pt x="6459" y="11280"/>
                  </a:lnTo>
                  <a:lnTo>
                    <a:pt x="5483" y="11280"/>
                  </a:lnTo>
                  <a:lnTo>
                    <a:pt x="5168" y="10586"/>
                  </a:lnTo>
                  <a:cubicBezTo>
                    <a:pt x="5136" y="10523"/>
                    <a:pt x="5042" y="10429"/>
                    <a:pt x="4915" y="10397"/>
                  </a:cubicBezTo>
                  <a:cubicBezTo>
                    <a:pt x="4443" y="10271"/>
                    <a:pt x="3970" y="10082"/>
                    <a:pt x="3561" y="9862"/>
                  </a:cubicBezTo>
                  <a:cubicBezTo>
                    <a:pt x="3492" y="9816"/>
                    <a:pt x="3406" y="9786"/>
                    <a:pt x="3327" y="9786"/>
                  </a:cubicBezTo>
                  <a:cubicBezTo>
                    <a:pt x="3299" y="9786"/>
                    <a:pt x="3271" y="9790"/>
                    <a:pt x="3246" y="9799"/>
                  </a:cubicBezTo>
                  <a:lnTo>
                    <a:pt x="2553" y="10051"/>
                  </a:lnTo>
                  <a:lnTo>
                    <a:pt x="1891" y="9389"/>
                  </a:lnTo>
                  <a:lnTo>
                    <a:pt x="2143" y="8696"/>
                  </a:lnTo>
                  <a:cubicBezTo>
                    <a:pt x="2175" y="8602"/>
                    <a:pt x="2175" y="8507"/>
                    <a:pt x="2080" y="8381"/>
                  </a:cubicBezTo>
                  <a:cubicBezTo>
                    <a:pt x="1828" y="7972"/>
                    <a:pt x="1607" y="7531"/>
                    <a:pt x="1544" y="7026"/>
                  </a:cubicBezTo>
                  <a:cubicBezTo>
                    <a:pt x="1513" y="6900"/>
                    <a:pt x="1450" y="6806"/>
                    <a:pt x="1355" y="6774"/>
                  </a:cubicBezTo>
                  <a:lnTo>
                    <a:pt x="662" y="6459"/>
                  </a:lnTo>
                  <a:lnTo>
                    <a:pt x="662" y="5483"/>
                  </a:lnTo>
                  <a:lnTo>
                    <a:pt x="1355" y="5168"/>
                  </a:lnTo>
                  <a:cubicBezTo>
                    <a:pt x="1418" y="5136"/>
                    <a:pt x="1513" y="5042"/>
                    <a:pt x="1544" y="4916"/>
                  </a:cubicBezTo>
                  <a:cubicBezTo>
                    <a:pt x="1670" y="4443"/>
                    <a:pt x="1860" y="3970"/>
                    <a:pt x="2080" y="3561"/>
                  </a:cubicBezTo>
                  <a:cubicBezTo>
                    <a:pt x="2143" y="3466"/>
                    <a:pt x="2175" y="3340"/>
                    <a:pt x="2143" y="3214"/>
                  </a:cubicBezTo>
                  <a:lnTo>
                    <a:pt x="1891" y="2553"/>
                  </a:lnTo>
                  <a:lnTo>
                    <a:pt x="2553" y="1891"/>
                  </a:lnTo>
                  <a:lnTo>
                    <a:pt x="3246" y="2143"/>
                  </a:lnTo>
                  <a:cubicBezTo>
                    <a:pt x="3280" y="2155"/>
                    <a:pt x="3315" y="2162"/>
                    <a:pt x="3351" y="2162"/>
                  </a:cubicBezTo>
                  <a:cubicBezTo>
                    <a:pt x="3414" y="2162"/>
                    <a:pt x="3481" y="2140"/>
                    <a:pt x="3561" y="2080"/>
                  </a:cubicBezTo>
                  <a:cubicBezTo>
                    <a:pt x="3970" y="1828"/>
                    <a:pt x="4411" y="1608"/>
                    <a:pt x="4915" y="1545"/>
                  </a:cubicBezTo>
                  <a:cubicBezTo>
                    <a:pt x="5042" y="1513"/>
                    <a:pt x="5136" y="1450"/>
                    <a:pt x="5168" y="1356"/>
                  </a:cubicBezTo>
                  <a:lnTo>
                    <a:pt x="5483" y="662"/>
                  </a:lnTo>
                  <a:close/>
                  <a:moveTo>
                    <a:pt x="5294" y="1"/>
                  </a:moveTo>
                  <a:cubicBezTo>
                    <a:pt x="5168" y="1"/>
                    <a:pt x="5010" y="64"/>
                    <a:pt x="4978" y="190"/>
                  </a:cubicBezTo>
                  <a:lnTo>
                    <a:pt x="4632" y="915"/>
                  </a:lnTo>
                  <a:cubicBezTo>
                    <a:pt x="4191" y="1041"/>
                    <a:pt x="3750" y="1198"/>
                    <a:pt x="3372" y="1419"/>
                  </a:cubicBezTo>
                  <a:lnTo>
                    <a:pt x="2616" y="1198"/>
                  </a:lnTo>
                  <a:cubicBezTo>
                    <a:pt x="2579" y="1180"/>
                    <a:pt x="2539" y="1172"/>
                    <a:pt x="2500" y="1172"/>
                  </a:cubicBezTo>
                  <a:cubicBezTo>
                    <a:pt x="2405" y="1172"/>
                    <a:pt x="2314" y="1217"/>
                    <a:pt x="2269" y="1261"/>
                  </a:cubicBezTo>
                  <a:lnTo>
                    <a:pt x="1261" y="2238"/>
                  </a:lnTo>
                  <a:cubicBezTo>
                    <a:pt x="1198" y="2332"/>
                    <a:pt x="1166" y="2490"/>
                    <a:pt x="1198" y="2616"/>
                  </a:cubicBezTo>
                  <a:lnTo>
                    <a:pt x="1418" y="3340"/>
                  </a:lnTo>
                  <a:cubicBezTo>
                    <a:pt x="1198" y="3750"/>
                    <a:pt x="1040" y="4191"/>
                    <a:pt x="914" y="4601"/>
                  </a:cubicBezTo>
                  <a:lnTo>
                    <a:pt x="221" y="4979"/>
                  </a:lnTo>
                  <a:cubicBezTo>
                    <a:pt x="95" y="5010"/>
                    <a:pt x="1" y="5168"/>
                    <a:pt x="1" y="5294"/>
                  </a:cubicBezTo>
                  <a:lnTo>
                    <a:pt x="1" y="6711"/>
                  </a:lnTo>
                  <a:cubicBezTo>
                    <a:pt x="1" y="6806"/>
                    <a:pt x="95" y="6963"/>
                    <a:pt x="221" y="7026"/>
                  </a:cubicBezTo>
                  <a:lnTo>
                    <a:pt x="914" y="7373"/>
                  </a:lnTo>
                  <a:cubicBezTo>
                    <a:pt x="1040" y="7814"/>
                    <a:pt x="1198" y="8224"/>
                    <a:pt x="1418" y="8633"/>
                  </a:cubicBezTo>
                  <a:lnTo>
                    <a:pt x="1198" y="9389"/>
                  </a:lnTo>
                  <a:cubicBezTo>
                    <a:pt x="1166" y="9484"/>
                    <a:pt x="1198" y="9641"/>
                    <a:pt x="1261" y="9736"/>
                  </a:cubicBezTo>
                  <a:lnTo>
                    <a:pt x="2269" y="10712"/>
                  </a:lnTo>
                  <a:cubicBezTo>
                    <a:pt x="2316" y="10783"/>
                    <a:pt x="2417" y="10819"/>
                    <a:pt x="2517" y="10819"/>
                  </a:cubicBezTo>
                  <a:cubicBezTo>
                    <a:pt x="2551" y="10819"/>
                    <a:pt x="2584" y="10815"/>
                    <a:pt x="2616" y="10807"/>
                  </a:cubicBezTo>
                  <a:lnTo>
                    <a:pt x="3372" y="10555"/>
                  </a:lnTo>
                  <a:cubicBezTo>
                    <a:pt x="3750" y="10807"/>
                    <a:pt x="4191" y="10965"/>
                    <a:pt x="4632" y="11059"/>
                  </a:cubicBezTo>
                  <a:lnTo>
                    <a:pt x="4978" y="11784"/>
                  </a:lnTo>
                  <a:cubicBezTo>
                    <a:pt x="5010" y="11910"/>
                    <a:pt x="5168" y="11973"/>
                    <a:pt x="5294" y="11973"/>
                  </a:cubicBezTo>
                  <a:lnTo>
                    <a:pt x="6711" y="11973"/>
                  </a:lnTo>
                  <a:cubicBezTo>
                    <a:pt x="6837" y="11973"/>
                    <a:pt x="6995" y="11910"/>
                    <a:pt x="7026" y="11784"/>
                  </a:cubicBezTo>
                  <a:lnTo>
                    <a:pt x="7373" y="11059"/>
                  </a:lnTo>
                  <a:cubicBezTo>
                    <a:pt x="7814" y="10965"/>
                    <a:pt x="8255" y="10807"/>
                    <a:pt x="8633" y="10555"/>
                  </a:cubicBezTo>
                  <a:lnTo>
                    <a:pt x="9389" y="10807"/>
                  </a:lnTo>
                  <a:cubicBezTo>
                    <a:pt x="9421" y="10815"/>
                    <a:pt x="9454" y="10819"/>
                    <a:pt x="9488" y="10819"/>
                  </a:cubicBezTo>
                  <a:cubicBezTo>
                    <a:pt x="9588" y="10819"/>
                    <a:pt x="9688" y="10783"/>
                    <a:pt x="9736" y="10712"/>
                  </a:cubicBezTo>
                  <a:lnTo>
                    <a:pt x="10712" y="9736"/>
                  </a:lnTo>
                  <a:cubicBezTo>
                    <a:pt x="10807" y="9641"/>
                    <a:pt x="10838" y="9484"/>
                    <a:pt x="10807" y="9389"/>
                  </a:cubicBezTo>
                  <a:lnTo>
                    <a:pt x="10555" y="8633"/>
                  </a:lnTo>
                  <a:cubicBezTo>
                    <a:pt x="10807" y="8224"/>
                    <a:pt x="10964" y="7814"/>
                    <a:pt x="11059" y="7373"/>
                  </a:cubicBezTo>
                  <a:lnTo>
                    <a:pt x="11784" y="7026"/>
                  </a:lnTo>
                  <a:cubicBezTo>
                    <a:pt x="11910" y="6963"/>
                    <a:pt x="11973" y="6806"/>
                    <a:pt x="11973" y="6711"/>
                  </a:cubicBezTo>
                  <a:lnTo>
                    <a:pt x="11973" y="5294"/>
                  </a:lnTo>
                  <a:cubicBezTo>
                    <a:pt x="11973" y="5168"/>
                    <a:pt x="11910" y="5042"/>
                    <a:pt x="11784" y="4979"/>
                  </a:cubicBezTo>
                  <a:lnTo>
                    <a:pt x="11059" y="4601"/>
                  </a:lnTo>
                  <a:cubicBezTo>
                    <a:pt x="10964" y="4191"/>
                    <a:pt x="10807" y="3750"/>
                    <a:pt x="10555" y="3340"/>
                  </a:cubicBezTo>
                  <a:lnTo>
                    <a:pt x="10807" y="2616"/>
                  </a:lnTo>
                  <a:cubicBezTo>
                    <a:pt x="10838" y="2490"/>
                    <a:pt x="10807" y="2332"/>
                    <a:pt x="10712" y="2238"/>
                  </a:cubicBezTo>
                  <a:lnTo>
                    <a:pt x="9736" y="1261"/>
                  </a:lnTo>
                  <a:cubicBezTo>
                    <a:pt x="9691" y="1217"/>
                    <a:pt x="9584" y="1172"/>
                    <a:pt x="9491" y="1172"/>
                  </a:cubicBezTo>
                  <a:cubicBezTo>
                    <a:pt x="9453" y="1172"/>
                    <a:pt x="9417" y="1180"/>
                    <a:pt x="9389" y="1198"/>
                  </a:cubicBezTo>
                  <a:lnTo>
                    <a:pt x="8633" y="1419"/>
                  </a:lnTo>
                  <a:cubicBezTo>
                    <a:pt x="8255" y="1198"/>
                    <a:pt x="7814" y="1041"/>
                    <a:pt x="7373" y="915"/>
                  </a:cubicBezTo>
                  <a:lnTo>
                    <a:pt x="7026" y="190"/>
                  </a:lnTo>
                  <a:cubicBezTo>
                    <a:pt x="6995" y="64"/>
                    <a:pt x="6837" y="1"/>
                    <a:pt x="671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8073;p67">
              <a:extLst>
                <a:ext uri="{FF2B5EF4-FFF2-40B4-BE49-F238E27FC236}">
                  <a16:creationId xmlns:a16="http://schemas.microsoft.com/office/drawing/2014/main" id="{764B3435-FDC6-2894-85B2-F510C477AB1E}"/>
                </a:ext>
              </a:extLst>
            </p:cNvPr>
            <p:cNvSpPr/>
            <p:nvPr/>
          </p:nvSpPr>
          <p:spPr>
            <a:xfrm>
              <a:off x="-48579600" y="2764950"/>
              <a:ext cx="192975" cy="191400"/>
            </a:xfrm>
            <a:custGeom>
              <a:avLst/>
              <a:gdLst/>
              <a:ahLst/>
              <a:cxnLst/>
              <a:rect l="l" t="t" r="r" b="b"/>
              <a:pathLst>
                <a:path w="7719" h="7656" extrusionOk="0">
                  <a:moveTo>
                    <a:pt x="3844" y="3214"/>
                  </a:moveTo>
                  <a:lnTo>
                    <a:pt x="4442" y="4411"/>
                  </a:lnTo>
                  <a:cubicBezTo>
                    <a:pt x="4237" y="4490"/>
                    <a:pt x="4033" y="4529"/>
                    <a:pt x="3832" y="4529"/>
                  </a:cubicBezTo>
                  <a:cubicBezTo>
                    <a:pt x="3631" y="4529"/>
                    <a:pt x="3434" y="4490"/>
                    <a:pt x="3245" y="4411"/>
                  </a:cubicBezTo>
                  <a:lnTo>
                    <a:pt x="3844" y="3214"/>
                  </a:lnTo>
                  <a:close/>
                  <a:moveTo>
                    <a:pt x="3781" y="693"/>
                  </a:moveTo>
                  <a:cubicBezTo>
                    <a:pt x="5513" y="693"/>
                    <a:pt x="6931" y="2111"/>
                    <a:pt x="6931" y="3844"/>
                  </a:cubicBezTo>
                  <a:cubicBezTo>
                    <a:pt x="6994" y="5104"/>
                    <a:pt x="6301" y="6175"/>
                    <a:pt x="5230" y="6679"/>
                  </a:cubicBezTo>
                  <a:lnTo>
                    <a:pt x="5230" y="4568"/>
                  </a:lnTo>
                  <a:cubicBezTo>
                    <a:pt x="5230" y="4411"/>
                    <a:pt x="5230" y="4442"/>
                    <a:pt x="4127" y="2300"/>
                  </a:cubicBezTo>
                  <a:cubicBezTo>
                    <a:pt x="4033" y="2206"/>
                    <a:pt x="3938" y="2111"/>
                    <a:pt x="3812" y="2111"/>
                  </a:cubicBezTo>
                  <a:cubicBezTo>
                    <a:pt x="3686" y="2111"/>
                    <a:pt x="3560" y="2206"/>
                    <a:pt x="3497" y="2300"/>
                  </a:cubicBezTo>
                  <a:cubicBezTo>
                    <a:pt x="2363" y="4600"/>
                    <a:pt x="2394" y="4442"/>
                    <a:pt x="2394" y="4568"/>
                  </a:cubicBezTo>
                  <a:lnTo>
                    <a:pt x="2394" y="6679"/>
                  </a:lnTo>
                  <a:cubicBezTo>
                    <a:pt x="1355" y="6175"/>
                    <a:pt x="630" y="5104"/>
                    <a:pt x="630" y="3844"/>
                  </a:cubicBezTo>
                  <a:cubicBezTo>
                    <a:pt x="630" y="2111"/>
                    <a:pt x="2048" y="693"/>
                    <a:pt x="3781" y="693"/>
                  </a:cubicBezTo>
                  <a:close/>
                  <a:moveTo>
                    <a:pt x="4568" y="5104"/>
                  </a:moveTo>
                  <a:lnTo>
                    <a:pt x="4568" y="6931"/>
                  </a:lnTo>
                  <a:cubicBezTo>
                    <a:pt x="4316" y="6963"/>
                    <a:pt x="4096" y="6994"/>
                    <a:pt x="3844" y="6994"/>
                  </a:cubicBezTo>
                  <a:cubicBezTo>
                    <a:pt x="3623" y="6994"/>
                    <a:pt x="3371" y="6994"/>
                    <a:pt x="3151" y="6931"/>
                  </a:cubicBezTo>
                  <a:lnTo>
                    <a:pt x="3151" y="5104"/>
                  </a:lnTo>
                  <a:cubicBezTo>
                    <a:pt x="3371" y="5198"/>
                    <a:pt x="3623" y="5230"/>
                    <a:pt x="3844" y="5230"/>
                  </a:cubicBezTo>
                  <a:cubicBezTo>
                    <a:pt x="4096" y="5230"/>
                    <a:pt x="4316" y="5198"/>
                    <a:pt x="4568" y="5104"/>
                  </a:cubicBezTo>
                  <a:close/>
                  <a:moveTo>
                    <a:pt x="3844" y="0"/>
                  </a:moveTo>
                  <a:cubicBezTo>
                    <a:pt x="1733" y="0"/>
                    <a:pt x="0" y="1733"/>
                    <a:pt x="0" y="3844"/>
                  </a:cubicBezTo>
                  <a:cubicBezTo>
                    <a:pt x="0" y="5577"/>
                    <a:pt x="1134" y="7026"/>
                    <a:pt x="2678" y="7498"/>
                  </a:cubicBezTo>
                  <a:lnTo>
                    <a:pt x="2709" y="7498"/>
                  </a:lnTo>
                  <a:cubicBezTo>
                    <a:pt x="3056" y="7624"/>
                    <a:pt x="3466" y="7656"/>
                    <a:pt x="3844" y="7656"/>
                  </a:cubicBezTo>
                  <a:cubicBezTo>
                    <a:pt x="4253" y="7656"/>
                    <a:pt x="4631" y="7593"/>
                    <a:pt x="4978" y="7498"/>
                  </a:cubicBezTo>
                  <a:lnTo>
                    <a:pt x="5041" y="7498"/>
                  </a:lnTo>
                  <a:cubicBezTo>
                    <a:pt x="6616" y="6994"/>
                    <a:pt x="7719" y="5545"/>
                    <a:pt x="7719" y="3844"/>
                  </a:cubicBezTo>
                  <a:cubicBezTo>
                    <a:pt x="7719" y="1733"/>
                    <a:pt x="5986" y="0"/>
                    <a:pt x="384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2" name="Google Shape;8074;p67">
            <a:extLst>
              <a:ext uri="{FF2B5EF4-FFF2-40B4-BE49-F238E27FC236}">
                <a16:creationId xmlns:a16="http://schemas.microsoft.com/office/drawing/2014/main" id="{C38FF19A-59ED-F698-EFC0-8E7177CFE5B3}"/>
              </a:ext>
            </a:extLst>
          </p:cNvPr>
          <p:cNvGrpSpPr/>
          <p:nvPr/>
        </p:nvGrpSpPr>
        <p:grpSpPr>
          <a:xfrm>
            <a:off x="13360589" y="4095827"/>
            <a:ext cx="803237" cy="916360"/>
            <a:chOff x="-46753100" y="1965500"/>
            <a:chExt cx="263075" cy="300125"/>
          </a:xfrm>
          <a:solidFill>
            <a:srgbClr val="555559"/>
          </a:solidFill>
        </p:grpSpPr>
        <p:sp>
          <p:nvSpPr>
            <p:cNvPr id="1432" name="Google Shape;8075;p67">
              <a:extLst>
                <a:ext uri="{FF2B5EF4-FFF2-40B4-BE49-F238E27FC236}">
                  <a16:creationId xmlns:a16="http://schemas.microsoft.com/office/drawing/2014/main" id="{9B920E30-16B9-B5A6-FA3A-CA1F6471DC7F}"/>
                </a:ext>
              </a:extLst>
            </p:cNvPr>
            <p:cNvSpPr/>
            <p:nvPr/>
          </p:nvSpPr>
          <p:spPr>
            <a:xfrm>
              <a:off x="-46647575" y="2034825"/>
              <a:ext cx="53575" cy="53575"/>
            </a:xfrm>
            <a:custGeom>
              <a:avLst/>
              <a:gdLst/>
              <a:ahLst/>
              <a:cxnLst/>
              <a:rect l="l" t="t" r="r" b="b"/>
              <a:pathLst>
                <a:path w="2143" h="2143" extrusionOk="0">
                  <a:moveTo>
                    <a:pt x="1072" y="756"/>
                  </a:moveTo>
                  <a:cubicBezTo>
                    <a:pt x="1261" y="756"/>
                    <a:pt x="1418" y="914"/>
                    <a:pt x="1418" y="1103"/>
                  </a:cubicBezTo>
                  <a:cubicBezTo>
                    <a:pt x="1418" y="1323"/>
                    <a:pt x="1261" y="1481"/>
                    <a:pt x="1072" y="1481"/>
                  </a:cubicBezTo>
                  <a:cubicBezTo>
                    <a:pt x="883" y="1481"/>
                    <a:pt x="725" y="1323"/>
                    <a:pt x="725" y="1103"/>
                  </a:cubicBezTo>
                  <a:cubicBezTo>
                    <a:pt x="725" y="914"/>
                    <a:pt x="883" y="756"/>
                    <a:pt x="1072" y="756"/>
                  </a:cubicBezTo>
                  <a:close/>
                  <a:moveTo>
                    <a:pt x="1072" y="0"/>
                  </a:moveTo>
                  <a:cubicBezTo>
                    <a:pt x="473" y="0"/>
                    <a:pt x="1" y="473"/>
                    <a:pt x="1" y="1071"/>
                  </a:cubicBezTo>
                  <a:cubicBezTo>
                    <a:pt x="1" y="1670"/>
                    <a:pt x="473" y="2143"/>
                    <a:pt x="1072" y="2143"/>
                  </a:cubicBezTo>
                  <a:cubicBezTo>
                    <a:pt x="1670" y="2143"/>
                    <a:pt x="2143" y="1670"/>
                    <a:pt x="2143" y="1071"/>
                  </a:cubicBezTo>
                  <a:cubicBezTo>
                    <a:pt x="2143" y="473"/>
                    <a:pt x="1670" y="0"/>
                    <a:pt x="107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8076;p67">
              <a:extLst>
                <a:ext uri="{FF2B5EF4-FFF2-40B4-BE49-F238E27FC236}">
                  <a16:creationId xmlns:a16="http://schemas.microsoft.com/office/drawing/2014/main" id="{C1F7FE6A-28A6-A632-566E-362FDB5A9228}"/>
                </a:ext>
              </a:extLst>
            </p:cNvPr>
            <p:cNvSpPr/>
            <p:nvPr/>
          </p:nvSpPr>
          <p:spPr>
            <a:xfrm>
              <a:off x="-46753100" y="1965500"/>
              <a:ext cx="263075" cy="300125"/>
            </a:xfrm>
            <a:custGeom>
              <a:avLst/>
              <a:gdLst/>
              <a:ahLst/>
              <a:cxnLst/>
              <a:rect l="l" t="t" r="r" b="b"/>
              <a:pathLst>
                <a:path w="10523" h="12005" extrusionOk="0">
                  <a:moveTo>
                    <a:pt x="5293" y="694"/>
                  </a:moveTo>
                  <a:cubicBezTo>
                    <a:pt x="5765" y="694"/>
                    <a:pt x="6175" y="977"/>
                    <a:pt x="6270" y="1419"/>
                  </a:cubicBezTo>
                  <a:lnTo>
                    <a:pt x="4316" y="1419"/>
                  </a:lnTo>
                  <a:cubicBezTo>
                    <a:pt x="4442" y="977"/>
                    <a:pt x="4820" y="694"/>
                    <a:pt x="5293" y="694"/>
                  </a:cubicBezTo>
                  <a:close/>
                  <a:moveTo>
                    <a:pt x="3875" y="5766"/>
                  </a:moveTo>
                  <a:lnTo>
                    <a:pt x="5135" y="7026"/>
                  </a:lnTo>
                  <a:lnTo>
                    <a:pt x="2615" y="7026"/>
                  </a:lnTo>
                  <a:lnTo>
                    <a:pt x="3875" y="5766"/>
                  </a:lnTo>
                  <a:close/>
                  <a:moveTo>
                    <a:pt x="6679" y="5766"/>
                  </a:moveTo>
                  <a:lnTo>
                    <a:pt x="7939" y="7026"/>
                  </a:lnTo>
                  <a:lnTo>
                    <a:pt x="6144" y="7026"/>
                  </a:lnTo>
                  <a:lnTo>
                    <a:pt x="5797" y="6711"/>
                  </a:lnTo>
                  <a:lnTo>
                    <a:pt x="6679" y="5766"/>
                  </a:lnTo>
                  <a:close/>
                  <a:moveTo>
                    <a:pt x="8758" y="2112"/>
                  </a:moveTo>
                  <a:cubicBezTo>
                    <a:pt x="8947" y="2112"/>
                    <a:pt x="9105" y="2269"/>
                    <a:pt x="9105" y="2458"/>
                  </a:cubicBezTo>
                  <a:lnTo>
                    <a:pt x="9105" y="7089"/>
                  </a:lnTo>
                  <a:lnTo>
                    <a:pt x="8916" y="7089"/>
                  </a:lnTo>
                  <a:lnTo>
                    <a:pt x="6900" y="5073"/>
                  </a:lnTo>
                  <a:cubicBezTo>
                    <a:pt x="6825" y="4999"/>
                    <a:pt x="6744" y="4966"/>
                    <a:pt x="6662" y="4966"/>
                  </a:cubicBezTo>
                  <a:cubicBezTo>
                    <a:pt x="6571" y="4966"/>
                    <a:pt x="6479" y="5007"/>
                    <a:pt x="6396" y="5073"/>
                  </a:cubicBezTo>
                  <a:lnTo>
                    <a:pt x="5293" y="6239"/>
                  </a:lnTo>
                  <a:lnTo>
                    <a:pt x="4127" y="5073"/>
                  </a:lnTo>
                  <a:cubicBezTo>
                    <a:pt x="4064" y="5010"/>
                    <a:pt x="3970" y="4979"/>
                    <a:pt x="3871" y="4979"/>
                  </a:cubicBezTo>
                  <a:cubicBezTo>
                    <a:pt x="3773" y="4979"/>
                    <a:pt x="3670" y="5010"/>
                    <a:pt x="3592" y="5073"/>
                  </a:cubicBezTo>
                  <a:lnTo>
                    <a:pt x="1607" y="7089"/>
                  </a:lnTo>
                  <a:lnTo>
                    <a:pt x="1386" y="7089"/>
                  </a:lnTo>
                  <a:lnTo>
                    <a:pt x="1386" y="2458"/>
                  </a:lnTo>
                  <a:cubicBezTo>
                    <a:pt x="1449" y="2269"/>
                    <a:pt x="1607" y="2112"/>
                    <a:pt x="1764" y="2112"/>
                  </a:cubicBezTo>
                  <a:close/>
                  <a:moveTo>
                    <a:pt x="9168" y="7751"/>
                  </a:moveTo>
                  <a:lnTo>
                    <a:pt x="9168" y="8444"/>
                  </a:lnTo>
                  <a:lnTo>
                    <a:pt x="1449" y="8444"/>
                  </a:lnTo>
                  <a:lnTo>
                    <a:pt x="1449" y="7751"/>
                  </a:lnTo>
                  <a:close/>
                  <a:moveTo>
                    <a:pt x="7782" y="9137"/>
                  </a:moveTo>
                  <a:lnTo>
                    <a:pt x="7971" y="9830"/>
                  </a:lnTo>
                  <a:lnTo>
                    <a:pt x="2552" y="9830"/>
                  </a:lnTo>
                  <a:lnTo>
                    <a:pt x="2709" y="9137"/>
                  </a:lnTo>
                  <a:close/>
                  <a:moveTo>
                    <a:pt x="5261" y="1"/>
                  </a:moveTo>
                  <a:cubicBezTo>
                    <a:pt x="4411" y="1"/>
                    <a:pt x="3686" y="568"/>
                    <a:pt x="3529" y="1419"/>
                  </a:cubicBezTo>
                  <a:lnTo>
                    <a:pt x="1764" y="1419"/>
                  </a:lnTo>
                  <a:cubicBezTo>
                    <a:pt x="1166" y="1419"/>
                    <a:pt x="693" y="1891"/>
                    <a:pt x="693" y="2458"/>
                  </a:cubicBezTo>
                  <a:lnTo>
                    <a:pt x="693" y="8444"/>
                  </a:lnTo>
                  <a:lnTo>
                    <a:pt x="347" y="8444"/>
                  </a:lnTo>
                  <a:cubicBezTo>
                    <a:pt x="158" y="8444"/>
                    <a:pt x="0" y="8602"/>
                    <a:pt x="0" y="8822"/>
                  </a:cubicBezTo>
                  <a:cubicBezTo>
                    <a:pt x="0" y="9011"/>
                    <a:pt x="158" y="9169"/>
                    <a:pt x="347" y="9169"/>
                  </a:cubicBezTo>
                  <a:lnTo>
                    <a:pt x="1985" y="9169"/>
                  </a:lnTo>
                  <a:cubicBezTo>
                    <a:pt x="1922" y="9484"/>
                    <a:pt x="1481" y="11217"/>
                    <a:pt x="1418" y="11563"/>
                  </a:cubicBezTo>
                  <a:cubicBezTo>
                    <a:pt x="1355" y="11752"/>
                    <a:pt x="1481" y="11973"/>
                    <a:pt x="1670" y="12004"/>
                  </a:cubicBezTo>
                  <a:lnTo>
                    <a:pt x="1764" y="12004"/>
                  </a:lnTo>
                  <a:cubicBezTo>
                    <a:pt x="1922" y="12004"/>
                    <a:pt x="2079" y="11878"/>
                    <a:pt x="2111" y="11721"/>
                  </a:cubicBezTo>
                  <a:lnTo>
                    <a:pt x="2394" y="10586"/>
                  </a:lnTo>
                  <a:lnTo>
                    <a:pt x="8128" y="10586"/>
                  </a:lnTo>
                  <a:lnTo>
                    <a:pt x="8412" y="11721"/>
                  </a:lnTo>
                  <a:cubicBezTo>
                    <a:pt x="8443" y="11878"/>
                    <a:pt x="8601" y="12004"/>
                    <a:pt x="8758" y="12004"/>
                  </a:cubicBezTo>
                  <a:lnTo>
                    <a:pt x="8853" y="12004"/>
                  </a:lnTo>
                  <a:cubicBezTo>
                    <a:pt x="9042" y="11973"/>
                    <a:pt x="9168" y="11752"/>
                    <a:pt x="9105" y="11563"/>
                  </a:cubicBezTo>
                  <a:cubicBezTo>
                    <a:pt x="9042" y="11217"/>
                    <a:pt x="8601" y="9484"/>
                    <a:pt x="8538" y="9169"/>
                  </a:cubicBezTo>
                  <a:lnTo>
                    <a:pt x="10176" y="9169"/>
                  </a:lnTo>
                  <a:cubicBezTo>
                    <a:pt x="10365" y="9169"/>
                    <a:pt x="10523" y="9011"/>
                    <a:pt x="10523" y="8822"/>
                  </a:cubicBezTo>
                  <a:cubicBezTo>
                    <a:pt x="10523" y="8602"/>
                    <a:pt x="10365" y="8444"/>
                    <a:pt x="10176" y="8444"/>
                  </a:cubicBezTo>
                  <a:lnTo>
                    <a:pt x="9830" y="8444"/>
                  </a:lnTo>
                  <a:lnTo>
                    <a:pt x="9830" y="2458"/>
                  </a:lnTo>
                  <a:cubicBezTo>
                    <a:pt x="9830" y="1891"/>
                    <a:pt x="9357" y="1419"/>
                    <a:pt x="8758" y="1419"/>
                  </a:cubicBezTo>
                  <a:lnTo>
                    <a:pt x="6994" y="1419"/>
                  </a:lnTo>
                  <a:cubicBezTo>
                    <a:pt x="6837" y="631"/>
                    <a:pt x="6144" y="1"/>
                    <a:pt x="52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3" name="Google Shape;8077;p67">
            <a:extLst>
              <a:ext uri="{FF2B5EF4-FFF2-40B4-BE49-F238E27FC236}">
                <a16:creationId xmlns:a16="http://schemas.microsoft.com/office/drawing/2014/main" id="{079430F1-F73F-067D-5C75-DD7BD9F7BA87}"/>
              </a:ext>
            </a:extLst>
          </p:cNvPr>
          <p:cNvGrpSpPr/>
          <p:nvPr/>
        </p:nvGrpSpPr>
        <p:grpSpPr>
          <a:xfrm>
            <a:off x="13302843" y="5271794"/>
            <a:ext cx="918727" cy="808122"/>
            <a:chOff x="-46772025" y="2350650"/>
            <a:chExt cx="300900" cy="264675"/>
          </a:xfrm>
          <a:solidFill>
            <a:srgbClr val="555559"/>
          </a:solidFill>
        </p:grpSpPr>
        <p:sp>
          <p:nvSpPr>
            <p:cNvPr id="1430" name="Google Shape;8078;p67">
              <a:extLst>
                <a:ext uri="{FF2B5EF4-FFF2-40B4-BE49-F238E27FC236}">
                  <a16:creationId xmlns:a16="http://schemas.microsoft.com/office/drawing/2014/main" id="{440EDE8D-3ECC-8ED7-0F3E-79FDC656B7D4}"/>
                </a:ext>
              </a:extLst>
            </p:cNvPr>
            <p:cNvSpPr/>
            <p:nvPr/>
          </p:nvSpPr>
          <p:spPr>
            <a:xfrm>
              <a:off x="-46772025" y="2350650"/>
              <a:ext cx="300900" cy="264675"/>
            </a:xfrm>
            <a:custGeom>
              <a:avLst/>
              <a:gdLst/>
              <a:ahLst/>
              <a:cxnLst/>
              <a:rect l="l" t="t" r="r" b="b"/>
              <a:pathLst>
                <a:path w="12036" h="10587" extrusionOk="0">
                  <a:moveTo>
                    <a:pt x="6050" y="820"/>
                  </a:moveTo>
                  <a:cubicBezTo>
                    <a:pt x="7184" y="820"/>
                    <a:pt x="8287" y="1229"/>
                    <a:pt x="9169" y="1985"/>
                  </a:cubicBezTo>
                  <a:cubicBezTo>
                    <a:pt x="9326" y="2111"/>
                    <a:pt x="9326" y="2332"/>
                    <a:pt x="9169" y="2458"/>
                  </a:cubicBezTo>
                  <a:lnTo>
                    <a:pt x="9137" y="2490"/>
                  </a:lnTo>
                  <a:cubicBezTo>
                    <a:pt x="9064" y="2533"/>
                    <a:pt x="8978" y="2557"/>
                    <a:pt x="8896" y="2557"/>
                  </a:cubicBezTo>
                  <a:cubicBezTo>
                    <a:pt x="8802" y="2557"/>
                    <a:pt x="8715" y="2526"/>
                    <a:pt x="8665" y="2458"/>
                  </a:cubicBezTo>
                  <a:cubicBezTo>
                    <a:pt x="7940" y="1828"/>
                    <a:pt x="7027" y="1481"/>
                    <a:pt x="6050" y="1481"/>
                  </a:cubicBezTo>
                  <a:cubicBezTo>
                    <a:pt x="5073" y="1481"/>
                    <a:pt x="4160" y="1828"/>
                    <a:pt x="3466" y="2458"/>
                  </a:cubicBezTo>
                  <a:cubicBezTo>
                    <a:pt x="3378" y="2529"/>
                    <a:pt x="3270" y="2570"/>
                    <a:pt x="3175" y="2570"/>
                  </a:cubicBezTo>
                  <a:cubicBezTo>
                    <a:pt x="3101" y="2570"/>
                    <a:pt x="3035" y="2545"/>
                    <a:pt x="2994" y="2490"/>
                  </a:cubicBezTo>
                  <a:lnTo>
                    <a:pt x="2931" y="2458"/>
                  </a:lnTo>
                  <a:cubicBezTo>
                    <a:pt x="2836" y="2301"/>
                    <a:pt x="2836" y="2111"/>
                    <a:pt x="2931" y="1985"/>
                  </a:cubicBezTo>
                  <a:cubicBezTo>
                    <a:pt x="3782" y="1198"/>
                    <a:pt x="4884" y="820"/>
                    <a:pt x="6050" y="820"/>
                  </a:cubicBezTo>
                  <a:close/>
                  <a:moveTo>
                    <a:pt x="1450" y="7152"/>
                  </a:moveTo>
                  <a:lnTo>
                    <a:pt x="1450" y="9106"/>
                  </a:lnTo>
                  <a:cubicBezTo>
                    <a:pt x="1041" y="9011"/>
                    <a:pt x="726" y="8601"/>
                    <a:pt x="726" y="8129"/>
                  </a:cubicBezTo>
                  <a:cubicBezTo>
                    <a:pt x="726" y="7656"/>
                    <a:pt x="1009" y="7278"/>
                    <a:pt x="1450" y="7152"/>
                  </a:cubicBezTo>
                  <a:close/>
                  <a:moveTo>
                    <a:pt x="10618" y="7152"/>
                  </a:moveTo>
                  <a:cubicBezTo>
                    <a:pt x="11028" y="7310"/>
                    <a:pt x="11343" y="7688"/>
                    <a:pt x="11343" y="8129"/>
                  </a:cubicBezTo>
                  <a:cubicBezTo>
                    <a:pt x="11343" y="8601"/>
                    <a:pt x="11059" y="9011"/>
                    <a:pt x="10618" y="9106"/>
                  </a:cubicBezTo>
                  <a:lnTo>
                    <a:pt x="10618" y="7152"/>
                  </a:lnTo>
                  <a:close/>
                  <a:moveTo>
                    <a:pt x="2521" y="6396"/>
                  </a:moveTo>
                  <a:cubicBezTo>
                    <a:pt x="2710" y="6396"/>
                    <a:pt x="2868" y="6554"/>
                    <a:pt x="2868" y="6743"/>
                  </a:cubicBezTo>
                  <a:lnTo>
                    <a:pt x="2868" y="9547"/>
                  </a:lnTo>
                  <a:cubicBezTo>
                    <a:pt x="2868" y="9736"/>
                    <a:pt x="2710" y="9893"/>
                    <a:pt x="2521" y="9893"/>
                  </a:cubicBezTo>
                  <a:cubicBezTo>
                    <a:pt x="2301" y="9893"/>
                    <a:pt x="2175" y="9736"/>
                    <a:pt x="2175" y="9547"/>
                  </a:cubicBezTo>
                  <a:lnTo>
                    <a:pt x="2175" y="6743"/>
                  </a:lnTo>
                  <a:cubicBezTo>
                    <a:pt x="2175" y="6554"/>
                    <a:pt x="2301" y="6396"/>
                    <a:pt x="2521" y="6396"/>
                  </a:cubicBezTo>
                  <a:close/>
                  <a:moveTo>
                    <a:pt x="9547" y="6396"/>
                  </a:moveTo>
                  <a:cubicBezTo>
                    <a:pt x="9767" y="6396"/>
                    <a:pt x="9925" y="6554"/>
                    <a:pt x="9925" y="6743"/>
                  </a:cubicBezTo>
                  <a:lnTo>
                    <a:pt x="9925" y="9547"/>
                  </a:lnTo>
                  <a:cubicBezTo>
                    <a:pt x="9925" y="9736"/>
                    <a:pt x="9767" y="9893"/>
                    <a:pt x="9547" y="9893"/>
                  </a:cubicBezTo>
                  <a:cubicBezTo>
                    <a:pt x="9358" y="9893"/>
                    <a:pt x="9200" y="9736"/>
                    <a:pt x="9200" y="9547"/>
                  </a:cubicBezTo>
                  <a:lnTo>
                    <a:pt x="9200" y="6743"/>
                  </a:lnTo>
                  <a:cubicBezTo>
                    <a:pt x="9200" y="6554"/>
                    <a:pt x="9358" y="6396"/>
                    <a:pt x="9547" y="6396"/>
                  </a:cubicBezTo>
                  <a:close/>
                  <a:moveTo>
                    <a:pt x="6018" y="1"/>
                  </a:moveTo>
                  <a:cubicBezTo>
                    <a:pt x="4664" y="1"/>
                    <a:pt x="3403" y="473"/>
                    <a:pt x="2427" y="1387"/>
                  </a:cubicBezTo>
                  <a:cubicBezTo>
                    <a:pt x="2080" y="1733"/>
                    <a:pt x="1986" y="2269"/>
                    <a:pt x="2238" y="2679"/>
                  </a:cubicBezTo>
                  <a:cubicBezTo>
                    <a:pt x="1671" y="3435"/>
                    <a:pt x="1419" y="4348"/>
                    <a:pt x="1419" y="5293"/>
                  </a:cubicBezTo>
                  <a:lnTo>
                    <a:pt x="1419" y="6396"/>
                  </a:lnTo>
                  <a:cubicBezTo>
                    <a:pt x="631" y="6554"/>
                    <a:pt x="1" y="7247"/>
                    <a:pt x="1" y="8129"/>
                  </a:cubicBezTo>
                  <a:cubicBezTo>
                    <a:pt x="1" y="8980"/>
                    <a:pt x="631" y="9704"/>
                    <a:pt x="1450" y="9862"/>
                  </a:cubicBezTo>
                  <a:cubicBezTo>
                    <a:pt x="1576" y="10303"/>
                    <a:pt x="1986" y="10586"/>
                    <a:pt x="2427" y="10586"/>
                  </a:cubicBezTo>
                  <a:cubicBezTo>
                    <a:pt x="3025" y="10586"/>
                    <a:pt x="3498" y="10114"/>
                    <a:pt x="3498" y="9515"/>
                  </a:cubicBezTo>
                  <a:lnTo>
                    <a:pt x="3498" y="6711"/>
                  </a:lnTo>
                  <a:cubicBezTo>
                    <a:pt x="3498" y="6113"/>
                    <a:pt x="3025" y="5640"/>
                    <a:pt x="2427" y="5640"/>
                  </a:cubicBezTo>
                  <a:cubicBezTo>
                    <a:pt x="2301" y="5640"/>
                    <a:pt x="2206" y="5703"/>
                    <a:pt x="2080" y="5735"/>
                  </a:cubicBezTo>
                  <a:lnTo>
                    <a:pt x="2080" y="5325"/>
                  </a:lnTo>
                  <a:cubicBezTo>
                    <a:pt x="2080" y="4537"/>
                    <a:pt x="2301" y="3844"/>
                    <a:pt x="2710" y="3214"/>
                  </a:cubicBezTo>
                  <a:cubicBezTo>
                    <a:pt x="2827" y="3263"/>
                    <a:pt x="2948" y="3285"/>
                    <a:pt x="3067" y="3285"/>
                  </a:cubicBezTo>
                  <a:cubicBezTo>
                    <a:pt x="3333" y="3285"/>
                    <a:pt x="3596" y="3177"/>
                    <a:pt x="3813" y="3025"/>
                  </a:cubicBezTo>
                  <a:cubicBezTo>
                    <a:pt x="4412" y="2490"/>
                    <a:pt x="5136" y="2238"/>
                    <a:pt x="5924" y="2238"/>
                  </a:cubicBezTo>
                  <a:cubicBezTo>
                    <a:pt x="6711" y="2238"/>
                    <a:pt x="7499" y="2490"/>
                    <a:pt x="8066" y="3025"/>
                  </a:cubicBezTo>
                  <a:cubicBezTo>
                    <a:pt x="8276" y="3193"/>
                    <a:pt x="8542" y="3291"/>
                    <a:pt x="8799" y="3291"/>
                  </a:cubicBezTo>
                  <a:cubicBezTo>
                    <a:pt x="8927" y="3291"/>
                    <a:pt x="9053" y="3267"/>
                    <a:pt x="9169" y="3214"/>
                  </a:cubicBezTo>
                  <a:cubicBezTo>
                    <a:pt x="9610" y="3844"/>
                    <a:pt x="9799" y="4600"/>
                    <a:pt x="9799" y="5325"/>
                  </a:cubicBezTo>
                  <a:lnTo>
                    <a:pt x="9799" y="5735"/>
                  </a:lnTo>
                  <a:cubicBezTo>
                    <a:pt x="9673" y="5703"/>
                    <a:pt x="9547" y="5640"/>
                    <a:pt x="9452" y="5640"/>
                  </a:cubicBezTo>
                  <a:cubicBezTo>
                    <a:pt x="8854" y="5640"/>
                    <a:pt x="8381" y="6113"/>
                    <a:pt x="8381" y="6711"/>
                  </a:cubicBezTo>
                  <a:lnTo>
                    <a:pt x="8381" y="9515"/>
                  </a:lnTo>
                  <a:cubicBezTo>
                    <a:pt x="8381" y="10114"/>
                    <a:pt x="8854" y="10586"/>
                    <a:pt x="9452" y="10586"/>
                  </a:cubicBezTo>
                  <a:cubicBezTo>
                    <a:pt x="9925" y="10586"/>
                    <a:pt x="10303" y="10271"/>
                    <a:pt x="10429" y="9862"/>
                  </a:cubicBezTo>
                  <a:cubicBezTo>
                    <a:pt x="11406" y="9704"/>
                    <a:pt x="12036" y="9011"/>
                    <a:pt x="12036" y="8129"/>
                  </a:cubicBezTo>
                  <a:cubicBezTo>
                    <a:pt x="12036" y="7278"/>
                    <a:pt x="11437" y="6554"/>
                    <a:pt x="10618" y="6396"/>
                  </a:cubicBezTo>
                  <a:lnTo>
                    <a:pt x="10618" y="5293"/>
                  </a:lnTo>
                  <a:cubicBezTo>
                    <a:pt x="10618" y="4348"/>
                    <a:pt x="10335" y="3435"/>
                    <a:pt x="9799" y="2679"/>
                  </a:cubicBezTo>
                  <a:cubicBezTo>
                    <a:pt x="10020" y="2269"/>
                    <a:pt x="9957" y="1733"/>
                    <a:pt x="9610" y="1387"/>
                  </a:cubicBezTo>
                  <a:cubicBezTo>
                    <a:pt x="8602" y="473"/>
                    <a:pt x="7342" y="1"/>
                    <a:pt x="601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8079;p67">
              <a:extLst>
                <a:ext uri="{FF2B5EF4-FFF2-40B4-BE49-F238E27FC236}">
                  <a16:creationId xmlns:a16="http://schemas.microsoft.com/office/drawing/2014/main" id="{36F72AB1-7A93-ABFA-3745-9C523C4D39F3}"/>
                </a:ext>
              </a:extLst>
            </p:cNvPr>
            <p:cNvSpPr/>
            <p:nvPr/>
          </p:nvSpPr>
          <p:spPr>
            <a:xfrm>
              <a:off x="-46664900" y="2475100"/>
              <a:ext cx="92175" cy="122900"/>
            </a:xfrm>
            <a:custGeom>
              <a:avLst/>
              <a:gdLst/>
              <a:ahLst/>
              <a:cxnLst/>
              <a:rect l="l" t="t" r="r" b="b"/>
              <a:pathLst>
                <a:path w="3687" h="4916" extrusionOk="0">
                  <a:moveTo>
                    <a:pt x="1072" y="3497"/>
                  </a:moveTo>
                  <a:cubicBezTo>
                    <a:pt x="1261" y="3497"/>
                    <a:pt x="1418" y="3655"/>
                    <a:pt x="1418" y="3876"/>
                  </a:cubicBezTo>
                  <a:cubicBezTo>
                    <a:pt x="1418" y="4065"/>
                    <a:pt x="1261" y="4222"/>
                    <a:pt x="1072" y="4222"/>
                  </a:cubicBezTo>
                  <a:cubicBezTo>
                    <a:pt x="851" y="4222"/>
                    <a:pt x="694" y="4065"/>
                    <a:pt x="694" y="3876"/>
                  </a:cubicBezTo>
                  <a:cubicBezTo>
                    <a:pt x="694" y="3655"/>
                    <a:pt x="851" y="3497"/>
                    <a:pt x="1072" y="3497"/>
                  </a:cubicBezTo>
                  <a:close/>
                  <a:moveTo>
                    <a:pt x="1765" y="0"/>
                  </a:moveTo>
                  <a:cubicBezTo>
                    <a:pt x="1576" y="0"/>
                    <a:pt x="1418" y="158"/>
                    <a:pt x="1418" y="347"/>
                  </a:cubicBezTo>
                  <a:lnTo>
                    <a:pt x="1418" y="2867"/>
                  </a:lnTo>
                  <a:cubicBezTo>
                    <a:pt x="1292" y="2836"/>
                    <a:pt x="1166" y="2804"/>
                    <a:pt x="1072" y="2804"/>
                  </a:cubicBezTo>
                  <a:cubicBezTo>
                    <a:pt x="473" y="2804"/>
                    <a:pt x="1" y="3277"/>
                    <a:pt x="1" y="3876"/>
                  </a:cubicBezTo>
                  <a:cubicBezTo>
                    <a:pt x="1" y="4443"/>
                    <a:pt x="473" y="4915"/>
                    <a:pt x="1072" y="4915"/>
                  </a:cubicBezTo>
                  <a:cubicBezTo>
                    <a:pt x="1670" y="4915"/>
                    <a:pt x="2143" y="4443"/>
                    <a:pt x="2143" y="3876"/>
                  </a:cubicBezTo>
                  <a:lnTo>
                    <a:pt x="2143" y="1450"/>
                  </a:lnTo>
                  <a:cubicBezTo>
                    <a:pt x="2363" y="1544"/>
                    <a:pt x="2521" y="1702"/>
                    <a:pt x="2616" y="1828"/>
                  </a:cubicBezTo>
                  <a:cubicBezTo>
                    <a:pt x="2868" y="2143"/>
                    <a:pt x="2962" y="2615"/>
                    <a:pt x="2836" y="3088"/>
                  </a:cubicBezTo>
                  <a:cubicBezTo>
                    <a:pt x="2805" y="3308"/>
                    <a:pt x="2962" y="3497"/>
                    <a:pt x="3183" y="3497"/>
                  </a:cubicBezTo>
                  <a:cubicBezTo>
                    <a:pt x="3340" y="3497"/>
                    <a:pt x="3498" y="3403"/>
                    <a:pt x="3529" y="3245"/>
                  </a:cubicBezTo>
                  <a:cubicBezTo>
                    <a:pt x="3687" y="2552"/>
                    <a:pt x="3592" y="1859"/>
                    <a:pt x="3183" y="1355"/>
                  </a:cubicBezTo>
                  <a:cubicBezTo>
                    <a:pt x="2868" y="1040"/>
                    <a:pt x="2521" y="820"/>
                    <a:pt x="2111" y="757"/>
                  </a:cubicBezTo>
                  <a:lnTo>
                    <a:pt x="2111" y="347"/>
                  </a:lnTo>
                  <a:cubicBezTo>
                    <a:pt x="2111" y="158"/>
                    <a:pt x="1954" y="0"/>
                    <a:pt x="17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4" name="Google Shape;8080;p67">
            <a:extLst>
              <a:ext uri="{FF2B5EF4-FFF2-40B4-BE49-F238E27FC236}">
                <a16:creationId xmlns:a16="http://schemas.microsoft.com/office/drawing/2014/main" id="{75AC7717-FCC8-DC48-ACC9-D8FF402221E1}"/>
              </a:ext>
            </a:extLst>
          </p:cNvPr>
          <p:cNvGrpSpPr/>
          <p:nvPr/>
        </p:nvGrpSpPr>
        <p:grpSpPr>
          <a:xfrm>
            <a:off x="13302843" y="6344327"/>
            <a:ext cx="918727" cy="918727"/>
            <a:chOff x="-46772025" y="2701925"/>
            <a:chExt cx="300900" cy="300900"/>
          </a:xfrm>
          <a:solidFill>
            <a:srgbClr val="555559"/>
          </a:solidFill>
        </p:grpSpPr>
        <p:sp>
          <p:nvSpPr>
            <p:cNvPr id="1428" name="Google Shape;8081;p67">
              <a:extLst>
                <a:ext uri="{FF2B5EF4-FFF2-40B4-BE49-F238E27FC236}">
                  <a16:creationId xmlns:a16="http://schemas.microsoft.com/office/drawing/2014/main" id="{06C1CE98-1E80-BA7E-D260-36C078F45893}"/>
                </a:ext>
              </a:extLst>
            </p:cNvPr>
            <p:cNvSpPr/>
            <p:nvPr/>
          </p:nvSpPr>
          <p:spPr>
            <a:xfrm>
              <a:off x="-46647575" y="2826375"/>
              <a:ext cx="53575" cy="53575"/>
            </a:xfrm>
            <a:custGeom>
              <a:avLst/>
              <a:gdLst/>
              <a:ahLst/>
              <a:cxnLst/>
              <a:rect l="l" t="t" r="r" b="b"/>
              <a:pathLst>
                <a:path w="2143" h="2143" extrusionOk="0">
                  <a:moveTo>
                    <a:pt x="1072" y="694"/>
                  </a:moveTo>
                  <a:cubicBezTo>
                    <a:pt x="1261" y="694"/>
                    <a:pt x="1418" y="851"/>
                    <a:pt x="1418" y="1040"/>
                  </a:cubicBezTo>
                  <a:cubicBezTo>
                    <a:pt x="1418" y="1229"/>
                    <a:pt x="1261" y="1387"/>
                    <a:pt x="1072" y="1387"/>
                  </a:cubicBezTo>
                  <a:cubicBezTo>
                    <a:pt x="883" y="1387"/>
                    <a:pt x="725" y="1229"/>
                    <a:pt x="725" y="1040"/>
                  </a:cubicBezTo>
                  <a:cubicBezTo>
                    <a:pt x="725" y="851"/>
                    <a:pt x="883" y="694"/>
                    <a:pt x="1072" y="694"/>
                  </a:cubicBezTo>
                  <a:close/>
                  <a:moveTo>
                    <a:pt x="1072" y="1"/>
                  </a:moveTo>
                  <a:cubicBezTo>
                    <a:pt x="473" y="1"/>
                    <a:pt x="1" y="473"/>
                    <a:pt x="1" y="1072"/>
                  </a:cubicBezTo>
                  <a:cubicBezTo>
                    <a:pt x="1" y="1670"/>
                    <a:pt x="473" y="2143"/>
                    <a:pt x="1072" y="2143"/>
                  </a:cubicBezTo>
                  <a:cubicBezTo>
                    <a:pt x="1670" y="2143"/>
                    <a:pt x="2143" y="1670"/>
                    <a:pt x="2143" y="1072"/>
                  </a:cubicBezTo>
                  <a:cubicBezTo>
                    <a:pt x="2112" y="473"/>
                    <a:pt x="1639" y="1"/>
                    <a:pt x="107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8082;p67">
              <a:extLst>
                <a:ext uri="{FF2B5EF4-FFF2-40B4-BE49-F238E27FC236}">
                  <a16:creationId xmlns:a16="http://schemas.microsoft.com/office/drawing/2014/main" id="{469D1CCA-E8BB-92DB-A65D-BDAE313D5A87}"/>
                </a:ext>
              </a:extLst>
            </p:cNvPr>
            <p:cNvSpPr/>
            <p:nvPr/>
          </p:nvSpPr>
          <p:spPr>
            <a:xfrm>
              <a:off x="-46772025" y="2701925"/>
              <a:ext cx="300900" cy="300900"/>
            </a:xfrm>
            <a:custGeom>
              <a:avLst/>
              <a:gdLst/>
              <a:ahLst/>
              <a:cxnLst/>
              <a:rect l="l" t="t" r="r" b="b"/>
              <a:pathLst>
                <a:path w="12036" h="12036" extrusionOk="0">
                  <a:moveTo>
                    <a:pt x="6365" y="1482"/>
                  </a:moveTo>
                  <a:cubicBezTo>
                    <a:pt x="8602" y="1639"/>
                    <a:pt x="10429" y="3466"/>
                    <a:pt x="10587" y="5672"/>
                  </a:cubicBezTo>
                  <a:lnTo>
                    <a:pt x="9862" y="5672"/>
                  </a:lnTo>
                  <a:cubicBezTo>
                    <a:pt x="9704" y="3813"/>
                    <a:pt x="8224" y="2301"/>
                    <a:pt x="6365" y="2143"/>
                  </a:cubicBezTo>
                  <a:lnTo>
                    <a:pt x="6365" y="1482"/>
                  </a:lnTo>
                  <a:close/>
                  <a:moveTo>
                    <a:pt x="5703" y="1482"/>
                  </a:moveTo>
                  <a:lnTo>
                    <a:pt x="5703" y="2206"/>
                  </a:lnTo>
                  <a:cubicBezTo>
                    <a:pt x="3845" y="2364"/>
                    <a:pt x="2364" y="3844"/>
                    <a:pt x="2206" y="5703"/>
                  </a:cubicBezTo>
                  <a:lnTo>
                    <a:pt x="1482" y="5703"/>
                  </a:lnTo>
                  <a:cubicBezTo>
                    <a:pt x="1639" y="3466"/>
                    <a:pt x="3466" y="1639"/>
                    <a:pt x="5703" y="1482"/>
                  </a:cubicBezTo>
                  <a:close/>
                  <a:moveTo>
                    <a:pt x="6365" y="2868"/>
                  </a:moveTo>
                  <a:cubicBezTo>
                    <a:pt x="7814" y="3025"/>
                    <a:pt x="9011" y="4191"/>
                    <a:pt x="9169" y="5672"/>
                  </a:cubicBezTo>
                  <a:lnTo>
                    <a:pt x="8854" y="5672"/>
                  </a:lnTo>
                  <a:cubicBezTo>
                    <a:pt x="8665" y="5672"/>
                    <a:pt x="8507" y="5829"/>
                    <a:pt x="8507" y="6018"/>
                  </a:cubicBezTo>
                  <a:cubicBezTo>
                    <a:pt x="8507" y="6207"/>
                    <a:pt x="8665" y="6365"/>
                    <a:pt x="8854" y="6365"/>
                  </a:cubicBezTo>
                  <a:lnTo>
                    <a:pt x="9169" y="6365"/>
                  </a:lnTo>
                  <a:cubicBezTo>
                    <a:pt x="9011" y="7814"/>
                    <a:pt x="7846" y="9011"/>
                    <a:pt x="6365" y="9169"/>
                  </a:cubicBezTo>
                  <a:lnTo>
                    <a:pt x="6365" y="8854"/>
                  </a:lnTo>
                  <a:cubicBezTo>
                    <a:pt x="6365" y="8665"/>
                    <a:pt x="6207" y="8507"/>
                    <a:pt x="6018" y="8507"/>
                  </a:cubicBezTo>
                  <a:cubicBezTo>
                    <a:pt x="5829" y="8507"/>
                    <a:pt x="5672" y="8665"/>
                    <a:pt x="5672" y="8854"/>
                  </a:cubicBezTo>
                  <a:lnTo>
                    <a:pt x="5672" y="9169"/>
                  </a:lnTo>
                  <a:cubicBezTo>
                    <a:pt x="4223" y="9011"/>
                    <a:pt x="3025" y="7814"/>
                    <a:pt x="2868" y="6365"/>
                  </a:cubicBezTo>
                  <a:lnTo>
                    <a:pt x="3183" y="6365"/>
                  </a:lnTo>
                  <a:cubicBezTo>
                    <a:pt x="3372" y="6365"/>
                    <a:pt x="3529" y="6207"/>
                    <a:pt x="3529" y="6018"/>
                  </a:cubicBezTo>
                  <a:cubicBezTo>
                    <a:pt x="3529" y="5829"/>
                    <a:pt x="3372" y="5672"/>
                    <a:pt x="3183" y="5672"/>
                  </a:cubicBezTo>
                  <a:lnTo>
                    <a:pt x="2868" y="5672"/>
                  </a:lnTo>
                  <a:cubicBezTo>
                    <a:pt x="3025" y="4191"/>
                    <a:pt x="4191" y="3025"/>
                    <a:pt x="5672" y="2868"/>
                  </a:cubicBezTo>
                  <a:lnTo>
                    <a:pt x="5672" y="3183"/>
                  </a:lnTo>
                  <a:cubicBezTo>
                    <a:pt x="5672" y="3372"/>
                    <a:pt x="5829" y="3529"/>
                    <a:pt x="6018" y="3529"/>
                  </a:cubicBezTo>
                  <a:cubicBezTo>
                    <a:pt x="6207" y="3529"/>
                    <a:pt x="6365" y="3372"/>
                    <a:pt x="6365" y="3183"/>
                  </a:cubicBezTo>
                  <a:lnTo>
                    <a:pt x="6365" y="2868"/>
                  </a:lnTo>
                  <a:close/>
                  <a:moveTo>
                    <a:pt x="2206" y="6365"/>
                  </a:moveTo>
                  <a:cubicBezTo>
                    <a:pt x="2364" y="8224"/>
                    <a:pt x="3845" y="9704"/>
                    <a:pt x="5703" y="9862"/>
                  </a:cubicBezTo>
                  <a:lnTo>
                    <a:pt x="5703" y="10586"/>
                  </a:lnTo>
                  <a:cubicBezTo>
                    <a:pt x="3466" y="10429"/>
                    <a:pt x="1639" y="8602"/>
                    <a:pt x="1482" y="6365"/>
                  </a:cubicBezTo>
                  <a:close/>
                  <a:moveTo>
                    <a:pt x="10618" y="6365"/>
                  </a:moveTo>
                  <a:cubicBezTo>
                    <a:pt x="10429" y="8602"/>
                    <a:pt x="8602" y="10429"/>
                    <a:pt x="6396" y="10586"/>
                  </a:cubicBezTo>
                  <a:lnTo>
                    <a:pt x="6396" y="9862"/>
                  </a:lnTo>
                  <a:cubicBezTo>
                    <a:pt x="8255" y="9704"/>
                    <a:pt x="9767" y="8224"/>
                    <a:pt x="9925" y="6365"/>
                  </a:cubicBezTo>
                  <a:close/>
                  <a:moveTo>
                    <a:pt x="6018" y="1"/>
                  </a:moveTo>
                  <a:cubicBezTo>
                    <a:pt x="5829" y="1"/>
                    <a:pt x="5672" y="158"/>
                    <a:pt x="5672" y="347"/>
                  </a:cubicBezTo>
                  <a:lnTo>
                    <a:pt x="5672" y="725"/>
                  </a:lnTo>
                  <a:cubicBezTo>
                    <a:pt x="4412" y="820"/>
                    <a:pt x="3183" y="1356"/>
                    <a:pt x="2269" y="2269"/>
                  </a:cubicBezTo>
                  <a:cubicBezTo>
                    <a:pt x="1387" y="3183"/>
                    <a:pt x="820" y="4348"/>
                    <a:pt x="757" y="5672"/>
                  </a:cubicBezTo>
                  <a:lnTo>
                    <a:pt x="347" y="5672"/>
                  </a:lnTo>
                  <a:cubicBezTo>
                    <a:pt x="158" y="5672"/>
                    <a:pt x="1" y="5829"/>
                    <a:pt x="1" y="6018"/>
                  </a:cubicBezTo>
                  <a:cubicBezTo>
                    <a:pt x="1" y="6207"/>
                    <a:pt x="158" y="6365"/>
                    <a:pt x="347" y="6365"/>
                  </a:cubicBezTo>
                  <a:lnTo>
                    <a:pt x="757" y="6365"/>
                  </a:lnTo>
                  <a:cubicBezTo>
                    <a:pt x="820" y="7625"/>
                    <a:pt x="1387" y="8854"/>
                    <a:pt x="2269" y="9767"/>
                  </a:cubicBezTo>
                  <a:cubicBezTo>
                    <a:pt x="3183" y="10649"/>
                    <a:pt x="4380" y="11217"/>
                    <a:pt x="5672" y="11280"/>
                  </a:cubicBezTo>
                  <a:lnTo>
                    <a:pt x="5672" y="11689"/>
                  </a:lnTo>
                  <a:cubicBezTo>
                    <a:pt x="5672" y="11878"/>
                    <a:pt x="5829" y="12036"/>
                    <a:pt x="6018" y="12036"/>
                  </a:cubicBezTo>
                  <a:cubicBezTo>
                    <a:pt x="6207" y="12036"/>
                    <a:pt x="6365" y="11878"/>
                    <a:pt x="6365" y="11689"/>
                  </a:cubicBezTo>
                  <a:lnTo>
                    <a:pt x="6365" y="11280"/>
                  </a:lnTo>
                  <a:cubicBezTo>
                    <a:pt x="7625" y="11217"/>
                    <a:pt x="8854" y="10649"/>
                    <a:pt x="9767" y="9767"/>
                  </a:cubicBezTo>
                  <a:cubicBezTo>
                    <a:pt x="10681" y="8854"/>
                    <a:pt x="11217" y="7656"/>
                    <a:pt x="11280" y="6365"/>
                  </a:cubicBezTo>
                  <a:lnTo>
                    <a:pt x="11689" y="6365"/>
                  </a:lnTo>
                  <a:cubicBezTo>
                    <a:pt x="11878" y="6365"/>
                    <a:pt x="12036" y="6207"/>
                    <a:pt x="12036" y="6018"/>
                  </a:cubicBezTo>
                  <a:cubicBezTo>
                    <a:pt x="12036" y="5829"/>
                    <a:pt x="11878" y="5672"/>
                    <a:pt x="11689" y="5672"/>
                  </a:cubicBezTo>
                  <a:lnTo>
                    <a:pt x="11280" y="5672"/>
                  </a:lnTo>
                  <a:cubicBezTo>
                    <a:pt x="11217" y="4411"/>
                    <a:pt x="10650" y="3183"/>
                    <a:pt x="9767" y="2269"/>
                  </a:cubicBezTo>
                  <a:cubicBezTo>
                    <a:pt x="8854" y="1356"/>
                    <a:pt x="7688" y="820"/>
                    <a:pt x="6365" y="725"/>
                  </a:cubicBezTo>
                  <a:lnTo>
                    <a:pt x="6365" y="347"/>
                  </a:lnTo>
                  <a:cubicBezTo>
                    <a:pt x="6365" y="158"/>
                    <a:pt x="6207" y="1"/>
                    <a:pt x="601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5" name="Google Shape;8083;p67">
            <a:extLst>
              <a:ext uri="{FF2B5EF4-FFF2-40B4-BE49-F238E27FC236}">
                <a16:creationId xmlns:a16="http://schemas.microsoft.com/office/drawing/2014/main" id="{1AB568C3-E958-66B7-0F1A-975C862B3C40}"/>
              </a:ext>
            </a:extLst>
          </p:cNvPr>
          <p:cNvSpPr/>
          <p:nvPr/>
        </p:nvSpPr>
        <p:spPr>
          <a:xfrm>
            <a:off x="19005280" y="4203792"/>
            <a:ext cx="916286" cy="918727"/>
          </a:xfrm>
          <a:custGeom>
            <a:avLst/>
            <a:gdLst/>
            <a:ahLst/>
            <a:cxnLst/>
            <a:rect l="l" t="t" r="r" b="b"/>
            <a:pathLst>
              <a:path w="12004" h="12036" extrusionOk="0">
                <a:moveTo>
                  <a:pt x="10933" y="4947"/>
                </a:moveTo>
                <a:cubicBezTo>
                  <a:pt x="11122" y="4947"/>
                  <a:pt x="11279" y="5104"/>
                  <a:pt x="11279" y="5293"/>
                </a:cubicBezTo>
                <a:lnTo>
                  <a:pt x="11279" y="5671"/>
                </a:lnTo>
                <a:lnTo>
                  <a:pt x="7782" y="5671"/>
                </a:lnTo>
                <a:lnTo>
                  <a:pt x="7782" y="5293"/>
                </a:lnTo>
                <a:cubicBezTo>
                  <a:pt x="7782" y="5104"/>
                  <a:pt x="7940" y="4947"/>
                  <a:pt x="8129" y="4947"/>
                </a:cubicBezTo>
                <a:close/>
                <a:moveTo>
                  <a:pt x="9547" y="694"/>
                </a:moveTo>
                <a:cubicBezTo>
                  <a:pt x="9736" y="694"/>
                  <a:pt x="9893" y="851"/>
                  <a:pt x="9893" y="1040"/>
                </a:cubicBezTo>
                <a:lnTo>
                  <a:pt x="9893" y="4254"/>
                </a:lnTo>
                <a:lnTo>
                  <a:pt x="8129" y="4254"/>
                </a:lnTo>
                <a:cubicBezTo>
                  <a:pt x="7530" y="4254"/>
                  <a:pt x="7058" y="4726"/>
                  <a:pt x="7058" y="5293"/>
                </a:cubicBezTo>
                <a:lnTo>
                  <a:pt x="7058" y="6365"/>
                </a:lnTo>
                <a:lnTo>
                  <a:pt x="694" y="6365"/>
                </a:lnTo>
                <a:lnTo>
                  <a:pt x="694" y="1040"/>
                </a:lnTo>
                <a:cubicBezTo>
                  <a:pt x="725" y="851"/>
                  <a:pt x="883" y="694"/>
                  <a:pt x="1072" y="694"/>
                </a:cubicBezTo>
                <a:close/>
                <a:moveTo>
                  <a:pt x="7121" y="7026"/>
                </a:moveTo>
                <a:lnTo>
                  <a:pt x="7121" y="7751"/>
                </a:lnTo>
                <a:lnTo>
                  <a:pt x="1072" y="7751"/>
                </a:lnTo>
                <a:cubicBezTo>
                  <a:pt x="883" y="7751"/>
                  <a:pt x="725" y="7593"/>
                  <a:pt x="725" y="7404"/>
                </a:cubicBezTo>
                <a:lnTo>
                  <a:pt x="725" y="7026"/>
                </a:lnTo>
                <a:close/>
                <a:moveTo>
                  <a:pt x="5703" y="8444"/>
                </a:moveTo>
                <a:lnTo>
                  <a:pt x="5703" y="9168"/>
                </a:lnTo>
                <a:lnTo>
                  <a:pt x="4947" y="9168"/>
                </a:lnTo>
                <a:lnTo>
                  <a:pt x="4947" y="8444"/>
                </a:lnTo>
                <a:close/>
                <a:moveTo>
                  <a:pt x="7089" y="8444"/>
                </a:moveTo>
                <a:lnTo>
                  <a:pt x="7089" y="9168"/>
                </a:lnTo>
                <a:lnTo>
                  <a:pt x="6365" y="9168"/>
                </a:lnTo>
                <a:lnTo>
                  <a:pt x="6365" y="8444"/>
                </a:lnTo>
                <a:close/>
                <a:moveTo>
                  <a:pt x="11279" y="6333"/>
                </a:moveTo>
                <a:lnTo>
                  <a:pt x="11279" y="9830"/>
                </a:lnTo>
                <a:lnTo>
                  <a:pt x="7782" y="9830"/>
                </a:lnTo>
                <a:lnTo>
                  <a:pt x="7782" y="6333"/>
                </a:lnTo>
                <a:close/>
                <a:moveTo>
                  <a:pt x="11279" y="10523"/>
                </a:moveTo>
                <a:lnTo>
                  <a:pt x="11279" y="10901"/>
                </a:lnTo>
                <a:cubicBezTo>
                  <a:pt x="11279" y="11090"/>
                  <a:pt x="11122" y="11248"/>
                  <a:pt x="10933" y="11248"/>
                </a:cubicBezTo>
                <a:lnTo>
                  <a:pt x="8129" y="11248"/>
                </a:lnTo>
                <a:cubicBezTo>
                  <a:pt x="7940" y="11248"/>
                  <a:pt x="7782" y="11090"/>
                  <a:pt x="7782" y="10901"/>
                </a:cubicBezTo>
                <a:lnTo>
                  <a:pt x="7782" y="10523"/>
                </a:lnTo>
                <a:close/>
                <a:moveTo>
                  <a:pt x="1040" y="1"/>
                </a:moveTo>
                <a:cubicBezTo>
                  <a:pt x="442" y="1"/>
                  <a:pt x="1" y="473"/>
                  <a:pt x="1" y="1040"/>
                </a:cubicBezTo>
                <a:lnTo>
                  <a:pt x="1" y="7436"/>
                </a:lnTo>
                <a:cubicBezTo>
                  <a:pt x="1" y="8034"/>
                  <a:pt x="442" y="8507"/>
                  <a:pt x="1040" y="8507"/>
                </a:cubicBezTo>
                <a:lnTo>
                  <a:pt x="4191" y="8507"/>
                </a:lnTo>
                <a:lnTo>
                  <a:pt x="4191" y="9200"/>
                </a:lnTo>
                <a:lnTo>
                  <a:pt x="3151" y="9200"/>
                </a:lnTo>
                <a:cubicBezTo>
                  <a:pt x="2931" y="9200"/>
                  <a:pt x="2773" y="9357"/>
                  <a:pt x="2773" y="9546"/>
                </a:cubicBezTo>
                <a:cubicBezTo>
                  <a:pt x="2773" y="9767"/>
                  <a:pt x="2931" y="9925"/>
                  <a:pt x="3151" y="9925"/>
                </a:cubicBezTo>
                <a:lnTo>
                  <a:pt x="7026" y="9925"/>
                </a:lnTo>
                <a:lnTo>
                  <a:pt x="7026" y="10964"/>
                </a:lnTo>
                <a:cubicBezTo>
                  <a:pt x="7026" y="11563"/>
                  <a:pt x="7499" y="12035"/>
                  <a:pt x="8097" y="12035"/>
                </a:cubicBezTo>
                <a:lnTo>
                  <a:pt x="10901" y="12035"/>
                </a:lnTo>
                <a:cubicBezTo>
                  <a:pt x="11468" y="12035"/>
                  <a:pt x="11941" y="11563"/>
                  <a:pt x="11941" y="10964"/>
                </a:cubicBezTo>
                <a:lnTo>
                  <a:pt x="11941" y="5356"/>
                </a:lnTo>
                <a:cubicBezTo>
                  <a:pt x="12004" y="4726"/>
                  <a:pt x="11531" y="4254"/>
                  <a:pt x="10933" y="4254"/>
                </a:cubicBezTo>
                <a:lnTo>
                  <a:pt x="10586" y="4254"/>
                </a:lnTo>
                <a:lnTo>
                  <a:pt x="10586" y="1040"/>
                </a:lnTo>
                <a:cubicBezTo>
                  <a:pt x="10586" y="473"/>
                  <a:pt x="10114" y="1"/>
                  <a:pt x="9515"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36" name="Google Shape;8084;p67">
            <a:extLst>
              <a:ext uri="{FF2B5EF4-FFF2-40B4-BE49-F238E27FC236}">
                <a16:creationId xmlns:a16="http://schemas.microsoft.com/office/drawing/2014/main" id="{648D6293-0E57-A51C-85A0-C4771C41C135}"/>
              </a:ext>
            </a:extLst>
          </p:cNvPr>
          <p:cNvGrpSpPr/>
          <p:nvPr/>
        </p:nvGrpSpPr>
        <p:grpSpPr>
          <a:xfrm>
            <a:off x="3057062" y="4042930"/>
            <a:ext cx="916286" cy="918727"/>
            <a:chOff x="-50154075" y="1948175"/>
            <a:chExt cx="300100" cy="300900"/>
          </a:xfrm>
          <a:solidFill>
            <a:srgbClr val="555559"/>
          </a:solidFill>
        </p:grpSpPr>
        <p:sp>
          <p:nvSpPr>
            <p:cNvPr id="1426" name="Google Shape;8085;p67">
              <a:extLst>
                <a:ext uri="{FF2B5EF4-FFF2-40B4-BE49-F238E27FC236}">
                  <a16:creationId xmlns:a16="http://schemas.microsoft.com/office/drawing/2014/main" id="{9C5ACF6D-4E84-55D1-90FA-7B5C3BDD3621}"/>
                </a:ext>
              </a:extLst>
            </p:cNvPr>
            <p:cNvSpPr/>
            <p:nvPr/>
          </p:nvSpPr>
          <p:spPr>
            <a:xfrm>
              <a:off x="-50154075" y="1948175"/>
              <a:ext cx="300100" cy="300900"/>
            </a:xfrm>
            <a:custGeom>
              <a:avLst/>
              <a:gdLst/>
              <a:ahLst/>
              <a:cxnLst/>
              <a:rect l="l" t="t" r="r" b="b"/>
              <a:pathLst>
                <a:path w="12004" h="12036" extrusionOk="0">
                  <a:moveTo>
                    <a:pt x="2805" y="694"/>
                  </a:moveTo>
                  <a:lnTo>
                    <a:pt x="2805" y="2805"/>
                  </a:lnTo>
                  <a:lnTo>
                    <a:pt x="662" y="2805"/>
                  </a:lnTo>
                  <a:lnTo>
                    <a:pt x="662" y="694"/>
                  </a:lnTo>
                  <a:close/>
                  <a:moveTo>
                    <a:pt x="2805" y="3466"/>
                  </a:moveTo>
                  <a:lnTo>
                    <a:pt x="2805" y="5609"/>
                  </a:lnTo>
                  <a:lnTo>
                    <a:pt x="662" y="5609"/>
                  </a:lnTo>
                  <a:lnTo>
                    <a:pt x="662" y="3466"/>
                  </a:lnTo>
                  <a:close/>
                  <a:moveTo>
                    <a:pt x="7908" y="2521"/>
                  </a:moveTo>
                  <a:lnTo>
                    <a:pt x="9421" y="4033"/>
                  </a:lnTo>
                  <a:lnTo>
                    <a:pt x="7782" y="5640"/>
                  </a:lnTo>
                  <a:lnTo>
                    <a:pt x="6302" y="4128"/>
                  </a:lnTo>
                  <a:lnTo>
                    <a:pt x="7908" y="2521"/>
                  </a:lnTo>
                  <a:close/>
                  <a:moveTo>
                    <a:pt x="5798" y="4663"/>
                  </a:moveTo>
                  <a:lnTo>
                    <a:pt x="7278" y="6144"/>
                  </a:lnTo>
                  <a:lnTo>
                    <a:pt x="5766" y="7688"/>
                  </a:lnTo>
                  <a:lnTo>
                    <a:pt x="4254" y="6207"/>
                  </a:lnTo>
                  <a:lnTo>
                    <a:pt x="5798" y="4663"/>
                  </a:lnTo>
                  <a:close/>
                  <a:moveTo>
                    <a:pt x="2805" y="6302"/>
                  </a:moveTo>
                  <a:lnTo>
                    <a:pt x="2805" y="8791"/>
                  </a:lnTo>
                  <a:cubicBezTo>
                    <a:pt x="2521" y="8570"/>
                    <a:pt x="2111" y="8444"/>
                    <a:pt x="1733" y="8444"/>
                  </a:cubicBezTo>
                  <a:cubicBezTo>
                    <a:pt x="1324" y="8444"/>
                    <a:pt x="977" y="8570"/>
                    <a:pt x="662" y="8791"/>
                  </a:cubicBezTo>
                  <a:lnTo>
                    <a:pt x="662" y="6302"/>
                  </a:lnTo>
                  <a:close/>
                  <a:moveTo>
                    <a:pt x="3750" y="6711"/>
                  </a:moveTo>
                  <a:lnTo>
                    <a:pt x="5230" y="8192"/>
                  </a:lnTo>
                  <a:lnTo>
                    <a:pt x="3498" y="9925"/>
                  </a:lnTo>
                  <a:lnTo>
                    <a:pt x="3498" y="6932"/>
                  </a:lnTo>
                  <a:lnTo>
                    <a:pt x="3750" y="6711"/>
                  </a:lnTo>
                  <a:close/>
                  <a:moveTo>
                    <a:pt x="1733" y="9137"/>
                  </a:moveTo>
                  <a:cubicBezTo>
                    <a:pt x="2332" y="9137"/>
                    <a:pt x="2805" y="9610"/>
                    <a:pt x="2805" y="10208"/>
                  </a:cubicBezTo>
                  <a:cubicBezTo>
                    <a:pt x="2805" y="10807"/>
                    <a:pt x="2332" y="11279"/>
                    <a:pt x="1733" y="11279"/>
                  </a:cubicBezTo>
                  <a:cubicBezTo>
                    <a:pt x="1135" y="11279"/>
                    <a:pt x="662" y="10807"/>
                    <a:pt x="662" y="10208"/>
                  </a:cubicBezTo>
                  <a:cubicBezTo>
                    <a:pt x="662" y="9610"/>
                    <a:pt x="1135" y="9137"/>
                    <a:pt x="1733" y="9137"/>
                  </a:cubicBezTo>
                  <a:close/>
                  <a:moveTo>
                    <a:pt x="5640" y="9137"/>
                  </a:moveTo>
                  <a:lnTo>
                    <a:pt x="5640" y="11279"/>
                  </a:lnTo>
                  <a:lnTo>
                    <a:pt x="3183" y="11279"/>
                  </a:lnTo>
                  <a:lnTo>
                    <a:pt x="5262" y="9137"/>
                  </a:lnTo>
                  <a:close/>
                  <a:moveTo>
                    <a:pt x="8412" y="9137"/>
                  </a:moveTo>
                  <a:lnTo>
                    <a:pt x="8412" y="11279"/>
                  </a:lnTo>
                  <a:lnTo>
                    <a:pt x="6333" y="11279"/>
                  </a:lnTo>
                  <a:lnTo>
                    <a:pt x="6333" y="9137"/>
                  </a:lnTo>
                  <a:close/>
                  <a:moveTo>
                    <a:pt x="11248" y="9137"/>
                  </a:moveTo>
                  <a:lnTo>
                    <a:pt x="11248" y="11279"/>
                  </a:lnTo>
                  <a:lnTo>
                    <a:pt x="9106" y="11279"/>
                  </a:lnTo>
                  <a:lnTo>
                    <a:pt x="9106" y="9137"/>
                  </a:lnTo>
                  <a:close/>
                  <a:moveTo>
                    <a:pt x="347" y="1"/>
                  </a:moveTo>
                  <a:cubicBezTo>
                    <a:pt x="158" y="1"/>
                    <a:pt x="1" y="158"/>
                    <a:pt x="1" y="379"/>
                  </a:cubicBezTo>
                  <a:lnTo>
                    <a:pt x="1" y="10240"/>
                  </a:lnTo>
                  <a:cubicBezTo>
                    <a:pt x="1" y="11248"/>
                    <a:pt x="788" y="12036"/>
                    <a:pt x="1765" y="12036"/>
                  </a:cubicBezTo>
                  <a:lnTo>
                    <a:pt x="11657" y="12036"/>
                  </a:lnTo>
                  <a:cubicBezTo>
                    <a:pt x="11846" y="12036"/>
                    <a:pt x="12004" y="11878"/>
                    <a:pt x="12004" y="11657"/>
                  </a:cubicBezTo>
                  <a:lnTo>
                    <a:pt x="12004" y="8791"/>
                  </a:lnTo>
                  <a:cubicBezTo>
                    <a:pt x="11973" y="8602"/>
                    <a:pt x="11815" y="8444"/>
                    <a:pt x="11626" y="8444"/>
                  </a:cubicBezTo>
                  <a:lnTo>
                    <a:pt x="5987" y="8444"/>
                  </a:lnTo>
                  <a:lnTo>
                    <a:pt x="10177" y="4254"/>
                  </a:lnTo>
                  <a:cubicBezTo>
                    <a:pt x="10240" y="4191"/>
                    <a:pt x="10271" y="4096"/>
                    <a:pt x="10271" y="4033"/>
                  </a:cubicBezTo>
                  <a:cubicBezTo>
                    <a:pt x="10271" y="3939"/>
                    <a:pt x="10240" y="3844"/>
                    <a:pt x="10177" y="3781"/>
                  </a:cubicBezTo>
                  <a:lnTo>
                    <a:pt x="8192" y="1828"/>
                  </a:lnTo>
                  <a:cubicBezTo>
                    <a:pt x="8129" y="1765"/>
                    <a:pt x="8042" y="1733"/>
                    <a:pt x="7952" y="1733"/>
                  </a:cubicBezTo>
                  <a:cubicBezTo>
                    <a:pt x="7861" y="1733"/>
                    <a:pt x="7767" y="1765"/>
                    <a:pt x="7688" y="1828"/>
                  </a:cubicBezTo>
                  <a:lnTo>
                    <a:pt x="3498" y="5987"/>
                  </a:lnTo>
                  <a:lnTo>
                    <a:pt x="3498" y="379"/>
                  </a:lnTo>
                  <a:cubicBezTo>
                    <a:pt x="3498" y="158"/>
                    <a:pt x="3340" y="1"/>
                    <a:pt x="315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8086;p67">
              <a:extLst>
                <a:ext uri="{FF2B5EF4-FFF2-40B4-BE49-F238E27FC236}">
                  <a16:creationId xmlns:a16="http://schemas.microsoft.com/office/drawing/2014/main" id="{31935C9F-DBA2-13D7-31F2-7CCD27A1D202}"/>
                </a:ext>
              </a:extLst>
            </p:cNvPr>
            <p:cNvSpPr/>
            <p:nvPr/>
          </p:nvSpPr>
          <p:spPr>
            <a:xfrm>
              <a:off x="-50119425" y="2194700"/>
              <a:ext cx="17350" cy="17350"/>
            </a:xfrm>
            <a:custGeom>
              <a:avLst/>
              <a:gdLst/>
              <a:ahLst/>
              <a:cxnLst/>
              <a:rect l="l" t="t" r="r" b="b"/>
              <a:pathLst>
                <a:path w="694" h="694" extrusionOk="0">
                  <a:moveTo>
                    <a:pt x="347" y="1"/>
                  </a:moveTo>
                  <a:cubicBezTo>
                    <a:pt x="158" y="1"/>
                    <a:pt x="1" y="158"/>
                    <a:pt x="1" y="347"/>
                  </a:cubicBezTo>
                  <a:cubicBezTo>
                    <a:pt x="1" y="536"/>
                    <a:pt x="158" y="694"/>
                    <a:pt x="347" y="694"/>
                  </a:cubicBezTo>
                  <a:cubicBezTo>
                    <a:pt x="536" y="694"/>
                    <a:pt x="694" y="536"/>
                    <a:pt x="694" y="347"/>
                  </a:cubicBezTo>
                  <a:cubicBezTo>
                    <a:pt x="694"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7" name="Google Shape;8087;p67">
            <a:extLst>
              <a:ext uri="{FF2B5EF4-FFF2-40B4-BE49-F238E27FC236}">
                <a16:creationId xmlns:a16="http://schemas.microsoft.com/office/drawing/2014/main" id="{3CDA485B-DEFC-BAC3-2F87-9532EAC89CAD}"/>
              </a:ext>
            </a:extLst>
          </p:cNvPr>
          <p:cNvGrpSpPr/>
          <p:nvPr/>
        </p:nvGrpSpPr>
        <p:grpSpPr>
          <a:xfrm>
            <a:off x="3057062" y="5168363"/>
            <a:ext cx="916286" cy="916360"/>
            <a:chOff x="-50154850" y="2316775"/>
            <a:chExt cx="300100" cy="300125"/>
          </a:xfrm>
          <a:solidFill>
            <a:srgbClr val="555559"/>
          </a:solidFill>
        </p:grpSpPr>
        <p:sp>
          <p:nvSpPr>
            <p:cNvPr id="1424" name="Google Shape;8088;p67">
              <a:extLst>
                <a:ext uri="{FF2B5EF4-FFF2-40B4-BE49-F238E27FC236}">
                  <a16:creationId xmlns:a16="http://schemas.microsoft.com/office/drawing/2014/main" id="{19FF6C01-AB25-0424-6D1A-042A0329351A}"/>
                </a:ext>
              </a:extLst>
            </p:cNvPr>
            <p:cNvSpPr/>
            <p:nvPr/>
          </p:nvSpPr>
          <p:spPr>
            <a:xfrm>
              <a:off x="-50154850" y="2316775"/>
              <a:ext cx="300100" cy="300125"/>
            </a:xfrm>
            <a:custGeom>
              <a:avLst/>
              <a:gdLst/>
              <a:ahLst/>
              <a:cxnLst/>
              <a:rect l="l" t="t" r="r" b="b"/>
              <a:pathLst>
                <a:path w="12004" h="12005" extrusionOk="0">
                  <a:moveTo>
                    <a:pt x="1418" y="694"/>
                  </a:moveTo>
                  <a:lnTo>
                    <a:pt x="1418" y="1419"/>
                  </a:lnTo>
                  <a:lnTo>
                    <a:pt x="693" y="1419"/>
                  </a:lnTo>
                  <a:lnTo>
                    <a:pt x="693" y="694"/>
                  </a:lnTo>
                  <a:close/>
                  <a:moveTo>
                    <a:pt x="11279" y="694"/>
                  </a:moveTo>
                  <a:lnTo>
                    <a:pt x="11279" y="1419"/>
                  </a:lnTo>
                  <a:lnTo>
                    <a:pt x="10586" y="1419"/>
                  </a:lnTo>
                  <a:lnTo>
                    <a:pt x="10586" y="694"/>
                  </a:lnTo>
                  <a:close/>
                  <a:moveTo>
                    <a:pt x="9893" y="1419"/>
                  </a:moveTo>
                  <a:lnTo>
                    <a:pt x="9893" y="1765"/>
                  </a:lnTo>
                  <a:cubicBezTo>
                    <a:pt x="9893" y="1954"/>
                    <a:pt x="10019" y="2112"/>
                    <a:pt x="10239" y="2112"/>
                  </a:cubicBezTo>
                  <a:lnTo>
                    <a:pt x="10586" y="2112"/>
                  </a:lnTo>
                  <a:lnTo>
                    <a:pt x="10586" y="9893"/>
                  </a:lnTo>
                  <a:lnTo>
                    <a:pt x="10239" y="9893"/>
                  </a:lnTo>
                  <a:cubicBezTo>
                    <a:pt x="10019" y="9893"/>
                    <a:pt x="9893" y="10051"/>
                    <a:pt x="9893" y="10240"/>
                  </a:cubicBezTo>
                  <a:lnTo>
                    <a:pt x="9893" y="10587"/>
                  </a:lnTo>
                  <a:lnTo>
                    <a:pt x="2111" y="10587"/>
                  </a:lnTo>
                  <a:lnTo>
                    <a:pt x="2111" y="10240"/>
                  </a:lnTo>
                  <a:cubicBezTo>
                    <a:pt x="2111" y="10051"/>
                    <a:pt x="1953" y="9893"/>
                    <a:pt x="1764" y="9893"/>
                  </a:cubicBezTo>
                  <a:lnTo>
                    <a:pt x="1418" y="9893"/>
                  </a:lnTo>
                  <a:lnTo>
                    <a:pt x="1418" y="2112"/>
                  </a:lnTo>
                  <a:lnTo>
                    <a:pt x="1764" y="2112"/>
                  </a:lnTo>
                  <a:cubicBezTo>
                    <a:pt x="1953" y="2112"/>
                    <a:pt x="2111" y="1954"/>
                    <a:pt x="2111" y="1765"/>
                  </a:cubicBezTo>
                  <a:lnTo>
                    <a:pt x="2111" y="1419"/>
                  </a:lnTo>
                  <a:close/>
                  <a:moveTo>
                    <a:pt x="1418" y="10555"/>
                  </a:moveTo>
                  <a:lnTo>
                    <a:pt x="1418" y="11248"/>
                  </a:lnTo>
                  <a:lnTo>
                    <a:pt x="693" y="11248"/>
                  </a:lnTo>
                  <a:lnTo>
                    <a:pt x="693" y="10555"/>
                  </a:lnTo>
                  <a:close/>
                  <a:moveTo>
                    <a:pt x="11279" y="10555"/>
                  </a:moveTo>
                  <a:lnTo>
                    <a:pt x="11279" y="11248"/>
                  </a:lnTo>
                  <a:lnTo>
                    <a:pt x="10586" y="11248"/>
                  </a:lnTo>
                  <a:lnTo>
                    <a:pt x="10586" y="10555"/>
                  </a:lnTo>
                  <a:close/>
                  <a:moveTo>
                    <a:pt x="347" y="1"/>
                  </a:moveTo>
                  <a:cubicBezTo>
                    <a:pt x="158" y="1"/>
                    <a:pt x="0" y="158"/>
                    <a:pt x="0" y="348"/>
                  </a:cubicBezTo>
                  <a:lnTo>
                    <a:pt x="0" y="1765"/>
                  </a:lnTo>
                  <a:cubicBezTo>
                    <a:pt x="0" y="1954"/>
                    <a:pt x="158" y="2112"/>
                    <a:pt x="347" y="2112"/>
                  </a:cubicBezTo>
                  <a:lnTo>
                    <a:pt x="693" y="2112"/>
                  </a:lnTo>
                  <a:lnTo>
                    <a:pt x="693" y="9893"/>
                  </a:lnTo>
                  <a:lnTo>
                    <a:pt x="347" y="9893"/>
                  </a:lnTo>
                  <a:cubicBezTo>
                    <a:pt x="158" y="9893"/>
                    <a:pt x="0" y="10051"/>
                    <a:pt x="0" y="10240"/>
                  </a:cubicBezTo>
                  <a:lnTo>
                    <a:pt x="0" y="11658"/>
                  </a:lnTo>
                  <a:cubicBezTo>
                    <a:pt x="0" y="11847"/>
                    <a:pt x="158" y="12004"/>
                    <a:pt x="347" y="12004"/>
                  </a:cubicBezTo>
                  <a:lnTo>
                    <a:pt x="1764" y="12004"/>
                  </a:lnTo>
                  <a:cubicBezTo>
                    <a:pt x="1953" y="12004"/>
                    <a:pt x="2111" y="11847"/>
                    <a:pt x="2111" y="11658"/>
                  </a:cubicBezTo>
                  <a:lnTo>
                    <a:pt x="2111" y="11311"/>
                  </a:lnTo>
                  <a:lnTo>
                    <a:pt x="9893" y="11311"/>
                  </a:lnTo>
                  <a:lnTo>
                    <a:pt x="9893" y="11658"/>
                  </a:lnTo>
                  <a:cubicBezTo>
                    <a:pt x="9893" y="11847"/>
                    <a:pt x="10019" y="12004"/>
                    <a:pt x="10239" y="12004"/>
                  </a:cubicBezTo>
                  <a:lnTo>
                    <a:pt x="11657" y="12004"/>
                  </a:lnTo>
                  <a:cubicBezTo>
                    <a:pt x="11846" y="12004"/>
                    <a:pt x="12004" y="11847"/>
                    <a:pt x="12004" y="11658"/>
                  </a:cubicBezTo>
                  <a:lnTo>
                    <a:pt x="12004" y="10240"/>
                  </a:lnTo>
                  <a:cubicBezTo>
                    <a:pt x="12004" y="10051"/>
                    <a:pt x="11846" y="9893"/>
                    <a:pt x="11657" y="9893"/>
                  </a:cubicBezTo>
                  <a:lnTo>
                    <a:pt x="11310" y="9893"/>
                  </a:lnTo>
                  <a:lnTo>
                    <a:pt x="11310" y="2112"/>
                  </a:lnTo>
                  <a:lnTo>
                    <a:pt x="11657" y="2112"/>
                  </a:lnTo>
                  <a:lnTo>
                    <a:pt x="11657" y="2080"/>
                  </a:lnTo>
                  <a:cubicBezTo>
                    <a:pt x="11846" y="2080"/>
                    <a:pt x="12004" y="1923"/>
                    <a:pt x="12004" y="1734"/>
                  </a:cubicBezTo>
                  <a:lnTo>
                    <a:pt x="12004" y="348"/>
                  </a:lnTo>
                  <a:cubicBezTo>
                    <a:pt x="12004" y="158"/>
                    <a:pt x="11846" y="1"/>
                    <a:pt x="11657" y="1"/>
                  </a:cubicBezTo>
                  <a:lnTo>
                    <a:pt x="10239" y="1"/>
                  </a:lnTo>
                  <a:cubicBezTo>
                    <a:pt x="10019" y="1"/>
                    <a:pt x="9893" y="158"/>
                    <a:pt x="9893" y="348"/>
                  </a:cubicBezTo>
                  <a:lnTo>
                    <a:pt x="9893" y="694"/>
                  </a:lnTo>
                  <a:lnTo>
                    <a:pt x="2111" y="694"/>
                  </a:lnTo>
                  <a:lnTo>
                    <a:pt x="2111" y="348"/>
                  </a:lnTo>
                  <a:cubicBezTo>
                    <a:pt x="2111" y="158"/>
                    <a:pt x="1953" y="1"/>
                    <a:pt x="176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8089;p67">
              <a:extLst>
                <a:ext uri="{FF2B5EF4-FFF2-40B4-BE49-F238E27FC236}">
                  <a16:creationId xmlns:a16="http://schemas.microsoft.com/office/drawing/2014/main" id="{A8CDE8C0-C6F7-6C4A-C741-0D95DB3CD402}"/>
                </a:ext>
              </a:extLst>
            </p:cNvPr>
            <p:cNvSpPr/>
            <p:nvPr/>
          </p:nvSpPr>
          <p:spPr>
            <a:xfrm>
              <a:off x="-50083975" y="2368775"/>
              <a:ext cx="158325" cy="193775"/>
            </a:xfrm>
            <a:custGeom>
              <a:avLst/>
              <a:gdLst/>
              <a:ahLst/>
              <a:cxnLst/>
              <a:rect l="l" t="t" r="r" b="b"/>
              <a:pathLst>
                <a:path w="6333" h="7751" extrusionOk="0">
                  <a:moveTo>
                    <a:pt x="5577" y="693"/>
                  </a:moveTo>
                  <a:lnTo>
                    <a:pt x="5577" y="1567"/>
                  </a:lnTo>
                  <a:lnTo>
                    <a:pt x="5577" y="1567"/>
                  </a:lnTo>
                  <a:cubicBezTo>
                    <a:pt x="5492" y="1468"/>
                    <a:pt x="5402" y="1418"/>
                    <a:pt x="5262" y="1418"/>
                  </a:cubicBezTo>
                  <a:lnTo>
                    <a:pt x="3844" y="1418"/>
                  </a:lnTo>
                  <a:cubicBezTo>
                    <a:pt x="3655" y="1418"/>
                    <a:pt x="3498" y="1576"/>
                    <a:pt x="3498" y="1765"/>
                  </a:cubicBezTo>
                  <a:lnTo>
                    <a:pt x="3498" y="6742"/>
                  </a:lnTo>
                  <a:cubicBezTo>
                    <a:pt x="3498" y="6900"/>
                    <a:pt x="3624" y="6963"/>
                    <a:pt x="3687" y="7089"/>
                  </a:cubicBezTo>
                  <a:lnTo>
                    <a:pt x="2584" y="7089"/>
                  </a:lnTo>
                  <a:cubicBezTo>
                    <a:pt x="2710" y="6963"/>
                    <a:pt x="2773" y="6900"/>
                    <a:pt x="2773" y="6742"/>
                  </a:cubicBezTo>
                  <a:lnTo>
                    <a:pt x="2773" y="1765"/>
                  </a:lnTo>
                  <a:cubicBezTo>
                    <a:pt x="2773" y="1576"/>
                    <a:pt x="2647" y="1418"/>
                    <a:pt x="2426" y="1418"/>
                  </a:cubicBezTo>
                  <a:lnTo>
                    <a:pt x="1009" y="1418"/>
                  </a:lnTo>
                  <a:cubicBezTo>
                    <a:pt x="851" y="1418"/>
                    <a:pt x="788" y="1544"/>
                    <a:pt x="662" y="1607"/>
                  </a:cubicBezTo>
                  <a:lnTo>
                    <a:pt x="662" y="693"/>
                  </a:lnTo>
                  <a:close/>
                  <a:moveTo>
                    <a:pt x="347" y="0"/>
                  </a:moveTo>
                  <a:cubicBezTo>
                    <a:pt x="158" y="0"/>
                    <a:pt x="1" y="158"/>
                    <a:pt x="1" y="347"/>
                  </a:cubicBezTo>
                  <a:lnTo>
                    <a:pt x="1" y="2489"/>
                  </a:lnTo>
                  <a:cubicBezTo>
                    <a:pt x="1" y="2696"/>
                    <a:pt x="163" y="2835"/>
                    <a:pt x="328" y="2835"/>
                  </a:cubicBezTo>
                  <a:cubicBezTo>
                    <a:pt x="415" y="2835"/>
                    <a:pt x="503" y="2796"/>
                    <a:pt x="568" y="2710"/>
                  </a:cubicBezTo>
                  <a:lnTo>
                    <a:pt x="1166" y="2143"/>
                  </a:lnTo>
                  <a:lnTo>
                    <a:pt x="2080" y="2143"/>
                  </a:lnTo>
                  <a:lnTo>
                    <a:pt x="2080" y="6585"/>
                  </a:lnTo>
                  <a:lnTo>
                    <a:pt x="1481" y="7183"/>
                  </a:lnTo>
                  <a:cubicBezTo>
                    <a:pt x="1261" y="7404"/>
                    <a:pt x="1418" y="7750"/>
                    <a:pt x="1733" y="7750"/>
                  </a:cubicBezTo>
                  <a:lnTo>
                    <a:pt x="4537" y="7750"/>
                  </a:lnTo>
                  <a:cubicBezTo>
                    <a:pt x="4852" y="7750"/>
                    <a:pt x="5010" y="7372"/>
                    <a:pt x="4758" y="7183"/>
                  </a:cubicBezTo>
                  <a:lnTo>
                    <a:pt x="4159" y="6585"/>
                  </a:lnTo>
                  <a:lnTo>
                    <a:pt x="4159" y="2143"/>
                  </a:lnTo>
                  <a:lnTo>
                    <a:pt x="5073" y="2143"/>
                  </a:lnTo>
                  <a:lnTo>
                    <a:pt x="5671" y="2710"/>
                  </a:lnTo>
                  <a:cubicBezTo>
                    <a:pt x="5747" y="2796"/>
                    <a:pt x="5842" y="2835"/>
                    <a:pt x="5933" y="2835"/>
                  </a:cubicBezTo>
                  <a:cubicBezTo>
                    <a:pt x="6107" y="2835"/>
                    <a:pt x="6270" y="2696"/>
                    <a:pt x="6270" y="2489"/>
                  </a:cubicBezTo>
                  <a:lnTo>
                    <a:pt x="6270" y="347"/>
                  </a:lnTo>
                  <a:cubicBezTo>
                    <a:pt x="6333" y="158"/>
                    <a:pt x="6176" y="0"/>
                    <a:pt x="598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8" name="Google Shape;8090;p67">
            <a:extLst>
              <a:ext uri="{FF2B5EF4-FFF2-40B4-BE49-F238E27FC236}">
                <a16:creationId xmlns:a16="http://schemas.microsoft.com/office/drawing/2014/main" id="{6F201934-9E3F-DF83-C312-F5CFB4920620}"/>
              </a:ext>
            </a:extLst>
          </p:cNvPr>
          <p:cNvGrpSpPr/>
          <p:nvPr/>
        </p:nvGrpSpPr>
        <p:grpSpPr>
          <a:xfrm>
            <a:off x="3046260" y="6292653"/>
            <a:ext cx="937885" cy="912086"/>
            <a:chOff x="-50158000" y="2685000"/>
            <a:chExt cx="307175" cy="298725"/>
          </a:xfrm>
          <a:solidFill>
            <a:srgbClr val="555559"/>
          </a:solidFill>
        </p:grpSpPr>
        <p:sp>
          <p:nvSpPr>
            <p:cNvPr id="1422" name="Google Shape;8091;p67">
              <a:extLst>
                <a:ext uri="{FF2B5EF4-FFF2-40B4-BE49-F238E27FC236}">
                  <a16:creationId xmlns:a16="http://schemas.microsoft.com/office/drawing/2014/main" id="{9B335072-C58C-FE48-4ADE-E367EBCE8CBC}"/>
                </a:ext>
              </a:extLst>
            </p:cNvPr>
            <p:cNvSpPr/>
            <p:nvPr/>
          </p:nvSpPr>
          <p:spPr>
            <a:xfrm>
              <a:off x="-50158000" y="2685000"/>
              <a:ext cx="307175" cy="298725"/>
            </a:xfrm>
            <a:custGeom>
              <a:avLst/>
              <a:gdLst/>
              <a:ahLst/>
              <a:cxnLst/>
              <a:rect l="l" t="t" r="r" b="b"/>
              <a:pathLst>
                <a:path w="12287" h="11949" extrusionOk="0">
                  <a:moveTo>
                    <a:pt x="8054" y="717"/>
                  </a:moveTo>
                  <a:cubicBezTo>
                    <a:pt x="8325" y="717"/>
                    <a:pt x="8601" y="820"/>
                    <a:pt x="8821" y="1024"/>
                  </a:cubicBezTo>
                  <a:lnTo>
                    <a:pt x="11090" y="3293"/>
                  </a:lnTo>
                  <a:cubicBezTo>
                    <a:pt x="11531" y="3702"/>
                    <a:pt x="11531" y="4364"/>
                    <a:pt x="11090" y="4805"/>
                  </a:cubicBezTo>
                  <a:lnTo>
                    <a:pt x="10302" y="5593"/>
                  </a:lnTo>
                  <a:lnTo>
                    <a:pt x="6522" y="1812"/>
                  </a:lnTo>
                  <a:lnTo>
                    <a:pt x="7309" y="1024"/>
                  </a:lnTo>
                  <a:cubicBezTo>
                    <a:pt x="7514" y="820"/>
                    <a:pt x="7782" y="717"/>
                    <a:pt x="8054" y="717"/>
                  </a:cubicBezTo>
                  <a:close/>
                  <a:moveTo>
                    <a:pt x="6018" y="2285"/>
                  </a:moveTo>
                  <a:lnTo>
                    <a:pt x="9798" y="6065"/>
                  </a:lnTo>
                  <a:lnTo>
                    <a:pt x="6144" y="9720"/>
                  </a:lnTo>
                  <a:lnTo>
                    <a:pt x="2363" y="5939"/>
                  </a:lnTo>
                  <a:lnTo>
                    <a:pt x="6018" y="2285"/>
                  </a:lnTo>
                  <a:close/>
                  <a:moveTo>
                    <a:pt x="1890" y="6443"/>
                  </a:moveTo>
                  <a:lnTo>
                    <a:pt x="5671" y="10224"/>
                  </a:lnTo>
                  <a:lnTo>
                    <a:pt x="4915" y="10980"/>
                  </a:lnTo>
                  <a:cubicBezTo>
                    <a:pt x="4726" y="11185"/>
                    <a:pt x="4458" y="11287"/>
                    <a:pt x="4186" y="11287"/>
                  </a:cubicBezTo>
                  <a:cubicBezTo>
                    <a:pt x="3915" y="11287"/>
                    <a:pt x="3639" y="11185"/>
                    <a:pt x="3434" y="10980"/>
                  </a:cubicBezTo>
                  <a:lnTo>
                    <a:pt x="1134" y="8712"/>
                  </a:lnTo>
                  <a:cubicBezTo>
                    <a:pt x="756" y="8302"/>
                    <a:pt x="756" y="7640"/>
                    <a:pt x="1134" y="7199"/>
                  </a:cubicBezTo>
                  <a:lnTo>
                    <a:pt x="1890" y="6443"/>
                  </a:lnTo>
                  <a:close/>
                  <a:moveTo>
                    <a:pt x="8093" y="0"/>
                  </a:moveTo>
                  <a:cubicBezTo>
                    <a:pt x="7640" y="0"/>
                    <a:pt x="7183" y="174"/>
                    <a:pt x="6837" y="520"/>
                  </a:cubicBezTo>
                  <a:lnTo>
                    <a:pt x="662" y="6695"/>
                  </a:lnTo>
                  <a:cubicBezTo>
                    <a:pt x="0" y="7357"/>
                    <a:pt x="0" y="8491"/>
                    <a:pt x="662" y="9184"/>
                  </a:cubicBezTo>
                  <a:lnTo>
                    <a:pt x="2962" y="11452"/>
                  </a:lnTo>
                  <a:cubicBezTo>
                    <a:pt x="3292" y="11783"/>
                    <a:pt x="3741" y="11949"/>
                    <a:pt x="4190" y="11949"/>
                  </a:cubicBezTo>
                  <a:cubicBezTo>
                    <a:pt x="4639" y="11949"/>
                    <a:pt x="5088" y="11783"/>
                    <a:pt x="5419" y="11452"/>
                  </a:cubicBezTo>
                  <a:lnTo>
                    <a:pt x="11625" y="5278"/>
                  </a:lnTo>
                  <a:cubicBezTo>
                    <a:pt x="12287" y="4616"/>
                    <a:pt x="12287" y="3513"/>
                    <a:pt x="11625" y="2789"/>
                  </a:cubicBezTo>
                  <a:lnTo>
                    <a:pt x="9326" y="520"/>
                  </a:lnTo>
                  <a:cubicBezTo>
                    <a:pt x="8995" y="174"/>
                    <a:pt x="8546" y="0"/>
                    <a:pt x="809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8092;p67">
              <a:extLst>
                <a:ext uri="{FF2B5EF4-FFF2-40B4-BE49-F238E27FC236}">
                  <a16:creationId xmlns:a16="http://schemas.microsoft.com/office/drawing/2014/main" id="{6AB15179-FDE9-E343-C42C-98DCF0D47533}"/>
                </a:ext>
              </a:extLst>
            </p:cNvPr>
            <p:cNvSpPr/>
            <p:nvPr/>
          </p:nvSpPr>
          <p:spPr>
            <a:xfrm>
              <a:off x="-50058775" y="2838200"/>
              <a:ext cx="51225" cy="49625"/>
            </a:xfrm>
            <a:custGeom>
              <a:avLst/>
              <a:gdLst/>
              <a:ahLst/>
              <a:cxnLst/>
              <a:rect l="l" t="t" r="r" b="b"/>
              <a:pathLst>
                <a:path w="2049" h="1985" extrusionOk="0">
                  <a:moveTo>
                    <a:pt x="391" y="0"/>
                  </a:moveTo>
                  <a:cubicBezTo>
                    <a:pt x="300" y="0"/>
                    <a:pt x="206" y="32"/>
                    <a:pt x="127" y="95"/>
                  </a:cubicBezTo>
                  <a:cubicBezTo>
                    <a:pt x="1" y="221"/>
                    <a:pt x="1" y="441"/>
                    <a:pt x="127" y="599"/>
                  </a:cubicBezTo>
                  <a:lnTo>
                    <a:pt x="1418" y="1890"/>
                  </a:lnTo>
                  <a:cubicBezTo>
                    <a:pt x="1481" y="1953"/>
                    <a:pt x="1568" y="1985"/>
                    <a:pt x="1659" y="1985"/>
                  </a:cubicBezTo>
                  <a:cubicBezTo>
                    <a:pt x="1749" y="1985"/>
                    <a:pt x="1844" y="1953"/>
                    <a:pt x="1923" y="1890"/>
                  </a:cubicBezTo>
                  <a:cubicBezTo>
                    <a:pt x="2049" y="1733"/>
                    <a:pt x="2049" y="1512"/>
                    <a:pt x="1923" y="1386"/>
                  </a:cubicBezTo>
                  <a:lnTo>
                    <a:pt x="631" y="95"/>
                  </a:lnTo>
                  <a:cubicBezTo>
                    <a:pt x="568" y="32"/>
                    <a:pt x="481" y="0"/>
                    <a:pt x="3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9" name="Google Shape;8093;p67">
            <a:extLst>
              <a:ext uri="{FF2B5EF4-FFF2-40B4-BE49-F238E27FC236}">
                <a16:creationId xmlns:a16="http://schemas.microsoft.com/office/drawing/2014/main" id="{22C5D71B-3338-F0E6-092B-BB8D221D2D11}"/>
              </a:ext>
            </a:extLst>
          </p:cNvPr>
          <p:cNvGrpSpPr/>
          <p:nvPr/>
        </p:nvGrpSpPr>
        <p:grpSpPr>
          <a:xfrm>
            <a:off x="8757793" y="4119874"/>
            <a:ext cx="923460" cy="916360"/>
            <a:chOff x="-48266125" y="1973375"/>
            <a:chExt cx="302450" cy="300125"/>
          </a:xfrm>
          <a:solidFill>
            <a:srgbClr val="555559"/>
          </a:solidFill>
        </p:grpSpPr>
        <p:sp>
          <p:nvSpPr>
            <p:cNvPr id="1416" name="Google Shape;8094;p67">
              <a:extLst>
                <a:ext uri="{FF2B5EF4-FFF2-40B4-BE49-F238E27FC236}">
                  <a16:creationId xmlns:a16="http://schemas.microsoft.com/office/drawing/2014/main" id="{4D5E19F0-D4EE-EF94-2876-E907E0F884C7}"/>
                </a:ext>
              </a:extLst>
            </p:cNvPr>
            <p:cNvSpPr/>
            <p:nvPr/>
          </p:nvSpPr>
          <p:spPr>
            <a:xfrm>
              <a:off x="-48212575" y="2045050"/>
              <a:ext cx="122900" cy="123700"/>
            </a:xfrm>
            <a:custGeom>
              <a:avLst/>
              <a:gdLst/>
              <a:ahLst/>
              <a:cxnLst/>
              <a:rect l="l" t="t" r="r" b="b"/>
              <a:pathLst>
                <a:path w="4916" h="4948" extrusionOk="0">
                  <a:moveTo>
                    <a:pt x="1765" y="662"/>
                  </a:moveTo>
                  <a:cubicBezTo>
                    <a:pt x="2237" y="662"/>
                    <a:pt x="2647" y="946"/>
                    <a:pt x="2741" y="1387"/>
                  </a:cubicBezTo>
                  <a:lnTo>
                    <a:pt x="1765" y="1387"/>
                  </a:lnTo>
                  <a:cubicBezTo>
                    <a:pt x="1576" y="1387"/>
                    <a:pt x="1418" y="1545"/>
                    <a:pt x="1418" y="1734"/>
                  </a:cubicBezTo>
                  <a:lnTo>
                    <a:pt x="1418" y="2710"/>
                  </a:lnTo>
                  <a:cubicBezTo>
                    <a:pt x="1009" y="2584"/>
                    <a:pt x="725" y="2206"/>
                    <a:pt x="725" y="1734"/>
                  </a:cubicBezTo>
                  <a:cubicBezTo>
                    <a:pt x="725" y="1135"/>
                    <a:pt x="1166" y="662"/>
                    <a:pt x="1765" y="662"/>
                  </a:cubicBezTo>
                  <a:close/>
                  <a:moveTo>
                    <a:pt x="2741" y="2080"/>
                  </a:moveTo>
                  <a:cubicBezTo>
                    <a:pt x="2647" y="2395"/>
                    <a:pt x="2395" y="2616"/>
                    <a:pt x="2111" y="2710"/>
                  </a:cubicBezTo>
                  <a:lnTo>
                    <a:pt x="2111" y="2080"/>
                  </a:lnTo>
                  <a:close/>
                  <a:moveTo>
                    <a:pt x="4254" y="2080"/>
                  </a:moveTo>
                  <a:lnTo>
                    <a:pt x="4254" y="4191"/>
                  </a:lnTo>
                  <a:lnTo>
                    <a:pt x="2143" y="4191"/>
                  </a:lnTo>
                  <a:lnTo>
                    <a:pt x="2143" y="3466"/>
                  </a:lnTo>
                  <a:cubicBezTo>
                    <a:pt x="2804" y="3309"/>
                    <a:pt x="3340" y="2805"/>
                    <a:pt x="3497" y="2080"/>
                  </a:cubicBezTo>
                  <a:close/>
                  <a:moveTo>
                    <a:pt x="1765" y="1"/>
                  </a:moveTo>
                  <a:cubicBezTo>
                    <a:pt x="788" y="1"/>
                    <a:pt x="0" y="788"/>
                    <a:pt x="0" y="1765"/>
                  </a:cubicBezTo>
                  <a:cubicBezTo>
                    <a:pt x="0" y="2616"/>
                    <a:pt x="599" y="3340"/>
                    <a:pt x="1418" y="3498"/>
                  </a:cubicBezTo>
                  <a:lnTo>
                    <a:pt x="1418" y="4601"/>
                  </a:lnTo>
                  <a:cubicBezTo>
                    <a:pt x="1418" y="4790"/>
                    <a:pt x="1576" y="4947"/>
                    <a:pt x="1765" y="4947"/>
                  </a:cubicBezTo>
                  <a:lnTo>
                    <a:pt x="4569" y="4947"/>
                  </a:lnTo>
                  <a:cubicBezTo>
                    <a:pt x="4758" y="4947"/>
                    <a:pt x="4915" y="4790"/>
                    <a:pt x="4915" y="4601"/>
                  </a:cubicBezTo>
                  <a:lnTo>
                    <a:pt x="4915" y="1797"/>
                  </a:lnTo>
                  <a:cubicBezTo>
                    <a:pt x="4915" y="1576"/>
                    <a:pt x="4758" y="1419"/>
                    <a:pt x="4600" y="1419"/>
                  </a:cubicBezTo>
                  <a:lnTo>
                    <a:pt x="3497" y="1419"/>
                  </a:lnTo>
                  <a:cubicBezTo>
                    <a:pt x="3340" y="631"/>
                    <a:pt x="2647" y="1"/>
                    <a:pt x="176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8095;p67">
              <a:extLst>
                <a:ext uri="{FF2B5EF4-FFF2-40B4-BE49-F238E27FC236}">
                  <a16:creationId xmlns:a16="http://schemas.microsoft.com/office/drawing/2014/main" id="{BBE15D9F-0B85-CA6F-21FA-72817696CA41}"/>
                </a:ext>
              </a:extLst>
            </p:cNvPr>
            <p:cNvSpPr/>
            <p:nvPr/>
          </p:nvSpPr>
          <p:spPr>
            <a:xfrm>
              <a:off x="-48266125" y="1973375"/>
              <a:ext cx="230000" cy="300125"/>
            </a:xfrm>
            <a:custGeom>
              <a:avLst/>
              <a:gdLst/>
              <a:ahLst/>
              <a:cxnLst/>
              <a:rect l="l" t="t" r="r" b="b"/>
              <a:pathLst>
                <a:path w="9200" h="12005" extrusionOk="0">
                  <a:moveTo>
                    <a:pt x="7057" y="1198"/>
                  </a:moveTo>
                  <a:lnTo>
                    <a:pt x="7971" y="2112"/>
                  </a:lnTo>
                  <a:lnTo>
                    <a:pt x="7057" y="2112"/>
                  </a:lnTo>
                  <a:lnTo>
                    <a:pt x="7057" y="1198"/>
                  </a:lnTo>
                  <a:close/>
                  <a:moveTo>
                    <a:pt x="6396" y="694"/>
                  </a:moveTo>
                  <a:lnTo>
                    <a:pt x="6396" y="2458"/>
                  </a:lnTo>
                  <a:cubicBezTo>
                    <a:pt x="6396" y="2679"/>
                    <a:pt x="6553" y="2836"/>
                    <a:pt x="6742" y="2836"/>
                  </a:cubicBezTo>
                  <a:lnTo>
                    <a:pt x="8506" y="2836"/>
                  </a:lnTo>
                  <a:lnTo>
                    <a:pt x="8506" y="11280"/>
                  </a:lnTo>
                  <a:lnTo>
                    <a:pt x="756" y="11280"/>
                  </a:lnTo>
                  <a:lnTo>
                    <a:pt x="756" y="694"/>
                  </a:lnTo>
                  <a:close/>
                  <a:moveTo>
                    <a:pt x="378" y="1"/>
                  </a:moveTo>
                  <a:cubicBezTo>
                    <a:pt x="158" y="1"/>
                    <a:pt x="0" y="158"/>
                    <a:pt x="0" y="347"/>
                  </a:cubicBezTo>
                  <a:lnTo>
                    <a:pt x="0" y="11658"/>
                  </a:lnTo>
                  <a:cubicBezTo>
                    <a:pt x="0" y="11847"/>
                    <a:pt x="158" y="12004"/>
                    <a:pt x="378" y="12004"/>
                  </a:cubicBezTo>
                  <a:lnTo>
                    <a:pt x="8790" y="12004"/>
                  </a:lnTo>
                  <a:cubicBezTo>
                    <a:pt x="8979" y="12004"/>
                    <a:pt x="9136" y="11847"/>
                    <a:pt x="9136" y="11658"/>
                  </a:cubicBezTo>
                  <a:lnTo>
                    <a:pt x="9136" y="2458"/>
                  </a:lnTo>
                  <a:cubicBezTo>
                    <a:pt x="9199" y="2395"/>
                    <a:pt x="9168" y="2301"/>
                    <a:pt x="9073" y="2238"/>
                  </a:cubicBezTo>
                  <a:lnTo>
                    <a:pt x="6931" y="95"/>
                  </a:lnTo>
                  <a:cubicBezTo>
                    <a:pt x="6868" y="32"/>
                    <a:pt x="6805" y="1"/>
                    <a:pt x="671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8096;p67">
              <a:extLst>
                <a:ext uri="{FF2B5EF4-FFF2-40B4-BE49-F238E27FC236}">
                  <a16:creationId xmlns:a16="http://schemas.microsoft.com/office/drawing/2014/main" id="{49B88F95-AD05-FF03-543F-9CEC10A80CA5}"/>
                </a:ext>
              </a:extLst>
            </p:cNvPr>
            <p:cNvSpPr/>
            <p:nvPr/>
          </p:nvSpPr>
          <p:spPr>
            <a:xfrm>
              <a:off x="-48018025" y="1991500"/>
              <a:ext cx="54350" cy="282000"/>
            </a:xfrm>
            <a:custGeom>
              <a:avLst/>
              <a:gdLst/>
              <a:ahLst/>
              <a:cxnLst/>
              <a:rect l="l" t="t" r="r" b="b"/>
              <a:pathLst>
                <a:path w="2174" h="11280" extrusionOk="0">
                  <a:moveTo>
                    <a:pt x="1071" y="1481"/>
                  </a:moveTo>
                  <a:lnTo>
                    <a:pt x="1260" y="2111"/>
                  </a:lnTo>
                  <a:lnTo>
                    <a:pt x="851" y="2111"/>
                  </a:lnTo>
                  <a:lnTo>
                    <a:pt x="1071" y="1481"/>
                  </a:lnTo>
                  <a:close/>
                  <a:moveTo>
                    <a:pt x="1418" y="2836"/>
                  </a:moveTo>
                  <a:lnTo>
                    <a:pt x="1418" y="7247"/>
                  </a:lnTo>
                  <a:lnTo>
                    <a:pt x="725" y="7247"/>
                  </a:lnTo>
                  <a:lnTo>
                    <a:pt x="725" y="2836"/>
                  </a:lnTo>
                  <a:close/>
                  <a:moveTo>
                    <a:pt x="1418" y="7971"/>
                  </a:moveTo>
                  <a:lnTo>
                    <a:pt x="1418" y="8664"/>
                  </a:lnTo>
                  <a:lnTo>
                    <a:pt x="725" y="8664"/>
                  </a:lnTo>
                  <a:lnTo>
                    <a:pt x="725" y="7971"/>
                  </a:lnTo>
                  <a:close/>
                  <a:moveTo>
                    <a:pt x="1449" y="9357"/>
                  </a:moveTo>
                  <a:lnTo>
                    <a:pt x="1449" y="10208"/>
                  </a:lnTo>
                  <a:cubicBezTo>
                    <a:pt x="1418" y="10397"/>
                    <a:pt x="1260" y="10555"/>
                    <a:pt x="1071" y="10555"/>
                  </a:cubicBezTo>
                  <a:cubicBezTo>
                    <a:pt x="882" y="10555"/>
                    <a:pt x="725" y="10397"/>
                    <a:pt x="725" y="10208"/>
                  </a:cubicBezTo>
                  <a:lnTo>
                    <a:pt x="725" y="9357"/>
                  </a:lnTo>
                  <a:close/>
                  <a:moveTo>
                    <a:pt x="1071" y="0"/>
                  </a:moveTo>
                  <a:cubicBezTo>
                    <a:pt x="945" y="0"/>
                    <a:pt x="788" y="95"/>
                    <a:pt x="756" y="253"/>
                  </a:cubicBezTo>
                  <a:cubicBezTo>
                    <a:pt x="0" y="2489"/>
                    <a:pt x="63" y="2363"/>
                    <a:pt x="63" y="2458"/>
                  </a:cubicBezTo>
                  <a:lnTo>
                    <a:pt x="63" y="10208"/>
                  </a:lnTo>
                  <a:cubicBezTo>
                    <a:pt x="63" y="10807"/>
                    <a:pt x="536" y="11279"/>
                    <a:pt x="1103" y="11279"/>
                  </a:cubicBezTo>
                  <a:cubicBezTo>
                    <a:pt x="1701" y="11279"/>
                    <a:pt x="2174" y="10807"/>
                    <a:pt x="2174" y="10208"/>
                  </a:cubicBezTo>
                  <a:lnTo>
                    <a:pt x="2111" y="2458"/>
                  </a:lnTo>
                  <a:lnTo>
                    <a:pt x="2111" y="2458"/>
                  </a:lnTo>
                  <a:cubicBezTo>
                    <a:pt x="2121" y="2468"/>
                    <a:pt x="2128" y="2472"/>
                    <a:pt x="2132" y="2472"/>
                  </a:cubicBezTo>
                  <a:cubicBezTo>
                    <a:pt x="2139" y="2472"/>
                    <a:pt x="2132" y="2458"/>
                    <a:pt x="2111" y="2458"/>
                  </a:cubicBezTo>
                  <a:lnTo>
                    <a:pt x="2111" y="2458"/>
                  </a:lnTo>
                  <a:lnTo>
                    <a:pt x="2111" y="2458"/>
                  </a:lnTo>
                  <a:cubicBezTo>
                    <a:pt x="2111" y="2363"/>
                    <a:pt x="2142" y="2584"/>
                    <a:pt x="1386" y="253"/>
                  </a:cubicBezTo>
                  <a:cubicBezTo>
                    <a:pt x="1355" y="95"/>
                    <a:pt x="1197" y="0"/>
                    <a:pt x="107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8097;p67">
              <a:extLst>
                <a:ext uri="{FF2B5EF4-FFF2-40B4-BE49-F238E27FC236}">
                  <a16:creationId xmlns:a16="http://schemas.microsoft.com/office/drawing/2014/main" id="{4AFDE7EA-6ADC-45C5-C412-C2882D4F4911}"/>
                </a:ext>
              </a:extLst>
            </p:cNvPr>
            <p:cNvSpPr/>
            <p:nvPr/>
          </p:nvSpPr>
          <p:spPr>
            <a:xfrm>
              <a:off x="-48211800" y="2221475"/>
              <a:ext cx="122900" cy="17350"/>
            </a:xfrm>
            <a:custGeom>
              <a:avLst/>
              <a:gdLst/>
              <a:ahLst/>
              <a:cxnLst/>
              <a:rect l="l" t="t" r="r" b="b"/>
              <a:pathLst>
                <a:path w="4916" h="694" extrusionOk="0">
                  <a:moveTo>
                    <a:pt x="347" y="1"/>
                  </a:moveTo>
                  <a:cubicBezTo>
                    <a:pt x="158" y="1"/>
                    <a:pt x="1" y="158"/>
                    <a:pt x="1" y="347"/>
                  </a:cubicBezTo>
                  <a:cubicBezTo>
                    <a:pt x="1" y="536"/>
                    <a:pt x="158" y="694"/>
                    <a:pt x="347" y="694"/>
                  </a:cubicBezTo>
                  <a:lnTo>
                    <a:pt x="4569" y="694"/>
                  </a:lnTo>
                  <a:cubicBezTo>
                    <a:pt x="4758" y="694"/>
                    <a:pt x="4916" y="536"/>
                    <a:pt x="4916" y="347"/>
                  </a:cubicBezTo>
                  <a:cubicBezTo>
                    <a:pt x="4884" y="158"/>
                    <a:pt x="4727" y="1"/>
                    <a:pt x="456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8098;p67">
              <a:extLst>
                <a:ext uri="{FF2B5EF4-FFF2-40B4-BE49-F238E27FC236}">
                  <a16:creationId xmlns:a16="http://schemas.microsoft.com/office/drawing/2014/main" id="{960067B0-DBC1-F577-198F-8FB9E8B2C2E1}"/>
                </a:ext>
              </a:extLst>
            </p:cNvPr>
            <p:cNvSpPr/>
            <p:nvPr/>
          </p:nvSpPr>
          <p:spPr>
            <a:xfrm>
              <a:off x="-48211800" y="2185250"/>
              <a:ext cx="87450" cy="18150"/>
            </a:xfrm>
            <a:custGeom>
              <a:avLst/>
              <a:gdLst/>
              <a:ahLst/>
              <a:cxnLst/>
              <a:rect l="l" t="t" r="r" b="b"/>
              <a:pathLst>
                <a:path w="3498" h="726" extrusionOk="0">
                  <a:moveTo>
                    <a:pt x="347" y="1"/>
                  </a:moveTo>
                  <a:cubicBezTo>
                    <a:pt x="158" y="1"/>
                    <a:pt x="1" y="158"/>
                    <a:pt x="1" y="379"/>
                  </a:cubicBezTo>
                  <a:cubicBezTo>
                    <a:pt x="1" y="568"/>
                    <a:pt x="158" y="725"/>
                    <a:pt x="347" y="725"/>
                  </a:cubicBezTo>
                  <a:lnTo>
                    <a:pt x="3151" y="725"/>
                  </a:lnTo>
                  <a:cubicBezTo>
                    <a:pt x="3372" y="725"/>
                    <a:pt x="3498" y="568"/>
                    <a:pt x="3498" y="379"/>
                  </a:cubicBezTo>
                  <a:cubicBezTo>
                    <a:pt x="3498" y="158"/>
                    <a:pt x="3372" y="1"/>
                    <a:pt x="315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8099;p67">
              <a:extLst>
                <a:ext uri="{FF2B5EF4-FFF2-40B4-BE49-F238E27FC236}">
                  <a16:creationId xmlns:a16="http://schemas.microsoft.com/office/drawing/2014/main" id="{8EB48EA0-EC3F-0E56-0682-542AB862D812}"/>
                </a:ext>
              </a:extLst>
            </p:cNvPr>
            <p:cNvSpPr/>
            <p:nvPr/>
          </p:nvSpPr>
          <p:spPr>
            <a:xfrm>
              <a:off x="-48106250" y="2185250"/>
              <a:ext cx="17350" cy="18150"/>
            </a:xfrm>
            <a:custGeom>
              <a:avLst/>
              <a:gdLst/>
              <a:ahLst/>
              <a:cxnLst/>
              <a:rect l="l" t="t" r="r" b="b"/>
              <a:pathLst>
                <a:path w="694" h="726" extrusionOk="0">
                  <a:moveTo>
                    <a:pt x="347" y="1"/>
                  </a:moveTo>
                  <a:cubicBezTo>
                    <a:pt x="158" y="1"/>
                    <a:pt x="1" y="190"/>
                    <a:pt x="1" y="379"/>
                  </a:cubicBezTo>
                  <a:cubicBezTo>
                    <a:pt x="1" y="568"/>
                    <a:pt x="158" y="725"/>
                    <a:pt x="347" y="725"/>
                  </a:cubicBezTo>
                  <a:cubicBezTo>
                    <a:pt x="536" y="725"/>
                    <a:pt x="694" y="568"/>
                    <a:pt x="694" y="379"/>
                  </a:cubicBezTo>
                  <a:cubicBezTo>
                    <a:pt x="694" y="190"/>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0" name="Google Shape;8100;p67">
            <a:extLst>
              <a:ext uri="{FF2B5EF4-FFF2-40B4-BE49-F238E27FC236}">
                <a16:creationId xmlns:a16="http://schemas.microsoft.com/office/drawing/2014/main" id="{A32145ED-A6A5-28BB-A49F-A832B5FBF2B6}"/>
              </a:ext>
            </a:extLst>
          </p:cNvPr>
          <p:cNvGrpSpPr/>
          <p:nvPr/>
        </p:nvGrpSpPr>
        <p:grpSpPr>
          <a:xfrm>
            <a:off x="8827485" y="5247367"/>
            <a:ext cx="784079" cy="916667"/>
            <a:chOff x="-48237000" y="2342650"/>
            <a:chExt cx="256800" cy="300225"/>
          </a:xfrm>
          <a:solidFill>
            <a:srgbClr val="555559"/>
          </a:solidFill>
        </p:grpSpPr>
        <p:sp>
          <p:nvSpPr>
            <p:cNvPr id="1413" name="Google Shape;8101;p67">
              <a:extLst>
                <a:ext uri="{FF2B5EF4-FFF2-40B4-BE49-F238E27FC236}">
                  <a16:creationId xmlns:a16="http://schemas.microsoft.com/office/drawing/2014/main" id="{02A68C1D-8B6B-5206-E758-405A1E92C14E}"/>
                </a:ext>
              </a:extLst>
            </p:cNvPr>
            <p:cNvSpPr/>
            <p:nvPr/>
          </p:nvSpPr>
          <p:spPr>
            <a:xfrm>
              <a:off x="-48237000" y="2342650"/>
              <a:ext cx="256800" cy="300225"/>
            </a:xfrm>
            <a:custGeom>
              <a:avLst/>
              <a:gdLst/>
              <a:ahLst/>
              <a:cxnLst/>
              <a:rect l="l" t="t" r="r" b="b"/>
              <a:pathLst>
                <a:path w="10272" h="12009" extrusionOk="0">
                  <a:moveTo>
                    <a:pt x="4507" y="679"/>
                  </a:moveTo>
                  <a:cubicBezTo>
                    <a:pt x="4774" y="679"/>
                    <a:pt x="5048" y="706"/>
                    <a:pt x="5325" y="762"/>
                  </a:cubicBezTo>
                  <a:cubicBezTo>
                    <a:pt x="6774" y="1077"/>
                    <a:pt x="7940" y="2274"/>
                    <a:pt x="8255" y="3723"/>
                  </a:cubicBezTo>
                  <a:cubicBezTo>
                    <a:pt x="8381" y="4227"/>
                    <a:pt x="8381" y="4763"/>
                    <a:pt x="8318" y="5267"/>
                  </a:cubicBezTo>
                  <a:cubicBezTo>
                    <a:pt x="8318" y="5330"/>
                    <a:pt x="8318" y="5424"/>
                    <a:pt x="8350" y="5487"/>
                  </a:cubicBezTo>
                  <a:lnTo>
                    <a:pt x="9263" y="7220"/>
                  </a:lnTo>
                  <a:cubicBezTo>
                    <a:pt x="9389" y="7441"/>
                    <a:pt x="9232" y="7756"/>
                    <a:pt x="8980" y="7756"/>
                  </a:cubicBezTo>
                  <a:lnTo>
                    <a:pt x="8034" y="7756"/>
                  </a:lnTo>
                  <a:cubicBezTo>
                    <a:pt x="7845" y="7756"/>
                    <a:pt x="7688" y="7913"/>
                    <a:pt x="7688" y="8102"/>
                  </a:cubicBezTo>
                  <a:lnTo>
                    <a:pt x="7688" y="9867"/>
                  </a:lnTo>
                  <a:lnTo>
                    <a:pt x="5892" y="9867"/>
                  </a:lnTo>
                  <a:cubicBezTo>
                    <a:pt x="5703" y="9867"/>
                    <a:pt x="5546" y="10024"/>
                    <a:pt x="5546" y="10213"/>
                  </a:cubicBezTo>
                  <a:lnTo>
                    <a:pt x="5546" y="11284"/>
                  </a:lnTo>
                  <a:lnTo>
                    <a:pt x="2049" y="11284"/>
                  </a:lnTo>
                  <a:lnTo>
                    <a:pt x="2049" y="7693"/>
                  </a:lnTo>
                  <a:cubicBezTo>
                    <a:pt x="2049" y="7598"/>
                    <a:pt x="2017" y="7504"/>
                    <a:pt x="1923" y="7441"/>
                  </a:cubicBezTo>
                  <a:cubicBezTo>
                    <a:pt x="1103" y="6685"/>
                    <a:pt x="631" y="5645"/>
                    <a:pt x="631" y="4542"/>
                  </a:cubicBezTo>
                  <a:cubicBezTo>
                    <a:pt x="631" y="2387"/>
                    <a:pt x="2372" y="679"/>
                    <a:pt x="4507" y="679"/>
                  </a:cubicBezTo>
                  <a:close/>
                  <a:moveTo>
                    <a:pt x="4570" y="0"/>
                  </a:moveTo>
                  <a:cubicBezTo>
                    <a:pt x="2059" y="0"/>
                    <a:pt x="1" y="1999"/>
                    <a:pt x="1" y="4542"/>
                  </a:cubicBezTo>
                  <a:cubicBezTo>
                    <a:pt x="1" y="5802"/>
                    <a:pt x="505" y="7000"/>
                    <a:pt x="1418" y="7850"/>
                  </a:cubicBezTo>
                  <a:lnTo>
                    <a:pt x="1418" y="11631"/>
                  </a:lnTo>
                  <a:cubicBezTo>
                    <a:pt x="1418" y="11851"/>
                    <a:pt x="1576" y="12009"/>
                    <a:pt x="1765" y="12009"/>
                  </a:cubicBezTo>
                  <a:lnTo>
                    <a:pt x="5987" y="12009"/>
                  </a:lnTo>
                  <a:cubicBezTo>
                    <a:pt x="6176" y="12009"/>
                    <a:pt x="6333" y="11851"/>
                    <a:pt x="6333" y="11631"/>
                  </a:cubicBezTo>
                  <a:lnTo>
                    <a:pt x="6333" y="10591"/>
                  </a:lnTo>
                  <a:lnTo>
                    <a:pt x="8097" y="10591"/>
                  </a:lnTo>
                  <a:cubicBezTo>
                    <a:pt x="8287" y="10591"/>
                    <a:pt x="8444" y="10434"/>
                    <a:pt x="8444" y="10213"/>
                  </a:cubicBezTo>
                  <a:lnTo>
                    <a:pt x="8444" y="8449"/>
                  </a:lnTo>
                  <a:lnTo>
                    <a:pt x="9043" y="8449"/>
                  </a:lnTo>
                  <a:cubicBezTo>
                    <a:pt x="9799" y="8417"/>
                    <a:pt x="10271" y="7598"/>
                    <a:pt x="9925" y="6874"/>
                  </a:cubicBezTo>
                  <a:lnTo>
                    <a:pt x="9043" y="5267"/>
                  </a:lnTo>
                  <a:cubicBezTo>
                    <a:pt x="9137" y="4700"/>
                    <a:pt x="9137" y="4164"/>
                    <a:pt x="9011" y="3597"/>
                  </a:cubicBezTo>
                  <a:cubicBezTo>
                    <a:pt x="8665" y="1864"/>
                    <a:pt x="7247" y="510"/>
                    <a:pt x="5546" y="100"/>
                  </a:cubicBezTo>
                  <a:cubicBezTo>
                    <a:pt x="5215" y="33"/>
                    <a:pt x="4889" y="0"/>
                    <a:pt x="457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8102;p67">
              <a:extLst>
                <a:ext uri="{FF2B5EF4-FFF2-40B4-BE49-F238E27FC236}">
                  <a16:creationId xmlns:a16="http://schemas.microsoft.com/office/drawing/2014/main" id="{05FE6AF0-C6F1-0653-A44A-5D34978082A0}"/>
                </a:ext>
              </a:extLst>
            </p:cNvPr>
            <p:cNvSpPr/>
            <p:nvPr/>
          </p:nvSpPr>
          <p:spPr>
            <a:xfrm>
              <a:off x="-48195250" y="2377425"/>
              <a:ext cx="144150" cy="140225"/>
            </a:xfrm>
            <a:custGeom>
              <a:avLst/>
              <a:gdLst/>
              <a:ahLst/>
              <a:cxnLst/>
              <a:rect l="l" t="t" r="r" b="b"/>
              <a:pathLst>
                <a:path w="5766" h="5609" extrusionOk="0">
                  <a:moveTo>
                    <a:pt x="3214" y="757"/>
                  </a:moveTo>
                  <a:lnTo>
                    <a:pt x="3214" y="883"/>
                  </a:lnTo>
                  <a:cubicBezTo>
                    <a:pt x="3214" y="1040"/>
                    <a:pt x="3277" y="1135"/>
                    <a:pt x="3435" y="1198"/>
                  </a:cubicBezTo>
                  <a:cubicBezTo>
                    <a:pt x="3624" y="1261"/>
                    <a:pt x="3844" y="1387"/>
                    <a:pt x="4002" y="1513"/>
                  </a:cubicBezTo>
                  <a:cubicBezTo>
                    <a:pt x="4061" y="1553"/>
                    <a:pt x="4146" y="1593"/>
                    <a:pt x="4233" y="1593"/>
                  </a:cubicBezTo>
                  <a:cubicBezTo>
                    <a:pt x="4283" y="1593"/>
                    <a:pt x="4333" y="1579"/>
                    <a:pt x="4380" y="1545"/>
                  </a:cubicBezTo>
                  <a:lnTo>
                    <a:pt x="4506" y="1482"/>
                  </a:lnTo>
                  <a:lnTo>
                    <a:pt x="4852" y="2049"/>
                  </a:lnTo>
                  <a:lnTo>
                    <a:pt x="4726" y="2143"/>
                  </a:lnTo>
                  <a:cubicBezTo>
                    <a:pt x="4632" y="2206"/>
                    <a:pt x="4537" y="2364"/>
                    <a:pt x="4569" y="2490"/>
                  </a:cubicBezTo>
                  <a:cubicBezTo>
                    <a:pt x="4632" y="2710"/>
                    <a:pt x="4632" y="2899"/>
                    <a:pt x="4569" y="3120"/>
                  </a:cubicBezTo>
                  <a:cubicBezTo>
                    <a:pt x="4537" y="3277"/>
                    <a:pt x="4632" y="3403"/>
                    <a:pt x="4726" y="3466"/>
                  </a:cubicBezTo>
                  <a:lnTo>
                    <a:pt x="4852" y="3561"/>
                  </a:lnTo>
                  <a:lnTo>
                    <a:pt x="4506" y="4159"/>
                  </a:lnTo>
                  <a:lnTo>
                    <a:pt x="4380" y="4065"/>
                  </a:lnTo>
                  <a:cubicBezTo>
                    <a:pt x="4323" y="4037"/>
                    <a:pt x="4260" y="4021"/>
                    <a:pt x="4199" y="4021"/>
                  </a:cubicBezTo>
                  <a:cubicBezTo>
                    <a:pt x="4125" y="4021"/>
                    <a:pt x="4054" y="4044"/>
                    <a:pt x="4002" y="4096"/>
                  </a:cubicBezTo>
                  <a:cubicBezTo>
                    <a:pt x="3844" y="4254"/>
                    <a:pt x="3624" y="4348"/>
                    <a:pt x="3435" y="4411"/>
                  </a:cubicBezTo>
                  <a:cubicBezTo>
                    <a:pt x="3277" y="4475"/>
                    <a:pt x="3214" y="4632"/>
                    <a:pt x="3214" y="4727"/>
                  </a:cubicBezTo>
                  <a:lnTo>
                    <a:pt x="3214" y="4853"/>
                  </a:lnTo>
                  <a:lnTo>
                    <a:pt x="2489" y="4853"/>
                  </a:lnTo>
                  <a:lnTo>
                    <a:pt x="2489" y="4727"/>
                  </a:lnTo>
                  <a:cubicBezTo>
                    <a:pt x="2489" y="4569"/>
                    <a:pt x="2426" y="4475"/>
                    <a:pt x="2269" y="4411"/>
                  </a:cubicBezTo>
                  <a:cubicBezTo>
                    <a:pt x="2048" y="4348"/>
                    <a:pt x="1859" y="4222"/>
                    <a:pt x="1702" y="4096"/>
                  </a:cubicBezTo>
                  <a:cubicBezTo>
                    <a:pt x="1622" y="4057"/>
                    <a:pt x="1530" y="4017"/>
                    <a:pt x="1449" y="4017"/>
                  </a:cubicBezTo>
                  <a:cubicBezTo>
                    <a:pt x="1402" y="4017"/>
                    <a:pt x="1358" y="4030"/>
                    <a:pt x="1324" y="4065"/>
                  </a:cubicBezTo>
                  <a:lnTo>
                    <a:pt x="1198" y="4159"/>
                  </a:lnTo>
                  <a:lnTo>
                    <a:pt x="851" y="3561"/>
                  </a:lnTo>
                  <a:lnTo>
                    <a:pt x="946" y="3466"/>
                  </a:lnTo>
                  <a:cubicBezTo>
                    <a:pt x="1072" y="3403"/>
                    <a:pt x="1166" y="3246"/>
                    <a:pt x="1103" y="3120"/>
                  </a:cubicBezTo>
                  <a:cubicBezTo>
                    <a:pt x="1072" y="2899"/>
                    <a:pt x="1072" y="2710"/>
                    <a:pt x="1103" y="2490"/>
                  </a:cubicBezTo>
                  <a:cubicBezTo>
                    <a:pt x="1166" y="2332"/>
                    <a:pt x="1072" y="2206"/>
                    <a:pt x="946" y="2143"/>
                  </a:cubicBezTo>
                  <a:lnTo>
                    <a:pt x="851" y="2049"/>
                  </a:lnTo>
                  <a:lnTo>
                    <a:pt x="1198" y="1482"/>
                  </a:lnTo>
                  <a:lnTo>
                    <a:pt x="1324" y="1545"/>
                  </a:lnTo>
                  <a:cubicBezTo>
                    <a:pt x="1366" y="1573"/>
                    <a:pt x="1421" y="1588"/>
                    <a:pt x="1481" y="1588"/>
                  </a:cubicBezTo>
                  <a:cubicBezTo>
                    <a:pt x="1553" y="1588"/>
                    <a:pt x="1632" y="1565"/>
                    <a:pt x="1702" y="1513"/>
                  </a:cubicBezTo>
                  <a:cubicBezTo>
                    <a:pt x="1859" y="1356"/>
                    <a:pt x="2048" y="1261"/>
                    <a:pt x="2269" y="1198"/>
                  </a:cubicBezTo>
                  <a:cubicBezTo>
                    <a:pt x="2426" y="1135"/>
                    <a:pt x="2489" y="977"/>
                    <a:pt x="2489" y="883"/>
                  </a:cubicBezTo>
                  <a:lnTo>
                    <a:pt x="2489" y="757"/>
                  </a:lnTo>
                  <a:close/>
                  <a:moveTo>
                    <a:pt x="2174" y="1"/>
                  </a:moveTo>
                  <a:cubicBezTo>
                    <a:pt x="1985" y="1"/>
                    <a:pt x="1828" y="158"/>
                    <a:pt x="1828" y="379"/>
                  </a:cubicBezTo>
                  <a:lnTo>
                    <a:pt x="1828" y="599"/>
                  </a:lnTo>
                  <a:cubicBezTo>
                    <a:pt x="1702" y="631"/>
                    <a:pt x="1576" y="725"/>
                    <a:pt x="1513" y="788"/>
                  </a:cubicBezTo>
                  <a:lnTo>
                    <a:pt x="1324" y="694"/>
                  </a:lnTo>
                  <a:cubicBezTo>
                    <a:pt x="1265" y="658"/>
                    <a:pt x="1192" y="641"/>
                    <a:pt x="1122" y="641"/>
                  </a:cubicBezTo>
                  <a:cubicBezTo>
                    <a:pt x="1004" y="641"/>
                    <a:pt x="890" y="690"/>
                    <a:pt x="851" y="788"/>
                  </a:cubicBezTo>
                  <a:lnTo>
                    <a:pt x="126" y="2017"/>
                  </a:lnTo>
                  <a:cubicBezTo>
                    <a:pt x="63" y="2175"/>
                    <a:pt x="95" y="2427"/>
                    <a:pt x="253" y="2490"/>
                  </a:cubicBezTo>
                  <a:lnTo>
                    <a:pt x="442" y="2616"/>
                  </a:lnTo>
                  <a:lnTo>
                    <a:pt x="442" y="2994"/>
                  </a:lnTo>
                  <a:lnTo>
                    <a:pt x="253" y="3120"/>
                  </a:lnTo>
                  <a:cubicBezTo>
                    <a:pt x="95" y="3214"/>
                    <a:pt x="0" y="3435"/>
                    <a:pt x="126" y="3592"/>
                  </a:cubicBezTo>
                  <a:lnTo>
                    <a:pt x="851" y="4821"/>
                  </a:lnTo>
                  <a:cubicBezTo>
                    <a:pt x="894" y="4928"/>
                    <a:pt x="1024" y="4991"/>
                    <a:pt x="1152" y="4991"/>
                  </a:cubicBezTo>
                  <a:cubicBezTo>
                    <a:pt x="1213" y="4991"/>
                    <a:pt x="1273" y="4977"/>
                    <a:pt x="1324" y="4947"/>
                  </a:cubicBezTo>
                  <a:lnTo>
                    <a:pt x="1513" y="4821"/>
                  </a:lnTo>
                  <a:cubicBezTo>
                    <a:pt x="1639" y="4884"/>
                    <a:pt x="1733" y="4979"/>
                    <a:pt x="1828" y="5010"/>
                  </a:cubicBezTo>
                  <a:lnTo>
                    <a:pt x="1828" y="5262"/>
                  </a:lnTo>
                  <a:cubicBezTo>
                    <a:pt x="1828" y="5451"/>
                    <a:pt x="1985" y="5609"/>
                    <a:pt x="2174" y="5609"/>
                  </a:cubicBezTo>
                  <a:lnTo>
                    <a:pt x="3592" y="5609"/>
                  </a:lnTo>
                  <a:cubicBezTo>
                    <a:pt x="3781" y="5609"/>
                    <a:pt x="3939" y="5451"/>
                    <a:pt x="3939" y="5262"/>
                  </a:cubicBezTo>
                  <a:lnTo>
                    <a:pt x="3939" y="5010"/>
                  </a:lnTo>
                  <a:cubicBezTo>
                    <a:pt x="4065" y="4979"/>
                    <a:pt x="4191" y="4884"/>
                    <a:pt x="4254" y="4821"/>
                  </a:cubicBezTo>
                  <a:lnTo>
                    <a:pt x="4474" y="4947"/>
                  </a:lnTo>
                  <a:cubicBezTo>
                    <a:pt x="4524" y="4967"/>
                    <a:pt x="4580" y="4978"/>
                    <a:pt x="4637" y="4978"/>
                  </a:cubicBezTo>
                  <a:cubicBezTo>
                    <a:pt x="4759" y="4978"/>
                    <a:pt x="4882" y="4929"/>
                    <a:pt x="4947" y="4821"/>
                  </a:cubicBezTo>
                  <a:lnTo>
                    <a:pt x="5640" y="3592"/>
                  </a:lnTo>
                  <a:cubicBezTo>
                    <a:pt x="5734" y="3435"/>
                    <a:pt x="5671" y="3214"/>
                    <a:pt x="5514" y="3120"/>
                  </a:cubicBezTo>
                  <a:lnTo>
                    <a:pt x="5325" y="2994"/>
                  </a:lnTo>
                  <a:lnTo>
                    <a:pt x="5325" y="2616"/>
                  </a:lnTo>
                  <a:lnTo>
                    <a:pt x="5514" y="2490"/>
                  </a:lnTo>
                  <a:cubicBezTo>
                    <a:pt x="5671" y="2427"/>
                    <a:pt x="5766" y="2206"/>
                    <a:pt x="5640" y="2017"/>
                  </a:cubicBezTo>
                  <a:lnTo>
                    <a:pt x="4947" y="788"/>
                  </a:lnTo>
                  <a:cubicBezTo>
                    <a:pt x="4887" y="689"/>
                    <a:pt x="4777" y="627"/>
                    <a:pt x="4664" y="627"/>
                  </a:cubicBezTo>
                  <a:cubicBezTo>
                    <a:pt x="4598" y="627"/>
                    <a:pt x="4532" y="648"/>
                    <a:pt x="4474" y="694"/>
                  </a:cubicBezTo>
                  <a:lnTo>
                    <a:pt x="4254" y="788"/>
                  </a:lnTo>
                  <a:cubicBezTo>
                    <a:pt x="4159" y="725"/>
                    <a:pt x="4033" y="631"/>
                    <a:pt x="3939" y="599"/>
                  </a:cubicBezTo>
                  <a:lnTo>
                    <a:pt x="3939" y="379"/>
                  </a:lnTo>
                  <a:cubicBezTo>
                    <a:pt x="3939" y="158"/>
                    <a:pt x="3781" y="1"/>
                    <a:pt x="35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8103;p67">
              <a:extLst>
                <a:ext uri="{FF2B5EF4-FFF2-40B4-BE49-F238E27FC236}">
                  <a16:creationId xmlns:a16="http://schemas.microsoft.com/office/drawing/2014/main" id="{1D8A8ECB-ABC6-0A21-42A6-5BF398817F1E}"/>
                </a:ext>
              </a:extLst>
            </p:cNvPr>
            <p:cNvSpPr/>
            <p:nvPr/>
          </p:nvSpPr>
          <p:spPr>
            <a:xfrm>
              <a:off x="-48150350" y="2422325"/>
              <a:ext cx="52775" cy="52800"/>
            </a:xfrm>
            <a:custGeom>
              <a:avLst/>
              <a:gdLst/>
              <a:ahLst/>
              <a:cxnLst/>
              <a:rect l="l" t="t" r="r" b="b"/>
              <a:pathLst>
                <a:path w="2111" h="2112" extrusionOk="0">
                  <a:moveTo>
                    <a:pt x="1040" y="662"/>
                  </a:moveTo>
                  <a:cubicBezTo>
                    <a:pt x="1260" y="662"/>
                    <a:pt x="1418" y="820"/>
                    <a:pt x="1418" y="1009"/>
                  </a:cubicBezTo>
                  <a:cubicBezTo>
                    <a:pt x="1418" y="1198"/>
                    <a:pt x="1260" y="1355"/>
                    <a:pt x="1040" y="1355"/>
                  </a:cubicBezTo>
                  <a:cubicBezTo>
                    <a:pt x="851" y="1355"/>
                    <a:pt x="693" y="1198"/>
                    <a:pt x="693" y="1009"/>
                  </a:cubicBezTo>
                  <a:cubicBezTo>
                    <a:pt x="693" y="820"/>
                    <a:pt x="851" y="662"/>
                    <a:pt x="1040" y="662"/>
                  </a:cubicBezTo>
                  <a:close/>
                  <a:moveTo>
                    <a:pt x="1040" y="1"/>
                  </a:moveTo>
                  <a:cubicBezTo>
                    <a:pt x="473" y="1"/>
                    <a:pt x="0" y="473"/>
                    <a:pt x="0" y="1040"/>
                  </a:cubicBezTo>
                  <a:cubicBezTo>
                    <a:pt x="0" y="1639"/>
                    <a:pt x="473" y="2111"/>
                    <a:pt x="1040" y="2111"/>
                  </a:cubicBezTo>
                  <a:cubicBezTo>
                    <a:pt x="1639" y="2111"/>
                    <a:pt x="2111" y="1639"/>
                    <a:pt x="2111" y="1040"/>
                  </a:cubicBezTo>
                  <a:cubicBezTo>
                    <a:pt x="2111" y="473"/>
                    <a:pt x="1639" y="1"/>
                    <a:pt x="104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1" name="Google Shape;8104;p67">
            <a:extLst>
              <a:ext uri="{FF2B5EF4-FFF2-40B4-BE49-F238E27FC236}">
                <a16:creationId xmlns:a16="http://schemas.microsoft.com/office/drawing/2014/main" id="{95B0F1AE-96C4-30B7-3090-1D8840E4EC9E}"/>
              </a:ext>
            </a:extLst>
          </p:cNvPr>
          <p:cNvGrpSpPr/>
          <p:nvPr/>
        </p:nvGrpSpPr>
        <p:grpSpPr>
          <a:xfrm>
            <a:off x="14441127" y="4097661"/>
            <a:ext cx="923537" cy="909719"/>
            <a:chOff x="-46404975" y="1966100"/>
            <a:chExt cx="302475" cy="297950"/>
          </a:xfrm>
          <a:solidFill>
            <a:srgbClr val="555559"/>
          </a:solidFill>
        </p:grpSpPr>
        <p:sp>
          <p:nvSpPr>
            <p:cNvPr id="1409" name="Google Shape;8105;p67">
              <a:extLst>
                <a:ext uri="{FF2B5EF4-FFF2-40B4-BE49-F238E27FC236}">
                  <a16:creationId xmlns:a16="http://schemas.microsoft.com/office/drawing/2014/main" id="{DDF1FB74-F276-91DB-A00B-250E9348453B}"/>
                </a:ext>
              </a:extLst>
            </p:cNvPr>
            <p:cNvSpPr/>
            <p:nvPr/>
          </p:nvSpPr>
          <p:spPr>
            <a:xfrm>
              <a:off x="-46349850" y="1966100"/>
              <a:ext cx="38625" cy="86850"/>
            </a:xfrm>
            <a:custGeom>
              <a:avLst/>
              <a:gdLst/>
              <a:ahLst/>
              <a:cxnLst/>
              <a:rect l="l" t="t" r="r" b="b"/>
              <a:pathLst>
                <a:path w="1545" h="3474" extrusionOk="0">
                  <a:moveTo>
                    <a:pt x="784" y="0"/>
                  </a:moveTo>
                  <a:cubicBezTo>
                    <a:pt x="686" y="0"/>
                    <a:pt x="583" y="24"/>
                    <a:pt x="505" y="71"/>
                  </a:cubicBezTo>
                  <a:cubicBezTo>
                    <a:pt x="1" y="607"/>
                    <a:pt x="1" y="1458"/>
                    <a:pt x="505" y="1962"/>
                  </a:cubicBezTo>
                  <a:cubicBezTo>
                    <a:pt x="757" y="2214"/>
                    <a:pt x="757" y="2655"/>
                    <a:pt x="505" y="2875"/>
                  </a:cubicBezTo>
                  <a:cubicBezTo>
                    <a:pt x="379" y="3001"/>
                    <a:pt x="379" y="3222"/>
                    <a:pt x="505" y="3379"/>
                  </a:cubicBezTo>
                  <a:cubicBezTo>
                    <a:pt x="568" y="3442"/>
                    <a:pt x="654" y="3474"/>
                    <a:pt x="749" y="3474"/>
                  </a:cubicBezTo>
                  <a:cubicBezTo>
                    <a:pt x="843" y="3474"/>
                    <a:pt x="946" y="3442"/>
                    <a:pt x="1040" y="3379"/>
                  </a:cubicBezTo>
                  <a:cubicBezTo>
                    <a:pt x="1544" y="2875"/>
                    <a:pt x="1544" y="2025"/>
                    <a:pt x="1040" y="1489"/>
                  </a:cubicBezTo>
                  <a:cubicBezTo>
                    <a:pt x="788" y="1269"/>
                    <a:pt x="788" y="827"/>
                    <a:pt x="1040" y="607"/>
                  </a:cubicBezTo>
                  <a:cubicBezTo>
                    <a:pt x="1135" y="481"/>
                    <a:pt x="1135" y="229"/>
                    <a:pt x="1040" y="71"/>
                  </a:cubicBezTo>
                  <a:cubicBezTo>
                    <a:pt x="977" y="24"/>
                    <a:pt x="883" y="0"/>
                    <a:pt x="78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8106;p67">
              <a:extLst>
                <a:ext uri="{FF2B5EF4-FFF2-40B4-BE49-F238E27FC236}">
                  <a16:creationId xmlns:a16="http://schemas.microsoft.com/office/drawing/2014/main" id="{6720D609-98DC-0FD9-5115-BBA9A4EAF1E1}"/>
                </a:ext>
              </a:extLst>
            </p:cNvPr>
            <p:cNvSpPr/>
            <p:nvPr/>
          </p:nvSpPr>
          <p:spPr>
            <a:xfrm>
              <a:off x="-46297875" y="1966100"/>
              <a:ext cx="38625" cy="86850"/>
            </a:xfrm>
            <a:custGeom>
              <a:avLst/>
              <a:gdLst/>
              <a:ahLst/>
              <a:cxnLst/>
              <a:rect l="l" t="t" r="r" b="b"/>
              <a:pathLst>
                <a:path w="1545" h="3474" extrusionOk="0">
                  <a:moveTo>
                    <a:pt x="800" y="0"/>
                  </a:moveTo>
                  <a:cubicBezTo>
                    <a:pt x="710" y="0"/>
                    <a:pt x="615" y="24"/>
                    <a:pt x="537" y="71"/>
                  </a:cubicBezTo>
                  <a:cubicBezTo>
                    <a:pt x="1" y="607"/>
                    <a:pt x="1" y="1458"/>
                    <a:pt x="537" y="1962"/>
                  </a:cubicBezTo>
                  <a:cubicBezTo>
                    <a:pt x="757" y="2214"/>
                    <a:pt x="757" y="2655"/>
                    <a:pt x="537" y="2875"/>
                  </a:cubicBezTo>
                  <a:cubicBezTo>
                    <a:pt x="410" y="3001"/>
                    <a:pt x="410" y="3222"/>
                    <a:pt x="537" y="3379"/>
                  </a:cubicBezTo>
                  <a:cubicBezTo>
                    <a:pt x="584" y="3442"/>
                    <a:pt x="670" y="3474"/>
                    <a:pt x="765" y="3474"/>
                  </a:cubicBezTo>
                  <a:cubicBezTo>
                    <a:pt x="859" y="3474"/>
                    <a:pt x="962" y="3442"/>
                    <a:pt x="1041" y="3379"/>
                  </a:cubicBezTo>
                  <a:cubicBezTo>
                    <a:pt x="1545" y="2875"/>
                    <a:pt x="1545" y="2025"/>
                    <a:pt x="1041" y="1489"/>
                  </a:cubicBezTo>
                  <a:cubicBezTo>
                    <a:pt x="789" y="1269"/>
                    <a:pt x="789" y="827"/>
                    <a:pt x="1041" y="607"/>
                  </a:cubicBezTo>
                  <a:cubicBezTo>
                    <a:pt x="1167" y="481"/>
                    <a:pt x="1167" y="229"/>
                    <a:pt x="1041" y="71"/>
                  </a:cubicBezTo>
                  <a:cubicBezTo>
                    <a:pt x="978" y="24"/>
                    <a:pt x="891" y="0"/>
                    <a:pt x="80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8107;p67">
              <a:extLst>
                <a:ext uri="{FF2B5EF4-FFF2-40B4-BE49-F238E27FC236}">
                  <a16:creationId xmlns:a16="http://schemas.microsoft.com/office/drawing/2014/main" id="{32980017-4B13-55A5-8354-7792B87B7734}"/>
                </a:ext>
              </a:extLst>
            </p:cNvPr>
            <p:cNvSpPr/>
            <p:nvPr/>
          </p:nvSpPr>
          <p:spPr>
            <a:xfrm>
              <a:off x="-46244300" y="1966100"/>
              <a:ext cx="38600" cy="86850"/>
            </a:xfrm>
            <a:custGeom>
              <a:avLst/>
              <a:gdLst/>
              <a:ahLst/>
              <a:cxnLst/>
              <a:rect l="l" t="t" r="r" b="b"/>
              <a:pathLst>
                <a:path w="1544" h="3474" extrusionOk="0">
                  <a:moveTo>
                    <a:pt x="768" y="0"/>
                  </a:moveTo>
                  <a:cubicBezTo>
                    <a:pt x="678" y="0"/>
                    <a:pt x="583" y="24"/>
                    <a:pt x="504" y="71"/>
                  </a:cubicBezTo>
                  <a:cubicBezTo>
                    <a:pt x="0" y="607"/>
                    <a:pt x="0" y="1458"/>
                    <a:pt x="504" y="1962"/>
                  </a:cubicBezTo>
                  <a:cubicBezTo>
                    <a:pt x="756" y="2214"/>
                    <a:pt x="756" y="2655"/>
                    <a:pt x="504" y="2875"/>
                  </a:cubicBezTo>
                  <a:cubicBezTo>
                    <a:pt x="378" y="3001"/>
                    <a:pt x="378" y="3222"/>
                    <a:pt x="504" y="3379"/>
                  </a:cubicBezTo>
                  <a:cubicBezTo>
                    <a:pt x="567" y="3442"/>
                    <a:pt x="654" y="3474"/>
                    <a:pt x="745" y="3474"/>
                  </a:cubicBezTo>
                  <a:cubicBezTo>
                    <a:pt x="835" y="3474"/>
                    <a:pt x="930" y="3442"/>
                    <a:pt x="1008" y="3379"/>
                  </a:cubicBezTo>
                  <a:cubicBezTo>
                    <a:pt x="1544" y="2875"/>
                    <a:pt x="1544" y="2025"/>
                    <a:pt x="1008" y="1489"/>
                  </a:cubicBezTo>
                  <a:cubicBezTo>
                    <a:pt x="788" y="1269"/>
                    <a:pt x="788" y="827"/>
                    <a:pt x="1008" y="607"/>
                  </a:cubicBezTo>
                  <a:cubicBezTo>
                    <a:pt x="1134" y="481"/>
                    <a:pt x="1134" y="229"/>
                    <a:pt x="1008" y="71"/>
                  </a:cubicBezTo>
                  <a:cubicBezTo>
                    <a:pt x="945" y="24"/>
                    <a:pt x="859" y="0"/>
                    <a:pt x="7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8108;p67">
              <a:extLst>
                <a:ext uri="{FF2B5EF4-FFF2-40B4-BE49-F238E27FC236}">
                  <a16:creationId xmlns:a16="http://schemas.microsoft.com/office/drawing/2014/main" id="{E2485A31-433C-F875-8119-8525A1896EB4}"/>
                </a:ext>
              </a:extLst>
            </p:cNvPr>
            <p:cNvSpPr/>
            <p:nvPr/>
          </p:nvSpPr>
          <p:spPr>
            <a:xfrm>
              <a:off x="-46404975" y="2070250"/>
              <a:ext cx="302475" cy="193800"/>
            </a:xfrm>
            <a:custGeom>
              <a:avLst/>
              <a:gdLst/>
              <a:ahLst/>
              <a:cxnLst/>
              <a:rect l="l" t="t" r="r" b="b"/>
              <a:pathLst>
                <a:path w="12099" h="7752" extrusionOk="0">
                  <a:moveTo>
                    <a:pt x="11058" y="1419"/>
                  </a:moveTo>
                  <a:cubicBezTo>
                    <a:pt x="11248" y="1419"/>
                    <a:pt x="11405" y="1576"/>
                    <a:pt x="11405" y="1797"/>
                  </a:cubicBezTo>
                  <a:cubicBezTo>
                    <a:pt x="11405" y="3088"/>
                    <a:pt x="10397" y="4160"/>
                    <a:pt x="9137" y="4223"/>
                  </a:cubicBezTo>
                  <a:cubicBezTo>
                    <a:pt x="9578" y="3372"/>
                    <a:pt x="9830" y="2395"/>
                    <a:pt x="9956" y="1419"/>
                  </a:cubicBezTo>
                  <a:close/>
                  <a:moveTo>
                    <a:pt x="9294" y="726"/>
                  </a:moveTo>
                  <a:cubicBezTo>
                    <a:pt x="9200" y="2521"/>
                    <a:pt x="8507" y="4569"/>
                    <a:pt x="7057" y="5640"/>
                  </a:cubicBezTo>
                  <a:lnTo>
                    <a:pt x="3056" y="5640"/>
                  </a:lnTo>
                  <a:lnTo>
                    <a:pt x="3056" y="5672"/>
                  </a:lnTo>
                  <a:cubicBezTo>
                    <a:pt x="1765" y="4695"/>
                    <a:pt x="914" y="2805"/>
                    <a:pt x="819" y="726"/>
                  </a:cubicBezTo>
                  <a:close/>
                  <a:moveTo>
                    <a:pt x="8948" y="6396"/>
                  </a:moveTo>
                  <a:cubicBezTo>
                    <a:pt x="8570" y="6837"/>
                    <a:pt x="8003" y="7090"/>
                    <a:pt x="7372" y="7090"/>
                  </a:cubicBezTo>
                  <a:lnTo>
                    <a:pt x="2710" y="7090"/>
                  </a:lnTo>
                  <a:cubicBezTo>
                    <a:pt x="2080" y="7090"/>
                    <a:pt x="1481" y="6837"/>
                    <a:pt x="1103" y="6396"/>
                  </a:cubicBezTo>
                  <a:close/>
                  <a:moveTo>
                    <a:pt x="441" y="1"/>
                  </a:moveTo>
                  <a:cubicBezTo>
                    <a:pt x="252" y="1"/>
                    <a:pt x="95" y="158"/>
                    <a:pt x="95" y="348"/>
                  </a:cubicBezTo>
                  <a:cubicBezTo>
                    <a:pt x="95" y="2301"/>
                    <a:pt x="725" y="4317"/>
                    <a:pt x="1985" y="5640"/>
                  </a:cubicBezTo>
                  <a:lnTo>
                    <a:pt x="441" y="5640"/>
                  </a:lnTo>
                  <a:cubicBezTo>
                    <a:pt x="158" y="5640"/>
                    <a:pt x="0" y="5924"/>
                    <a:pt x="126" y="6144"/>
                  </a:cubicBezTo>
                  <a:cubicBezTo>
                    <a:pt x="347" y="6617"/>
                    <a:pt x="725" y="7027"/>
                    <a:pt x="1197" y="7342"/>
                  </a:cubicBezTo>
                  <a:cubicBezTo>
                    <a:pt x="1670" y="7594"/>
                    <a:pt x="2174" y="7751"/>
                    <a:pt x="2710" y="7751"/>
                  </a:cubicBezTo>
                  <a:lnTo>
                    <a:pt x="7372" y="7751"/>
                  </a:lnTo>
                  <a:cubicBezTo>
                    <a:pt x="8475" y="7751"/>
                    <a:pt x="9452" y="7121"/>
                    <a:pt x="9956" y="6144"/>
                  </a:cubicBezTo>
                  <a:cubicBezTo>
                    <a:pt x="10082" y="5924"/>
                    <a:pt x="9924" y="5640"/>
                    <a:pt x="9641" y="5640"/>
                  </a:cubicBezTo>
                  <a:lnTo>
                    <a:pt x="8129" y="5640"/>
                  </a:lnTo>
                  <a:lnTo>
                    <a:pt x="8696" y="4916"/>
                  </a:lnTo>
                  <a:lnTo>
                    <a:pt x="8948" y="4916"/>
                  </a:lnTo>
                  <a:lnTo>
                    <a:pt x="8948" y="4947"/>
                  </a:lnTo>
                  <a:cubicBezTo>
                    <a:pt x="10680" y="4947"/>
                    <a:pt x="12098" y="3529"/>
                    <a:pt x="12098" y="1797"/>
                  </a:cubicBezTo>
                  <a:cubicBezTo>
                    <a:pt x="12098" y="1198"/>
                    <a:pt x="11626" y="726"/>
                    <a:pt x="11027" y="726"/>
                  </a:cubicBezTo>
                  <a:lnTo>
                    <a:pt x="9956" y="726"/>
                  </a:lnTo>
                  <a:lnTo>
                    <a:pt x="9956" y="348"/>
                  </a:lnTo>
                  <a:cubicBezTo>
                    <a:pt x="9956" y="158"/>
                    <a:pt x="9798" y="1"/>
                    <a:pt x="960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2" name="Google Shape;8109;p67">
            <a:extLst>
              <a:ext uri="{FF2B5EF4-FFF2-40B4-BE49-F238E27FC236}">
                <a16:creationId xmlns:a16="http://schemas.microsoft.com/office/drawing/2014/main" id="{22BCB396-0952-2584-81D3-2704C82A93B1}"/>
              </a:ext>
            </a:extLst>
          </p:cNvPr>
          <p:cNvGrpSpPr/>
          <p:nvPr/>
        </p:nvGrpSpPr>
        <p:grpSpPr>
          <a:xfrm>
            <a:off x="14444714" y="5218894"/>
            <a:ext cx="916360" cy="916286"/>
            <a:chOff x="-46401050" y="2333325"/>
            <a:chExt cx="300125" cy="300100"/>
          </a:xfrm>
          <a:solidFill>
            <a:srgbClr val="555559"/>
          </a:solidFill>
        </p:grpSpPr>
        <p:sp>
          <p:nvSpPr>
            <p:cNvPr id="1405" name="Google Shape;8110;p67">
              <a:extLst>
                <a:ext uri="{FF2B5EF4-FFF2-40B4-BE49-F238E27FC236}">
                  <a16:creationId xmlns:a16="http://schemas.microsoft.com/office/drawing/2014/main" id="{67C1C1C1-217C-2695-5B70-D82163B7AFC0}"/>
                </a:ext>
              </a:extLst>
            </p:cNvPr>
            <p:cNvSpPr/>
            <p:nvPr/>
          </p:nvSpPr>
          <p:spPr>
            <a:xfrm>
              <a:off x="-46401050" y="2333325"/>
              <a:ext cx="300125" cy="300100"/>
            </a:xfrm>
            <a:custGeom>
              <a:avLst/>
              <a:gdLst/>
              <a:ahLst/>
              <a:cxnLst/>
              <a:rect l="l" t="t" r="r" b="b"/>
              <a:pathLst>
                <a:path w="12005" h="12004" extrusionOk="0">
                  <a:moveTo>
                    <a:pt x="7719" y="725"/>
                  </a:moveTo>
                  <a:lnTo>
                    <a:pt x="7719" y="2111"/>
                  </a:lnTo>
                  <a:lnTo>
                    <a:pt x="7026" y="2111"/>
                  </a:lnTo>
                  <a:lnTo>
                    <a:pt x="7026" y="725"/>
                  </a:lnTo>
                  <a:close/>
                  <a:moveTo>
                    <a:pt x="9137" y="725"/>
                  </a:moveTo>
                  <a:lnTo>
                    <a:pt x="9137" y="3498"/>
                  </a:lnTo>
                  <a:lnTo>
                    <a:pt x="2805" y="3498"/>
                  </a:lnTo>
                  <a:lnTo>
                    <a:pt x="2805" y="725"/>
                  </a:lnTo>
                  <a:lnTo>
                    <a:pt x="6302" y="725"/>
                  </a:lnTo>
                  <a:lnTo>
                    <a:pt x="6302" y="2489"/>
                  </a:lnTo>
                  <a:cubicBezTo>
                    <a:pt x="6302" y="2678"/>
                    <a:pt x="6459" y="2836"/>
                    <a:pt x="6648" y="2836"/>
                  </a:cubicBezTo>
                  <a:lnTo>
                    <a:pt x="8066" y="2836"/>
                  </a:lnTo>
                  <a:cubicBezTo>
                    <a:pt x="8255" y="2836"/>
                    <a:pt x="8413" y="2678"/>
                    <a:pt x="8413" y="2489"/>
                  </a:cubicBezTo>
                  <a:lnTo>
                    <a:pt x="8413" y="725"/>
                  </a:lnTo>
                  <a:close/>
                  <a:moveTo>
                    <a:pt x="2080" y="725"/>
                  </a:moveTo>
                  <a:lnTo>
                    <a:pt x="2080" y="3876"/>
                  </a:lnTo>
                  <a:cubicBezTo>
                    <a:pt x="2080" y="4065"/>
                    <a:pt x="2238" y="4222"/>
                    <a:pt x="2427" y="4222"/>
                  </a:cubicBezTo>
                  <a:lnTo>
                    <a:pt x="9452" y="4222"/>
                  </a:lnTo>
                  <a:cubicBezTo>
                    <a:pt x="9641" y="4222"/>
                    <a:pt x="9799" y="4065"/>
                    <a:pt x="9799" y="3876"/>
                  </a:cubicBezTo>
                  <a:lnTo>
                    <a:pt x="9799" y="1166"/>
                  </a:lnTo>
                  <a:lnTo>
                    <a:pt x="11217" y="2584"/>
                  </a:lnTo>
                  <a:lnTo>
                    <a:pt x="11217" y="11311"/>
                  </a:lnTo>
                  <a:lnTo>
                    <a:pt x="662" y="11311"/>
                  </a:lnTo>
                  <a:lnTo>
                    <a:pt x="662" y="725"/>
                  </a:lnTo>
                  <a:close/>
                  <a:moveTo>
                    <a:pt x="347" y="1"/>
                  </a:moveTo>
                  <a:cubicBezTo>
                    <a:pt x="158" y="1"/>
                    <a:pt x="1" y="158"/>
                    <a:pt x="1" y="347"/>
                  </a:cubicBezTo>
                  <a:lnTo>
                    <a:pt x="1" y="11657"/>
                  </a:lnTo>
                  <a:cubicBezTo>
                    <a:pt x="1" y="11846"/>
                    <a:pt x="158" y="12004"/>
                    <a:pt x="347" y="12004"/>
                  </a:cubicBezTo>
                  <a:lnTo>
                    <a:pt x="11658" y="12004"/>
                  </a:lnTo>
                  <a:cubicBezTo>
                    <a:pt x="11847" y="12004"/>
                    <a:pt x="12004" y="11846"/>
                    <a:pt x="12004" y="11657"/>
                  </a:cubicBezTo>
                  <a:lnTo>
                    <a:pt x="12004" y="2489"/>
                  </a:lnTo>
                  <a:cubicBezTo>
                    <a:pt x="11941" y="2395"/>
                    <a:pt x="11878" y="2300"/>
                    <a:pt x="11847" y="2237"/>
                  </a:cubicBezTo>
                  <a:lnTo>
                    <a:pt x="9736" y="127"/>
                  </a:lnTo>
                  <a:cubicBezTo>
                    <a:pt x="9641" y="32"/>
                    <a:pt x="9578" y="1"/>
                    <a:pt x="948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8111;p67">
              <a:extLst>
                <a:ext uri="{FF2B5EF4-FFF2-40B4-BE49-F238E27FC236}">
                  <a16:creationId xmlns:a16="http://schemas.microsoft.com/office/drawing/2014/main" id="{D5889A3C-D851-0752-63E7-FD554B829B48}"/>
                </a:ext>
              </a:extLst>
            </p:cNvPr>
            <p:cNvSpPr/>
            <p:nvPr/>
          </p:nvSpPr>
          <p:spPr>
            <a:xfrm>
              <a:off x="-46366400" y="2580650"/>
              <a:ext cx="35475" cy="17350"/>
            </a:xfrm>
            <a:custGeom>
              <a:avLst/>
              <a:gdLst/>
              <a:ahLst/>
              <a:cxnLst/>
              <a:rect l="l" t="t" r="r" b="b"/>
              <a:pathLst>
                <a:path w="1419" h="694" extrusionOk="0">
                  <a:moveTo>
                    <a:pt x="348" y="0"/>
                  </a:moveTo>
                  <a:cubicBezTo>
                    <a:pt x="159" y="0"/>
                    <a:pt x="1" y="158"/>
                    <a:pt x="1" y="347"/>
                  </a:cubicBezTo>
                  <a:cubicBezTo>
                    <a:pt x="1" y="536"/>
                    <a:pt x="159" y="693"/>
                    <a:pt x="348" y="693"/>
                  </a:cubicBezTo>
                  <a:lnTo>
                    <a:pt x="1041" y="693"/>
                  </a:lnTo>
                  <a:cubicBezTo>
                    <a:pt x="1261" y="693"/>
                    <a:pt x="1419" y="536"/>
                    <a:pt x="1419" y="347"/>
                  </a:cubicBezTo>
                  <a:cubicBezTo>
                    <a:pt x="1419" y="158"/>
                    <a:pt x="1261" y="0"/>
                    <a:pt x="104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8112;p67">
              <a:extLst>
                <a:ext uri="{FF2B5EF4-FFF2-40B4-BE49-F238E27FC236}">
                  <a16:creationId xmlns:a16="http://schemas.microsoft.com/office/drawing/2014/main" id="{F7B9D8C7-2424-961F-2ED3-A9F235F58222}"/>
                </a:ext>
              </a:extLst>
            </p:cNvPr>
            <p:cNvSpPr/>
            <p:nvPr/>
          </p:nvSpPr>
          <p:spPr>
            <a:xfrm>
              <a:off x="-46313625" y="2457775"/>
              <a:ext cx="122900" cy="122100"/>
            </a:xfrm>
            <a:custGeom>
              <a:avLst/>
              <a:gdLst/>
              <a:ahLst/>
              <a:cxnLst/>
              <a:rect l="l" t="t" r="r" b="b"/>
              <a:pathLst>
                <a:path w="4916" h="4884" extrusionOk="0">
                  <a:moveTo>
                    <a:pt x="2458" y="662"/>
                  </a:moveTo>
                  <a:cubicBezTo>
                    <a:pt x="3435" y="662"/>
                    <a:pt x="4222" y="1450"/>
                    <a:pt x="4222" y="2426"/>
                  </a:cubicBezTo>
                  <a:cubicBezTo>
                    <a:pt x="4222" y="3403"/>
                    <a:pt x="3435" y="4190"/>
                    <a:pt x="2458" y="4190"/>
                  </a:cubicBezTo>
                  <a:cubicBezTo>
                    <a:pt x="1450" y="4190"/>
                    <a:pt x="662" y="3403"/>
                    <a:pt x="662" y="2426"/>
                  </a:cubicBezTo>
                  <a:cubicBezTo>
                    <a:pt x="662" y="1450"/>
                    <a:pt x="1450" y="662"/>
                    <a:pt x="2458" y="662"/>
                  </a:cubicBezTo>
                  <a:close/>
                  <a:moveTo>
                    <a:pt x="2458" y="0"/>
                  </a:moveTo>
                  <a:cubicBezTo>
                    <a:pt x="1103" y="0"/>
                    <a:pt x="1" y="1103"/>
                    <a:pt x="1" y="2426"/>
                  </a:cubicBezTo>
                  <a:cubicBezTo>
                    <a:pt x="1" y="3781"/>
                    <a:pt x="1103" y="4884"/>
                    <a:pt x="2458" y="4884"/>
                  </a:cubicBezTo>
                  <a:cubicBezTo>
                    <a:pt x="3781" y="4884"/>
                    <a:pt x="4884" y="3749"/>
                    <a:pt x="4884" y="2426"/>
                  </a:cubicBezTo>
                  <a:cubicBezTo>
                    <a:pt x="4916" y="1103"/>
                    <a:pt x="3813" y="0"/>
                    <a:pt x="245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8113;p67">
              <a:extLst>
                <a:ext uri="{FF2B5EF4-FFF2-40B4-BE49-F238E27FC236}">
                  <a16:creationId xmlns:a16="http://schemas.microsoft.com/office/drawing/2014/main" id="{18F506DA-CE1A-52A6-7DA6-3564EC35A1CA}"/>
                </a:ext>
              </a:extLst>
            </p:cNvPr>
            <p:cNvSpPr/>
            <p:nvPr/>
          </p:nvSpPr>
          <p:spPr>
            <a:xfrm>
              <a:off x="-46278950" y="2493225"/>
              <a:ext cx="53575" cy="52775"/>
            </a:xfrm>
            <a:custGeom>
              <a:avLst/>
              <a:gdLst/>
              <a:ahLst/>
              <a:cxnLst/>
              <a:rect l="l" t="t" r="r" b="b"/>
              <a:pathLst>
                <a:path w="2143" h="2111" extrusionOk="0">
                  <a:moveTo>
                    <a:pt x="1071" y="662"/>
                  </a:moveTo>
                  <a:cubicBezTo>
                    <a:pt x="1260" y="662"/>
                    <a:pt x="1418" y="819"/>
                    <a:pt x="1418" y="1008"/>
                  </a:cubicBezTo>
                  <a:cubicBezTo>
                    <a:pt x="1418" y="1197"/>
                    <a:pt x="1260" y="1355"/>
                    <a:pt x="1071" y="1355"/>
                  </a:cubicBezTo>
                  <a:cubicBezTo>
                    <a:pt x="851" y="1355"/>
                    <a:pt x="693" y="1197"/>
                    <a:pt x="693" y="1008"/>
                  </a:cubicBezTo>
                  <a:cubicBezTo>
                    <a:pt x="693" y="819"/>
                    <a:pt x="851" y="662"/>
                    <a:pt x="1071" y="662"/>
                  </a:cubicBezTo>
                  <a:close/>
                  <a:moveTo>
                    <a:pt x="1071" y="0"/>
                  </a:moveTo>
                  <a:cubicBezTo>
                    <a:pt x="473" y="0"/>
                    <a:pt x="0" y="473"/>
                    <a:pt x="0" y="1040"/>
                  </a:cubicBezTo>
                  <a:cubicBezTo>
                    <a:pt x="0" y="1638"/>
                    <a:pt x="473" y="2111"/>
                    <a:pt x="1071" y="2111"/>
                  </a:cubicBezTo>
                  <a:cubicBezTo>
                    <a:pt x="1638" y="2111"/>
                    <a:pt x="2111" y="1638"/>
                    <a:pt x="2111" y="1040"/>
                  </a:cubicBezTo>
                  <a:cubicBezTo>
                    <a:pt x="2142" y="473"/>
                    <a:pt x="1638" y="0"/>
                    <a:pt x="107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43" name="Google Shape;8114;p67">
            <a:extLst>
              <a:ext uri="{FF2B5EF4-FFF2-40B4-BE49-F238E27FC236}">
                <a16:creationId xmlns:a16="http://schemas.microsoft.com/office/drawing/2014/main" id="{0EE19F00-34A8-9E45-64C5-09AC64920FEB}"/>
              </a:ext>
            </a:extLst>
          </p:cNvPr>
          <p:cNvSpPr/>
          <p:nvPr/>
        </p:nvSpPr>
        <p:spPr>
          <a:xfrm>
            <a:off x="14448326" y="6346398"/>
            <a:ext cx="921171" cy="918727"/>
          </a:xfrm>
          <a:custGeom>
            <a:avLst/>
            <a:gdLst/>
            <a:ahLst/>
            <a:cxnLst/>
            <a:rect l="l" t="t" r="r" b="b"/>
            <a:pathLst>
              <a:path w="12068" h="12036" extrusionOk="0">
                <a:moveTo>
                  <a:pt x="4222" y="630"/>
                </a:moveTo>
                <a:cubicBezTo>
                  <a:pt x="5010" y="630"/>
                  <a:pt x="5640" y="1292"/>
                  <a:pt x="5640" y="2048"/>
                </a:cubicBezTo>
                <a:lnTo>
                  <a:pt x="5640" y="9767"/>
                </a:lnTo>
                <a:cubicBezTo>
                  <a:pt x="5703" y="10617"/>
                  <a:pt x="5073" y="11311"/>
                  <a:pt x="4285" y="11311"/>
                </a:cubicBezTo>
                <a:cubicBezTo>
                  <a:pt x="3498" y="11311"/>
                  <a:pt x="2868" y="10680"/>
                  <a:pt x="2868" y="9893"/>
                </a:cubicBezTo>
                <a:lnTo>
                  <a:pt x="2868" y="9830"/>
                </a:lnTo>
                <a:cubicBezTo>
                  <a:pt x="3403" y="9767"/>
                  <a:pt x="3907" y="9515"/>
                  <a:pt x="4254" y="9137"/>
                </a:cubicBezTo>
                <a:cubicBezTo>
                  <a:pt x="4380" y="9011"/>
                  <a:pt x="4380" y="8790"/>
                  <a:pt x="4254" y="8633"/>
                </a:cubicBezTo>
                <a:cubicBezTo>
                  <a:pt x="4191" y="8570"/>
                  <a:pt x="4104" y="8538"/>
                  <a:pt x="4014" y="8538"/>
                </a:cubicBezTo>
                <a:cubicBezTo>
                  <a:pt x="3923" y="8538"/>
                  <a:pt x="3829" y="8570"/>
                  <a:pt x="3750" y="8633"/>
                </a:cubicBezTo>
                <a:cubicBezTo>
                  <a:pt x="3435" y="8948"/>
                  <a:pt x="2962" y="9137"/>
                  <a:pt x="2490" y="9137"/>
                </a:cubicBezTo>
                <a:cubicBezTo>
                  <a:pt x="1513" y="9137"/>
                  <a:pt x="725" y="8349"/>
                  <a:pt x="725" y="7372"/>
                </a:cubicBezTo>
                <a:cubicBezTo>
                  <a:pt x="725" y="7057"/>
                  <a:pt x="788" y="6742"/>
                  <a:pt x="946" y="6490"/>
                </a:cubicBezTo>
                <a:cubicBezTo>
                  <a:pt x="1387" y="6805"/>
                  <a:pt x="1891" y="6994"/>
                  <a:pt x="2490" y="6994"/>
                </a:cubicBezTo>
                <a:cubicBezTo>
                  <a:pt x="2679" y="6994"/>
                  <a:pt x="2836" y="6837"/>
                  <a:pt x="2836" y="6648"/>
                </a:cubicBezTo>
                <a:cubicBezTo>
                  <a:pt x="2836" y="6459"/>
                  <a:pt x="2679" y="6301"/>
                  <a:pt x="2490" y="6301"/>
                </a:cubicBezTo>
                <a:cubicBezTo>
                  <a:pt x="1513" y="6301"/>
                  <a:pt x="725" y="5514"/>
                  <a:pt x="725" y="4537"/>
                </a:cubicBezTo>
                <a:cubicBezTo>
                  <a:pt x="725" y="3623"/>
                  <a:pt x="1387" y="2899"/>
                  <a:pt x="2238" y="2804"/>
                </a:cubicBezTo>
                <a:cubicBezTo>
                  <a:pt x="2521" y="3623"/>
                  <a:pt x="3309" y="4159"/>
                  <a:pt x="4222" y="4159"/>
                </a:cubicBezTo>
                <a:cubicBezTo>
                  <a:pt x="4411" y="4159"/>
                  <a:pt x="4569" y="4001"/>
                  <a:pt x="4569" y="3812"/>
                </a:cubicBezTo>
                <a:cubicBezTo>
                  <a:pt x="4569" y="3623"/>
                  <a:pt x="4411" y="3466"/>
                  <a:pt x="4222" y="3466"/>
                </a:cubicBezTo>
                <a:cubicBezTo>
                  <a:pt x="3435" y="3466"/>
                  <a:pt x="2805" y="2836"/>
                  <a:pt x="2805" y="2048"/>
                </a:cubicBezTo>
                <a:cubicBezTo>
                  <a:pt x="2805" y="1261"/>
                  <a:pt x="3435" y="630"/>
                  <a:pt x="4222" y="630"/>
                </a:cubicBezTo>
                <a:close/>
                <a:moveTo>
                  <a:pt x="7814" y="788"/>
                </a:moveTo>
                <a:cubicBezTo>
                  <a:pt x="8602" y="788"/>
                  <a:pt x="9232" y="1418"/>
                  <a:pt x="9232" y="2206"/>
                </a:cubicBezTo>
                <a:cubicBezTo>
                  <a:pt x="9232" y="2993"/>
                  <a:pt x="8602" y="3623"/>
                  <a:pt x="7814" y="3623"/>
                </a:cubicBezTo>
                <a:cubicBezTo>
                  <a:pt x="7593" y="3623"/>
                  <a:pt x="7436" y="3781"/>
                  <a:pt x="7436" y="3970"/>
                </a:cubicBezTo>
                <a:cubicBezTo>
                  <a:pt x="7436" y="4159"/>
                  <a:pt x="7593" y="4316"/>
                  <a:pt x="7814" y="4316"/>
                </a:cubicBezTo>
                <a:cubicBezTo>
                  <a:pt x="8696" y="4316"/>
                  <a:pt x="9484" y="3749"/>
                  <a:pt x="9767" y="2962"/>
                </a:cubicBezTo>
                <a:cubicBezTo>
                  <a:pt x="10649" y="3056"/>
                  <a:pt x="11311" y="3812"/>
                  <a:pt x="11311" y="4695"/>
                </a:cubicBezTo>
                <a:cubicBezTo>
                  <a:pt x="11311" y="5671"/>
                  <a:pt x="10523" y="6459"/>
                  <a:pt x="9547" y="6459"/>
                </a:cubicBezTo>
                <a:cubicBezTo>
                  <a:pt x="9326" y="6459"/>
                  <a:pt x="9169" y="6616"/>
                  <a:pt x="9169" y="6805"/>
                </a:cubicBezTo>
                <a:cubicBezTo>
                  <a:pt x="9169" y="6994"/>
                  <a:pt x="9326" y="7152"/>
                  <a:pt x="9547" y="7152"/>
                </a:cubicBezTo>
                <a:cubicBezTo>
                  <a:pt x="10114" y="7152"/>
                  <a:pt x="10649" y="6963"/>
                  <a:pt x="11059" y="6648"/>
                </a:cubicBezTo>
                <a:cubicBezTo>
                  <a:pt x="11217" y="6931"/>
                  <a:pt x="11311" y="7215"/>
                  <a:pt x="11311" y="7530"/>
                </a:cubicBezTo>
                <a:cubicBezTo>
                  <a:pt x="11374" y="8381"/>
                  <a:pt x="10586" y="9168"/>
                  <a:pt x="9610" y="9168"/>
                </a:cubicBezTo>
                <a:cubicBezTo>
                  <a:pt x="9137" y="9168"/>
                  <a:pt x="8696" y="8979"/>
                  <a:pt x="8350" y="8664"/>
                </a:cubicBezTo>
                <a:cubicBezTo>
                  <a:pt x="8287" y="8601"/>
                  <a:pt x="8200" y="8570"/>
                  <a:pt x="8109" y="8570"/>
                </a:cubicBezTo>
                <a:cubicBezTo>
                  <a:pt x="8019" y="8570"/>
                  <a:pt x="7924" y="8601"/>
                  <a:pt x="7845" y="8664"/>
                </a:cubicBezTo>
                <a:cubicBezTo>
                  <a:pt x="7719" y="8790"/>
                  <a:pt x="7719" y="9011"/>
                  <a:pt x="7845" y="9168"/>
                </a:cubicBezTo>
                <a:cubicBezTo>
                  <a:pt x="8224" y="9578"/>
                  <a:pt x="8696" y="9798"/>
                  <a:pt x="9232" y="9893"/>
                </a:cubicBezTo>
                <a:lnTo>
                  <a:pt x="9232" y="9924"/>
                </a:lnTo>
                <a:cubicBezTo>
                  <a:pt x="9232" y="10712"/>
                  <a:pt x="8602" y="11342"/>
                  <a:pt x="7814" y="11342"/>
                </a:cubicBezTo>
                <a:cubicBezTo>
                  <a:pt x="7026" y="11342"/>
                  <a:pt x="6396" y="10680"/>
                  <a:pt x="6396" y="9924"/>
                </a:cubicBezTo>
                <a:lnTo>
                  <a:pt x="6396" y="2206"/>
                </a:lnTo>
                <a:cubicBezTo>
                  <a:pt x="6396" y="1418"/>
                  <a:pt x="7058" y="788"/>
                  <a:pt x="7814" y="788"/>
                </a:cubicBezTo>
                <a:close/>
                <a:moveTo>
                  <a:pt x="4254" y="0"/>
                </a:moveTo>
                <a:cubicBezTo>
                  <a:pt x="3088" y="0"/>
                  <a:pt x="2143" y="977"/>
                  <a:pt x="2143" y="2111"/>
                </a:cubicBezTo>
                <a:lnTo>
                  <a:pt x="2143" y="2174"/>
                </a:lnTo>
                <a:cubicBezTo>
                  <a:pt x="946" y="2332"/>
                  <a:pt x="1" y="3340"/>
                  <a:pt x="1" y="4600"/>
                </a:cubicBezTo>
                <a:cubicBezTo>
                  <a:pt x="1" y="5104"/>
                  <a:pt x="158" y="5640"/>
                  <a:pt x="442" y="6018"/>
                </a:cubicBezTo>
                <a:cubicBezTo>
                  <a:pt x="158" y="6427"/>
                  <a:pt x="1" y="6931"/>
                  <a:pt x="1" y="7435"/>
                </a:cubicBezTo>
                <a:cubicBezTo>
                  <a:pt x="1" y="8696"/>
                  <a:pt x="946" y="9735"/>
                  <a:pt x="2143" y="9861"/>
                </a:cubicBezTo>
                <a:lnTo>
                  <a:pt x="2143" y="9924"/>
                </a:lnTo>
                <a:cubicBezTo>
                  <a:pt x="2143" y="11090"/>
                  <a:pt x="3088" y="12035"/>
                  <a:pt x="4254" y="12035"/>
                </a:cubicBezTo>
                <a:cubicBezTo>
                  <a:pt x="5010" y="12035"/>
                  <a:pt x="5640" y="11657"/>
                  <a:pt x="6050" y="11058"/>
                </a:cubicBezTo>
                <a:cubicBezTo>
                  <a:pt x="6428" y="11657"/>
                  <a:pt x="7089" y="12035"/>
                  <a:pt x="7814" y="12035"/>
                </a:cubicBezTo>
                <a:cubicBezTo>
                  <a:pt x="8980" y="12035"/>
                  <a:pt x="9925" y="11058"/>
                  <a:pt x="9925" y="9924"/>
                </a:cubicBezTo>
                <a:lnTo>
                  <a:pt x="9925" y="9861"/>
                </a:lnTo>
                <a:cubicBezTo>
                  <a:pt x="11122" y="9704"/>
                  <a:pt x="12067" y="8696"/>
                  <a:pt x="12067" y="7435"/>
                </a:cubicBezTo>
                <a:cubicBezTo>
                  <a:pt x="12067" y="6931"/>
                  <a:pt x="11910" y="6459"/>
                  <a:pt x="11626" y="6018"/>
                </a:cubicBezTo>
                <a:cubicBezTo>
                  <a:pt x="11910" y="5577"/>
                  <a:pt x="12067" y="5104"/>
                  <a:pt x="12067" y="4600"/>
                </a:cubicBezTo>
                <a:cubicBezTo>
                  <a:pt x="12067" y="3371"/>
                  <a:pt x="11154" y="2363"/>
                  <a:pt x="9925" y="2174"/>
                </a:cubicBezTo>
                <a:lnTo>
                  <a:pt x="9925" y="2111"/>
                </a:lnTo>
                <a:cubicBezTo>
                  <a:pt x="9925" y="945"/>
                  <a:pt x="8980" y="0"/>
                  <a:pt x="7814" y="0"/>
                </a:cubicBezTo>
                <a:cubicBezTo>
                  <a:pt x="7089" y="0"/>
                  <a:pt x="6428" y="378"/>
                  <a:pt x="6050" y="977"/>
                </a:cubicBezTo>
                <a:cubicBezTo>
                  <a:pt x="5640" y="378"/>
                  <a:pt x="4979" y="0"/>
                  <a:pt x="4254"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44" name="Google Shape;8115;p67">
            <a:extLst>
              <a:ext uri="{FF2B5EF4-FFF2-40B4-BE49-F238E27FC236}">
                <a16:creationId xmlns:a16="http://schemas.microsoft.com/office/drawing/2014/main" id="{783D5733-473B-C983-B120-D13327B3310E}"/>
              </a:ext>
            </a:extLst>
          </p:cNvPr>
          <p:cNvGrpSpPr/>
          <p:nvPr/>
        </p:nvGrpSpPr>
        <p:grpSpPr>
          <a:xfrm>
            <a:off x="18998236" y="5245381"/>
            <a:ext cx="918727" cy="918649"/>
            <a:chOff x="-44914800" y="2342000"/>
            <a:chExt cx="300900" cy="300875"/>
          </a:xfrm>
          <a:solidFill>
            <a:srgbClr val="555559"/>
          </a:solidFill>
        </p:grpSpPr>
        <p:sp>
          <p:nvSpPr>
            <p:cNvPr id="1402" name="Google Shape;8116;p67">
              <a:extLst>
                <a:ext uri="{FF2B5EF4-FFF2-40B4-BE49-F238E27FC236}">
                  <a16:creationId xmlns:a16="http://schemas.microsoft.com/office/drawing/2014/main" id="{E2345ACF-3FC2-616D-4FE2-559520647F2E}"/>
                </a:ext>
              </a:extLst>
            </p:cNvPr>
            <p:cNvSpPr/>
            <p:nvPr/>
          </p:nvSpPr>
          <p:spPr>
            <a:xfrm>
              <a:off x="-44914800" y="2342000"/>
              <a:ext cx="300900" cy="300875"/>
            </a:xfrm>
            <a:custGeom>
              <a:avLst/>
              <a:gdLst/>
              <a:ahLst/>
              <a:cxnLst/>
              <a:rect l="l" t="t" r="r" b="b"/>
              <a:pathLst>
                <a:path w="12036" h="12035" extrusionOk="0">
                  <a:moveTo>
                    <a:pt x="1450" y="725"/>
                  </a:moveTo>
                  <a:lnTo>
                    <a:pt x="1450" y="1418"/>
                  </a:lnTo>
                  <a:lnTo>
                    <a:pt x="725" y="1418"/>
                  </a:lnTo>
                  <a:lnTo>
                    <a:pt x="725" y="725"/>
                  </a:lnTo>
                  <a:close/>
                  <a:moveTo>
                    <a:pt x="11311" y="725"/>
                  </a:moveTo>
                  <a:lnTo>
                    <a:pt x="11311" y="1418"/>
                  </a:lnTo>
                  <a:lnTo>
                    <a:pt x="10618" y="1418"/>
                  </a:lnTo>
                  <a:lnTo>
                    <a:pt x="10618" y="725"/>
                  </a:lnTo>
                  <a:close/>
                  <a:moveTo>
                    <a:pt x="9893" y="1418"/>
                  </a:moveTo>
                  <a:lnTo>
                    <a:pt x="9893" y="1796"/>
                  </a:lnTo>
                  <a:cubicBezTo>
                    <a:pt x="9893" y="1985"/>
                    <a:pt x="10051" y="2142"/>
                    <a:pt x="10240" y="2142"/>
                  </a:cubicBezTo>
                  <a:lnTo>
                    <a:pt x="10618" y="2142"/>
                  </a:lnTo>
                  <a:lnTo>
                    <a:pt x="10618" y="9893"/>
                  </a:lnTo>
                  <a:lnTo>
                    <a:pt x="10240" y="9893"/>
                  </a:lnTo>
                  <a:cubicBezTo>
                    <a:pt x="10051" y="9893"/>
                    <a:pt x="9893" y="10050"/>
                    <a:pt x="9893" y="10239"/>
                  </a:cubicBezTo>
                  <a:lnTo>
                    <a:pt x="9893" y="10617"/>
                  </a:lnTo>
                  <a:lnTo>
                    <a:pt x="2143" y="10617"/>
                  </a:lnTo>
                  <a:lnTo>
                    <a:pt x="2143" y="10239"/>
                  </a:lnTo>
                  <a:cubicBezTo>
                    <a:pt x="2143" y="10050"/>
                    <a:pt x="1985" y="9893"/>
                    <a:pt x="1796" y="9893"/>
                  </a:cubicBezTo>
                  <a:lnTo>
                    <a:pt x="1450" y="9893"/>
                  </a:lnTo>
                  <a:lnTo>
                    <a:pt x="1450" y="2142"/>
                  </a:lnTo>
                  <a:lnTo>
                    <a:pt x="1796" y="2142"/>
                  </a:lnTo>
                  <a:cubicBezTo>
                    <a:pt x="1985" y="2142"/>
                    <a:pt x="2143" y="1985"/>
                    <a:pt x="2143" y="1796"/>
                  </a:cubicBezTo>
                  <a:lnTo>
                    <a:pt x="2143" y="1418"/>
                  </a:lnTo>
                  <a:close/>
                  <a:moveTo>
                    <a:pt x="1418" y="10617"/>
                  </a:moveTo>
                  <a:lnTo>
                    <a:pt x="1418" y="11310"/>
                  </a:lnTo>
                  <a:lnTo>
                    <a:pt x="725" y="11310"/>
                  </a:lnTo>
                  <a:lnTo>
                    <a:pt x="725" y="10617"/>
                  </a:lnTo>
                  <a:close/>
                  <a:moveTo>
                    <a:pt x="11311" y="10617"/>
                  </a:moveTo>
                  <a:lnTo>
                    <a:pt x="11311" y="11310"/>
                  </a:lnTo>
                  <a:lnTo>
                    <a:pt x="10618" y="11310"/>
                  </a:lnTo>
                  <a:lnTo>
                    <a:pt x="10618" y="10617"/>
                  </a:lnTo>
                  <a:close/>
                  <a:moveTo>
                    <a:pt x="379" y="0"/>
                  </a:moveTo>
                  <a:cubicBezTo>
                    <a:pt x="158" y="0"/>
                    <a:pt x="1" y="158"/>
                    <a:pt x="1" y="378"/>
                  </a:cubicBezTo>
                  <a:lnTo>
                    <a:pt x="1" y="1764"/>
                  </a:lnTo>
                  <a:cubicBezTo>
                    <a:pt x="1" y="1985"/>
                    <a:pt x="158" y="2142"/>
                    <a:pt x="379" y="2142"/>
                  </a:cubicBezTo>
                  <a:lnTo>
                    <a:pt x="725" y="2142"/>
                  </a:lnTo>
                  <a:lnTo>
                    <a:pt x="725" y="9893"/>
                  </a:lnTo>
                  <a:lnTo>
                    <a:pt x="379" y="9893"/>
                  </a:lnTo>
                  <a:cubicBezTo>
                    <a:pt x="158" y="9893"/>
                    <a:pt x="1" y="10050"/>
                    <a:pt x="1" y="10239"/>
                  </a:cubicBezTo>
                  <a:lnTo>
                    <a:pt x="1" y="11657"/>
                  </a:lnTo>
                  <a:cubicBezTo>
                    <a:pt x="1" y="11877"/>
                    <a:pt x="158" y="12035"/>
                    <a:pt x="379" y="12035"/>
                  </a:cubicBezTo>
                  <a:lnTo>
                    <a:pt x="1796" y="12035"/>
                  </a:lnTo>
                  <a:cubicBezTo>
                    <a:pt x="1985" y="12035"/>
                    <a:pt x="2143" y="11877"/>
                    <a:pt x="2143" y="11657"/>
                  </a:cubicBezTo>
                  <a:lnTo>
                    <a:pt x="2143" y="11310"/>
                  </a:lnTo>
                  <a:lnTo>
                    <a:pt x="9893" y="11310"/>
                  </a:lnTo>
                  <a:lnTo>
                    <a:pt x="9893" y="11657"/>
                  </a:lnTo>
                  <a:cubicBezTo>
                    <a:pt x="9893" y="11877"/>
                    <a:pt x="10051" y="12035"/>
                    <a:pt x="10240" y="12035"/>
                  </a:cubicBezTo>
                  <a:lnTo>
                    <a:pt x="11657" y="12035"/>
                  </a:lnTo>
                  <a:cubicBezTo>
                    <a:pt x="11878" y="12035"/>
                    <a:pt x="12036" y="11877"/>
                    <a:pt x="12036" y="11657"/>
                  </a:cubicBezTo>
                  <a:lnTo>
                    <a:pt x="12036" y="10239"/>
                  </a:lnTo>
                  <a:cubicBezTo>
                    <a:pt x="12036" y="10050"/>
                    <a:pt x="11878" y="9893"/>
                    <a:pt x="11657" y="9893"/>
                  </a:cubicBezTo>
                  <a:lnTo>
                    <a:pt x="11311" y="9893"/>
                  </a:lnTo>
                  <a:lnTo>
                    <a:pt x="11311" y="2142"/>
                  </a:lnTo>
                  <a:lnTo>
                    <a:pt x="11657" y="2142"/>
                  </a:lnTo>
                  <a:cubicBezTo>
                    <a:pt x="11878" y="2142"/>
                    <a:pt x="12036" y="1985"/>
                    <a:pt x="12036" y="1764"/>
                  </a:cubicBezTo>
                  <a:lnTo>
                    <a:pt x="12036" y="378"/>
                  </a:lnTo>
                  <a:cubicBezTo>
                    <a:pt x="12036" y="158"/>
                    <a:pt x="11878" y="0"/>
                    <a:pt x="11657" y="0"/>
                  </a:cubicBezTo>
                  <a:lnTo>
                    <a:pt x="10240" y="0"/>
                  </a:lnTo>
                  <a:cubicBezTo>
                    <a:pt x="10051" y="0"/>
                    <a:pt x="9893" y="158"/>
                    <a:pt x="9893" y="378"/>
                  </a:cubicBezTo>
                  <a:lnTo>
                    <a:pt x="9893" y="725"/>
                  </a:lnTo>
                  <a:lnTo>
                    <a:pt x="2143" y="725"/>
                  </a:lnTo>
                  <a:lnTo>
                    <a:pt x="2143" y="378"/>
                  </a:lnTo>
                  <a:cubicBezTo>
                    <a:pt x="2143" y="158"/>
                    <a:pt x="1985" y="0"/>
                    <a:pt x="179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8117;p67">
              <a:extLst>
                <a:ext uri="{FF2B5EF4-FFF2-40B4-BE49-F238E27FC236}">
                  <a16:creationId xmlns:a16="http://schemas.microsoft.com/office/drawing/2014/main" id="{B8413203-3D9E-C1B2-D4DD-A006F147D6D0}"/>
                </a:ext>
              </a:extLst>
            </p:cNvPr>
            <p:cNvSpPr/>
            <p:nvPr/>
          </p:nvSpPr>
          <p:spPr>
            <a:xfrm>
              <a:off x="-44860450" y="2412875"/>
              <a:ext cx="193000" cy="159125"/>
            </a:xfrm>
            <a:custGeom>
              <a:avLst/>
              <a:gdLst/>
              <a:ahLst/>
              <a:cxnLst/>
              <a:rect l="l" t="t" r="r" b="b"/>
              <a:pathLst>
                <a:path w="7720" h="6365" extrusionOk="0">
                  <a:moveTo>
                    <a:pt x="7026" y="694"/>
                  </a:moveTo>
                  <a:lnTo>
                    <a:pt x="7026" y="725"/>
                  </a:lnTo>
                  <a:lnTo>
                    <a:pt x="7026" y="5136"/>
                  </a:lnTo>
                  <a:lnTo>
                    <a:pt x="5514" y="3624"/>
                  </a:lnTo>
                  <a:cubicBezTo>
                    <a:pt x="5451" y="3561"/>
                    <a:pt x="5356" y="3498"/>
                    <a:pt x="5262" y="3498"/>
                  </a:cubicBezTo>
                  <a:cubicBezTo>
                    <a:pt x="5167" y="3498"/>
                    <a:pt x="5041" y="3561"/>
                    <a:pt x="5010" y="3624"/>
                  </a:cubicBezTo>
                  <a:lnTo>
                    <a:pt x="3907" y="4821"/>
                  </a:lnTo>
                  <a:lnTo>
                    <a:pt x="2678" y="3592"/>
                  </a:lnTo>
                  <a:cubicBezTo>
                    <a:pt x="2615" y="3529"/>
                    <a:pt x="2529" y="3498"/>
                    <a:pt x="2438" y="3498"/>
                  </a:cubicBezTo>
                  <a:cubicBezTo>
                    <a:pt x="2348" y="3498"/>
                    <a:pt x="2253" y="3529"/>
                    <a:pt x="2174" y="3592"/>
                  </a:cubicBezTo>
                  <a:lnTo>
                    <a:pt x="662" y="5104"/>
                  </a:lnTo>
                  <a:lnTo>
                    <a:pt x="662" y="694"/>
                  </a:lnTo>
                  <a:close/>
                  <a:moveTo>
                    <a:pt x="2458" y="4380"/>
                  </a:moveTo>
                  <a:lnTo>
                    <a:pt x="3718" y="5640"/>
                  </a:lnTo>
                  <a:lnTo>
                    <a:pt x="1198" y="5640"/>
                  </a:lnTo>
                  <a:lnTo>
                    <a:pt x="2458" y="4380"/>
                  </a:lnTo>
                  <a:close/>
                  <a:moveTo>
                    <a:pt x="5293" y="4411"/>
                  </a:moveTo>
                  <a:lnTo>
                    <a:pt x="6554" y="5671"/>
                  </a:lnTo>
                  <a:lnTo>
                    <a:pt x="4695" y="5671"/>
                  </a:lnTo>
                  <a:lnTo>
                    <a:pt x="4695" y="5640"/>
                  </a:lnTo>
                  <a:lnTo>
                    <a:pt x="4411" y="5356"/>
                  </a:lnTo>
                  <a:lnTo>
                    <a:pt x="5293" y="4411"/>
                  </a:lnTo>
                  <a:close/>
                  <a:moveTo>
                    <a:pt x="347" y="1"/>
                  </a:moveTo>
                  <a:cubicBezTo>
                    <a:pt x="158" y="1"/>
                    <a:pt x="0" y="158"/>
                    <a:pt x="0" y="379"/>
                  </a:cubicBezTo>
                  <a:lnTo>
                    <a:pt x="0" y="5986"/>
                  </a:lnTo>
                  <a:cubicBezTo>
                    <a:pt x="0" y="6207"/>
                    <a:pt x="158" y="6365"/>
                    <a:pt x="347" y="6365"/>
                  </a:cubicBezTo>
                  <a:lnTo>
                    <a:pt x="7373" y="6365"/>
                  </a:lnTo>
                  <a:cubicBezTo>
                    <a:pt x="7562" y="6365"/>
                    <a:pt x="7719" y="6207"/>
                    <a:pt x="7719" y="5986"/>
                  </a:cubicBezTo>
                  <a:lnTo>
                    <a:pt x="7719" y="379"/>
                  </a:lnTo>
                  <a:cubicBezTo>
                    <a:pt x="7719" y="158"/>
                    <a:pt x="7562" y="1"/>
                    <a:pt x="737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8118;p67">
              <a:extLst>
                <a:ext uri="{FF2B5EF4-FFF2-40B4-BE49-F238E27FC236}">
                  <a16:creationId xmlns:a16="http://schemas.microsoft.com/office/drawing/2014/main" id="{20B80542-D98B-90A7-4DE9-39CA60366BB4}"/>
                </a:ext>
              </a:extLst>
            </p:cNvPr>
            <p:cNvSpPr/>
            <p:nvPr/>
          </p:nvSpPr>
          <p:spPr>
            <a:xfrm>
              <a:off x="-44791150" y="2439650"/>
              <a:ext cx="52800" cy="53600"/>
            </a:xfrm>
            <a:custGeom>
              <a:avLst/>
              <a:gdLst/>
              <a:ahLst/>
              <a:cxnLst/>
              <a:rect l="l" t="t" r="r" b="b"/>
              <a:pathLst>
                <a:path w="2112" h="2144" extrusionOk="0">
                  <a:moveTo>
                    <a:pt x="1041" y="725"/>
                  </a:moveTo>
                  <a:cubicBezTo>
                    <a:pt x="1261" y="725"/>
                    <a:pt x="1419" y="883"/>
                    <a:pt x="1419" y="1072"/>
                  </a:cubicBezTo>
                  <a:cubicBezTo>
                    <a:pt x="1419" y="1261"/>
                    <a:pt x="1261" y="1418"/>
                    <a:pt x="1041" y="1418"/>
                  </a:cubicBezTo>
                  <a:cubicBezTo>
                    <a:pt x="852" y="1418"/>
                    <a:pt x="694" y="1261"/>
                    <a:pt x="694" y="1072"/>
                  </a:cubicBezTo>
                  <a:cubicBezTo>
                    <a:pt x="694" y="883"/>
                    <a:pt x="852" y="725"/>
                    <a:pt x="1041" y="725"/>
                  </a:cubicBezTo>
                  <a:close/>
                  <a:moveTo>
                    <a:pt x="1041" y="1"/>
                  </a:moveTo>
                  <a:cubicBezTo>
                    <a:pt x="473" y="1"/>
                    <a:pt x="1" y="473"/>
                    <a:pt x="1" y="1072"/>
                  </a:cubicBezTo>
                  <a:cubicBezTo>
                    <a:pt x="32" y="1670"/>
                    <a:pt x="505" y="2143"/>
                    <a:pt x="1041" y="2143"/>
                  </a:cubicBezTo>
                  <a:cubicBezTo>
                    <a:pt x="1639" y="2143"/>
                    <a:pt x="2112" y="1670"/>
                    <a:pt x="2112" y="1072"/>
                  </a:cubicBezTo>
                  <a:cubicBezTo>
                    <a:pt x="2112" y="473"/>
                    <a:pt x="1639" y="1"/>
                    <a:pt x="104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45" name="Google Shape;8119;p67">
            <a:extLst>
              <a:ext uri="{FF2B5EF4-FFF2-40B4-BE49-F238E27FC236}">
                <a16:creationId xmlns:a16="http://schemas.microsoft.com/office/drawing/2014/main" id="{0B661DF0-9697-9475-68E5-793C90DC1C16}"/>
              </a:ext>
            </a:extLst>
          </p:cNvPr>
          <p:cNvSpPr/>
          <p:nvPr/>
        </p:nvSpPr>
        <p:spPr>
          <a:xfrm>
            <a:off x="4198566" y="4040906"/>
            <a:ext cx="913919" cy="912696"/>
          </a:xfrm>
          <a:custGeom>
            <a:avLst/>
            <a:gdLst/>
            <a:ahLst/>
            <a:cxnLst/>
            <a:rect l="l" t="t" r="r" b="b"/>
            <a:pathLst>
              <a:path w="11973" h="11957" extrusionOk="0">
                <a:moveTo>
                  <a:pt x="5986" y="748"/>
                </a:moveTo>
                <a:lnTo>
                  <a:pt x="8003" y="1756"/>
                </a:lnTo>
                <a:lnTo>
                  <a:pt x="5986" y="2796"/>
                </a:lnTo>
                <a:lnTo>
                  <a:pt x="4002" y="1756"/>
                </a:lnTo>
                <a:lnTo>
                  <a:pt x="5986" y="748"/>
                </a:lnTo>
                <a:close/>
                <a:moveTo>
                  <a:pt x="3561" y="2324"/>
                </a:moveTo>
                <a:lnTo>
                  <a:pt x="5671" y="3395"/>
                </a:lnTo>
                <a:lnTo>
                  <a:pt x="5671" y="6136"/>
                </a:lnTo>
                <a:lnTo>
                  <a:pt x="3561" y="5064"/>
                </a:lnTo>
                <a:lnTo>
                  <a:pt x="3561" y="2324"/>
                </a:lnTo>
                <a:close/>
                <a:moveTo>
                  <a:pt x="8475" y="2324"/>
                </a:moveTo>
                <a:lnTo>
                  <a:pt x="8475" y="5064"/>
                </a:lnTo>
                <a:lnTo>
                  <a:pt x="6364" y="6136"/>
                </a:lnTo>
                <a:lnTo>
                  <a:pt x="6364" y="3395"/>
                </a:lnTo>
                <a:lnTo>
                  <a:pt x="8475" y="2324"/>
                </a:lnTo>
                <a:close/>
                <a:moveTo>
                  <a:pt x="3214" y="5663"/>
                </a:moveTo>
                <a:lnTo>
                  <a:pt x="5230" y="6703"/>
                </a:lnTo>
                <a:lnTo>
                  <a:pt x="3214" y="7711"/>
                </a:lnTo>
                <a:lnTo>
                  <a:pt x="1166" y="6703"/>
                </a:lnTo>
                <a:lnTo>
                  <a:pt x="3214" y="5663"/>
                </a:lnTo>
                <a:close/>
                <a:moveTo>
                  <a:pt x="8822" y="5663"/>
                </a:moveTo>
                <a:lnTo>
                  <a:pt x="10870" y="6703"/>
                </a:lnTo>
                <a:lnTo>
                  <a:pt x="8822" y="7711"/>
                </a:lnTo>
                <a:lnTo>
                  <a:pt x="6837" y="6703"/>
                </a:lnTo>
                <a:lnTo>
                  <a:pt x="8822" y="5663"/>
                </a:lnTo>
                <a:close/>
                <a:moveTo>
                  <a:pt x="5671" y="7238"/>
                </a:moveTo>
                <a:lnTo>
                  <a:pt x="5671" y="9948"/>
                </a:lnTo>
                <a:lnTo>
                  <a:pt x="3561" y="11019"/>
                </a:lnTo>
                <a:lnTo>
                  <a:pt x="3561" y="8309"/>
                </a:lnTo>
                <a:lnTo>
                  <a:pt x="5671" y="7238"/>
                </a:lnTo>
                <a:close/>
                <a:moveTo>
                  <a:pt x="11311" y="7238"/>
                </a:moveTo>
                <a:lnTo>
                  <a:pt x="11311" y="10011"/>
                </a:lnTo>
                <a:lnTo>
                  <a:pt x="9200" y="11050"/>
                </a:lnTo>
                <a:lnTo>
                  <a:pt x="9200" y="8309"/>
                </a:lnTo>
                <a:lnTo>
                  <a:pt x="11311" y="7238"/>
                </a:lnTo>
                <a:close/>
                <a:moveTo>
                  <a:pt x="725" y="7270"/>
                </a:moveTo>
                <a:lnTo>
                  <a:pt x="2836" y="8341"/>
                </a:lnTo>
                <a:lnTo>
                  <a:pt x="2836" y="11082"/>
                </a:lnTo>
                <a:lnTo>
                  <a:pt x="725" y="10042"/>
                </a:lnTo>
                <a:lnTo>
                  <a:pt x="725" y="7270"/>
                </a:lnTo>
                <a:close/>
                <a:moveTo>
                  <a:pt x="6364" y="7270"/>
                </a:moveTo>
                <a:lnTo>
                  <a:pt x="8475" y="8341"/>
                </a:lnTo>
                <a:lnTo>
                  <a:pt x="8475" y="11082"/>
                </a:lnTo>
                <a:lnTo>
                  <a:pt x="6364" y="10042"/>
                </a:lnTo>
                <a:lnTo>
                  <a:pt x="6364" y="7270"/>
                </a:lnTo>
                <a:close/>
                <a:moveTo>
                  <a:pt x="5998" y="0"/>
                </a:moveTo>
                <a:cubicBezTo>
                  <a:pt x="5947" y="0"/>
                  <a:pt x="5892" y="8"/>
                  <a:pt x="5829" y="24"/>
                </a:cubicBezTo>
                <a:lnTo>
                  <a:pt x="3056" y="1441"/>
                </a:lnTo>
                <a:cubicBezTo>
                  <a:pt x="2930" y="1536"/>
                  <a:pt x="2836" y="1662"/>
                  <a:pt x="2836" y="1756"/>
                </a:cubicBezTo>
                <a:lnTo>
                  <a:pt x="2836" y="5064"/>
                </a:lnTo>
                <a:lnTo>
                  <a:pt x="221" y="6388"/>
                </a:lnTo>
                <a:cubicBezTo>
                  <a:pt x="95" y="6451"/>
                  <a:pt x="0" y="6577"/>
                  <a:pt x="0" y="6703"/>
                </a:cubicBezTo>
                <a:lnTo>
                  <a:pt x="0" y="10200"/>
                </a:lnTo>
                <a:cubicBezTo>
                  <a:pt x="0" y="10326"/>
                  <a:pt x="95" y="10420"/>
                  <a:pt x="221" y="10515"/>
                </a:cubicBezTo>
                <a:lnTo>
                  <a:pt x="3056" y="11933"/>
                </a:lnTo>
                <a:cubicBezTo>
                  <a:pt x="3088" y="11948"/>
                  <a:pt x="3135" y="11956"/>
                  <a:pt x="3190" y="11956"/>
                </a:cubicBezTo>
                <a:cubicBezTo>
                  <a:pt x="3245" y="11956"/>
                  <a:pt x="3308" y="11948"/>
                  <a:pt x="3371" y="11933"/>
                </a:cubicBezTo>
                <a:lnTo>
                  <a:pt x="5986" y="10578"/>
                </a:lnTo>
                <a:lnTo>
                  <a:pt x="8633" y="11933"/>
                </a:lnTo>
                <a:cubicBezTo>
                  <a:pt x="8680" y="11948"/>
                  <a:pt x="8727" y="11956"/>
                  <a:pt x="8779" y="11956"/>
                </a:cubicBezTo>
                <a:cubicBezTo>
                  <a:pt x="8830" y="11956"/>
                  <a:pt x="8885" y="11948"/>
                  <a:pt x="8948" y="11933"/>
                </a:cubicBezTo>
                <a:lnTo>
                  <a:pt x="11783" y="10515"/>
                </a:lnTo>
                <a:cubicBezTo>
                  <a:pt x="11909" y="10420"/>
                  <a:pt x="11972" y="10326"/>
                  <a:pt x="11972" y="10200"/>
                </a:cubicBezTo>
                <a:lnTo>
                  <a:pt x="11972" y="6703"/>
                </a:lnTo>
                <a:cubicBezTo>
                  <a:pt x="11972" y="6577"/>
                  <a:pt x="11941" y="6451"/>
                  <a:pt x="11783" y="6388"/>
                </a:cubicBezTo>
                <a:lnTo>
                  <a:pt x="9137" y="5064"/>
                </a:lnTo>
                <a:lnTo>
                  <a:pt x="9137" y="1756"/>
                </a:lnTo>
                <a:cubicBezTo>
                  <a:pt x="9137" y="1662"/>
                  <a:pt x="9074" y="1536"/>
                  <a:pt x="8948" y="1441"/>
                </a:cubicBezTo>
                <a:lnTo>
                  <a:pt x="6144" y="24"/>
                </a:lnTo>
                <a:cubicBezTo>
                  <a:pt x="6097" y="8"/>
                  <a:pt x="6049" y="0"/>
                  <a:pt x="5998"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46" name="Google Shape;8120;p67">
            <a:extLst>
              <a:ext uri="{FF2B5EF4-FFF2-40B4-BE49-F238E27FC236}">
                <a16:creationId xmlns:a16="http://schemas.microsoft.com/office/drawing/2014/main" id="{176F9EA0-353F-05E9-3F0F-CEE0008920B0}"/>
              </a:ext>
            </a:extLst>
          </p:cNvPr>
          <p:cNvGrpSpPr/>
          <p:nvPr/>
        </p:nvGrpSpPr>
        <p:grpSpPr>
          <a:xfrm>
            <a:off x="4189708" y="5167982"/>
            <a:ext cx="918727" cy="914300"/>
            <a:chOff x="-49786250" y="2316650"/>
            <a:chExt cx="300900" cy="299450"/>
          </a:xfrm>
          <a:solidFill>
            <a:srgbClr val="555559"/>
          </a:solidFill>
        </p:grpSpPr>
        <p:sp>
          <p:nvSpPr>
            <p:cNvPr id="1395" name="Google Shape;8121;p67">
              <a:extLst>
                <a:ext uri="{FF2B5EF4-FFF2-40B4-BE49-F238E27FC236}">
                  <a16:creationId xmlns:a16="http://schemas.microsoft.com/office/drawing/2014/main" id="{570BD790-9370-FC8F-8C76-4EAC2FBC399C}"/>
                </a:ext>
              </a:extLst>
            </p:cNvPr>
            <p:cNvSpPr/>
            <p:nvPr/>
          </p:nvSpPr>
          <p:spPr>
            <a:xfrm>
              <a:off x="-49746875" y="2316650"/>
              <a:ext cx="217400" cy="299450"/>
            </a:xfrm>
            <a:custGeom>
              <a:avLst/>
              <a:gdLst/>
              <a:ahLst/>
              <a:cxnLst/>
              <a:rect l="l" t="t" r="r" b="b"/>
              <a:pathLst>
                <a:path w="8696" h="11978" extrusionOk="0">
                  <a:moveTo>
                    <a:pt x="4411" y="3944"/>
                  </a:moveTo>
                  <a:lnTo>
                    <a:pt x="5010" y="5110"/>
                  </a:lnTo>
                  <a:cubicBezTo>
                    <a:pt x="4837" y="5188"/>
                    <a:pt x="4640" y="5228"/>
                    <a:pt x="4439" y="5228"/>
                  </a:cubicBezTo>
                  <a:cubicBezTo>
                    <a:pt x="4238" y="5228"/>
                    <a:pt x="4033" y="5188"/>
                    <a:pt x="3844" y="5110"/>
                  </a:cubicBezTo>
                  <a:lnTo>
                    <a:pt x="4411" y="3944"/>
                  </a:lnTo>
                  <a:close/>
                  <a:moveTo>
                    <a:pt x="5136" y="5834"/>
                  </a:moveTo>
                  <a:lnTo>
                    <a:pt x="5136" y="8418"/>
                  </a:lnTo>
                  <a:lnTo>
                    <a:pt x="3718" y="8418"/>
                  </a:lnTo>
                  <a:lnTo>
                    <a:pt x="3718" y="5834"/>
                  </a:lnTo>
                  <a:cubicBezTo>
                    <a:pt x="3939" y="5897"/>
                    <a:pt x="4191" y="5960"/>
                    <a:pt x="4411" y="5960"/>
                  </a:cubicBezTo>
                  <a:cubicBezTo>
                    <a:pt x="4663" y="5960"/>
                    <a:pt x="4884" y="5897"/>
                    <a:pt x="5136" y="5834"/>
                  </a:cubicBezTo>
                  <a:close/>
                  <a:moveTo>
                    <a:pt x="4390" y="657"/>
                  </a:moveTo>
                  <a:cubicBezTo>
                    <a:pt x="5196" y="657"/>
                    <a:pt x="5982" y="942"/>
                    <a:pt x="6617" y="1455"/>
                  </a:cubicBezTo>
                  <a:cubicBezTo>
                    <a:pt x="7467" y="2117"/>
                    <a:pt x="7940" y="3156"/>
                    <a:pt x="7940" y="4196"/>
                  </a:cubicBezTo>
                  <a:cubicBezTo>
                    <a:pt x="7940" y="5078"/>
                    <a:pt x="7625" y="5897"/>
                    <a:pt x="7058" y="6527"/>
                  </a:cubicBezTo>
                  <a:cubicBezTo>
                    <a:pt x="6585" y="7095"/>
                    <a:pt x="6270" y="7756"/>
                    <a:pt x="6207" y="8418"/>
                  </a:cubicBezTo>
                  <a:lnTo>
                    <a:pt x="5829" y="8418"/>
                  </a:lnTo>
                  <a:lnTo>
                    <a:pt x="5829" y="5267"/>
                  </a:lnTo>
                  <a:cubicBezTo>
                    <a:pt x="5829" y="5236"/>
                    <a:pt x="5829" y="5141"/>
                    <a:pt x="5798" y="5110"/>
                  </a:cubicBezTo>
                  <a:lnTo>
                    <a:pt x="4726" y="2999"/>
                  </a:lnTo>
                  <a:cubicBezTo>
                    <a:pt x="4663" y="2873"/>
                    <a:pt x="4537" y="2778"/>
                    <a:pt x="4411" y="2778"/>
                  </a:cubicBezTo>
                  <a:cubicBezTo>
                    <a:pt x="4317" y="2778"/>
                    <a:pt x="4191" y="2873"/>
                    <a:pt x="4096" y="2999"/>
                  </a:cubicBezTo>
                  <a:lnTo>
                    <a:pt x="3057" y="5110"/>
                  </a:lnTo>
                  <a:cubicBezTo>
                    <a:pt x="2994" y="5141"/>
                    <a:pt x="2994" y="5236"/>
                    <a:pt x="2994" y="5267"/>
                  </a:cubicBezTo>
                  <a:lnTo>
                    <a:pt x="2994" y="8418"/>
                  </a:lnTo>
                  <a:lnTo>
                    <a:pt x="2647" y="8418"/>
                  </a:lnTo>
                  <a:cubicBezTo>
                    <a:pt x="2584" y="7756"/>
                    <a:pt x="2301" y="7095"/>
                    <a:pt x="1796" y="6527"/>
                  </a:cubicBezTo>
                  <a:cubicBezTo>
                    <a:pt x="1040" y="5708"/>
                    <a:pt x="757" y="4574"/>
                    <a:pt x="1009" y="3408"/>
                  </a:cubicBezTo>
                  <a:cubicBezTo>
                    <a:pt x="1261" y="2085"/>
                    <a:pt x="2332" y="1014"/>
                    <a:pt x="3687" y="731"/>
                  </a:cubicBezTo>
                  <a:cubicBezTo>
                    <a:pt x="3921" y="681"/>
                    <a:pt x="4156" y="657"/>
                    <a:pt x="4390" y="657"/>
                  </a:cubicBezTo>
                  <a:close/>
                  <a:moveTo>
                    <a:pt x="6207" y="9142"/>
                  </a:moveTo>
                  <a:lnTo>
                    <a:pt x="6207" y="9489"/>
                  </a:lnTo>
                  <a:cubicBezTo>
                    <a:pt x="6207" y="9678"/>
                    <a:pt x="6050" y="9835"/>
                    <a:pt x="5829" y="9835"/>
                  </a:cubicBezTo>
                  <a:lnTo>
                    <a:pt x="3057" y="9835"/>
                  </a:lnTo>
                  <a:cubicBezTo>
                    <a:pt x="2836" y="9835"/>
                    <a:pt x="2679" y="9678"/>
                    <a:pt x="2679" y="9489"/>
                  </a:cubicBezTo>
                  <a:lnTo>
                    <a:pt x="2679" y="9142"/>
                  </a:lnTo>
                  <a:close/>
                  <a:moveTo>
                    <a:pt x="5483" y="10529"/>
                  </a:moveTo>
                  <a:lnTo>
                    <a:pt x="5483" y="10907"/>
                  </a:lnTo>
                  <a:cubicBezTo>
                    <a:pt x="5483" y="11096"/>
                    <a:pt x="5325" y="11253"/>
                    <a:pt x="5136" y="11253"/>
                  </a:cubicBezTo>
                  <a:lnTo>
                    <a:pt x="3718" y="11253"/>
                  </a:lnTo>
                  <a:cubicBezTo>
                    <a:pt x="3529" y="11253"/>
                    <a:pt x="3372" y="11096"/>
                    <a:pt x="3372" y="10907"/>
                  </a:cubicBezTo>
                  <a:lnTo>
                    <a:pt x="3372" y="10529"/>
                  </a:lnTo>
                  <a:close/>
                  <a:moveTo>
                    <a:pt x="4318" y="0"/>
                  </a:moveTo>
                  <a:cubicBezTo>
                    <a:pt x="4056" y="0"/>
                    <a:pt x="3792" y="23"/>
                    <a:pt x="3529" y="69"/>
                  </a:cubicBezTo>
                  <a:cubicBezTo>
                    <a:pt x="1954" y="384"/>
                    <a:pt x="631" y="1707"/>
                    <a:pt x="284" y="3314"/>
                  </a:cubicBezTo>
                  <a:cubicBezTo>
                    <a:pt x="1" y="4637"/>
                    <a:pt x="379" y="6023"/>
                    <a:pt x="1261" y="7000"/>
                  </a:cubicBezTo>
                  <a:cubicBezTo>
                    <a:pt x="1702" y="7536"/>
                    <a:pt x="1986" y="8166"/>
                    <a:pt x="1986" y="8796"/>
                  </a:cubicBezTo>
                  <a:lnTo>
                    <a:pt x="1986" y="9489"/>
                  </a:lnTo>
                  <a:cubicBezTo>
                    <a:pt x="1986" y="9961"/>
                    <a:pt x="2269" y="10371"/>
                    <a:pt x="2679" y="10466"/>
                  </a:cubicBezTo>
                  <a:lnTo>
                    <a:pt x="2679" y="10907"/>
                  </a:lnTo>
                  <a:cubicBezTo>
                    <a:pt x="2679" y="11505"/>
                    <a:pt x="3151" y="11978"/>
                    <a:pt x="3750" y="11978"/>
                  </a:cubicBezTo>
                  <a:lnTo>
                    <a:pt x="5168" y="11978"/>
                  </a:lnTo>
                  <a:cubicBezTo>
                    <a:pt x="5766" y="11978"/>
                    <a:pt x="6239" y="11505"/>
                    <a:pt x="6239" y="10907"/>
                  </a:cubicBezTo>
                  <a:lnTo>
                    <a:pt x="6239" y="10466"/>
                  </a:lnTo>
                  <a:cubicBezTo>
                    <a:pt x="6617" y="10308"/>
                    <a:pt x="6963" y="9930"/>
                    <a:pt x="6963" y="9489"/>
                  </a:cubicBezTo>
                  <a:lnTo>
                    <a:pt x="6963" y="8796"/>
                  </a:lnTo>
                  <a:cubicBezTo>
                    <a:pt x="6963" y="8166"/>
                    <a:pt x="7184" y="7536"/>
                    <a:pt x="7656" y="6969"/>
                  </a:cubicBezTo>
                  <a:cubicBezTo>
                    <a:pt x="8318" y="6212"/>
                    <a:pt x="8696" y="5236"/>
                    <a:pt x="8696" y="4228"/>
                  </a:cubicBezTo>
                  <a:cubicBezTo>
                    <a:pt x="8633" y="2967"/>
                    <a:pt x="8097" y="1739"/>
                    <a:pt x="7058" y="951"/>
                  </a:cubicBezTo>
                  <a:cubicBezTo>
                    <a:pt x="6285" y="328"/>
                    <a:pt x="5314" y="0"/>
                    <a:pt x="431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8122;p67">
              <a:extLst>
                <a:ext uri="{FF2B5EF4-FFF2-40B4-BE49-F238E27FC236}">
                  <a16:creationId xmlns:a16="http://schemas.microsoft.com/office/drawing/2014/main" id="{62D599C8-B167-2E29-3348-115776BBF758}"/>
                </a:ext>
              </a:extLst>
            </p:cNvPr>
            <p:cNvSpPr/>
            <p:nvPr/>
          </p:nvSpPr>
          <p:spPr>
            <a:xfrm>
              <a:off x="-49786250" y="2422325"/>
              <a:ext cx="36250" cy="17350"/>
            </a:xfrm>
            <a:custGeom>
              <a:avLst/>
              <a:gdLst/>
              <a:ahLst/>
              <a:cxnLst/>
              <a:rect l="l" t="t" r="r" b="b"/>
              <a:pathLst>
                <a:path w="1450" h="694" extrusionOk="0">
                  <a:moveTo>
                    <a:pt x="379" y="1"/>
                  </a:moveTo>
                  <a:cubicBezTo>
                    <a:pt x="158" y="1"/>
                    <a:pt x="0" y="158"/>
                    <a:pt x="0" y="347"/>
                  </a:cubicBezTo>
                  <a:cubicBezTo>
                    <a:pt x="0" y="536"/>
                    <a:pt x="158" y="694"/>
                    <a:pt x="379" y="694"/>
                  </a:cubicBezTo>
                  <a:lnTo>
                    <a:pt x="1072" y="694"/>
                  </a:lnTo>
                  <a:cubicBezTo>
                    <a:pt x="1261" y="694"/>
                    <a:pt x="1418" y="536"/>
                    <a:pt x="1418" y="347"/>
                  </a:cubicBezTo>
                  <a:cubicBezTo>
                    <a:pt x="1450" y="127"/>
                    <a:pt x="1261" y="1"/>
                    <a:pt x="107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8123;p67">
              <a:extLst>
                <a:ext uri="{FF2B5EF4-FFF2-40B4-BE49-F238E27FC236}">
                  <a16:creationId xmlns:a16="http://schemas.microsoft.com/office/drawing/2014/main" id="{897C7694-650B-211E-B68F-CC88B9CA3B91}"/>
                </a:ext>
              </a:extLst>
            </p:cNvPr>
            <p:cNvSpPr/>
            <p:nvPr/>
          </p:nvSpPr>
          <p:spPr>
            <a:xfrm>
              <a:off x="-49783900" y="2362475"/>
              <a:ext cx="31550" cy="30150"/>
            </a:xfrm>
            <a:custGeom>
              <a:avLst/>
              <a:gdLst/>
              <a:ahLst/>
              <a:cxnLst/>
              <a:rect l="l" t="t" r="r" b="b"/>
              <a:pathLst>
                <a:path w="1262" h="1206" extrusionOk="0">
                  <a:moveTo>
                    <a:pt x="391" y="0"/>
                  </a:moveTo>
                  <a:cubicBezTo>
                    <a:pt x="300" y="0"/>
                    <a:pt x="206" y="32"/>
                    <a:pt x="127" y="95"/>
                  </a:cubicBezTo>
                  <a:cubicBezTo>
                    <a:pt x="1" y="221"/>
                    <a:pt x="1" y="441"/>
                    <a:pt x="127" y="599"/>
                  </a:cubicBezTo>
                  <a:lnTo>
                    <a:pt x="631" y="1134"/>
                  </a:lnTo>
                  <a:cubicBezTo>
                    <a:pt x="694" y="1182"/>
                    <a:pt x="781" y="1205"/>
                    <a:pt x="871" y="1205"/>
                  </a:cubicBezTo>
                  <a:cubicBezTo>
                    <a:pt x="962" y="1205"/>
                    <a:pt x="1056" y="1182"/>
                    <a:pt x="1135" y="1134"/>
                  </a:cubicBezTo>
                  <a:cubicBezTo>
                    <a:pt x="1261" y="1008"/>
                    <a:pt x="1261" y="756"/>
                    <a:pt x="1135" y="599"/>
                  </a:cubicBezTo>
                  <a:lnTo>
                    <a:pt x="631" y="95"/>
                  </a:lnTo>
                  <a:cubicBezTo>
                    <a:pt x="568" y="32"/>
                    <a:pt x="481" y="0"/>
                    <a:pt x="3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8124;p67">
              <a:extLst>
                <a:ext uri="{FF2B5EF4-FFF2-40B4-BE49-F238E27FC236}">
                  <a16:creationId xmlns:a16="http://schemas.microsoft.com/office/drawing/2014/main" id="{3CC5FCFD-0669-C910-96C5-E61D14E60B9B}"/>
                </a:ext>
              </a:extLst>
            </p:cNvPr>
            <p:cNvSpPr/>
            <p:nvPr/>
          </p:nvSpPr>
          <p:spPr>
            <a:xfrm>
              <a:off x="-49783900" y="2468800"/>
              <a:ext cx="31550" cy="30150"/>
            </a:xfrm>
            <a:custGeom>
              <a:avLst/>
              <a:gdLst/>
              <a:ahLst/>
              <a:cxnLst/>
              <a:rect l="l" t="t" r="r" b="b"/>
              <a:pathLst>
                <a:path w="1262" h="1206" extrusionOk="0">
                  <a:moveTo>
                    <a:pt x="871" y="0"/>
                  </a:moveTo>
                  <a:cubicBezTo>
                    <a:pt x="781" y="0"/>
                    <a:pt x="694" y="32"/>
                    <a:pt x="631" y="95"/>
                  </a:cubicBezTo>
                  <a:lnTo>
                    <a:pt x="127" y="599"/>
                  </a:lnTo>
                  <a:cubicBezTo>
                    <a:pt x="1" y="725"/>
                    <a:pt x="1" y="977"/>
                    <a:pt x="127" y="1135"/>
                  </a:cubicBezTo>
                  <a:cubicBezTo>
                    <a:pt x="174" y="1182"/>
                    <a:pt x="261" y="1205"/>
                    <a:pt x="355" y="1205"/>
                  </a:cubicBezTo>
                  <a:cubicBezTo>
                    <a:pt x="450" y="1205"/>
                    <a:pt x="552" y="1182"/>
                    <a:pt x="631" y="1135"/>
                  </a:cubicBezTo>
                  <a:lnTo>
                    <a:pt x="1135" y="599"/>
                  </a:lnTo>
                  <a:cubicBezTo>
                    <a:pt x="1261" y="504"/>
                    <a:pt x="1261" y="252"/>
                    <a:pt x="1135" y="95"/>
                  </a:cubicBezTo>
                  <a:cubicBezTo>
                    <a:pt x="1056" y="32"/>
                    <a:pt x="962" y="0"/>
                    <a:pt x="87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8125;p67">
              <a:extLst>
                <a:ext uri="{FF2B5EF4-FFF2-40B4-BE49-F238E27FC236}">
                  <a16:creationId xmlns:a16="http://schemas.microsoft.com/office/drawing/2014/main" id="{3E907D23-8515-D6BA-C02E-F81AC6930E0B}"/>
                </a:ext>
              </a:extLst>
            </p:cNvPr>
            <p:cNvSpPr/>
            <p:nvPr/>
          </p:nvSpPr>
          <p:spPr>
            <a:xfrm>
              <a:off x="-49520825" y="2421550"/>
              <a:ext cx="35475" cy="18125"/>
            </a:xfrm>
            <a:custGeom>
              <a:avLst/>
              <a:gdLst/>
              <a:ahLst/>
              <a:cxnLst/>
              <a:rect l="l" t="t" r="r" b="b"/>
              <a:pathLst>
                <a:path w="1419" h="725" extrusionOk="0">
                  <a:moveTo>
                    <a:pt x="347" y="0"/>
                  </a:moveTo>
                  <a:cubicBezTo>
                    <a:pt x="158" y="0"/>
                    <a:pt x="1" y="158"/>
                    <a:pt x="1" y="378"/>
                  </a:cubicBezTo>
                  <a:cubicBezTo>
                    <a:pt x="1" y="567"/>
                    <a:pt x="158" y="725"/>
                    <a:pt x="347" y="725"/>
                  </a:cubicBezTo>
                  <a:lnTo>
                    <a:pt x="1072" y="725"/>
                  </a:lnTo>
                  <a:cubicBezTo>
                    <a:pt x="1261" y="725"/>
                    <a:pt x="1418" y="567"/>
                    <a:pt x="1418" y="378"/>
                  </a:cubicBezTo>
                  <a:cubicBezTo>
                    <a:pt x="1418" y="158"/>
                    <a:pt x="1261" y="0"/>
                    <a:pt x="107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8126;p67">
              <a:extLst>
                <a:ext uri="{FF2B5EF4-FFF2-40B4-BE49-F238E27FC236}">
                  <a16:creationId xmlns:a16="http://schemas.microsoft.com/office/drawing/2014/main" id="{620F3422-9394-3848-F425-49FA39957ADA}"/>
                </a:ext>
              </a:extLst>
            </p:cNvPr>
            <p:cNvSpPr/>
            <p:nvPr/>
          </p:nvSpPr>
          <p:spPr>
            <a:xfrm>
              <a:off x="-49519250" y="2362475"/>
              <a:ext cx="31525" cy="31325"/>
            </a:xfrm>
            <a:custGeom>
              <a:avLst/>
              <a:gdLst/>
              <a:ahLst/>
              <a:cxnLst/>
              <a:rect l="l" t="t" r="r" b="b"/>
              <a:pathLst>
                <a:path w="1261" h="1253" extrusionOk="0">
                  <a:moveTo>
                    <a:pt x="906" y="0"/>
                  </a:moveTo>
                  <a:cubicBezTo>
                    <a:pt x="812" y="0"/>
                    <a:pt x="709" y="32"/>
                    <a:pt x="631" y="95"/>
                  </a:cubicBezTo>
                  <a:lnTo>
                    <a:pt x="127" y="599"/>
                  </a:lnTo>
                  <a:cubicBezTo>
                    <a:pt x="1" y="725"/>
                    <a:pt x="1" y="945"/>
                    <a:pt x="127" y="1134"/>
                  </a:cubicBezTo>
                  <a:cubicBezTo>
                    <a:pt x="190" y="1213"/>
                    <a:pt x="276" y="1253"/>
                    <a:pt x="367" y="1253"/>
                  </a:cubicBezTo>
                  <a:cubicBezTo>
                    <a:pt x="457" y="1253"/>
                    <a:pt x="552" y="1213"/>
                    <a:pt x="631" y="1134"/>
                  </a:cubicBezTo>
                  <a:lnTo>
                    <a:pt x="1135" y="599"/>
                  </a:lnTo>
                  <a:cubicBezTo>
                    <a:pt x="1261" y="473"/>
                    <a:pt x="1261" y="252"/>
                    <a:pt x="1135" y="95"/>
                  </a:cubicBezTo>
                  <a:cubicBezTo>
                    <a:pt x="1088" y="32"/>
                    <a:pt x="1001" y="0"/>
                    <a:pt x="90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8127;p67">
              <a:extLst>
                <a:ext uri="{FF2B5EF4-FFF2-40B4-BE49-F238E27FC236}">
                  <a16:creationId xmlns:a16="http://schemas.microsoft.com/office/drawing/2014/main" id="{50F5A9DA-CA70-F2A1-6C62-B2D46A561CFC}"/>
                </a:ext>
              </a:extLst>
            </p:cNvPr>
            <p:cNvSpPr/>
            <p:nvPr/>
          </p:nvSpPr>
          <p:spPr>
            <a:xfrm>
              <a:off x="-49519250" y="2468800"/>
              <a:ext cx="31525" cy="30150"/>
            </a:xfrm>
            <a:custGeom>
              <a:avLst/>
              <a:gdLst/>
              <a:ahLst/>
              <a:cxnLst/>
              <a:rect l="l" t="t" r="r" b="b"/>
              <a:pathLst>
                <a:path w="1261" h="1206" extrusionOk="0">
                  <a:moveTo>
                    <a:pt x="391" y="0"/>
                  </a:moveTo>
                  <a:cubicBezTo>
                    <a:pt x="300" y="0"/>
                    <a:pt x="205" y="32"/>
                    <a:pt x="127" y="95"/>
                  </a:cubicBezTo>
                  <a:cubicBezTo>
                    <a:pt x="1" y="221"/>
                    <a:pt x="1" y="441"/>
                    <a:pt x="127" y="599"/>
                  </a:cubicBezTo>
                  <a:lnTo>
                    <a:pt x="631" y="1135"/>
                  </a:lnTo>
                  <a:cubicBezTo>
                    <a:pt x="694" y="1182"/>
                    <a:pt x="780" y="1205"/>
                    <a:pt x="871" y="1205"/>
                  </a:cubicBezTo>
                  <a:cubicBezTo>
                    <a:pt x="962" y="1205"/>
                    <a:pt x="1056" y="1182"/>
                    <a:pt x="1135" y="1135"/>
                  </a:cubicBezTo>
                  <a:cubicBezTo>
                    <a:pt x="1261" y="1009"/>
                    <a:pt x="1261" y="756"/>
                    <a:pt x="1135" y="599"/>
                  </a:cubicBezTo>
                  <a:lnTo>
                    <a:pt x="631" y="95"/>
                  </a:lnTo>
                  <a:cubicBezTo>
                    <a:pt x="568" y="32"/>
                    <a:pt x="481" y="0"/>
                    <a:pt x="3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47" name="Google Shape;8128;p67">
            <a:extLst>
              <a:ext uri="{FF2B5EF4-FFF2-40B4-BE49-F238E27FC236}">
                <a16:creationId xmlns:a16="http://schemas.microsoft.com/office/drawing/2014/main" id="{F48322B1-49E4-7E6C-D0F8-E1ABBB587AFA}"/>
              </a:ext>
            </a:extLst>
          </p:cNvPr>
          <p:cNvSpPr/>
          <p:nvPr/>
        </p:nvSpPr>
        <p:spPr>
          <a:xfrm>
            <a:off x="4178149" y="6291060"/>
            <a:ext cx="954754" cy="918727"/>
          </a:xfrm>
          <a:custGeom>
            <a:avLst/>
            <a:gdLst/>
            <a:ahLst/>
            <a:cxnLst/>
            <a:rect l="l" t="t" r="r" b="b"/>
            <a:pathLst>
              <a:path w="12508" h="12036" extrusionOk="0">
                <a:moveTo>
                  <a:pt x="4600" y="725"/>
                </a:moveTo>
                <a:cubicBezTo>
                  <a:pt x="7026" y="725"/>
                  <a:pt x="8475" y="1387"/>
                  <a:pt x="8475" y="1796"/>
                </a:cubicBezTo>
                <a:cubicBezTo>
                  <a:pt x="8475" y="2143"/>
                  <a:pt x="7058" y="2836"/>
                  <a:pt x="4600" y="2836"/>
                </a:cubicBezTo>
                <a:cubicBezTo>
                  <a:pt x="2111" y="2836"/>
                  <a:pt x="725" y="2143"/>
                  <a:pt x="725" y="1796"/>
                </a:cubicBezTo>
                <a:cubicBezTo>
                  <a:pt x="725" y="1387"/>
                  <a:pt x="2143" y="725"/>
                  <a:pt x="4600" y="725"/>
                </a:cubicBezTo>
                <a:close/>
                <a:moveTo>
                  <a:pt x="694" y="2805"/>
                </a:moveTo>
                <a:cubicBezTo>
                  <a:pt x="1670" y="3403"/>
                  <a:pt x="3371" y="3592"/>
                  <a:pt x="4537" y="3592"/>
                </a:cubicBezTo>
                <a:cubicBezTo>
                  <a:pt x="4915" y="3592"/>
                  <a:pt x="5262" y="3592"/>
                  <a:pt x="5608" y="3561"/>
                </a:cubicBezTo>
                <a:lnTo>
                  <a:pt x="5608" y="4002"/>
                </a:lnTo>
                <a:cubicBezTo>
                  <a:pt x="5608" y="4191"/>
                  <a:pt x="5451" y="4348"/>
                  <a:pt x="5262" y="4348"/>
                </a:cubicBezTo>
                <a:cubicBezTo>
                  <a:pt x="4663" y="4348"/>
                  <a:pt x="4191" y="4821"/>
                  <a:pt x="4191" y="5420"/>
                </a:cubicBezTo>
                <a:lnTo>
                  <a:pt x="4191" y="6113"/>
                </a:lnTo>
                <a:cubicBezTo>
                  <a:pt x="4191" y="6302"/>
                  <a:pt x="4033" y="6459"/>
                  <a:pt x="3844" y="6459"/>
                </a:cubicBezTo>
                <a:cubicBezTo>
                  <a:pt x="3655" y="6459"/>
                  <a:pt x="3497" y="6302"/>
                  <a:pt x="3497" y="6113"/>
                </a:cubicBezTo>
                <a:lnTo>
                  <a:pt x="3497" y="5325"/>
                </a:lnTo>
                <a:cubicBezTo>
                  <a:pt x="3529" y="4726"/>
                  <a:pt x="3056" y="4254"/>
                  <a:pt x="2458" y="4254"/>
                </a:cubicBezTo>
                <a:cubicBezTo>
                  <a:pt x="1859" y="4254"/>
                  <a:pt x="1387" y="4726"/>
                  <a:pt x="1387" y="5325"/>
                </a:cubicBezTo>
                <a:lnTo>
                  <a:pt x="1387" y="6743"/>
                </a:lnTo>
                <a:cubicBezTo>
                  <a:pt x="1387" y="6932"/>
                  <a:pt x="1229" y="7089"/>
                  <a:pt x="1040" y="7089"/>
                </a:cubicBezTo>
                <a:cubicBezTo>
                  <a:pt x="851" y="7089"/>
                  <a:pt x="694" y="6932"/>
                  <a:pt x="694" y="6743"/>
                </a:cubicBezTo>
                <a:lnTo>
                  <a:pt x="694" y="2805"/>
                </a:lnTo>
                <a:close/>
                <a:moveTo>
                  <a:pt x="8475" y="2742"/>
                </a:moveTo>
                <a:lnTo>
                  <a:pt x="8475" y="8192"/>
                </a:lnTo>
                <a:cubicBezTo>
                  <a:pt x="7719" y="8034"/>
                  <a:pt x="7026" y="7625"/>
                  <a:pt x="6553" y="6995"/>
                </a:cubicBezTo>
                <a:lnTo>
                  <a:pt x="5104" y="5010"/>
                </a:lnTo>
                <a:cubicBezTo>
                  <a:pt x="5104" y="5010"/>
                  <a:pt x="5167" y="4978"/>
                  <a:pt x="5293" y="4978"/>
                </a:cubicBezTo>
                <a:cubicBezTo>
                  <a:pt x="5892" y="4978"/>
                  <a:pt x="6364" y="4506"/>
                  <a:pt x="6364" y="3907"/>
                </a:cubicBezTo>
                <a:lnTo>
                  <a:pt x="6364" y="3403"/>
                </a:lnTo>
                <a:cubicBezTo>
                  <a:pt x="7215" y="3277"/>
                  <a:pt x="7971" y="3057"/>
                  <a:pt x="8475" y="2742"/>
                </a:cubicBezTo>
                <a:close/>
                <a:moveTo>
                  <a:pt x="9200" y="3844"/>
                </a:moveTo>
                <a:cubicBezTo>
                  <a:pt x="9925" y="4159"/>
                  <a:pt x="10555" y="4695"/>
                  <a:pt x="10996" y="5325"/>
                </a:cubicBezTo>
                <a:cubicBezTo>
                  <a:pt x="11689" y="6302"/>
                  <a:pt x="11153" y="7782"/>
                  <a:pt x="10019" y="8160"/>
                </a:cubicBezTo>
                <a:cubicBezTo>
                  <a:pt x="9735" y="8223"/>
                  <a:pt x="9452" y="8318"/>
                  <a:pt x="9200" y="8318"/>
                </a:cubicBezTo>
                <a:lnTo>
                  <a:pt x="9200" y="3844"/>
                </a:lnTo>
                <a:close/>
                <a:moveTo>
                  <a:pt x="2489" y="4978"/>
                </a:moveTo>
                <a:cubicBezTo>
                  <a:pt x="2678" y="4978"/>
                  <a:pt x="2836" y="5136"/>
                  <a:pt x="2836" y="5325"/>
                </a:cubicBezTo>
                <a:lnTo>
                  <a:pt x="2836" y="6050"/>
                </a:lnTo>
                <a:cubicBezTo>
                  <a:pt x="2836" y="6617"/>
                  <a:pt x="3308" y="7089"/>
                  <a:pt x="3907" y="7089"/>
                </a:cubicBezTo>
                <a:cubicBezTo>
                  <a:pt x="4474" y="7089"/>
                  <a:pt x="4947" y="6680"/>
                  <a:pt x="4978" y="6081"/>
                </a:cubicBezTo>
                <a:lnTo>
                  <a:pt x="5986" y="7467"/>
                </a:lnTo>
                <a:cubicBezTo>
                  <a:pt x="6459" y="8097"/>
                  <a:pt x="7152" y="8570"/>
                  <a:pt x="7877" y="8822"/>
                </a:cubicBezTo>
                <a:cubicBezTo>
                  <a:pt x="8097" y="8917"/>
                  <a:pt x="8286" y="8948"/>
                  <a:pt x="8507" y="8980"/>
                </a:cubicBezTo>
                <a:lnTo>
                  <a:pt x="8507" y="10303"/>
                </a:lnTo>
                <a:cubicBezTo>
                  <a:pt x="8475" y="10618"/>
                  <a:pt x="7058" y="11311"/>
                  <a:pt x="4600" y="11311"/>
                </a:cubicBezTo>
                <a:cubicBezTo>
                  <a:pt x="2111" y="11311"/>
                  <a:pt x="725" y="10586"/>
                  <a:pt x="725" y="10240"/>
                </a:cubicBezTo>
                <a:lnTo>
                  <a:pt x="725" y="7688"/>
                </a:lnTo>
                <a:cubicBezTo>
                  <a:pt x="851" y="7719"/>
                  <a:pt x="977" y="7782"/>
                  <a:pt x="1072" y="7782"/>
                </a:cubicBezTo>
                <a:cubicBezTo>
                  <a:pt x="1670" y="7782"/>
                  <a:pt x="2143" y="7310"/>
                  <a:pt x="2143" y="6711"/>
                </a:cubicBezTo>
                <a:lnTo>
                  <a:pt x="2143" y="5325"/>
                </a:lnTo>
                <a:cubicBezTo>
                  <a:pt x="2143" y="5136"/>
                  <a:pt x="2300" y="4978"/>
                  <a:pt x="2489" y="4978"/>
                </a:cubicBezTo>
                <a:close/>
                <a:moveTo>
                  <a:pt x="4537" y="1"/>
                </a:moveTo>
                <a:cubicBezTo>
                  <a:pt x="3371" y="1"/>
                  <a:pt x="2300" y="158"/>
                  <a:pt x="1481" y="442"/>
                </a:cubicBezTo>
                <a:cubicBezTo>
                  <a:pt x="252" y="851"/>
                  <a:pt x="0" y="1387"/>
                  <a:pt x="0" y="1796"/>
                </a:cubicBezTo>
                <a:lnTo>
                  <a:pt x="0" y="10240"/>
                </a:lnTo>
                <a:cubicBezTo>
                  <a:pt x="0" y="10649"/>
                  <a:pt x="252" y="11153"/>
                  <a:pt x="1481" y="11594"/>
                </a:cubicBezTo>
                <a:cubicBezTo>
                  <a:pt x="2300" y="11878"/>
                  <a:pt x="3403" y="12036"/>
                  <a:pt x="4537" y="12036"/>
                </a:cubicBezTo>
                <a:cubicBezTo>
                  <a:pt x="6837" y="12036"/>
                  <a:pt x="9137" y="11437"/>
                  <a:pt x="9137" y="10240"/>
                </a:cubicBezTo>
                <a:lnTo>
                  <a:pt x="9137" y="8980"/>
                </a:lnTo>
                <a:cubicBezTo>
                  <a:pt x="9515" y="8980"/>
                  <a:pt x="9862" y="8917"/>
                  <a:pt x="10208" y="8791"/>
                </a:cubicBezTo>
                <a:cubicBezTo>
                  <a:pt x="11815" y="8286"/>
                  <a:pt x="12508" y="6302"/>
                  <a:pt x="11563" y="4884"/>
                </a:cubicBezTo>
                <a:cubicBezTo>
                  <a:pt x="10996" y="4096"/>
                  <a:pt x="10208" y="3435"/>
                  <a:pt x="9137" y="2994"/>
                </a:cubicBezTo>
                <a:lnTo>
                  <a:pt x="9137" y="1796"/>
                </a:lnTo>
                <a:cubicBezTo>
                  <a:pt x="9137" y="631"/>
                  <a:pt x="6837" y="1"/>
                  <a:pt x="4537"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8129;p67">
            <a:extLst>
              <a:ext uri="{FF2B5EF4-FFF2-40B4-BE49-F238E27FC236}">
                <a16:creationId xmlns:a16="http://schemas.microsoft.com/office/drawing/2014/main" id="{BCC1C0FD-4287-C790-31E4-06E269DC103D}"/>
              </a:ext>
            </a:extLst>
          </p:cNvPr>
          <p:cNvSpPr/>
          <p:nvPr/>
        </p:nvSpPr>
        <p:spPr>
          <a:xfrm>
            <a:off x="9907824" y="4122044"/>
            <a:ext cx="918727" cy="916286"/>
          </a:xfrm>
          <a:custGeom>
            <a:avLst/>
            <a:gdLst/>
            <a:ahLst/>
            <a:cxnLst/>
            <a:rect l="l" t="t" r="r" b="b"/>
            <a:pathLst>
              <a:path w="12036" h="12004" extrusionOk="0">
                <a:moveTo>
                  <a:pt x="1450" y="693"/>
                </a:moveTo>
                <a:lnTo>
                  <a:pt x="1450" y="1418"/>
                </a:lnTo>
                <a:lnTo>
                  <a:pt x="756" y="1418"/>
                </a:lnTo>
                <a:lnTo>
                  <a:pt x="756" y="693"/>
                </a:lnTo>
                <a:close/>
                <a:moveTo>
                  <a:pt x="11342" y="693"/>
                </a:moveTo>
                <a:lnTo>
                  <a:pt x="11342" y="1418"/>
                </a:lnTo>
                <a:lnTo>
                  <a:pt x="10618" y="1418"/>
                </a:lnTo>
                <a:lnTo>
                  <a:pt x="10618" y="693"/>
                </a:lnTo>
                <a:close/>
                <a:moveTo>
                  <a:pt x="6049" y="4191"/>
                </a:moveTo>
                <a:cubicBezTo>
                  <a:pt x="6270" y="4191"/>
                  <a:pt x="6427" y="4380"/>
                  <a:pt x="6427" y="4569"/>
                </a:cubicBezTo>
                <a:cubicBezTo>
                  <a:pt x="6427" y="4758"/>
                  <a:pt x="6270" y="4915"/>
                  <a:pt x="6049" y="4915"/>
                </a:cubicBezTo>
                <a:cubicBezTo>
                  <a:pt x="5860" y="4915"/>
                  <a:pt x="5703" y="4758"/>
                  <a:pt x="5703" y="4569"/>
                </a:cubicBezTo>
                <a:cubicBezTo>
                  <a:pt x="5703" y="4380"/>
                  <a:pt x="5860" y="4191"/>
                  <a:pt x="6049" y="4191"/>
                </a:cubicBezTo>
                <a:close/>
                <a:moveTo>
                  <a:pt x="6081" y="1040"/>
                </a:moveTo>
                <a:cubicBezTo>
                  <a:pt x="6144" y="1166"/>
                  <a:pt x="8381" y="5167"/>
                  <a:pt x="8475" y="5262"/>
                </a:cubicBezTo>
                <a:lnTo>
                  <a:pt x="7278" y="7026"/>
                </a:lnTo>
                <a:lnTo>
                  <a:pt x="6427" y="7026"/>
                </a:lnTo>
                <a:lnTo>
                  <a:pt x="6427" y="5577"/>
                </a:lnTo>
                <a:cubicBezTo>
                  <a:pt x="6805" y="5419"/>
                  <a:pt x="7120" y="5041"/>
                  <a:pt x="7120" y="4600"/>
                </a:cubicBezTo>
                <a:cubicBezTo>
                  <a:pt x="7120" y="4001"/>
                  <a:pt x="6648" y="3529"/>
                  <a:pt x="6081" y="3529"/>
                </a:cubicBezTo>
                <a:cubicBezTo>
                  <a:pt x="5482" y="3529"/>
                  <a:pt x="5010" y="4001"/>
                  <a:pt x="5010" y="4600"/>
                </a:cubicBezTo>
                <a:cubicBezTo>
                  <a:pt x="5010" y="5073"/>
                  <a:pt x="5293" y="5451"/>
                  <a:pt x="5703" y="5577"/>
                </a:cubicBezTo>
                <a:lnTo>
                  <a:pt x="5703" y="7026"/>
                </a:lnTo>
                <a:lnTo>
                  <a:pt x="4852" y="7026"/>
                </a:lnTo>
                <a:lnTo>
                  <a:pt x="3655" y="5262"/>
                </a:lnTo>
                <a:cubicBezTo>
                  <a:pt x="3749" y="5167"/>
                  <a:pt x="5986" y="1166"/>
                  <a:pt x="6081" y="1040"/>
                </a:cubicBezTo>
                <a:close/>
                <a:moveTo>
                  <a:pt x="3812" y="3529"/>
                </a:moveTo>
                <a:lnTo>
                  <a:pt x="2899" y="5104"/>
                </a:lnTo>
                <a:cubicBezTo>
                  <a:pt x="2836" y="5230"/>
                  <a:pt x="2836" y="5388"/>
                  <a:pt x="2899" y="5451"/>
                </a:cubicBezTo>
                <a:lnTo>
                  <a:pt x="4064" y="7215"/>
                </a:lnTo>
                <a:cubicBezTo>
                  <a:pt x="3749" y="7404"/>
                  <a:pt x="3529" y="7719"/>
                  <a:pt x="3529" y="8097"/>
                </a:cubicBezTo>
                <a:lnTo>
                  <a:pt x="3529" y="8475"/>
                </a:lnTo>
                <a:lnTo>
                  <a:pt x="693" y="8475"/>
                </a:lnTo>
                <a:lnTo>
                  <a:pt x="693" y="3907"/>
                </a:lnTo>
                <a:cubicBezTo>
                  <a:pt x="788" y="3686"/>
                  <a:pt x="945" y="3529"/>
                  <a:pt x="1103" y="3529"/>
                </a:cubicBezTo>
                <a:close/>
                <a:moveTo>
                  <a:pt x="7436" y="7751"/>
                </a:moveTo>
                <a:cubicBezTo>
                  <a:pt x="7625" y="7751"/>
                  <a:pt x="7782" y="7908"/>
                  <a:pt x="7782" y="8097"/>
                </a:cubicBezTo>
                <a:lnTo>
                  <a:pt x="7782" y="8475"/>
                </a:lnTo>
                <a:lnTo>
                  <a:pt x="4285" y="8475"/>
                </a:lnTo>
                <a:lnTo>
                  <a:pt x="4285" y="8097"/>
                </a:lnTo>
                <a:cubicBezTo>
                  <a:pt x="4285" y="7908"/>
                  <a:pt x="4443" y="7751"/>
                  <a:pt x="4632" y="7751"/>
                </a:cubicBezTo>
                <a:close/>
                <a:moveTo>
                  <a:pt x="10996" y="3529"/>
                </a:moveTo>
                <a:cubicBezTo>
                  <a:pt x="11185" y="3529"/>
                  <a:pt x="11342" y="3686"/>
                  <a:pt x="11342" y="3907"/>
                </a:cubicBezTo>
                <a:lnTo>
                  <a:pt x="11342" y="8475"/>
                </a:lnTo>
                <a:lnTo>
                  <a:pt x="8507" y="8475"/>
                </a:lnTo>
                <a:lnTo>
                  <a:pt x="8507" y="8097"/>
                </a:lnTo>
                <a:cubicBezTo>
                  <a:pt x="8507" y="7719"/>
                  <a:pt x="8318" y="7404"/>
                  <a:pt x="8003" y="7215"/>
                </a:cubicBezTo>
                <a:lnTo>
                  <a:pt x="9137" y="5451"/>
                </a:lnTo>
                <a:cubicBezTo>
                  <a:pt x="9200" y="5356"/>
                  <a:pt x="9200" y="5230"/>
                  <a:pt x="9137" y="5104"/>
                </a:cubicBezTo>
                <a:lnTo>
                  <a:pt x="8223" y="3529"/>
                </a:lnTo>
                <a:close/>
                <a:moveTo>
                  <a:pt x="11342" y="9137"/>
                </a:moveTo>
                <a:lnTo>
                  <a:pt x="11342" y="9483"/>
                </a:lnTo>
                <a:cubicBezTo>
                  <a:pt x="11342" y="9672"/>
                  <a:pt x="11185" y="9830"/>
                  <a:pt x="10996" y="9830"/>
                </a:cubicBezTo>
                <a:lnTo>
                  <a:pt x="1103" y="9830"/>
                </a:lnTo>
                <a:cubicBezTo>
                  <a:pt x="914" y="9830"/>
                  <a:pt x="756" y="9672"/>
                  <a:pt x="756" y="9483"/>
                </a:cubicBezTo>
                <a:lnTo>
                  <a:pt x="756" y="9137"/>
                </a:lnTo>
                <a:close/>
                <a:moveTo>
                  <a:pt x="6427" y="10554"/>
                </a:moveTo>
                <a:lnTo>
                  <a:pt x="6427" y="11248"/>
                </a:lnTo>
                <a:lnTo>
                  <a:pt x="5703" y="11248"/>
                </a:lnTo>
                <a:lnTo>
                  <a:pt x="5703" y="10554"/>
                </a:lnTo>
                <a:close/>
                <a:moveTo>
                  <a:pt x="347" y="0"/>
                </a:moveTo>
                <a:cubicBezTo>
                  <a:pt x="158" y="0"/>
                  <a:pt x="0" y="158"/>
                  <a:pt x="0" y="347"/>
                </a:cubicBezTo>
                <a:lnTo>
                  <a:pt x="0" y="1765"/>
                </a:lnTo>
                <a:cubicBezTo>
                  <a:pt x="0" y="1954"/>
                  <a:pt x="158" y="2111"/>
                  <a:pt x="347" y="2111"/>
                </a:cubicBezTo>
                <a:lnTo>
                  <a:pt x="1765" y="2111"/>
                </a:lnTo>
                <a:cubicBezTo>
                  <a:pt x="1954" y="2111"/>
                  <a:pt x="2111" y="1954"/>
                  <a:pt x="2111" y="1765"/>
                </a:cubicBezTo>
                <a:lnTo>
                  <a:pt x="2111" y="1418"/>
                </a:lnTo>
                <a:lnTo>
                  <a:pt x="5010" y="1418"/>
                </a:lnTo>
                <a:lnTo>
                  <a:pt x="4159" y="2836"/>
                </a:lnTo>
                <a:lnTo>
                  <a:pt x="1072" y="2836"/>
                </a:lnTo>
                <a:cubicBezTo>
                  <a:pt x="473" y="2836"/>
                  <a:pt x="0" y="3308"/>
                  <a:pt x="0" y="3907"/>
                </a:cubicBezTo>
                <a:lnTo>
                  <a:pt x="0" y="9515"/>
                </a:lnTo>
                <a:cubicBezTo>
                  <a:pt x="0" y="10113"/>
                  <a:pt x="473" y="10586"/>
                  <a:pt x="1072" y="10586"/>
                </a:cubicBezTo>
                <a:lnTo>
                  <a:pt x="4947" y="10586"/>
                </a:lnTo>
                <a:lnTo>
                  <a:pt x="4947" y="11311"/>
                </a:lnTo>
                <a:lnTo>
                  <a:pt x="3907" y="11311"/>
                </a:lnTo>
                <a:cubicBezTo>
                  <a:pt x="3686" y="11311"/>
                  <a:pt x="3529" y="11468"/>
                  <a:pt x="3529" y="11657"/>
                </a:cubicBezTo>
                <a:cubicBezTo>
                  <a:pt x="3529" y="11846"/>
                  <a:pt x="3686" y="12004"/>
                  <a:pt x="3907" y="12004"/>
                </a:cubicBezTo>
                <a:lnTo>
                  <a:pt x="8097" y="12004"/>
                </a:lnTo>
                <a:cubicBezTo>
                  <a:pt x="8318" y="12004"/>
                  <a:pt x="8475" y="11846"/>
                  <a:pt x="8475" y="11657"/>
                </a:cubicBezTo>
                <a:cubicBezTo>
                  <a:pt x="8475" y="11468"/>
                  <a:pt x="8318" y="11311"/>
                  <a:pt x="8097" y="11311"/>
                </a:cubicBezTo>
                <a:lnTo>
                  <a:pt x="7057" y="11311"/>
                </a:lnTo>
                <a:lnTo>
                  <a:pt x="7057" y="10586"/>
                </a:lnTo>
                <a:lnTo>
                  <a:pt x="10933" y="10586"/>
                </a:lnTo>
                <a:cubicBezTo>
                  <a:pt x="11531" y="10586"/>
                  <a:pt x="12004" y="10113"/>
                  <a:pt x="12004" y="9515"/>
                </a:cubicBezTo>
                <a:lnTo>
                  <a:pt x="12004" y="3907"/>
                </a:lnTo>
                <a:cubicBezTo>
                  <a:pt x="12035" y="3308"/>
                  <a:pt x="11563" y="2836"/>
                  <a:pt x="10996" y="2836"/>
                </a:cubicBezTo>
                <a:lnTo>
                  <a:pt x="7877" y="2836"/>
                </a:lnTo>
                <a:lnTo>
                  <a:pt x="7057" y="1418"/>
                </a:lnTo>
                <a:lnTo>
                  <a:pt x="9924" y="1418"/>
                </a:lnTo>
                <a:lnTo>
                  <a:pt x="9924" y="1765"/>
                </a:lnTo>
                <a:cubicBezTo>
                  <a:pt x="9924" y="1954"/>
                  <a:pt x="10082" y="2111"/>
                  <a:pt x="10271" y="2111"/>
                </a:cubicBezTo>
                <a:lnTo>
                  <a:pt x="11689" y="2111"/>
                </a:lnTo>
                <a:cubicBezTo>
                  <a:pt x="11878" y="2111"/>
                  <a:pt x="12035" y="1954"/>
                  <a:pt x="12035" y="1765"/>
                </a:cubicBezTo>
                <a:lnTo>
                  <a:pt x="12035" y="347"/>
                </a:lnTo>
                <a:cubicBezTo>
                  <a:pt x="12035" y="158"/>
                  <a:pt x="11878" y="0"/>
                  <a:pt x="11689" y="0"/>
                </a:cubicBezTo>
                <a:lnTo>
                  <a:pt x="10271" y="0"/>
                </a:lnTo>
                <a:cubicBezTo>
                  <a:pt x="10082" y="0"/>
                  <a:pt x="9924" y="158"/>
                  <a:pt x="9924" y="347"/>
                </a:cubicBezTo>
                <a:lnTo>
                  <a:pt x="9924" y="693"/>
                </a:lnTo>
                <a:lnTo>
                  <a:pt x="6648" y="693"/>
                </a:lnTo>
                <a:lnTo>
                  <a:pt x="6333" y="189"/>
                </a:lnTo>
                <a:cubicBezTo>
                  <a:pt x="6270" y="63"/>
                  <a:pt x="6144" y="0"/>
                  <a:pt x="6018" y="0"/>
                </a:cubicBezTo>
                <a:cubicBezTo>
                  <a:pt x="5892" y="0"/>
                  <a:pt x="5797" y="63"/>
                  <a:pt x="5703" y="189"/>
                </a:cubicBezTo>
                <a:lnTo>
                  <a:pt x="5388" y="693"/>
                </a:lnTo>
                <a:lnTo>
                  <a:pt x="2111" y="693"/>
                </a:lnTo>
                <a:lnTo>
                  <a:pt x="2111" y="347"/>
                </a:lnTo>
                <a:cubicBezTo>
                  <a:pt x="2111" y="158"/>
                  <a:pt x="1954" y="0"/>
                  <a:pt x="1765"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49" name="Google Shape;8130;p67">
            <a:extLst>
              <a:ext uri="{FF2B5EF4-FFF2-40B4-BE49-F238E27FC236}">
                <a16:creationId xmlns:a16="http://schemas.microsoft.com/office/drawing/2014/main" id="{BC277CA0-B348-0806-2DE8-3100F2A38128}"/>
              </a:ext>
            </a:extLst>
          </p:cNvPr>
          <p:cNvGrpSpPr/>
          <p:nvPr/>
        </p:nvGrpSpPr>
        <p:grpSpPr>
          <a:xfrm>
            <a:off x="10066339" y="5245381"/>
            <a:ext cx="589280" cy="918649"/>
            <a:chOff x="-47842400" y="2342000"/>
            <a:chExt cx="193000" cy="300875"/>
          </a:xfrm>
          <a:solidFill>
            <a:srgbClr val="555559"/>
          </a:solidFill>
        </p:grpSpPr>
        <p:sp>
          <p:nvSpPr>
            <p:cNvPr id="1392" name="Google Shape;8131;p67">
              <a:extLst>
                <a:ext uri="{FF2B5EF4-FFF2-40B4-BE49-F238E27FC236}">
                  <a16:creationId xmlns:a16="http://schemas.microsoft.com/office/drawing/2014/main" id="{0C2F02AC-CBDB-7F7F-B14D-29555EB0B916}"/>
                </a:ext>
              </a:extLst>
            </p:cNvPr>
            <p:cNvSpPr/>
            <p:nvPr/>
          </p:nvSpPr>
          <p:spPr>
            <a:xfrm>
              <a:off x="-47809325" y="2412875"/>
              <a:ext cx="124475" cy="124475"/>
            </a:xfrm>
            <a:custGeom>
              <a:avLst/>
              <a:gdLst/>
              <a:ahLst/>
              <a:cxnLst/>
              <a:rect l="l" t="t" r="r" b="b"/>
              <a:pathLst>
                <a:path w="4979" h="4979" extrusionOk="0">
                  <a:moveTo>
                    <a:pt x="1828" y="725"/>
                  </a:moveTo>
                  <a:cubicBezTo>
                    <a:pt x="2301" y="725"/>
                    <a:pt x="2679" y="1009"/>
                    <a:pt x="2805" y="1418"/>
                  </a:cubicBezTo>
                  <a:lnTo>
                    <a:pt x="1828" y="1418"/>
                  </a:lnTo>
                  <a:cubicBezTo>
                    <a:pt x="1639" y="1418"/>
                    <a:pt x="1482" y="1576"/>
                    <a:pt x="1482" y="1796"/>
                  </a:cubicBezTo>
                  <a:lnTo>
                    <a:pt x="1482" y="2773"/>
                  </a:lnTo>
                  <a:cubicBezTo>
                    <a:pt x="1072" y="2647"/>
                    <a:pt x="757" y="2269"/>
                    <a:pt x="757" y="1796"/>
                  </a:cubicBezTo>
                  <a:cubicBezTo>
                    <a:pt x="757" y="1198"/>
                    <a:pt x="1230" y="725"/>
                    <a:pt x="1828" y="725"/>
                  </a:cubicBezTo>
                  <a:close/>
                  <a:moveTo>
                    <a:pt x="2805" y="2143"/>
                  </a:moveTo>
                  <a:cubicBezTo>
                    <a:pt x="2679" y="2458"/>
                    <a:pt x="2458" y="2678"/>
                    <a:pt x="2175" y="2773"/>
                  </a:cubicBezTo>
                  <a:lnTo>
                    <a:pt x="2175" y="2143"/>
                  </a:lnTo>
                  <a:close/>
                  <a:moveTo>
                    <a:pt x="4286" y="2111"/>
                  </a:moveTo>
                  <a:lnTo>
                    <a:pt x="4286" y="4222"/>
                  </a:lnTo>
                  <a:lnTo>
                    <a:pt x="2143" y="4222"/>
                  </a:lnTo>
                  <a:lnTo>
                    <a:pt x="2143" y="3466"/>
                  </a:lnTo>
                  <a:cubicBezTo>
                    <a:pt x="2805" y="3309"/>
                    <a:pt x="3372" y="2804"/>
                    <a:pt x="3529" y="2111"/>
                  </a:cubicBezTo>
                  <a:close/>
                  <a:moveTo>
                    <a:pt x="1797" y="1"/>
                  </a:moveTo>
                  <a:cubicBezTo>
                    <a:pt x="789" y="1"/>
                    <a:pt x="1" y="788"/>
                    <a:pt x="1" y="1796"/>
                  </a:cubicBezTo>
                  <a:cubicBezTo>
                    <a:pt x="1" y="2647"/>
                    <a:pt x="599" y="3372"/>
                    <a:pt x="1450" y="3529"/>
                  </a:cubicBezTo>
                  <a:lnTo>
                    <a:pt x="1450" y="4632"/>
                  </a:lnTo>
                  <a:cubicBezTo>
                    <a:pt x="1450" y="4821"/>
                    <a:pt x="1576" y="4978"/>
                    <a:pt x="1797" y="4978"/>
                  </a:cubicBezTo>
                  <a:lnTo>
                    <a:pt x="4601" y="4978"/>
                  </a:lnTo>
                  <a:cubicBezTo>
                    <a:pt x="4790" y="4978"/>
                    <a:pt x="4947" y="4821"/>
                    <a:pt x="4947" y="4632"/>
                  </a:cubicBezTo>
                  <a:lnTo>
                    <a:pt x="4947" y="1828"/>
                  </a:lnTo>
                  <a:cubicBezTo>
                    <a:pt x="4979" y="1576"/>
                    <a:pt x="4821" y="1418"/>
                    <a:pt x="4632" y="1418"/>
                  </a:cubicBezTo>
                  <a:lnTo>
                    <a:pt x="3529" y="1418"/>
                  </a:lnTo>
                  <a:cubicBezTo>
                    <a:pt x="3372" y="631"/>
                    <a:pt x="2647" y="1"/>
                    <a:pt x="179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8132;p67">
              <a:extLst>
                <a:ext uri="{FF2B5EF4-FFF2-40B4-BE49-F238E27FC236}">
                  <a16:creationId xmlns:a16="http://schemas.microsoft.com/office/drawing/2014/main" id="{C2C7DD93-CE6D-F422-D17D-4462D71B57FF}"/>
                </a:ext>
              </a:extLst>
            </p:cNvPr>
            <p:cNvSpPr/>
            <p:nvPr/>
          </p:nvSpPr>
          <p:spPr>
            <a:xfrm>
              <a:off x="-47842400" y="2342000"/>
              <a:ext cx="193000" cy="300875"/>
            </a:xfrm>
            <a:custGeom>
              <a:avLst/>
              <a:gdLst/>
              <a:ahLst/>
              <a:cxnLst/>
              <a:rect l="l" t="t" r="r" b="b"/>
              <a:pathLst>
                <a:path w="7720" h="12035" extrusionOk="0">
                  <a:moveTo>
                    <a:pt x="6995" y="725"/>
                  </a:moveTo>
                  <a:lnTo>
                    <a:pt x="6995" y="1418"/>
                  </a:lnTo>
                  <a:lnTo>
                    <a:pt x="662" y="1418"/>
                  </a:lnTo>
                  <a:lnTo>
                    <a:pt x="662" y="725"/>
                  </a:lnTo>
                  <a:close/>
                  <a:moveTo>
                    <a:pt x="7058" y="2142"/>
                  </a:moveTo>
                  <a:lnTo>
                    <a:pt x="7058" y="8506"/>
                  </a:lnTo>
                  <a:lnTo>
                    <a:pt x="694" y="8506"/>
                  </a:lnTo>
                  <a:lnTo>
                    <a:pt x="694" y="2142"/>
                  </a:lnTo>
                  <a:close/>
                  <a:moveTo>
                    <a:pt x="7058" y="9200"/>
                  </a:moveTo>
                  <a:lnTo>
                    <a:pt x="7058" y="11310"/>
                  </a:lnTo>
                  <a:lnTo>
                    <a:pt x="694" y="11310"/>
                  </a:lnTo>
                  <a:lnTo>
                    <a:pt x="694" y="9200"/>
                  </a:lnTo>
                  <a:close/>
                  <a:moveTo>
                    <a:pt x="347" y="0"/>
                  </a:moveTo>
                  <a:cubicBezTo>
                    <a:pt x="158" y="0"/>
                    <a:pt x="1" y="158"/>
                    <a:pt x="1" y="378"/>
                  </a:cubicBezTo>
                  <a:lnTo>
                    <a:pt x="1" y="11657"/>
                  </a:lnTo>
                  <a:cubicBezTo>
                    <a:pt x="1" y="11877"/>
                    <a:pt x="158" y="12035"/>
                    <a:pt x="347" y="12035"/>
                  </a:cubicBezTo>
                  <a:lnTo>
                    <a:pt x="7373" y="12035"/>
                  </a:lnTo>
                  <a:cubicBezTo>
                    <a:pt x="7562" y="12035"/>
                    <a:pt x="7719" y="11877"/>
                    <a:pt x="7719" y="11657"/>
                  </a:cubicBezTo>
                  <a:lnTo>
                    <a:pt x="7719" y="378"/>
                  </a:lnTo>
                  <a:cubicBezTo>
                    <a:pt x="7719" y="158"/>
                    <a:pt x="7562" y="0"/>
                    <a:pt x="737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8133;p67">
              <a:extLst>
                <a:ext uri="{FF2B5EF4-FFF2-40B4-BE49-F238E27FC236}">
                  <a16:creationId xmlns:a16="http://schemas.microsoft.com/office/drawing/2014/main" id="{E899A804-EDA2-7065-03E6-BAEBA5D9EBBB}"/>
                </a:ext>
              </a:extLst>
            </p:cNvPr>
            <p:cNvSpPr/>
            <p:nvPr/>
          </p:nvSpPr>
          <p:spPr>
            <a:xfrm>
              <a:off x="-47772300" y="2589300"/>
              <a:ext cx="52800" cy="18150"/>
            </a:xfrm>
            <a:custGeom>
              <a:avLst/>
              <a:gdLst/>
              <a:ahLst/>
              <a:cxnLst/>
              <a:rect l="l" t="t" r="r" b="b"/>
              <a:pathLst>
                <a:path w="2112" h="726" extrusionOk="0">
                  <a:moveTo>
                    <a:pt x="347" y="1"/>
                  </a:moveTo>
                  <a:cubicBezTo>
                    <a:pt x="158" y="1"/>
                    <a:pt x="1" y="158"/>
                    <a:pt x="1" y="347"/>
                  </a:cubicBezTo>
                  <a:cubicBezTo>
                    <a:pt x="1" y="568"/>
                    <a:pt x="158" y="725"/>
                    <a:pt x="347" y="725"/>
                  </a:cubicBezTo>
                  <a:lnTo>
                    <a:pt x="1765" y="725"/>
                  </a:lnTo>
                  <a:cubicBezTo>
                    <a:pt x="1954" y="725"/>
                    <a:pt x="2111" y="568"/>
                    <a:pt x="2111" y="347"/>
                  </a:cubicBezTo>
                  <a:cubicBezTo>
                    <a:pt x="2111" y="158"/>
                    <a:pt x="1954" y="1"/>
                    <a:pt x="176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0" name="Google Shape;8134;p67">
            <a:extLst>
              <a:ext uri="{FF2B5EF4-FFF2-40B4-BE49-F238E27FC236}">
                <a16:creationId xmlns:a16="http://schemas.microsoft.com/office/drawing/2014/main" id="{B59BC196-623E-D4B8-1F77-9A01934FD329}"/>
              </a:ext>
            </a:extLst>
          </p:cNvPr>
          <p:cNvGrpSpPr/>
          <p:nvPr/>
        </p:nvGrpSpPr>
        <p:grpSpPr>
          <a:xfrm>
            <a:off x="9902799" y="6370814"/>
            <a:ext cx="916360" cy="918727"/>
            <a:chOff x="-47896750" y="2710600"/>
            <a:chExt cx="300125" cy="300900"/>
          </a:xfrm>
          <a:solidFill>
            <a:srgbClr val="555559"/>
          </a:solidFill>
        </p:grpSpPr>
        <p:sp>
          <p:nvSpPr>
            <p:cNvPr id="1388" name="Google Shape;8135;p67">
              <a:extLst>
                <a:ext uri="{FF2B5EF4-FFF2-40B4-BE49-F238E27FC236}">
                  <a16:creationId xmlns:a16="http://schemas.microsoft.com/office/drawing/2014/main" id="{6CE71931-3CB2-0A94-388D-B57CFD70C9D2}"/>
                </a:ext>
              </a:extLst>
            </p:cNvPr>
            <p:cNvSpPr/>
            <p:nvPr/>
          </p:nvSpPr>
          <p:spPr>
            <a:xfrm>
              <a:off x="-47896750" y="2710600"/>
              <a:ext cx="300125" cy="300900"/>
            </a:xfrm>
            <a:custGeom>
              <a:avLst/>
              <a:gdLst/>
              <a:ahLst/>
              <a:cxnLst/>
              <a:rect l="l" t="t" r="r" b="b"/>
              <a:pathLst>
                <a:path w="12005" h="12036" extrusionOk="0">
                  <a:moveTo>
                    <a:pt x="2836" y="756"/>
                  </a:moveTo>
                  <a:cubicBezTo>
                    <a:pt x="3246" y="756"/>
                    <a:pt x="3561" y="1072"/>
                    <a:pt x="3561" y="1450"/>
                  </a:cubicBezTo>
                  <a:lnTo>
                    <a:pt x="3561" y="2237"/>
                  </a:lnTo>
                  <a:cubicBezTo>
                    <a:pt x="3309" y="2206"/>
                    <a:pt x="3088" y="2174"/>
                    <a:pt x="2836" y="2174"/>
                  </a:cubicBezTo>
                  <a:cubicBezTo>
                    <a:pt x="2616" y="2174"/>
                    <a:pt x="2364" y="2206"/>
                    <a:pt x="2143" y="2237"/>
                  </a:cubicBezTo>
                  <a:lnTo>
                    <a:pt x="2143" y="1450"/>
                  </a:lnTo>
                  <a:cubicBezTo>
                    <a:pt x="2143" y="1072"/>
                    <a:pt x="2458" y="756"/>
                    <a:pt x="2836" y="756"/>
                  </a:cubicBezTo>
                  <a:close/>
                  <a:moveTo>
                    <a:pt x="5231" y="1450"/>
                  </a:moveTo>
                  <a:cubicBezTo>
                    <a:pt x="7026" y="1450"/>
                    <a:pt x="8539" y="2584"/>
                    <a:pt x="9106" y="4254"/>
                  </a:cubicBezTo>
                  <a:cubicBezTo>
                    <a:pt x="8854" y="4254"/>
                    <a:pt x="8633" y="4317"/>
                    <a:pt x="8444" y="4474"/>
                  </a:cubicBezTo>
                  <a:cubicBezTo>
                    <a:pt x="8003" y="3119"/>
                    <a:pt x="6743" y="2174"/>
                    <a:pt x="5231" y="2174"/>
                  </a:cubicBezTo>
                  <a:lnTo>
                    <a:pt x="4254" y="2174"/>
                  </a:lnTo>
                  <a:lnTo>
                    <a:pt x="4254" y="1450"/>
                  </a:lnTo>
                  <a:close/>
                  <a:moveTo>
                    <a:pt x="2868" y="2836"/>
                  </a:moveTo>
                  <a:cubicBezTo>
                    <a:pt x="4033" y="2836"/>
                    <a:pt x="4979" y="3781"/>
                    <a:pt x="4979" y="4947"/>
                  </a:cubicBezTo>
                  <a:lnTo>
                    <a:pt x="4979" y="5671"/>
                  </a:lnTo>
                  <a:lnTo>
                    <a:pt x="757" y="5671"/>
                  </a:lnTo>
                  <a:lnTo>
                    <a:pt x="757" y="4947"/>
                  </a:lnTo>
                  <a:cubicBezTo>
                    <a:pt x="757" y="3781"/>
                    <a:pt x="1702" y="2836"/>
                    <a:pt x="2868" y="2836"/>
                  </a:cubicBezTo>
                  <a:close/>
                  <a:moveTo>
                    <a:pt x="9169" y="4947"/>
                  </a:moveTo>
                  <a:cubicBezTo>
                    <a:pt x="9578" y="4947"/>
                    <a:pt x="9893" y="5262"/>
                    <a:pt x="9893" y="5671"/>
                  </a:cubicBezTo>
                  <a:cubicBezTo>
                    <a:pt x="9893" y="6049"/>
                    <a:pt x="9578" y="6364"/>
                    <a:pt x="9169" y="6364"/>
                  </a:cubicBezTo>
                  <a:cubicBezTo>
                    <a:pt x="8791" y="6364"/>
                    <a:pt x="8476" y="6049"/>
                    <a:pt x="8476" y="5671"/>
                  </a:cubicBezTo>
                  <a:cubicBezTo>
                    <a:pt x="8476" y="5262"/>
                    <a:pt x="8791" y="4947"/>
                    <a:pt x="9169" y="4947"/>
                  </a:cubicBezTo>
                  <a:close/>
                  <a:moveTo>
                    <a:pt x="9547" y="6994"/>
                  </a:moveTo>
                  <a:lnTo>
                    <a:pt x="9547" y="9924"/>
                  </a:lnTo>
                  <a:lnTo>
                    <a:pt x="8822" y="9924"/>
                  </a:lnTo>
                  <a:lnTo>
                    <a:pt x="8822" y="6994"/>
                  </a:lnTo>
                  <a:cubicBezTo>
                    <a:pt x="8948" y="7057"/>
                    <a:pt x="9074" y="7057"/>
                    <a:pt x="9169" y="7057"/>
                  </a:cubicBezTo>
                  <a:cubicBezTo>
                    <a:pt x="9295" y="7057"/>
                    <a:pt x="9421" y="7057"/>
                    <a:pt x="9547" y="6994"/>
                  </a:cubicBezTo>
                  <a:close/>
                  <a:moveTo>
                    <a:pt x="10208" y="10617"/>
                  </a:moveTo>
                  <a:cubicBezTo>
                    <a:pt x="10681" y="10617"/>
                    <a:pt x="11059" y="10933"/>
                    <a:pt x="11217" y="11342"/>
                  </a:cubicBezTo>
                  <a:lnTo>
                    <a:pt x="5703" y="11342"/>
                  </a:lnTo>
                  <a:cubicBezTo>
                    <a:pt x="5861" y="10933"/>
                    <a:pt x="6270" y="10617"/>
                    <a:pt x="6711" y="10617"/>
                  </a:cubicBezTo>
                  <a:close/>
                  <a:moveTo>
                    <a:pt x="2836" y="0"/>
                  </a:moveTo>
                  <a:cubicBezTo>
                    <a:pt x="2049" y="0"/>
                    <a:pt x="1419" y="630"/>
                    <a:pt x="1419" y="1418"/>
                  </a:cubicBezTo>
                  <a:lnTo>
                    <a:pt x="1419" y="2458"/>
                  </a:lnTo>
                  <a:cubicBezTo>
                    <a:pt x="599" y="2930"/>
                    <a:pt x="1" y="3844"/>
                    <a:pt x="1" y="4915"/>
                  </a:cubicBezTo>
                  <a:lnTo>
                    <a:pt x="1" y="5986"/>
                  </a:lnTo>
                  <a:cubicBezTo>
                    <a:pt x="1" y="6175"/>
                    <a:pt x="158" y="6333"/>
                    <a:pt x="347" y="6333"/>
                  </a:cubicBezTo>
                  <a:lnTo>
                    <a:pt x="5294" y="6333"/>
                  </a:lnTo>
                  <a:cubicBezTo>
                    <a:pt x="5483" y="6333"/>
                    <a:pt x="5640" y="6175"/>
                    <a:pt x="5640" y="5986"/>
                  </a:cubicBezTo>
                  <a:lnTo>
                    <a:pt x="5640" y="4915"/>
                  </a:lnTo>
                  <a:cubicBezTo>
                    <a:pt x="5640" y="4096"/>
                    <a:pt x="5294" y="3340"/>
                    <a:pt x="4695" y="2773"/>
                  </a:cubicBezTo>
                  <a:lnTo>
                    <a:pt x="5231" y="2773"/>
                  </a:lnTo>
                  <a:cubicBezTo>
                    <a:pt x="6585" y="2773"/>
                    <a:pt x="7688" y="3781"/>
                    <a:pt x="7877" y="5104"/>
                  </a:cubicBezTo>
                  <a:cubicBezTo>
                    <a:pt x="7846" y="5262"/>
                    <a:pt x="7814" y="5419"/>
                    <a:pt x="7814" y="5608"/>
                  </a:cubicBezTo>
                  <a:cubicBezTo>
                    <a:pt x="7814" y="5986"/>
                    <a:pt x="7909" y="6301"/>
                    <a:pt x="8161" y="6553"/>
                  </a:cubicBezTo>
                  <a:lnTo>
                    <a:pt x="8161" y="9924"/>
                  </a:lnTo>
                  <a:lnTo>
                    <a:pt x="7436" y="9924"/>
                  </a:lnTo>
                  <a:lnTo>
                    <a:pt x="7436" y="9546"/>
                  </a:lnTo>
                  <a:cubicBezTo>
                    <a:pt x="7436" y="9357"/>
                    <a:pt x="7278" y="9200"/>
                    <a:pt x="7089" y="9200"/>
                  </a:cubicBezTo>
                  <a:cubicBezTo>
                    <a:pt x="6900" y="9200"/>
                    <a:pt x="6743" y="9357"/>
                    <a:pt x="6743" y="9546"/>
                  </a:cubicBezTo>
                  <a:lnTo>
                    <a:pt x="6743" y="9924"/>
                  </a:lnTo>
                  <a:cubicBezTo>
                    <a:pt x="5766" y="9924"/>
                    <a:pt x="4979" y="10712"/>
                    <a:pt x="4979" y="11689"/>
                  </a:cubicBezTo>
                  <a:cubicBezTo>
                    <a:pt x="4979" y="11878"/>
                    <a:pt x="5136" y="12035"/>
                    <a:pt x="5325" y="12035"/>
                  </a:cubicBezTo>
                  <a:lnTo>
                    <a:pt x="11658" y="12035"/>
                  </a:lnTo>
                  <a:cubicBezTo>
                    <a:pt x="11847" y="12035"/>
                    <a:pt x="12004" y="11878"/>
                    <a:pt x="12004" y="11689"/>
                  </a:cubicBezTo>
                  <a:cubicBezTo>
                    <a:pt x="12004" y="11216"/>
                    <a:pt x="11815" y="10743"/>
                    <a:pt x="11500" y="10428"/>
                  </a:cubicBezTo>
                  <a:cubicBezTo>
                    <a:pt x="11154" y="10113"/>
                    <a:pt x="10713" y="9924"/>
                    <a:pt x="10240" y="9924"/>
                  </a:cubicBezTo>
                  <a:lnTo>
                    <a:pt x="10240" y="6585"/>
                  </a:lnTo>
                  <a:cubicBezTo>
                    <a:pt x="10492" y="6333"/>
                    <a:pt x="10587" y="5986"/>
                    <a:pt x="10587" y="5608"/>
                  </a:cubicBezTo>
                  <a:cubicBezTo>
                    <a:pt x="10587" y="5104"/>
                    <a:pt x="10334" y="4632"/>
                    <a:pt x="9893" y="4411"/>
                  </a:cubicBezTo>
                  <a:cubicBezTo>
                    <a:pt x="9641" y="3371"/>
                    <a:pt x="9106" y="2458"/>
                    <a:pt x="8287" y="1796"/>
                  </a:cubicBezTo>
                  <a:cubicBezTo>
                    <a:pt x="7405" y="1103"/>
                    <a:pt x="6333" y="693"/>
                    <a:pt x="5231" y="693"/>
                  </a:cubicBezTo>
                  <a:lnTo>
                    <a:pt x="4065" y="693"/>
                  </a:lnTo>
                  <a:cubicBezTo>
                    <a:pt x="3813" y="284"/>
                    <a:pt x="3340" y="0"/>
                    <a:pt x="283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8136;p67">
              <a:extLst>
                <a:ext uri="{FF2B5EF4-FFF2-40B4-BE49-F238E27FC236}">
                  <a16:creationId xmlns:a16="http://schemas.microsoft.com/office/drawing/2014/main" id="{2BDD3707-7A5A-D392-8D94-F73BDF560895}"/>
                </a:ext>
              </a:extLst>
            </p:cNvPr>
            <p:cNvSpPr/>
            <p:nvPr/>
          </p:nvSpPr>
          <p:spPr>
            <a:xfrm>
              <a:off x="-47834525" y="2904350"/>
              <a:ext cx="17350" cy="44125"/>
            </a:xfrm>
            <a:custGeom>
              <a:avLst/>
              <a:gdLst/>
              <a:ahLst/>
              <a:cxnLst/>
              <a:rect l="l" t="t" r="r" b="b"/>
              <a:pathLst>
                <a:path w="694" h="1765" extrusionOk="0">
                  <a:moveTo>
                    <a:pt x="347" y="1"/>
                  </a:moveTo>
                  <a:cubicBezTo>
                    <a:pt x="158" y="1"/>
                    <a:pt x="1" y="158"/>
                    <a:pt x="1" y="347"/>
                  </a:cubicBezTo>
                  <a:lnTo>
                    <a:pt x="1" y="1418"/>
                  </a:lnTo>
                  <a:cubicBezTo>
                    <a:pt x="1" y="1607"/>
                    <a:pt x="158" y="1765"/>
                    <a:pt x="347" y="1765"/>
                  </a:cubicBezTo>
                  <a:cubicBezTo>
                    <a:pt x="568" y="1765"/>
                    <a:pt x="694" y="1607"/>
                    <a:pt x="694" y="1418"/>
                  </a:cubicBezTo>
                  <a:lnTo>
                    <a:pt x="694" y="347"/>
                  </a:lnTo>
                  <a:cubicBezTo>
                    <a:pt x="694" y="158"/>
                    <a:pt x="568"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8137;p67">
              <a:extLst>
                <a:ext uri="{FF2B5EF4-FFF2-40B4-BE49-F238E27FC236}">
                  <a16:creationId xmlns:a16="http://schemas.microsoft.com/office/drawing/2014/main" id="{2CE782C9-FFF6-CD62-198C-DF1D05FE008B}"/>
                </a:ext>
              </a:extLst>
            </p:cNvPr>
            <p:cNvSpPr/>
            <p:nvPr/>
          </p:nvSpPr>
          <p:spPr>
            <a:xfrm>
              <a:off x="-47790400" y="2884475"/>
              <a:ext cx="38600" cy="36450"/>
            </a:xfrm>
            <a:custGeom>
              <a:avLst/>
              <a:gdLst/>
              <a:ahLst/>
              <a:cxnLst/>
              <a:rect l="l" t="t" r="r" b="b"/>
              <a:pathLst>
                <a:path w="1544" h="1458" extrusionOk="0">
                  <a:moveTo>
                    <a:pt x="437" y="0"/>
                  </a:moveTo>
                  <a:cubicBezTo>
                    <a:pt x="339" y="0"/>
                    <a:pt x="236" y="24"/>
                    <a:pt x="158" y="71"/>
                  </a:cubicBezTo>
                  <a:cubicBezTo>
                    <a:pt x="0" y="197"/>
                    <a:pt x="32" y="449"/>
                    <a:pt x="158" y="607"/>
                  </a:cubicBezTo>
                  <a:lnTo>
                    <a:pt x="914" y="1363"/>
                  </a:lnTo>
                  <a:cubicBezTo>
                    <a:pt x="1040" y="1457"/>
                    <a:pt x="1103" y="1457"/>
                    <a:pt x="1197" y="1457"/>
                  </a:cubicBezTo>
                  <a:cubicBezTo>
                    <a:pt x="1260" y="1457"/>
                    <a:pt x="1386" y="1426"/>
                    <a:pt x="1418" y="1363"/>
                  </a:cubicBezTo>
                  <a:cubicBezTo>
                    <a:pt x="1544" y="1237"/>
                    <a:pt x="1544" y="985"/>
                    <a:pt x="1418" y="827"/>
                  </a:cubicBezTo>
                  <a:lnTo>
                    <a:pt x="693" y="71"/>
                  </a:lnTo>
                  <a:cubicBezTo>
                    <a:pt x="630" y="24"/>
                    <a:pt x="536" y="0"/>
                    <a:pt x="43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8138;p67">
              <a:extLst>
                <a:ext uri="{FF2B5EF4-FFF2-40B4-BE49-F238E27FC236}">
                  <a16:creationId xmlns:a16="http://schemas.microsoft.com/office/drawing/2014/main" id="{DD2FF2CD-B377-2EFA-CCA2-0B999C082939}"/>
                </a:ext>
              </a:extLst>
            </p:cNvPr>
            <p:cNvSpPr/>
            <p:nvPr/>
          </p:nvSpPr>
          <p:spPr>
            <a:xfrm>
              <a:off x="-47896750" y="2885150"/>
              <a:ext cx="37050" cy="37350"/>
            </a:xfrm>
            <a:custGeom>
              <a:avLst/>
              <a:gdLst/>
              <a:ahLst/>
              <a:cxnLst/>
              <a:rect l="l" t="t" r="r" b="b"/>
              <a:pathLst>
                <a:path w="1482" h="1494" extrusionOk="0">
                  <a:moveTo>
                    <a:pt x="1122" y="0"/>
                  </a:moveTo>
                  <a:cubicBezTo>
                    <a:pt x="1027" y="0"/>
                    <a:pt x="933" y="40"/>
                    <a:pt x="883" y="107"/>
                  </a:cubicBezTo>
                  <a:lnTo>
                    <a:pt x="127" y="863"/>
                  </a:lnTo>
                  <a:cubicBezTo>
                    <a:pt x="1" y="958"/>
                    <a:pt x="1" y="1210"/>
                    <a:pt x="127" y="1367"/>
                  </a:cubicBezTo>
                  <a:cubicBezTo>
                    <a:pt x="221" y="1430"/>
                    <a:pt x="284" y="1493"/>
                    <a:pt x="379" y="1493"/>
                  </a:cubicBezTo>
                  <a:cubicBezTo>
                    <a:pt x="442" y="1493"/>
                    <a:pt x="568" y="1430"/>
                    <a:pt x="599" y="1367"/>
                  </a:cubicBezTo>
                  <a:lnTo>
                    <a:pt x="1356" y="611"/>
                  </a:lnTo>
                  <a:cubicBezTo>
                    <a:pt x="1482" y="485"/>
                    <a:pt x="1482" y="264"/>
                    <a:pt x="1356" y="107"/>
                  </a:cubicBezTo>
                  <a:cubicBezTo>
                    <a:pt x="1296" y="33"/>
                    <a:pt x="1208" y="0"/>
                    <a:pt x="112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1" name="Google Shape;8139;p67">
            <a:extLst>
              <a:ext uri="{FF2B5EF4-FFF2-40B4-BE49-F238E27FC236}">
                <a16:creationId xmlns:a16="http://schemas.microsoft.com/office/drawing/2014/main" id="{EE017295-39C4-9739-4689-A45879438F5A}"/>
              </a:ext>
            </a:extLst>
          </p:cNvPr>
          <p:cNvGrpSpPr/>
          <p:nvPr/>
        </p:nvGrpSpPr>
        <p:grpSpPr>
          <a:xfrm>
            <a:off x="15578205" y="4148727"/>
            <a:ext cx="918727" cy="805756"/>
            <a:chOff x="-46033225" y="1982825"/>
            <a:chExt cx="300900" cy="263900"/>
          </a:xfrm>
          <a:solidFill>
            <a:srgbClr val="555559"/>
          </a:solidFill>
        </p:grpSpPr>
        <p:sp>
          <p:nvSpPr>
            <p:cNvPr id="1385" name="Google Shape;8140;p67">
              <a:extLst>
                <a:ext uri="{FF2B5EF4-FFF2-40B4-BE49-F238E27FC236}">
                  <a16:creationId xmlns:a16="http://schemas.microsoft.com/office/drawing/2014/main" id="{11E7EC02-7A44-03CC-6115-4B7485062151}"/>
                </a:ext>
              </a:extLst>
            </p:cNvPr>
            <p:cNvSpPr/>
            <p:nvPr/>
          </p:nvSpPr>
          <p:spPr>
            <a:xfrm>
              <a:off x="-45962325" y="2053725"/>
              <a:ext cx="157525" cy="157550"/>
            </a:xfrm>
            <a:custGeom>
              <a:avLst/>
              <a:gdLst/>
              <a:ahLst/>
              <a:cxnLst/>
              <a:rect l="l" t="t" r="r" b="b"/>
              <a:pathLst>
                <a:path w="6301" h="6302" extrusionOk="0">
                  <a:moveTo>
                    <a:pt x="3151" y="725"/>
                  </a:moveTo>
                  <a:cubicBezTo>
                    <a:pt x="4505" y="725"/>
                    <a:pt x="5608" y="1828"/>
                    <a:pt x="5608" y="3151"/>
                  </a:cubicBezTo>
                  <a:cubicBezTo>
                    <a:pt x="5608" y="4506"/>
                    <a:pt x="4505" y="5608"/>
                    <a:pt x="3151" y="5608"/>
                  </a:cubicBezTo>
                  <a:cubicBezTo>
                    <a:pt x="1827" y="5608"/>
                    <a:pt x="725" y="4474"/>
                    <a:pt x="725" y="3151"/>
                  </a:cubicBezTo>
                  <a:cubicBezTo>
                    <a:pt x="725" y="1828"/>
                    <a:pt x="1827" y="725"/>
                    <a:pt x="3151" y="725"/>
                  </a:cubicBezTo>
                  <a:close/>
                  <a:moveTo>
                    <a:pt x="3151" y="0"/>
                  </a:moveTo>
                  <a:cubicBezTo>
                    <a:pt x="1418" y="0"/>
                    <a:pt x="0" y="1418"/>
                    <a:pt x="0" y="3151"/>
                  </a:cubicBezTo>
                  <a:cubicBezTo>
                    <a:pt x="0" y="4884"/>
                    <a:pt x="1418" y="6301"/>
                    <a:pt x="3151" y="6301"/>
                  </a:cubicBezTo>
                  <a:cubicBezTo>
                    <a:pt x="4883" y="6301"/>
                    <a:pt x="6301" y="4884"/>
                    <a:pt x="6301" y="3151"/>
                  </a:cubicBezTo>
                  <a:cubicBezTo>
                    <a:pt x="6301" y="1418"/>
                    <a:pt x="4883" y="0"/>
                    <a:pt x="315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8141;p67">
              <a:extLst>
                <a:ext uri="{FF2B5EF4-FFF2-40B4-BE49-F238E27FC236}">
                  <a16:creationId xmlns:a16="http://schemas.microsoft.com/office/drawing/2014/main" id="{9947AAE8-5C5E-6B84-B13C-F1DA5612AF7C}"/>
                </a:ext>
              </a:extLst>
            </p:cNvPr>
            <p:cNvSpPr/>
            <p:nvPr/>
          </p:nvSpPr>
          <p:spPr>
            <a:xfrm>
              <a:off x="-45927675" y="2088375"/>
              <a:ext cx="89025" cy="88250"/>
            </a:xfrm>
            <a:custGeom>
              <a:avLst/>
              <a:gdLst/>
              <a:ahLst/>
              <a:cxnLst/>
              <a:rect l="l" t="t" r="r" b="b"/>
              <a:pathLst>
                <a:path w="3561" h="3530" extrusionOk="0">
                  <a:moveTo>
                    <a:pt x="1765" y="694"/>
                  </a:moveTo>
                  <a:cubicBezTo>
                    <a:pt x="2363" y="694"/>
                    <a:pt x="2836" y="1166"/>
                    <a:pt x="2836" y="1765"/>
                  </a:cubicBezTo>
                  <a:cubicBezTo>
                    <a:pt x="2804" y="2363"/>
                    <a:pt x="2332" y="2836"/>
                    <a:pt x="1765" y="2836"/>
                  </a:cubicBezTo>
                  <a:cubicBezTo>
                    <a:pt x="1197" y="2836"/>
                    <a:pt x="725" y="2363"/>
                    <a:pt x="725" y="1765"/>
                  </a:cubicBezTo>
                  <a:cubicBezTo>
                    <a:pt x="725" y="1166"/>
                    <a:pt x="1197" y="694"/>
                    <a:pt x="1765" y="694"/>
                  </a:cubicBezTo>
                  <a:close/>
                  <a:moveTo>
                    <a:pt x="1765" y="1"/>
                  </a:moveTo>
                  <a:cubicBezTo>
                    <a:pt x="788" y="1"/>
                    <a:pt x="0" y="788"/>
                    <a:pt x="0" y="1765"/>
                  </a:cubicBezTo>
                  <a:cubicBezTo>
                    <a:pt x="0" y="2741"/>
                    <a:pt x="788" y="3529"/>
                    <a:pt x="1765" y="3529"/>
                  </a:cubicBezTo>
                  <a:cubicBezTo>
                    <a:pt x="2773" y="3529"/>
                    <a:pt x="3560" y="2741"/>
                    <a:pt x="3560" y="1765"/>
                  </a:cubicBezTo>
                  <a:cubicBezTo>
                    <a:pt x="3497" y="788"/>
                    <a:pt x="2710" y="1"/>
                    <a:pt x="176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8142;p67">
              <a:extLst>
                <a:ext uri="{FF2B5EF4-FFF2-40B4-BE49-F238E27FC236}">
                  <a16:creationId xmlns:a16="http://schemas.microsoft.com/office/drawing/2014/main" id="{44B5E5A9-7614-4960-E2C2-D56B55385E3A}"/>
                </a:ext>
              </a:extLst>
            </p:cNvPr>
            <p:cNvSpPr/>
            <p:nvPr/>
          </p:nvSpPr>
          <p:spPr>
            <a:xfrm>
              <a:off x="-46033225" y="1982825"/>
              <a:ext cx="300900" cy="263900"/>
            </a:xfrm>
            <a:custGeom>
              <a:avLst/>
              <a:gdLst/>
              <a:ahLst/>
              <a:cxnLst/>
              <a:rect l="l" t="t" r="r" b="b"/>
              <a:pathLst>
                <a:path w="12036" h="10556" extrusionOk="0">
                  <a:moveTo>
                    <a:pt x="7184" y="726"/>
                  </a:moveTo>
                  <a:lnTo>
                    <a:pt x="7530" y="1419"/>
                  </a:lnTo>
                  <a:lnTo>
                    <a:pt x="4474" y="1419"/>
                  </a:lnTo>
                  <a:lnTo>
                    <a:pt x="4821" y="726"/>
                  </a:lnTo>
                  <a:close/>
                  <a:moveTo>
                    <a:pt x="694" y="3750"/>
                  </a:moveTo>
                  <a:lnTo>
                    <a:pt x="1387" y="4097"/>
                  </a:lnTo>
                  <a:lnTo>
                    <a:pt x="1387" y="7877"/>
                  </a:lnTo>
                  <a:lnTo>
                    <a:pt x="694" y="8224"/>
                  </a:lnTo>
                  <a:lnTo>
                    <a:pt x="694" y="3750"/>
                  </a:lnTo>
                  <a:close/>
                  <a:moveTo>
                    <a:pt x="11279" y="3750"/>
                  </a:moveTo>
                  <a:lnTo>
                    <a:pt x="11279" y="8224"/>
                  </a:lnTo>
                  <a:lnTo>
                    <a:pt x="10555" y="7877"/>
                  </a:lnTo>
                  <a:lnTo>
                    <a:pt x="10555" y="4097"/>
                  </a:lnTo>
                  <a:lnTo>
                    <a:pt x="11279" y="3750"/>
                  </a:lnTo>
                  <a:close/>
                  <a:moveTo>
                    <a:pt x="10933" y="2175"/>
                  </a:moveTo>
                  <a:cubicBezTo>
                    <a:pt x="11122" y="2175"/>
                    <a:pt x="11279" y="2332"/>
                    <a:pt x="11279" y="2521"/>
                  </a:cubicBezTo>
                  <a:lnTo>
                    <a:pt x="11279" y="2994"/>
                  </a:lnTo>
                  <a:lnTo>
                    <a:pt x="10051" y="3592"/>
                  </a:lnTo>
                  <a:cubicBezTo>
                    <a:pt x="9925" y="3655"/>
                    <a:pt x="9862" y="3781"/>
                    <a:pt x="9862" y="3908"/>
                  </a:cubicBezTo>
                  <a:lnTo>
                    <a:pt x="9862" y="8098"/>
                  </a:lnTo>
                  <a:cubicBezTo>
                    <a:pt x="9862" y="8224"/>
                    <a:pt x="9925" y="8350"/>
                    <a:pt x="10051" y="8444"/>
                  </a:cubicBezTo>
                  <a:lnTo>
                    <a:pt x="11279" y="9011"/>
                  </a:lnTo>
                  <a:lnTo>
                    <a:pt x="11279" y="9484"/>
                  </a:lnTo>
                  <a:cubicBezTo>
                    <a:pt x="11279" y="9704"/>
                    <a:pt x="11122" y="9830"/>
                    <a:pt x="10933" y="9830"/>
                  </a:cubicBezTo>
                  <a:lnTo>
                    <a:pt x="1040" y="9830"/>
                  </a:lnTo>
                  <a:cubicBezTo>
                    <a:pt x="851" y="9830"/>
                    <a:pt x="694" y="9673"/>
                    <a:pt x="694" y="9484"/>
                  </a:cubicBezTo>
                  <a:lnTo>
                    <a:pt x="694" y="9011"/>
                  </a:lnTo>
                  <a:lnTo>
                    <a:pt x="1891" y="8444"/>
                  </a:lnTo>
                  <a:cubicBezTo>
                    <a:pt x="2017" y="8350"/>
                    <a:pt x="2111" y="8224"/>
                    <a:pt x="2111" y="8098"/>
                  </a:cubicBezTo>
                  <a:lnTo>
                    <a:pt x="2111" y="3908"/>
                  </a:lnTo>
                  <a:cubicBezTo>
                    <a:pt x="2111" y="3781"/>
                    <a:pt x="2017" y="3655"/>
                    <a:pt x="1891" y="3592"/>
                  </a:cubicBezTo>
                  <a:lnTo>
                    <a:pt x="694" y="2994"/>
                  </a:lnTo>
                  <a:lnTo>
                    <a:pt x="694" y="2521"/>
                  </a:lnTo>
                  <a:cubicBezTo>
                    <a:pt x="694" y="2332"/>
                    <a:pt x="851" y="2175"/>
                    <a:pt x="1040" y="2175"/>
                  </a:cubicBezTo>
                  <a:close/>
                  <a:moveTo>
                    <a:pt x="4632" y="1"/>
                  </a:moveTo>
                  <a:cubicBezTo>
                    <a:pt x="4506" y="1"/>
                    <a:pt x="4380" y="95"/>
                    <a:pt x="4317" y="190"/>
                  </a:cubicBezTo>
                  <a:lnTo>
                    <a:pt x="3718" y="1419"/>
                  </a:lnTo>
                  <a:lnTo>
                    <a:pt x="2143" y="1419"/>
                  </a:lnTo>
                  <a:lnTo>
                    <a:pt x="2143" y="1072"/>
                  </a:lnTo>
                  <a:cubicBezTo>
                    <a:pt x="2143" y="883"/>
                    <a:pt x="1985" y="694"/>
                    <a:pt x="1796" y="694"/>
                  </a:cubicBezTo>
                  <a:cubicBezTo>
                    <a:pt x="1576" y="694"/>
                    <a:pt x="1418" y="883"/>
                    <a:pt x="1418" y="1072"/>
                  </a:cubicBezTo>
                  <a:lnTo>
                    <a:pt x="1418" y="1419"/>
                  </a:lnTo>
                  <a:lnTo>
                    <a:pt x="1072" y="1419"/>
                  </a:lnTo>
                  <a:cubicBezTo>
                    <a:pt x="473" y="1419"/>
                    <a:pt x="1" y="1891"/>
                    <a:pt x="1" y="2490"/>
                  </a:cubicBezTo>
                  <a:lnTo>
                    <a:pt x="1" y="9484"/>
                  </a:lnTo>
                  <a:cubicBezTo>
                    <a:pt x="1" y="10082"/>
                    <a:pt x="473" y="10555"/>
                    <a:pt x="1072" y="10555"/>
                  </a:cubicBezTo>
                  <a:lnTo>
                    <a:pt x="10964" y="10555"/>
                  </a:lnTo>
                  <a:cubicBezTo>
                    <a:pt x="11563" y="10555"/>
                    <a:pt x="12035" y="10082"/>
                    <a:pt x="12035" y="9484"/>
                  </a:cubicBezTo>
                  <a:lnTo>
                    <a:pt x="12035" y="2490"/>
                  </a:lnTo>
                  <a:cubicBezTo>
                    <a:pt x="12004" y="1891"/>
                    <a:pt x="11500" y="1419"/>
                    <a:pt x="10933" y="1419"/>
                  </a:cubicBezTo>
                  <a:lnTo>
                    <a:pt x="8318" y="1419"/>
                  </a:lnTo>
                  <a:lnTo>
                    <a:pt x="7719" y="190"/>
                  </a:lnTo>
                  <a:cubicBezTo>
                    <a:pt x="7656" y="95"/>
                    <a:pt x="7530" y="1"/>
                    <a:pt x="740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2" name="Google Shape;8143;p67">
            <a:extLst>
              <a:ext uri="{FF2B5EF4-FFF2-40B4-BE49-F238E27FC236}">
                <a16:creationId xmlns:a16="http://schemas.microsoft.com/office/drawing/2014/main" id="{25579BD0-D5BA-A53A-F88E-03AE7E40481D}"/>
              </a:ext>
            </a:extLst>
          </p:cNvPr>
          <p:cNvGrpSpPr/>
          <p:nvPr/>
        </p:nvGrpSpPr>
        <p:grpSpPr>
          <a:xfrm>
            <a:off x="15569810" y="5222484"/>
            <a:ext cx="935519" cy="834306"/>
            <a:chOff x="-46034000" y="2334500"/>
            <a:chExt cx="306400" cy="273250"/>
          </a:xfrm>
          <a:solidFill>
            <a:srgbClr val="555559"/>
          </a:solidFill>
        </p:grpSpPr>
        <p:sp>
          <p:nvSpPr>
            <p:cNvPr id="1382" name="Google Shape;8144;p67">
              <a:extLst>
                <a:ext uri="{FF2B5EF4-FFF2-40B4-BE49-F238E27FC236}">
                  <a16:creationId xmlns:a16="http://schemas.microsoft.com/office/drawing/2014/main" id="{81AFC0C9-80B3-737E-3281-0866D32287A5}"/>
                </a:ext>
              </a:extLst>
            </p:cNvPr>
            <p:cNvSpPr/>
            <p:nvPr/>
          </p:nvSpPr>
          <p:spPr>
            <a:xfrm>
              <a:off x="-46034000" y="2334500"/>
              <a:ext cx="306400" cy="273250"/>
            </a:xfrm>
            <a:custGeom>
              <a:avLst/>
              <a:gdLst/>
              <a:ahLst/>
              <a:cxnLst/>
              <a:rect l="l" t="t" r="r" b="b"/>
              <a:pathLst>
                <a:path w="12256" h="10930" extrusionOk="0">
                  <a:moveTo>
                    <a:pt x="9519" y="718"/>
                  </a:moveTo>
                  <a:cubicBezTo>
                    <a:pt x="9971" y="718"/>
                    <a:pt x="10428" y="883"/>
                    <a:pt x="10775" y="1214"/>
                  </a:cubicBezTo>
                  <a:cubicBezTo>
                    <a:pt x="11499" y="1875"/>
                    <a:pt x="11499" y="2978"/>
                    <a:pt x="10806" y="3640"/>
                  </a:cubicBezTo>
                  <a:lnTo>
                    <a:pt x="5734" y="8743"/>
                  </a:lnTo>
                  <a:lnTo>
                    <a:pt x="3403" y="8113"/>
                  </a:lnTo>
                  <a:lnTo>
                    <a:pt x="3214" y="6286"/>
                  </a:lnTo>
                  <a:lnTo>
                    <a:pt x="8286" y="1214"/>
                  </a:lnTo>
                  <a:cubicBezTo>
                    <a:pt x="8617" y="883"/>
                    <a:pt x="9066" y="718"/>
                    <a:pt x="9519" y="718"/>
                  </a:cubicBezTo>
                  <a:close/>
                  <a:moveTo>
                    <a:pt x="2678" y="7830"/>
                  </a:moveTo>
                  <a:lnTo>
                    <a:pt x="2773" y="8460"/>
                  </a:lnTo>
                  <a:cubicBezTo>
                    <a:pt x="2773" y="8617"/>
                    <a:pt x="2867" y="8743"/>
                    <a:pt x="3025" y="8775"/>
                  </a:cubicBezTo>
                  <a:lnTo>
                    <a:pt x="4411" y="9121"/>
                  </a:lnTo>
                  <a:lnTo>
                    <a:pt x="3277" y="10224"/>
                  </a:lnTo>
                  <a:lnTo>
                    <a:pt x="1040" y="9500"/>
                  </a:lnTo>
                  <a:lnTo>
                    <a:pt x="2678" y="7830"/>
                  </a:lnTo>
                  <a:close/>
                  <a:moveTo>
                    <a:pt x="9578" y="1"/>
                  </a:moveTo>
                  <a:cubicBezTo>
                    <a:pt x="8947" y="1"/>
                    <a:pt x="8317" y="237"/>
                    <a:pt x="7845" y="710"/>
                  </a:cubicBezTo>
                  <a:lnTo>
                    <a:pt x="2647" y="5908"/>
                  </a:lnTo>
                  <a:cubicBezTo>
                    <a:pt x="2583" y="5971"/>
                    <a:pt x="2520" y="6097"/>
                    <a:pt x="2520" y="6160"/>
                  </a:cubicBezTo>
                  <a:lnTo>
                    <a:pt x="2615" y="6885"/>
                  </a:lnTo>
                  <a:lnTo>
                    <a:pt x="126" y="9373"/>
                  </a:lnTo>
                  <a:cubicBezTo>
                    <a:pt x="32" y="9437"/>
                    <a:pt x="0" y="9563"/>
                    <a:pt x="32" y="9689"/>
                  </a:cubicBezTo>
                  <a:cubicBezTo>
                    <a:pt x="95" y="9815"/>
                    <a:pt x="158" y="9878"/>
                    <a:pt x="284" y="9909"/>
                  </a:cubicBezTo>
                  <a:lnTo>
                    <a:pt x="3277" y="10917"/>
                  </a:lnTo>
                  <a:cubicBezTo>
                    <a:pt x="3308" y="10925"/>
                    <a:pt x="3342" y="10929"/>
                    <a:pt x="3375" y="10929"/>
                  </a:cubicBezTo>
                  <a:cubicBezTo>
                    <a:pt x="3475" y="10929"/>
                    <a:pt x="3576" y="10894"/>
                    <a:pt x="3623" y="10823"/>
                  </a:cubicBezTo>
                  <a:lnTo>
                    <a:pt x="5198" y="9247"/>
                  </a:lnTo>
                  <a:lnTo>
                    <a:pt x="5797" y="9405"/>
                  </a:lnTo>
                  <a:cubicBezTo>
                    <a:pt x="5831" y="9413"/>
                    <a:pt x="5865" y="9417"/>
                    <a:pt x="5898" y="9417"/>
                  </a:cubicBezTo>
                  <a:cubicBezTo>
                    <a:pt x="5988" y="9417"/>
                    <a:pt x="6074" y="9388"/>
                    <a:pt x="6144" y="9342"/>
                  </a:cubicBezTo>
                  <a:lnTo>
                    <a:pt x="11342" y="4144"/>
                  </a:lnTo>
                  <a:cubicBezTo>
                    <a:pt x="12256" y="3230"/>
                    <a:pt x="12256" y="1655"/>
                    <a:pt x="11310" y="710"/>
                  </a:cubicBezTo>
                  <a:cubicBezTo>
                    <a:pt x="10838" y="237"/>
                    <a:pt x="10208" y="1"/>
                    <a:pt x="957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8145;p67">
              <a:extLst>
                <a:ext uri="{FF2B5EF4-FFF2-40B4-BE49-F238E27FC236}">
                  <a16:creationId xmlns:a16="http://schemas.microsoft.com/office/drawing/2014/main" id="{17340B76-998C-FC43-A98A-A58EF374A4EC}"/>
                </a:ext>
              </a:extLst>
            </p:cNvPr>
            <p:cNvSpPr/>
            <p:nvPr/>
          </p:nvSpPr>
          <p:spPr>
            <a:xfrm>
              <a:off x="-45879625" y="2374275"/>
              <a:ext cx="105550" cy="104000"/>
            </a:xfrm>
            <a:custGeom>
              <a:avLst/>
              <a:gdLst/>
              <a:ahLst/>
              <a:cxnLst/>
              <a:rect l="l" t="t" r="r" b="b"/>
              <a:pathLst>
                <a:path w="4222" h="4160" extrusionOk="0">
                  <a:moveTo>
                    <a:pt x="2899" y="788"/>
                  </a:moveTo>
                  <a:lnTo>
                    <a:pt x="3403" y="1324"/>
                  </a:lnTo>
                  <a:lnTo>
                    <a:pt x="2899" y="1828"/>
                  </a:lnTo>
                  <a:lnTo>
                    <a:pt x="2363" y="1324"/>
                  </a:lnTo>
                  <a:lnTo>
                    <a:pt x="2899" y="788"/>
                  </a:lnTo>
                  <a:close/>
                  <a:moveTo>
                    <a:pt x="1859" y="1828"/>
                  </a:moveTo>
                  <a:lnTo>
                    <a:pt x="2363" y="2332"/>
                  </a:lnTo>
                  <a:lnTo>
                    <a:pt x="1386" y="3340"/>
                  </a:lnTo>
                  <a:lnTo>
                    <a:pt x="882" y="2805"/>
                  </a:lnTo>
                  <a:lnTo>
                    <a:pt x="1859" y="1828"/>
                  </a:lnTo>
                  <a:close/>
                  <a:moveTo>
                    <a:pt x="2879" y="1"/>
                  </a:moveTo>
                  <a:cubicBezTo>
                    <a:pt x="2788" y="1"/>
                    <a:pt x="2694" y="32"/>
                    <a:pt x="2615" y="95"/>
                  </a:cubicBezTo>
                  <a:lnTo>
                    <a:pt x="126" y="2584"/>
                  </a:lnTo>
                  <a:cubicBezTo>
                    <a:pt x="0" y="2710"/>
                    <a:pt x="0" y="2931"/>
                    <a:pt x="126" y="3088"/>
                  </a:cubicBezTo>
                  <a:lnTo>
                    <a:pt x="1103" y="4065"/>
                  </a:lnTo>
                  <a:cubicBezTo>
                    <a:pt x="1166" y="4128"/>
                    <a:pt x="1260" y="4159"/>
                    <a:pt x="1359" y="4159"/>
                  </a:cubicBezTo>
                  <a:cubicBezTo>
                    <a:pt x="1457" y="4159"/>
                    <a:pt x="1560" y="4128"/>
                    <a:pt x="1638" y="4065"/>
                  </a:cubicBezTo>
                  <a:lnTo>
                    <a:pt x="4096" y="1608"/>
                  </a:lnTo>
                  <a:cubicBezTo>
                    <a:pt x="4222" y="1482"/>
                    <a:pt x="4222" y="1229"/>
                    <a:pt x="4096" y="1072"/>
                  </a:cubicBezTo>
                  <a:lnTo>
                    <a:pt x="3119" y="95"/>
                  </a:lnTo>
                  <a:cubicBezTo>
                    <a:pt x="3056" y="32"/>
                    <a:pt x="2969" y="1"/>
                    <a:pt x="287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8146;p67">
              <a:extLst>
                <a:ext uri="{FF2B5EF4-FFF2-40B4-BE49-F238E27FC236}">
                  <a16:creationId xmlns:a16="http://schemas.microsoft.com/office/drawing/2014/main" id="{634F3FEF-F6EC-2224-36B2-1BD24F5CE101}"/>
                </a:ext>
              </a:extLst>
            </p:cNvPr>
            <p:cNvSpPr/>
            <p:nvPr/>
          </p:nvSpPr>
          <p:spPr>
            <a:xfrm>
              <a:off x="-45922950" y="2474125"/>
              <a:ext cx="49625" cy="47475"/>
            </a:xfrm>
            <a:custGeom>
              <a:avLst/>
              <a:gdLst/>
              <a:ahLst/>
              <a:cxnLst/>
              <a:rect l="l" t="t" r="r" b="b"/>
              <a:pathLst>
                <a:path w="1985" h="1899" extrusionOk="0">
                  <a:moveTo>
                    <a:pt x="1607" y="0"/>
                  </a:moveTo>
                  <a:cubicBezTo>
                    <a:pt x="1520" y="0"/>
                    <a:pt x="1434" y="24"/>
                    <a:pt x="1355" y="71"/>
                  </a:cubicBezTo>
                  <a:lnTo>
                    <a:pt x="126" y="1300"/>
                  </a:lnTo>
                  <a:cubicBezTo>
                    <a:pt x="0" y="1426"/>
                    <a:pt x="0" y="1646"/>
                    <a:pt x="126" y="1804"/>
                  </a:cubicBezTo>
                  <a:cubicBezTo>
                    <a:pt x="189" y="1867"/>
                    <a:pt x="276" y="1898"/>
                    <a:pt x="367" y="1898"/>
                  </a:cubicBezTo>
                  <a:cubicBezTo>
                    <a:pt x="457" y="1898"/>
                    <a:pt x="552" y="1867"/>
                    <a:pt x="630" y="1804"/>
                  </a:cubicBezTo>
                  <a:lnTo>
                    <a:pt x="1859" y="607"/>
                  </a:lnTo>
                  <a:cubicBezTo>
                    <a:pt x="1985" y="480"/>
                    <a:pt x="1985" y="228"/>
                    <a:pt x="1859" y="71"/>
                  </a:cubicBezTo>
                  <a:cubicBezTo>
                    <a:pt x="1780" y="24"/>
                    <a:pt x="1694" y="0"/>
                    <a:pt x="160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3" name="Google Shape;8147;p67">
            <a:extLst>
              <a:ext uri="{FF2B5EF4-FFF2-40B4-BE49-F238E27FC236}">
                <a16:creationId xmlns:a16="http://schemas.microsoft.com/office/drawing/2014/main" id="{CD82A157-F5B9-C752-3298-50B2D7C4882A}"/>
              </a:ext>
            </a:extLst>
          </p:cNvPr>
          <p:cNvGrpSpPr/>
          <p:nvPr/>
        </p:nvGrpSpPr>
        <p:grpSpPr>
          <a:xfrm>
            <a:off x="15687628" y="6346464"/>
            <a:ext cx="699884" cy="911782"/>
            <a:chOff x="-45998575" y="2702625"/>
            <a:chExt cx="229225" cy="298625"/>
          </a:xfrm>
          <a:solidFill>
            <a:srgbClr val="555559"/>
          </a:solidFill>
        </p:grpSpPr>
        <p:sp>
          <p:nvSpPr>
            <p:cNvPr id="1375" name="Google Shape;8148;p67">
              <a:extLst>
                <a:ext uri="{FF2B5EF4-FFF2-40B4-BE49-F238E27FC236}">
                  <a16:creationId xmlns:a16="http://schemas.microsoft.com/office/drawing/2014/main" id="{CCE82240-1D10-485E-73C3-697CBEFD17CC}"/>
                </a:ext>
              </a:extLst>
            </p:cNvPr>
            <p:cNvSpPr/>
            <p:nvPr/>
          </p:nvSpPr>
          <p:spPr>
            <a:xfrm>
              <a:off x="-45944225" y="2702625"/>
              <a:ext cx="125250" cy="298625"/>
            </a:xfrm>
            <a:custGeom>
              <a:avLst/>
              <a:gdLst/>
              <a:ahLst/>
              <a:cxnLst/>
              <a:rect l="l" t="t" r="r" b="b"/>
              <a:pathLst>
                <a:path w="5010" h="11945" extrusionOk="0">
                  <a:moveTo>
                    <a:pt x="2427" y="682"/>
                  </a:moveTo>
                  <a:cubicBezTo>
                    <a:pt x="2860" y="682"/>
                    <a:pt x="3308" y="817"/>
                    <a:pt x="3624" y="1107"/>
                  </a:cubicBezTo>
                  <a:cubicBezTo>
                    <a:pt x="4033" y="1454"/>
                    <a:pt x="4254" y="1926"/>
                    <a:pt x="4254" y="2430"/>
                  </a:cubicBezTo>
                  <a:cubicBezTo>
                    <a:pt x="4159" y="2745"/>
                    <a:pt x="4096" y="3060"/>
                    <a:pt x="3939" y="3344"/>
                  </a:cubicBezTo>
                  <a:cubicBezTo>
                    <a:pt x="3844" y="3470"/>
                    <a:pt x="3813" y="3533"/>
                    <a:pt x="3750" y="3659"/>
                  </a:cubicBezTo>
                  <a:cubicBezTo>
                    <a:pt x="3498" y="4005"/>
                    <a:pt x="3214" y="4446"/>
                    <a:pt x="3151" y="4919"/>
                  </a:cubicBezTo>
                  <a:lnTo>
                    <a:pt x="2805" y="4919"/>
                  </a:lnTo>
                  <a:lnTo>
                    <a:pt x="2805" y="2808"/>
                  </a:lnTo>
                  <a:lnTo>
                    <a:pt x="3151" y="2808"/>
                  </a:lnTo>
                  <a:cubicBezTo>
                    <a:pt x="3340" y="2808"/>
                    <a:pt x="3498" y="2651"/>
                    <a:pt x="3498" y="2430"/>
                  </a:cubicBezTo>
                  <a:cubicBezTo>
                    <a:pt x="3498" y="2241"/>
                    <a:pt x="3340" y="2084"/>
                    <a:pt x="3151" y="2084"/>
                  </a:cubicBezTo>
                  <a:lnTo>
                    <a:pt x="1733" y="2084"/>
                  </a:lnTo>
                  <a:cubicBezTo>
                    <a:pt x="1544" y="2084"/>
                    <a:pt x="1387" y="2241"/>
                    <a:pt x="1387" y="2430"/>
                  </a:cubicBezTo>
                  <a:cubicBezTo>
                    <a:pt x="1387" y="2651"/>
                    <a:pt x="1544" y="2808"/>
                    <a:pt x="1733" y="2808"/>
                  </a:cubicBezTo>
                  <a:lnTo>
                    <a:pt x="2080" y="2808"/>
                  </a:lnTo>
                  <a:lnTo>
                    <a:pt x="2080" y="4919"/>
                  </a:lnTo>
                  <a:lnTo>
                    <a:pt x="1733" y="4919"/>
                  </a:lnTo>
                  <a:cubicBezTo>
                    <a:pt x="1639" y="4478"/>
                    <a:pt x="1418" y="4100"/>
                    <a:pt x="1166" y="3690"/>
                  </a:cubicBezTo>
                  <a:cubicBezTo>
                    <a:pt x="1072" y="3533"/>
                    <a:pt x="977" y="3375"/>
                    <a:pt x="914" y="3218"/>
                  </a:cubicBezTo>
                  <a:cubicBezTo>
                    <a:pt x="757" y="2871"/>
                    <a:pt x="662" y="2525"/>
                    <a:pt x="757" y="2115"/>
                  </a:cubicBezTo>
                  <a:cubicBezTo>
                    <a:pt x="883" y="1422"/>
                    <a:pt x="1450" y="823"/>
                    <a:pt x="2174" y="697"/>
                  </a:cubicBezTo>
                  <a:cubicBezTo>
                    <a:pt x="2257" y="687"/>
                    <a:pt x="2342" y="682"/>
                    <a:pt x="2427" y="682"/>
                  </a:cubicBezTo>
                  <a:close/>
                  <a:moveTo>
                    <a:pt x="3151" y="5644"/>
                  </a:moveTo>
                  <a:lnTo>
                    <a:pt x="3151" y="6337"/>
                  </a:lnTo>
                  <a:lnTo>
                    <a:pt x="1733" y="6337"/>
                  </a:lnTo>
                  <a:lnTo>
                    <a:pt x="1733" y="5644"/>
                  </a:lnTo>
                  <a:close/>
                  <a:moveTo>
                    <a:pt x="3151" y="7061"/>
                  </a:moveTo>
                  <a:lnTo>
                    <a:pt x="3151" y="8983"/>
                  </a:lnTo>
                  <a:cubicBezTo>
                    <a:pt x="2915" y="8904"/>
                    <a:pt x="2671" y="8865"/>
                    <a:pt x="2430" y="8865"/>
                  </a:cubicBezTo>
                  <a:cubicBezTo>
                    <a:pt x="2190" y="8865"/>
                    <a:pt x="1954" y="8904"/>
                    <a:pt x="1733" y="8983"/>
                  </a:cubicBezTo>
                  <a:lnTo>
                    <a:pt x="1733" y="7061"/>
                  </a:lnTo>
                  <a:close/>
                  <a:moveTo>
                    <a:pt x="2442" y="9558"/>
                  </a:moveTo>
                  <a:cubicBezTo>
                    <a:pt x="2639" y="9558"/>
                    <a:pt x="2836" y="9598"/>
                    <a:pt x="3025" y="9676"/>
                  </a:cubicBezTo>
                  <a:lnTo>
                    <a:pt x="2427" y="10873"/>
                  </a:lnTo>
                  <a:lnTo>
                    <a:pt x="1859" y="9676"/>
                  </a:lnTo>
                  <a:cubicBezTo>
                    <a:pt x="2048" y="9598"/>
                    <a:pt x="2245" y="9558"/>
                    <a:pt x="2442" y="9558"/>
                  </a:cubicBezTo>
                  <a:close/>
                  <a:moveTo>
                    <a:pt x="2441" y="1"/>
                  </a:moveTo>
                  <a:cubicBezTo>
                    <a:pt x="2309" y="1"/>
                    <a:pt x="2178" y="12"/>
                    <a:pt x="2048" y="36"/>
                  </a:cubicBezTo>
                  <a:cubicBezTo>
                    <a:pt x="1072" y="193"/>
                    <a:pt x="221" y="1012"/>
                    <a:pt x="64" y="1989"/>
                  </a:cubicBezTo>
                  <a:cubicBezTo>
                    <a:pt x="1" y="2556"/>
                    <a:pt x="64" y="3060"/>
                    <a:pt x="316" y="3533"/>
                  </a:cubicBezTo>
                  <a:cubicBezTo>
                    <a:pt x="379" y="3753"/>
                    <a:pt x="505" y="3911"/>
                    <a:pt x="631" y="4068"/>
                  </a:cubicBezTo>
                  <a:cubicBezTo>
                    <a:pt x="820" y="4320"/>
                    <a:pt x="977" y="4604"/>
                    <a:pt x="1072" y="4888"/>
                  </a:cubicBezTo>
                  <a:lnTo>
                    <a:pt x="410" y="4888"/>
                  </a:lnTo>
                  <a:cubicBezTo>
                    <a:pt x="190" y="4888"/>
                    <a:pt x="32" y="5045"/>
                    <a:pt x="32" y="5234"/>
                  </a:cubicBezTo>
                  <a:cubicBezTo>
                    <a:pt x="32" y="5423"/>
                    <a:pt x="190" y="5581"/>
                    <a:pt x="410" y="5581"/>
                  </a:cubicBezTo>
                  <a:lnTo>
                    <a:pt x="1103" y="5581"/>
                  </a:lnTo>
                  <a:lnTo>
                    <a:pt x="1103" y="9487"/>
                  </a:lnTo>
                  <a:cubicBezTo>
                    <a:pt x="1103" y="9645"/>
                    <a:pt x="1103" y="9582"/>
                    <a:pt x="2206" y="11724"/>
                  </a:cubicBezTo>
                  <a:cubicBezTo>
                    <a:pt x="2301" y="11850"/>
                    <a:pt x="2395" y="11945"/>
                    <a:pt x="2521" y="11945"/>
                  </a:cubicBezTo>
                  <a:cubicBezTo>
                    <a:pt x="2647" y="11945"/>
                    <a:pt x="2773" y="11850"/>
                    <a:pt x="2836" y="11724"/>
                  </a:cubicBezTo>
                  <a:cubicBezTo>
                    <a:pt x="3939" y="9519"/>
                    <a:pt x="3939" y="9613"/>
                    <a:pt x="3939" y="9487"/>
                  </a:cubicBezTo>
                  <a:lnTo>
                    <a:pt x="3939" y="5581"/>
                  </a:lnTo>
                  <a:lnTo>
                    <a:pt x="4663" y="5581"/>
                  </a:lnTo>
                  <a:cubicBezTo>
                    <a:pt x="4852" y="5581"/>
                    <a:pt x="5010" y="5423"/>
                    <a:pt x="5010" y="5234"/>
                  </a:cubicBezTo>
                  <a:cubicBezTo>
                    <a:pt x="5010" y="5045"/>
                    <a:pt x="4852" y="4888"/>
                    <a:pt x="4663" y="4888"/>
                  </a:cubicBezTo>
                  <a:lnTo>
                    <a:pt x="3970" y="4888"/>
                  </a:lnTo>
                  <a:cubicBezTo>
                    <a:pt x="4065" y="4604"/>
                    <a:pt x="4254" y="4289"/>
                    <a:pt x="4443" y="4005"/>
                  </a:cubicBezTo>
                  <a:cubicBezTo>
                    <a:pt x="4411" y="3942"/>
                    <a:pt x="4506" y="3816"/>
                    <a:pt x="4569" y="3690"/>
                  </a:cubicBezTo>
                  <a:cubicBezTo>
                    <a:pt x="4821" y="3344"/>
                    <a:pt x="4915" y="2903"/>
                    <a:pt x="4915" y="2493"/>
                  </a:cubicBezTo>
                  <a:cubicBezTo>
                    <a:pt x="4915" y="1769"/>
                    <a:pt x="4600" y="1075"/>
                    <a:pt x="4065" y="603"/>
                  </a:cubicBezTo>
                  <a:cubicBezTo>
                    <a:pt x="3603" y="218"/>
                    <a:pt x="3017" y="1"/>
                    <a:pt x="244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8149;p67">
              <a:extLst>
                <a:ext uri="{FF2B5EF4-FFF2-40B4-BE49-F238E27FC236}">
                  <a16:creationId xmlns:a16="http://schemas.microsoft.com/office/drawing/2014/main" id="{891A979E-EE02-27CC-DE55-98EF741D4B0C}"/>
                </a:ext>
              </a:extLst>
            </p:cNvPr>
            <p:cNvSpPr/>
            <p:nvPr/>
          </p:nvSpPr>
          <p:spPr>
            <a:xfrm>
              <a:off x="-45804025" y="2755500"/>
              <a:ext cx="34675" cy="18125"/>
            </a:xfrm>
            <a:custGeom>
              <a:avLst/>
              <a:gdLst/>
              <a:ahLst/>
              <a:cxnLst/>
              <a:rect l="l" t="t" r="r" b="b"/>
              <a:pathLst>
                <a:path w="1387" h="725" extrusionOk="0">
                  <a:moveTo>
                    <a:pt x="347" y="0"/>
                  </a:moveTo>
                  <a:cubicBezTo>
                    <a:pt x="127" y="0"/>
                    <a:pt x="1" y="158"/>
                    <a:pt x="1" y="378"/>
                  </a:cubicBezTo>
                  <a:cubicBezTo>
                    <a:pt x="1" y="567"/>
                    <a:pt x="127" y="725"/>
                    <a:pt x="347" y="725"/>
                  </a:cubicBezTo>
                  <a:lnTo>
                    <a:pt x="1040" y="725"/>
                  </a:lnTo>
                  <a:cubicBezTo>
                    <a:pt x="1261" y="725"/>
                    <a:pt x="1387" y="567"/>
                    <a:pt x="1387" y="378"/>
                  </a:cubicBezTo>
                  <a:cubicBezTo>
                    <a:pt x="1387" y="158"/>
                    <a:pt x="1261" y="0"/>
                    <a:pt x="104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8150;p67">
              <a:extLst>
                <a:ext uri="{FF2B5EF4-FFF2-40B4-BE49-F238E27FC236}">
                  <a16:creationId xmlns:a16="http://schemas.microsoft.com/office/drawing/2014/main" id="{BBB72461-BF70-5E17-85D9-FB34FFD5386B}"/>
                </a:ext>
              </a:extLst>
            </p:cNvPr>
            <p:cNvSpPr/>
            <p:nvPr/>
          </p:nvSpPr>
          <p:spPr>
            <a:xfrm>
              <a:off x="-45998575" y="2755500"/>
              <a:ext cx="35475" cy="18125"/>
            </a:xfrm>
            <a:custGeom>
              <a:avLst/>
              <a:gdLst/>
              <a:ahLst/>
              <a:cxnLst/>
              <a:rect l="l" t="t" r="r" b="b"/>
              <a:pathLst>
                <a:path w="1419" h="725" extrusionOk="0">
                  <a:moveTo>
                    <a:pt x="379" y="0"/>
                  </a:moveTo>
                  <a:cubicBezTo>
                    <a:pt x="158" y="0"/>
                    <a:pt x="1" y="158"/>
                    <a:pt x="1" y="378"/>
                  </a:cubicBezTo>
                  <a:cubicBezTo>
                    <a:pt x="1" y="567"/>
                    <a:pt x="158" y="725"/>
                    <a:pt x="379" y="725"/>
                  </a:cubicBezTo>
                  <a:lnTo>
                    <a:pt x="1072" y="725"/>
                  </a:lnTo>
                  <a:cubicBezTo>
                    <a:pt x="1261" y="693"/>
                    <a:pt x="1419" y="536"/>
                    <a:pt x="1419" y="378"/>
                  </a:cubicBezTo>
                  <a:cubicBezTo>
                    <a:pt x="1419" y="158"/>
                    <a:pt x="1261" y="0"/>
                    <a:pt x="107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8151;p67">
              <a:extLst>
                <a:ext uri="{FF2B5EF4-FFF2-40B4-BE49-F238E27FC236}">
                  <a16:creationId xmlns:a16="http://schemas.microsoft.com/office/drawing/2014/main" id="{B5E12A0A-18B7-63C7-C8CC-82686FCEA6EB}"/>
                </a:ext>
              </a:extLst>
            </p:cNvPr>
            <p:cNvSpPr/>
            <p:nvPr/>
          </p:nvSpPr>
          <p:spPr>
            <a:xfrm>
              <a:off x="-45818200" y="2703175"/>
              <a:ext cx="35475" cy="26100"/>
            </a:xfrm>
            <a:custGeom>
              <a:avLst/>
              <a:gdLst/>
              <a:ahLst/>
              <a:cxnLst/>
              <a:rect l="l" t="t" r="r" b="b"/>
              <a:pathLst>
                <a:path w="1419" h="1044" extrusionOk="0">
                  <a:moveTo>
                    <a:pt x="991" y="1"/>
                  </a:moveTo>
                  <a:cubicBezTo>
                    <a:pt x="930" y="1"/>
                    <a:pt x="870" y="15"/>
                    <a:pt x="820" y="45"/>
                  </a:cubicBezTo>
                  <a:lnTo>
                    <a:pt x="252" y="423"/>
                  </a:lnTo>
                  <a:cubicBezTo>
                    <a:pt x="95" y="486"/>
                    <a:pt x="0" y="738"/>
                    <a:pt x="126" y="896"/>
                  </a:cubicBezTo>
                  <a:cubicBezTo>
                    <a:pt x="205" y="994"/>
                    <a:pt x="309" y="1044"/>
                    <a:pt x="414" y="1044"/>
                  </a:cubicBezTo>
                  <a:cubicBezTo>
                    <a:pt x="476" y="1044"/>
                    <a:pt x="540" y="1026"/>
                    <a:pt x="599" y="990"/>
                  </a:cubicBezTo>
                  <a:lnTo>
                    <a:pt x="1166" y="644"/>
                  </a:lnTo>
                  <a:cubicBezTo>
                    <a:pt x="1324" y="581"/>
                    <a:pt x="1418" y="329"/>
                    <a:pt x="1292" y="171"/>
                  </a:cubicBezTo>
                  <a:cubicBezTo>
                    <a:pt x="1249" y="64"/>
                    <a:pt x="1119" y="1"/>
                    <a:pt x="99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8152;p67">
              <a:extLst>
                <a:ext uri="{FF2B5EF4-FFF2-40B4-BE49-F238E27FC236}">
                  <a16:creationId xmlns:a16="http://schemas.microsoft.com/office/drawing/2014/main" id="{2A872E88-2654-0A88-E648-4B1583FD0A84}"/>
                </a:ext>
              </a:extLst>
            </p:cNvPr>
            <p:cNvSpPr/>
            <p:nvPr/>
          </p:nvSpPr>
          <p:spPr>
            <a:xfrm>
              <a:off x="-45984400" y="2799050"/>
              <a:ext cx="35475" cy="26100"/>
            </a:xfrm>
            <a:custGeom>
              <a:avLst/>
              <a:gdLst/>
              <a:ahLst/>
              <a:cxnLst/>
              <a:rect l="l" t="t" r="r" b="b"/>
              <a:pathLst>
                <a:path w="1419" h="1044" extrusionOk="0">
                  <a:moveTo>
                    <a:pt x="1014" y="1"/>
                  </a:moveTo>
                  <a:cubicBezTo>
                    <a:pt x="947" y="1"/>
                    <a:pt x="879" y="18"/>
                    <a:pt x="820" y="54"/>
                  </a:cubicBezTo>
                  <a:lnTo>
                    <a:pt x="221" y="400"/>
                  </a:lnTo>
                  <a:cubicBezTo>
                    <a:pt x="64" y="463"/>
                    <a:pt x="1" y="716"/>
                    <a:pt x="95" y="873"/>
                  </a:cubicBezTo>
                  <a:cubicBezTo>
                    <a:pt x="160" y="980"/>
                    <a:pt x="282" y="1043"/>
                    <a:pt x="403" y="1043"/>
                  </a:cubicBezTo>
                  <a:cubicBezTo>
                    <a:pt x="461" y="1043"/>
                    <a:pt x="517" y="1029"/>
                    <a:pt x="568" y="999"/>
                  </a:cubicBezTo>
                  <a:lnTo>
                    <a:pt x="1167" y="621"/>
                  </a:lnTo>
                  <a:cubicBezTo>
                    <a:pt x="1324" y="558"/>
                    <a:pt x="1419" y="306"/>
                    <a:pt x="1293" y="148"/>
                  </a:cubicBezTo>
                  <a:cubicBezTo>
                    <a:pt x="1234" y="50"/>
                    <a:pt x="1125" y="1"/>
                    <a:pt x="101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8153;p67">
              <a:extLst>
                <a:ext uri="{FF2B5EF4-FFF2-40B4-BE49-F238E27FC236}">
                  <a16:creationId xmlns:a16="http://schemas.microsoft.com/office/drawing/2014/main" id="{AA28D2EF-D0D8-0495-0223-4038703F7B73}"/>
                </a:ext>
              </a:extLst>
            </p:cNvPr>
            <p:cNvSpPr/>
            <p:nvPr/>
          </p:nvSpPr>
          <p:spPr>
            <a:xfrm>
              <a:off x="-45815850" y="2799050"/>
              <a:ext cx="33900" cy="25750"/>
            </a:xfrm>
            <a:custGeom>
              <a:avLst/>
              <a:gdLst/>
              <a:ahLst/>
              <a:cxnLst/>
              <a:rect l="l" t="t" r="r" b="b"/>
              <a:pathLst>
                <a:path w="1356" h="1030" extrusionOk="0">
                  <a:moveTo>
                    <a:pt x="343" y="1"/>
                  </a:moveTo>
                  <a:cubicBezTo>
                    <a:pt x="231" y="1"/>
                    <a:pt x="123" y="50"/>
                    <a:pt x="64" y="148"/>
                  </a:cubicBezTo>
                  <a:cubicBezTo>
                    <a:pt x="1" y="306"/>
                    <a:pt x="32" y="558"/>
                    <a:pt x="190" y="621"/>
                  </a:cubicBezTo>
                  <a:lnTo>
                    <a:pt x="789" y="999"/>
                  </a:lnTo>
                  <a:cubicBezTo>
                    <a:pt x="838" y="1019"/>
                    <a:pt x="895" y="1029"/>
                    <a:pt x="951" y="1029"/>
                  </a:cubicBezTo>
                  <a:cubicBezTo>
                    <a:pt x="1073" y="1029"/>
                    <a:pt x="1197" y="981"/>
                    <a:pt x="1261" y="873"/>
                  </a:cubicBezTo>
                  <a:cubicBezTo>
                    <a:pt x="1356" y="716"/>
                    <a:pt x="1293" y="526"/>
                    <a:pt x="1135" y="400"/>
                  </a:cubicBezTo>
                  <a:lnTo>
                    <a:pt x="537" y="54"/>
                  </a:lnTo>
                  <a:cubicBezTo>
                    <a:pt x="477" y="18"/>
                    <a:pt x="410" y="1"/>
                    <a:pt x="3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8154;p67">
              <a:extLst>
                <a:ext uri="{FF2B5EF4-FFF2-40B4-BE49-F238E27FC236}">
                  <a16:creationId xmlns:a16="http://schemas.microsoft.com/office/drawing/2014/main" id="{54AFEC09-2E5D-2CC4-CE39-8D90A1DBB828}"/>
                </a:ext>
              </a:extLst>
            </p:cNvPr>
            <p:cNvSpPr/>
            <p:nvPr/>
          </p:nvSpPr>
          <p:spPr>
            <a:xfrm>
              <a:off x="-45983600" y="2702750"/>
              <a:ext cx="34675" cy="25525"/>
            </a:xfrm>
            <a:custGeom>
              <a:avLst/>
              <a:gdLst/>
              <a:ahLst/>
              <a:cxnLst/>
              <a:rect l="l" t="t" r="r" b="b"/>
              <a:pathLst>
                <a:path w="1387" h="1021" extrusionOk="0">
                  <a:moveTo>
                    <a:pt x="398" y="0"/>
                  </a:moveTo>
                  <a:cubicBezTo>
                    <a:pt x="269" y="0"/>
                    <a:pt x="138" y="49"/>
                    <a:pt x="95" y="157"/>
                  </a:cubicBezTo>
                  <a:cubicBezTo>
                    <a:pt x="0" y="314"/>
                    <a:pt x="32" y="535"/>
                    <a:pt x="189" y="629"/>
                  </a:cubicBezTo>
                  <a:lnTo>
                    <a:pt x="788" y="976"/>
                  </a:lnTo>
                  <a:cubicBezTo>
                    <a:pt x="839" y="1006"/>
                    <a:pt x="899" y="1020"/>
                    <a:pt x="959" y="1020"/>
                  </a:cubicBezTo>
                  <a:cubicBezTo>
                    <a:pt x="1088" y="1020"/>
                    <a:pt x="1218" y="957"/>
                    <a:pt x="1261" y="850"/>
                  </a:cubicBezTo>
                  <a:cubicBezTo>
                    <a:pt x="1387" y="692"/>
                    <a:pt x="1292" y="503"/>
                    <a:pt x="1135" y="377"/>
                  </a:cubicBezTo>
                  <a:lnTo>
                    <a:pt x="567" y="31"/>
                  </a:lnTo>
                  <a:cubicBezTo>
                    <a:pt x="518" y="11"/>
                    <a:pt x="458" y="0"/>
                    <a:pt x="39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4" name="Google Shape;8155;p67">
            <a:extLst>
              <a:ext uri="{FF2B5EF4-FFF2-40B4-BE49-F238E27FC236}">
                <a16:creationId xmlns:a16="http://schemas.microsoft.com/office/drawing/2014/main" id="{2E869CA8-C9E8-E85F-54E5-4E9FCF823BBD}"/>
              </a:ext>
            </a:extLst>
          </p:cNvPr>
          <p:cNvSpPr/>
          <p:nvPr/>
        </p:nvSpPr>
        <p:spPr>
          <a:xfrm>
            <a:off x="19060580" y="6400516"/>
            <a:ext cx="805681" cy="916286"/>
          </a:xfrm>
          <a:custGeom>
            <a:avLst/>
            <a:gdLst/>
            <a:ahLst/>
            <a:cxnLst/>
            <a:rect l="l" t="t" r="r" b="b"/>
            <a:pathLst>
              <a:path w="10555" h="12004" extrusionOk="0">
                <a:moveTo>
                  <a:pt x="5262" y="709"/>
                </a:moveTo>
                <a:lnTo>
                  <a:pt x="9420" y="2788"/>
                </a:lnTo>
                <a:lnTo>
                  <a:pt x="8066" y="3450"/>
                </a:lnTo>
                <a:lnTo>
                  <a:pt x="5451" y="2127"/>
                </a:lnTo>
                <a:cubicBezTo>
                  <a:pt x="5403" y="2111"/>
                  <a:pt x="5348" y="2103"/>
                  <a:pt x="5293" y="2103"/>
                </a:cubicBezTo>
                <a:cubicBezTo>
                  <a:pt x="5238" y="2103"/>
                  <a:pt x="5183" y="2111"/>
                  <a:pt x="5136" y="2127"/>
                </a:cubicBezTo>
                <a:lnTo>
                  <a:pt x="2489" y="3450"/>
                </a:lnTo>
                <a:lnTo>
                  <a:pt x="1197" y="2788"/>
                </a:lnTo>
                <a:lnTo>
                  <a:pt x="5262" y="709"/>
                </a:lnTo>
                <a:close/>
                <a:moveTo>
                  <a:pt x="4915" y="3040"/>
                </a:moveTo>
                <a:lnTo>
                  <a:pt x="4915" y="6222"/>
                </a:lnTo>
                <a:lnTo>
                  <a:pt x="2804" y="7294"/>
                </a:lnTo>
                <a:lnTo>
                  <a:pt x="2804" y="4080"/>
                </a:lnTo>
                <a:lnTo>
                  <a:pt x="4915" y="3040"/>
                </a:lnTo>
                <a:close/>
                <a:moveTo>
                  <a:pt x="5640" y="3040"/>
                </a:moveTo>
                <a:lnTo>
                  <a:pt x="7750" y="4080"/>
                </a:lnTo>
                <a:lnTo>
                  <a:pt x="7750" y="7294"/>
                </a:lnTo>
                <a:lnTo>
                  <a:pt x="5640" y="6222"/>
                </a:lnTo>
                <a:lnTo>
                  <a:pt x="5640" y="3040"/>
                </a:lnTo>
                <a:close/>
                <a:moveTo>
                  <a:pt x="5262" y="6758"/>
                </a:moveTo>
                <a:lnTo>
                  <a:pt x="7278" y="7798"/>
                </a:lnTo>
                <a:lnTo>
                  <a:pt x="5262" y="8806"/>
                </a:lnTo>
                <a:lnTo>
                  <a:pt x="3277" y="7798"/>
                </a:lnTo>
                <a:lnTo>
                  <a:pt x="5262" y="6758"/>
                </a:lnTo>
                <a:close/>
                <a:moveTo>
                  <a:pt x="725" y="3372"/>
                </a:moveTo>
                <a:lnTo>
                  <a:pt x="2111" y="4080"/>
                </a:lnTo>
                <a:lnTo>
                  <a:pt x="2111" y="7829"/>
                </a:lnTo>
                <a:cubicBezTo>
                  <a:pt x="2111" y="7955"/>
                  <a:pt x="2206" y="8081"/>
                  <a:pt x="2332" y="8113"/>
                </a:cubicBezTo>
                <a:lnTo>
                  <a:pt x="4915" y="9404"/>
                </a:lnTo>
                <a:lnTo>
                  <a:pt x="4915" y="10980"/>
                </a:lnTo>
                <a:lnTo>
                  <a:pt x="725" y="8869"/>
                </a:lnTo>
                <a:lnTo>
                  <a:pt x="725" y="3372"/>
                </a:lnTo>
                <a:close/>
                <a:moveTo>
                  <a:pt x="9861" y="3387"/>
                </a:moveTo>
                <a:lnTo>
                  <a:pt x="9861" y="8932"/>
                </a:lnTo>
                <a:lnTo>
                  <a:pt x="5640" y="11011"/>
                </a:lnTo>
                <a:lnTo>
                  <a:pt x="5640" y="9436"/>
                </a:lnTo>
                <a:lnTo>
                  <a:pt x="8223" y="8144"/>
                </a:lnTo>
                <a:cubicBezTo>
                  <a:pt x="8349" y="8113"/>
                  <a:pt x="8412" y="7987"/>
                  <a:pt x="8412" y="7829"/>
                </a:cubicBezTo>
                <a:lnTo>
                  <a:pt x="8412" y="4080"/>
                </a:lnTo>
                <a:lnTo>
                  <a:pt x="9861" y="3387"/>
                </a:lnTo>
                <a:close/>
                <a:moveTo>
                  <a:pt x="5262" y="0"/>
                </a:moveTo>
                <a:cubicBezTo>
                  <a:pt x="5206" y="0"/>
                  <a:pt x="5151" y="16"/>
                  <a:pt x="5104" y="47"/>
                </a:cubicBezTo>
                <a:lnTo>
                  <a:pt x="284" y="2473"/>
                </a:lnTo>
                <a:cubicBezTo>
                  <a:pt x="63" y="2536"/>
                  <a:pt x="0" y="2662"/>
                  <a:pt x="0" y="2820"/>
                </a:cubicBezTo>
                <a:lnTo>
                  <a:pt x="0" y="9152"/>
                </a:lnTo>
                <a:cubicBezTo>
                  <a:pt x="0" y="9278"/>
                  <a:pt x="63" y="9404"/>
                  <a:pt x="189" y="9499"/>
                </a:cubicBezTo>
                <a:lnTo>
                  <a:pt x="5104" y="11956"/>
                </a:lnTo>
                <a:cubicBezTo>
                  <a:pt x="5151" y="11988"/>
                  <a:pt x="5206" y="12003"/>
                  <a:pt x="5262" y="12003"/>
                </a:cubicBezTo>
                <a:cubicBezTo>
                  <a:pt x="5317" y="12003"/>
                  <a:pt x="5372" y="11988"/>
                  <a:pt x="5419" y="11956"/>
                </a:cubicBezTo>
                <a:lnTo>
                  <a:pt x="10365" y="9499"/>
                </a:lnTo>
                <a:cubicBezTo>
                  <a:pt x="10460" y="9404"/>
                  <a:pt x="10554" y="9278"/>
                  <a:pt x="10554" y="9152"/>
                </a:cubicBezTo>
                <a:lnTo>
                  <a:pt x="10554" y="2788"/>
                </a:lnTo>
                <a:cubicBezTo>
                  <a:pt x="10554" y="2662"/>
                  <a:pt x="10460" y="2568"/>
                  <a:pt x="10365" y="2505"/>
                </a:cubicBezTo>
                <a:lnTo>
                  <a:pt x="5419" y="47"/>
                </a:lnTo>
                <a:cubicBezTo>
                  <a:pt x="5372" y="16"/>
                  <a:pt x="5317" y="0"/>
                  <a:pt x="5262"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8156;p67">
            <a:extLst>
              <a:ext uri="{FF2B5EF4-FFF2-40B4-BE49-F238E27FC236}">
                <a16:creationId xmlns:a16="http://schemas.microsoft.com/office/drawing/2014/main" id="{3EAD4F5F-8AF2-870A-7E0D-4C642A8A7962}"/>
              </a:ext>
            </a:extLst>
          </p:cNvPr>
          <p:cNvSpPr/>
          <p:nvPr/>
        </p:nvSpPr>
        <p:spPr>
          <a:xfrm>
            <a:off x="5333982" y="4066706"/>
            <a:ext cx="921093" cy="861019"/>
          </a:xfrm>
          <a:custGeom>
            <a:avLst/>
            <a:gdLst/>
            <a:ahLst/>
            <a:cxnLst/>
            <a:rect l="l" t="t" r="r" b="b"/>
            <a:pathLst>
              <a:path w="12067" h="11280" extrusionOk="0">
                <a:moveTo>
                  <a:pt x="5986" y="757"/>
                </a:moveTo>
                <a:cubicBezTo>
                  <a:pt x="7656" y="757"/>
                  <a:pt x="9011" y="2049"/>
                  <a:pt x="9137" y="3718"/>
                </a:cubicBezTo>
                <a:cubicBezTo>
                  <a:pt x="8822" y="3624"/>
                  <a:pt x="8475" y="3561"/>
                  <a:pt x="8066" y="3561"/>
                </a:cubicBezTo>
                <a:cubicBezTo>
                  <a:pt x="7278" y="3561"/>
                  <a:pt x="6585" y="3781"/>
                  <a:pt x="5955" y="4191"/>
                </a:cubicBezTo>
                <a:cubicBezTo>
                  <a:pt x="5356" y="3781"/>
                  <a:pt x="4632" y="3561"/>
                  <a:pt x="3844" y="3561"/>
                </a:cubicBezTo>
                <a:cubicBezTo>
                  <a:pt x="3466" y="3561"/>
                  <a:pt x="3119" y="3592"/>
                  <a:pt x="2773" y="3718"/>
                </a:cubicBezTo>
                <a:cubicBezTo>
                  <a:pt x="2930" y="2049"/>
                  <a:pt x="4285" y="757"/>
                  <a:pt x="5986" y="757"/>
                </a:cubicBezTo>
                <a:close/>
                <a:moveTo>
                  <a:pt x="3875" y="4254"/>
                </a:moveTo>
                <a:cubicBezTo>
                  <a:pt x="4411" y="4254"/>
                  <a:pt x="4915" y="4411"/>
                  <a:pt x="5388" y="4663"/>
                </a:cubicBezTo>
                <a:cubicBezTo>
                  <a:pt x="4852" y="5168"/>
                  <a:pt x="4505" y="5829"/>
                  <a:pt x="4285" y="6585"/>
                </a:cubicBezTo>
                <a:cubicBezTo>
                  <a:pt x="3560" y="6113"/>
                  <a:pt x="2993" y="5325"/>
                  <a:pt x="2836" y="4411"/>
                </a:cubicBezTo>
                <a:cubicBezTo>
                  <a:pt x="3151" y="4317"/>
                  <a:pt x="3497" y="4254"/>
                  <a:pt x="3875" y="4254"/>
                </a:cubicBezTo>
                <a:close/>
                <a:moveTo>
                  <a:pt x="8129" y="4254"/>
                </a:moveTo>
                <a:cubicBezTo>
                  <a:pt x="8475" y="4254"/>
                  <a:pt x="8822" y="4317"/>
                  <a:pt x="9137" y="4411"/>
                </a:cubicBezTo>
                <a:cubicBezTo>
                  <a:pt x="8979" y="5325"/>
                  <a:pt x="8444" y="6113"/>
                  <a:pt x="7687" y="6585"/>
                </a:cubicBezTo>
                <a:cubicBezTo>
                  <a:pt x="7498" y="5829"/>
                  <a:pt x="7089" y="5168"/>
                  <a:pt x="6585" y="4663"/>
                </a:cubicBezTo>
                <a:cubicBezTo>
                  <a:pt x="7026" y="4411"/>
                  <a:pt x="7561" y="4254"/>
                  <a:pt x="8129" y="4254"/>
                </a:cubicBezTo>
                <a:close/>
                <a:moveTo>
                  <a:pt x="5986" y="5042"/>
                </a:moveTo>
                <a:cubicBezTo>
                  <a:pt x="6490" y="5514"/>
                  <a:pt x="6900" y="6144"/>
                  <a:pt x="7026" y="6900"/>
                </a:cubicBezTo>
                <a:cubicBezTo>
                  <a:pt x="6648" y="7026"/>
                  <a:pt x="6364" y="7058"/>
                  <a:pt x="5986" y="7058"/>
                </a:cubicBezTo>
                <a:cubicBezTo>
                  <a:pt x="5640" y="7058"/>
                  <a:pt x="5293" y="7026"/>
                  <a:pt x="4978" y="6900"/>
                </a:cubicBezTo>
                <a:cubicBezTo>
                  <a:pt x="5073" y="6176"/>
                  <a:pt x="5451" y="5514"/>
                  <a:pt x="5986" y="5042"/>
                </a:cubicBezTo>
                <a:close/>
                <a:moveTo>
                  <a:pt x="4915" y="7625"/>
                </a:moveTo>
                <a:lnTo>
                  <a:pt x="4915" y="7625"/>
                </a:lnTo>
                <a:cubicBezTo>
                  <a:pt x="5230" y="7688"/>
                  <a:pt x="5608" y="7782"/>
                  <a:pt x="5986" y="7782"/>
                </a:cubicBezTo>
                <a:cubicBezTo>
                  <a:pt x="6333" y="7782"/>
                  <a:pt x="6711" y="7719"/>
                  <a:pt x="7057" y="7625"/>
                </a:cubicBezTo>
                <a:lnTo>
                  <a:pt x="7057" y="7625"/>
                </a:lnTo>
                <a:cubicBezTo>
                  <a:pt x="6963" y="8476"/>
                  <a:pt x="6585" y="9232"/>
                  <a:pt x="5986" y="9767"/>
                </a:cubicBezTo>
                <a:cubicBezTo>
                  <a:pt x="5388" y="9232"/>
                  <a:pt x="5010" y="8476"/>
                  <a:pt x="4915" y="7625"/>
                </a:cubicBezTo>
                <a:close/>
                <a:moveTo>
                  <a:pt x="2206" y="4726"/>
                </a:moveTo>
                <a:cubicBezTo>
                  <a:pt x="2458" y="5892"/>
                  <a:pt x="3245" y="6837"/>
                  <a:pt x="4222" y="7373"/>
                </a:cubicBezTo>
                <a:lnTo>
                  <a:pt x="4222" y="7467"/>
                </a:lnTo>
                <a:cubicBezTo>
                  <a:pt x="4222" y="8570"/>
                  <a:pt x="4663" y="9515"/>
                  <a:pt x="5388" y="10208"/>
                </a:cubicBezTo>
                <a:cubicBezTo>
                  <a:pt x="4915" y="10460"/>
                  <a:pt x="4411" y="10555"/>
                  <a:pt x="3875" y="10555"/>
                </a:cubicBezTo>
                <a:cubicBezTo>
                  <a:pt x="2080" y="10555"/>
                  <a:pt x="662" y="9137"/>
                  <a:pt x="662" y="7404"/>
                </a:cubicBezTo>
                <a:cubicBezTo>
                  <a:pt x="662" y="6270"/>
                  <a:pt x="1260" y="5294"/>
                  <a:pt x="2206" y="4726"/>
                </a:cubicBezTo>
                <a:close/>
                <a:moveTo>
                  <a:pt x="9735" y="4695"/>
                </a:moveTo>
                <a:cubicBezTo>
                  <a:pt x="10649" y="5262"/>
                  <a:pt x="11279" y="6239"/>
                  <a:pt x="11279" y="7373"/>
                </a:cubicBezTo>
                <a:cubicBezTo>
                  <a:pt x="11279" y="9137"/>
                  <a:pt x="9861" y="10555"/>
                  <a:pt x="8066" y="10555"/>
                </a:cubicBezTo>
                <a:cubicBezTo>
                  <a:pt x="7530" y="10555"/>
                  <a:pt x="7026" y="10397"/>
                  <a:pt x="6553" y="10177"/>
                </a:cubicBezTo>
                <a:cubicBezTo>
                  <a:pt x="7246" y="9452"/>
                  <a:pt x="7719" y="8476"/>
                  <a:pt x="7719" y="7404"/>
                </a:cubicBezTo>
                <a:lnTo>
                  <a:pt x="7719" y="7341"/>
                </a:lnTo>
                <a:cubicBezTo>
                  <a:pt x="8759" y="6837"/>
                  <a:pt x="9515" y="5892"/>
                  <a:pt x="9735" y="4695"/>
                </a:cubicBezTo>
                <a:close/>
                <a:moveTo>
                  <a:pt x="5986" y="1"/>
                </a:moveTo>
                <a:cubicBezTo>
                  <a:pt x="3875" y="1"/>
                  <a:pt x="2143" y="1734"/>
                  <a:pt x="2143" y="3876"/>
                </a:cubicBezTo>
                <a:lnTo>
                  <a:pt x="2143" y="3939"/>
                </a:lnTo>
                <a:cubicBezTo>
                  <a:pt x="882" y="4569"/>
                  <a:pt x="0" y="5892"/>
                  <a:pt x="0" y="7404"/>
                </a:cubicBezTo>
                <a:cubicBezTo>
                  <a:pt x="0" y="9547"/>
                  <a:pt x="1733" y="11279"/>
                  <a:pt x="3907" y="11279"/>
                </a:cubicBezTo>
                <a:cubicBezTo>
                  <a:pt x="4695" y="11279"/>
                  <a:pt x="5388" y="11027"/>
                  <a:pt x="6018" y="10649"/>
                </a:cubicBezTo>
                <a:cubicBezTo>
                  <a:pt x="6616" y="11027"/>
                  <a:pt x="7372" y="11279"/>
                  <a:pt x="8160" y="11279"/>
                </a:cubicBezTo>
                <a:cubicBezTo>
                  <a:pt x="10271" y="11279"/>
                  <a:pt x="12067" y="9547"/>
                  <a:pt x="12067" y="7404"/>
                </a:cubicBezTo>
                <a:cubicBezTo>
                  <a:pt x="11972" y="5924"/>
                  <a:pt x="11122" y="4632"/>
                  <a:pt x="9861" y="3939"/>
                </a:cubicBezTo>
                <a:lnTo>
                  <a:pt x="9861" y="3876"/>
                </a:lnTo>
                <a:cubicBezTo>
                  <a:pt x="9861" y="1734"/>
                  <a:pt x="8129" y="1"/>
                  <a:pt x="5986"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8157;p67">
            <a:extLst>
              <a:ext uri="{FF2B5EF4-FFF2-40B4-BE49-F238E27FC236}">
                <a16:creationId xmlns:a16="http://schemas.microsoft.com/office/drawing/2014/main" id="{CFD54F4D-AB9D-2774-688D-1EDBFFAC09D3}"/>
              </a:ext>
            </a:extLst>
          </p:cNvPr>
          <p:cNvSpPr/>
          <p:nvPr/>
        </p:nvSpPr>
        <p:spPr>
          <a:xfrm>
            <a:off x="5747607" y="5168046"/>
            <a:ext cx="52974" cy="158846"/>
          </a:xfrm>
          <a:custGeom>
            <a:avLst/>
            <a:gdLst/>
            <a:ahLst/>
            <a:cxnLst/>
            <a:rect l="l" t="t" r="r" b="b"/>
            <a:pathLst>
              <a:path w="694" h="2081" extrusionOk="0">
                <a:moveTo>
                  <a:pt x="347" y="1"/>
                </a:moveTo>
                <a:cubicBezTo>
                  <a:pt x="158" y="1"/>
                  <a:pt x="1" y="158"/>
                  <a:pt x="1" y="348"/>
                </a:cubicBezTo>
                <a:lnTo>
                  <a:pt x="1" y="1765"/>
                </a:lnTo>
                <a:cubicBezTo>
                  <a:pt x="1" y="1923"/>
                  <a:pt x="158" y="2080"/>
                  <a:pt x="347" y="2080"/>
                </a:cubicBezTo>
                <a:cubicBezTo>
                  <a:pt x="536" y="2080"/>
                  <a:pt x="694" y="1923"/>
                  <a:pt x="694" y="1734"/>
                </a:cubicBezTo>
                <a:lnTo>
                  <a:pt x="694" y="348"/>
                </a:lnTo>
                <a:cubicBezTo>
                  <a:pt x="694" y="158"/>
                  <a:pt x="536" y="1"/>
                  <a:pt x="347"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8158;p67">
            <a:extLst>
              <a:ext uri="{FF2B5EF4-FFF2-40B4-BE49-F238E27FC236}">
                <a16:creationId xmlns:a16="http://schemas.microsoft.com/office/drawing/2014/main" id="{2FBC53A5-F273-D866-0126-461D092C1CC6}"/>
              </a:ext>
            </a:extLst>
          </p:cNvPr>
          <p:cNvSpPr/>
          <p:nvPr/>
        </p:nvSpPr>
        <p:spPr>
          <a:xfrm>
            <a:off x="5543198" y="5235747"/>
            <a:ext cx="141977" cy="100757"/>
          </a:xfrm>
          <a:custGeom>
            <a:avLst/>
            <a:gdLst/>
            <a:ahLst/>
            <a:cxnLst/>
            <a:rect l="l" t="t" r="r" b="b"/>
            <a:pathLst>
              <a:path w="1860" h="1320" extrusionOk="0">
                <a:moveTo>
                  <a:pt x="465" y="1"/>
                </a:moveTo>
                <a:cubicBezTo>
                  <a:pt x="344" y="1"/>
                  <a:pt x="222" y="78"/>
                  <a:pt x="158" y="185"/>
                </a:cubicBezTo>
                <a:cubicBezTo>
                  <a:pt x="1" y="311"/>
                  <a:pt x="64" y="563"/>
                  <a:pt x="253" y="658"/>
                </a:cubicBezTo>
                <a:lnTo>
                  <a:pt x="1229" y="1288"/>
                </a:lnTo>
                <a:cubicBezTo>
                  <a:pt x="1261" y="1319"/>
                  <a:pt x="1355" y="1319"/>
                  <a:pt x="1418" y="1319"/>
                </a:cubicBezTo>
                <a:cubicBezTo>
                  <a:pt x="1544" y="1319"/>
                  <a:pt x="1671" y="1288"/>
                  <a:pt x="1734" y="1162"/>
                </a:cubicBezTo>
                <a:cubicBezTo>
                  <a:pt x="1860" y="1004"/>
                  <a:pt x="1765" y="752"/>
                  <a:pt x="1607" y="689"/>
                </a:cubicBezTo>
                <a:lnTo>
                  <a:pt x="631" y="59"/>
                </a:lnTo>
                <a:cubicBezTo>
                  <a:pt x="580" y="18"/>
                  <a:pt x="523" y="1"/>
                  <a:pt x="465"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8159;p67">
            <a:extLst>
              <a:ext uri="{FF2B5EF4-FFF2-40B4-BE49-F238E27FC236}">
                <a16:creationId xmlns:a16="http://schemas.microsoft.com/office/drawing/2014/main" id="{FD1174B4-3B34-0B08-CE85-A0C7A03880E2}"/>
              </a:ext>
            </a:extLst>
          </p:cNvPr>
          <p:cNvSpPr/>
          <p:nvPr/>
        </p:nvSpPr>
        <p:spPr>
          <a:xfrm>
            <a:off x="5870265" y="5240328"/>
            <a:ext cx="132359" cy="98543"/>
          </a:xfrm>
          <a:custGeom>
            <a:avLst/>
            <a:gdLst/>
            <a:ahLst/>
            <a:cxnLst/>
            <a:rect l="l" t="t" r="r" b="b"/>
            <a:pathLst>
              <a:path w="1734" h="1291" extrusionOk="0">
                <a:moveTo>
                  <a:pt x="1354" y="0"/>
                </a:moveTo>
                <a:cubicBezTo>
                  <a:pt x="1301" y="0"/>
                  <a:pt x="1247" y="11"/>
                  <a:pt x="1198" y="31"/>
                </a:cubicBezTo>
                <a:lnTo>
                  <a:pt x="221" y="661"/>
                </a:lnTo>
                <a:cubicBezTo>
                  <a:pt x="63" y="787"/>
                  <a:pt x="0" y="976"/>
                  <a:pt x="95" y="1133"/>
                </a:cubicBezTo>
                <a:cubicBezTo>
                  <a:pt x="126" y="1228"/>
                  <a:pt x="252" y="1291"/>
                  <a:pt x="347" y="1291"/>
                </a:cubicBezTo>
                <a:cubicBezTo>
                  <a:pt x="441" y="1291"/>
                  <a:pt x="473" y="1291"/>
                  <a:pt x="568" y="1259"/>
                </a:cubicBezTo>
                <a:lnTo>
                  <a:pt x="1544" y="629"/>
                </a:lnTo>
                <a:cubicBezTo>
                  <a:pt x="1702" y="503"/>
                  <a:pt x="1733" y="314"/>
                  <a:pt x="1670" y="157"/>
                </a:cubicBezTo>
                <a:cubicBezTo>
                  <a:pt x="1584" y="49"/>
                  <a:pt x="1469" y="0"/>
                  <a:pt x="1354"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9" name="Google Shape;8160;p67">
            <a:extLst>
              <a:ext uri="{FF2B5EF4-FFF2-40B4-BE49-F238E27FC236}">
                <a16:creationId xmlns:a16="http://schemas.microsoft.com/office/drawing/2014/main" id="{7484BB92-3979-FED3-A049-421875FCA019}"/>
              </a:ext>
            </a:extLst>
          </p:cNvPr>
          <p:cNvGrpSpPr/>
          <p:nvPr/>
        </p:nvGrpSpPr>
        <p:grpSpPr>
          <a:xfrm>
            <a:off x="5385283" y="6291430"/>
            <a:ext cx="805681" cy="923537"/>
            <a:chOff x="-49398750" y="2684600"/>
            <a:chExt cx="263875" cy="302475"/>
          </a:xfrm>
          <a:solidFill>
            <a:srgbClr val="555559"/>
          </a:solidFill>
        </p:grpSpPr>
        <p:sp>
          <p:nvSpPr>
            <p:cNvPr id="1372" name="Google Shape;8161;p67">
              <a:extLst>
                <a:ext uri="{FF2B5EF4-FFF2-40B4-BE49-F238E27FC236}">
                  <a16:creationId xmlns:a16="http://schemas.microsoft.com/office/drawing/2014/main" id="{AFA50774-B9CC-B885-88E0-67A837CFD343}"/>
                </a:ext>
              </a:extLst>
            </p:cNvPr>
            <p:cNvSpPr/>
            <p:nvPr/>
          </p:nvSpPr>
          <p:spPr>
            <a:xfrm>
              <a:off x="-49294775" y="2684600"/>
              <a:ext cx="73275" cy="299325"/>
            </a:xfrm>
            <a:custGeom>
              <a:avLst/>
              <a:gdLst/>
              <a:ahLst/>
              <a:cxnLst/>
              <a:rect l="l" t="t" r="r" b="b"/>
              <a:pathLst>
                <a:path w="2931" h="11973" extrusionOk="0">
                  <a:moveTo>
                    <a:pt x="1481" y="1387"/>
                  </a:moveTo>
                  <a:lnTo>
                    <a:pt x="2017" y="2836"/>
                  </a:lnTo>
                  <a:lnTo>
                    <a:pt x="914" y="2836"/>
                  </a:lnTo>
                  <a:lnTo>
                    <a:pt x="1481" y="1387"/>
                  </a:lnTo>
                  <a:close/>
                  <a:moveTo>
                    <a:pt x="2174" y="3529"/>
                  </a:moveTo>
                  <a:lnTo>
                    <a:pt x="2174" y="9893"/>
                  </a:lnTo>
                  <a:lnTo>
                    <a:pt x="757" y="9893"/>
                  </a:lnTo>
                  <a:lnTo>
                    <a:pt x="757" y="3529"/>
                  </a:lnTo>
                  <a:close/>
                  <a:moveTo>
                    <a:pt x="2174" y="10586"/>
                  </a:moveTo>
                  <a:lnTo>
                    <a:pt x="2174" y="10964"/>
                  </a:lnTo>
                  <a:cubicBezTo>
                    <a:pt x="2143" y="11153"/>
                    <a:pt x="1985" y="11311"/>
                    <a:pt x="1828" y="11311"/>
                  </a:cubicBezTo>
                  <a:lnTo>
                    <a:pt x="1103" y="11311"/>
                  </a:lnTo>
                  <a:cubicBezTo>
                    <a:pt x="914" y="11311"/>
                    <a:pt x="757" y="11153"/>
                    <a:pt x="757" y="10964"/>
                  </a:cubicBezTo>
                  <a:lnTo>
                    <a:pt x="757" y="10586"/>
                  </a:lnTo>
                  <a:close/>
                  <a:moveTo>
                    <a:pt x="1450" y="1"/>
                  </a:moveTo>
                  <a:cubicBezTo>
                    <a:pt x="1355" y="1"/>
                    <a:pt x="1198" y="95"/>
                    <a:pt x="1135" y="253"/>
                  </a:cubicBezTo>
                  <a:cubicBezTo>
                    <a:pt x="1" y="3246"/>
                    <a:pt x="95" y="3088"/>
                    <a:pt x="95" y="3151"/>
                  </a:cubicBezTo>
                  <a:lnTo>
                    <a:pt x="95" y="10933"/>
                  </a:lnTo>
                  <a:cubicBezTo>
                    <a:pt x="95" y="11500"/>
                    <a:pt x="568" y="11973"/>
                    <a:pt x="1135" y="11973"/>
                  </a:cubicBezTo>
                  <a:lnTo>
                    <a:pt x="1859" y="11973"/>
                  </a:lnTo>
                  <a:cubicBezTo>
                    <a:pt x="2458" y="11973"/>
                    <a:pt x="2931" y="11500"/>
                    <a:pt x="2931" y="10933"/>
                  </a:cubicBezTo>
                  <a:lnTo>
                    <a:pt x="2931" y="3120"/>
                  </a:lnTo>
                  <a:cubicBezTo>
                    <a:pt x="2836" y="3088"/>
                    <a:pt x="2931" y="3277"/>
                    <a:pt x="1765" y="253"/>
                  </a:cubicBezTo>
                  <a:cubicBezTo>
                    <a:pt x="1733" y="127"/>
                    <a:pt x="1576" y="1"/>
                    <a:pt x="145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8162;p67">
              <a:extLst>
                <a:ext uri="{FF2B5EF4-FFF2-40B4-BE49-F238E27FC236}">
                  <a16:creationId xmlns:a16="http://schemas.microsoft.com/office/drawing/2014/main" id="{5247CD52-418D-9BB9-FAA5-1F3618171BC1}"/>
                </a:ext>
              </a:extLst>
            </p:cNvPr>
            <p:cNvSpPr/>
            <p:nvPr/>
          </p:nvSpPr>
          <p:spPr>
            <a:xfrm>
              <a:off x="-49398750" y="2684600"/>
              <a:ext cx="87450" cy="300900"/>
            </a:xfrm>
            <a:custGeom>
              <a:avLst/>
              <a:gdLst/>
              <a:ahLst/>
              <a:cxnLst/>
              <a:rect l="l" t="t" r="r" b="b"/>
              <a:pathLst>
                <a:path w="3498" h="12036" extrusionOk="0">
                  <a:moveTo>
                    <a:pt x="2773" y="662"/>
                  </a:moveTo>
                  <a:lnTo>
                    <a:pt x="2773" y="11311"/>
                  </a:lnTo>
                  <a:lnTo>
                    <a:pt x="662" y="11311"/>
                  </a:lnTo>
                  <a:lnTo>
                    <a:pt x="662" y="10586"/>
                  </a:lnTo>
                  <a:lnTo>
                    <a:pt x="1734" y="10586"/>
                  </a:lnTo>
                  <a:cubicBezTo>
                    <a:pt x="1923" y="10586"/>
                    <a:pt x="2080" y="10429"/>
                    <a:pt x="2080" y="10240"/>
                  </a:cubicBezTo>
                  <a:cubicBezTo>
                    <a:pt x="2080" y="10051"/>
                    <a:pt x="1923" y="9893"/>
                    <a:pt x="1734" y="9893"/>
                  </a:cubicBezTo>
                  <a:lnTo>
                    <a:pt x="662" y="9893"/>
                  </a:lnTo>
                  <a:lnTo>
                    <a:pt x="662" y="9169"/>
                  </a:lnTo>
                  <a:lnTo>
                    <a:pt x="1009" y="9169"/>
                  </a:lnTo>
                  <a:cubicBezTo>
                    <a:pt x="1198" y="9169"/>
                    <a:pt x="1356" y="9011"/>
                    <a:pt x="1356" y="8822"/>
                  </a:cubicBezTo>
                  <a:cubicBezTo>
                    <a:pt x="1356" y="8633"/>
                    <a:pt x="1198" y="8475"/>
                    <a:pt x="1009" y="8475"/>
                  </a:cubicBezTo>
                  <a:lnTo>
                    <a:pt x="662" y="8475"/>
                  </a:lnTo>
                  <a:lnTo>
                    <a:pt x="662" y="7751"/>
                  </a:lnTo>
                  <a:lnTo>
                    <a:pt x="1734" y="7751"/>
                  </a:lnTo>
                  <a:cubicBezTo>
                    <a:pt x="1923" y="7751"/>
                    <a:pt x="2080" y="7593"/>
                    <a:pt x="2080" y="7404"/>
                  </a:cubicBezTo>
                  <a:cubicBezTo>
                    <a:pt x="2080" y="7215"/>
                    <a:pt x="1923" y="7058"/>
                    <a:pt x="1734" y="7058"/>
                  </a:cubicBezTo>
                  <a:lnTo>
                    <a:pt x="662" y="7058"/>
                  </a:lnTo>
                  <a:lnTo>
                    <a:pt x="662" y="6333"/>
                  </a:lnTo>
                  <a:lnTo>
                    <a:pt x="1009" y="6333"/>
                  </a:lnTo>
                  <a:cubicBezTo>
                    <a:pt x="1198" y="6333"/>
                    <a:pt x="1356" y="6176"/>
                    <a:pt x="1356" y="5987"/>
                  </a:cubicBezTo>
                  <a:cubicBezTo>
                    <a:pt x="1356" y="5798"/>
                    <a:pt x="1198" y="5640"/>
                    <a:pt x="1009" y="5640"/>
                  </a:cubicBezTo>
                  <a:lnTo>
                    <a:pt x="662" y="5640"/>
                  </a:lnTo>
                  <a:lnTo>
                    <a:pt x="662" y="4947"/>
                  </a:lnTo>
                  <a:lnTo>
                    <a:pt x="1734" y="4947"/>
                  </a:lnTo>
                  <a:cubicBezTo>
                    <a:pt x="1923" y="4947"/>
                    <a:pt x="2080" y="4789"/>
                    <a:pt x="2080" y="4569"/>
                  </a:cubicBezTo>
                  <a:cubicBezTo>
                    <a:pt x="2080" y="4380"/>
                    <a:pt x="1923" y="4222"/>
                    <a:pt x="1734" y="4222"/>
                  </a:cubicBezTo>
                  <a:lnTo>
                    <a:pt x="662" y="4222"/>
                  </a:lnTo>
                  <a:lnTo>
                    <a:pt x="662" y="3498"/>
                  </a:lnTo>
                  <a:lnTo>
                    <a:pt x="1009" y="3498"/>
                  </a:lnTo>
                  <a:cubicBezTo>
                    <a:pt x="1198" y="3498"/>
                    <a:pt x="1356" y="3340"/>
                    <a:pt x="1356" y="3151"/>
                  </a:cubicBezTo>
                  <a:cubicBezTo>
                    <a:pt x="1356" y="2962"/>
                    <a:pt x="1198" y="2805"/>
                    <a:pt x="1009" y="2805"/>
                  </a:cubicBezTo>
                  <a:lnTo>
                    <a:pt x="662" y="2805"/>
                  </a:lnTo>
                  <a:lnTo>
                    <a:pt x="662" y="2080"/>
                  </a:lnTo>
                  <a:lnTo>
                    <a:pt x="1734" y="2080"/>
                  </a:lnTo>
                  <a:cubicBezTo>
                    <a:pt x="1923" y="2080"/>
                    <a:pt x="2080" y="1922"/>
                    <a:pt x="2080" y="1733"/>
                  </a:cubicBezTo>
                  <a:cubicBezTo>
                    <a:pt x="2080" y="1544"/>
                    <a:pt x="1923" y="1387"/>
                    <a:pt x="1734" y="1387"/>
                  </a:cubicBezTo>
                  <a:lnTo>
                    <a:pt x="662" y="1387"/>
                  </a:lnTo>
                  <a:lnTo>
                    <a:pt x="662" y="662"/>
                  </a:lnTo>
                  <a:close/>
                  <a:moveTo>
                    <a:pt x="347" y="1"/>
                  </a:moveTo>
                  <a:cubicBezTo>
                    <a:pt x="158" y="1"/>
                    <a:pt x="1" y="158"/>
                    <a:pt x="1" y="379"/>
                  </a:cubicBezTo>
                  <a:lnTo>
                    <a:pt x="1" y="11657"/>
                  </a:lnTo>
                  <a:cubicBezTo>
                    <a:pt x="1" y="11878"/>
                    <a:pt x="158" y="12036"/>
                    <a:pt x="347" y="12036"/>
                  </a:cubicBezTo>
                  <a:lnTo>
                    <a:pt x="3151" y="12036"/>
                  </a:lnTo>
                  <a:cubicBezTo>
                    <a:pt x="3340" y="12036"/>
                    <a:pt x="3498" y="11878"/>
                    <a:pt x="3498" y="11657"/>
                  </a:cubicBezTo>
                  <a:lnTo>
                    <a:pt x="3498" y="379"/>
                  </a:lnTo>
                  <a:cubicBezTo>
                    <a:pt x="3498" y="158"/>
                    <a:pt x="3340" y="1"/>
                    <a:pt x="315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8163;p67">
              <a:extLst>
                <a:ext uri="{FF2B5EF4-FFF2-40B4-BE49-F238E27FC236}">
                  <a16:creationId xmlns:a16="http://schemas.microsoft.com/office/drawing/2014/main" id="{52D3C0C0-B231-9410-DBC3-EE29C66CEC46}"/>
                </a:ext>
              </a:extLst>
            </p:cNvPr>
            <p:cNvSpPr/>
            <p:nvPr/>
          </p:nvSpPr>
          <p:spPr>
            <a:xfrm>
              <a:off x="-49207350" y="2686175"/>
              <a:ext cx="72475" cy="300900"/>
            </a:xfrm>
            <a:custGeom>
              <a:avLst/>
              <a:gdLst/>
              <a:ahLst/>
              <a:cxnLst/>
              <a:rect l="l" t="t" r="r" b="b"/>
              <a:pathLst>
                <a:path w="2899" h="12036" extrusionOk="0">
                  <a:moveTo>
                    <a:pt x="1859" y="694"/>
                  </a:moveTo>
                  <a:lnTo>
                    <a:pt x="1859" y="694"/>
                  </a:lnTo>
                  <a:cubicBezTo>
                    <a:pt x="1828" y="820"/>
                    <a:pt x="1796" y="946"/>
                    <a:pt x="1796" y="1040"/>
                  </a:cubicBezTo>
                  <a:cubicBezTo>
                    <a:pt x="1733" y="1418"/>
                    <a:pt x="1828" y="1765"/>
                    <a:pt x="2111" y="2112"/>
                  </a:cubicBezTo>
                  <a:cubicBezTo>
                    <a:pt x="2143" y="2143"/>
                    <a:pt x="2174" y="2238"/>
                    <a:pt x="2143" y="2301"/>
                  </a:cubicBezTo>
                  <a:cubicBezTo>
                    <a:pt x="2017" y="2584"/>
                    <a:pt x="1796" y="2773"/>
                    <a:pt x="1481" y="2773"/>
                  </a:cubicBezTo>
                  <a:cubicBezTo>
                    <a:pt x="1072" y="2773"/>
                    <a:pt x="757" y="2458"/>
                    <a:pt x="757" y="2080"/>
                  </a:cubicBezTo>
                  <a:cubicBezTo>
                    <a:pt x="757" y="1670"/>
                    <a:pt x="914" y="1324"/>
                    <a:pt x="1166" y="1103"/>
                  </a:cubicBezTo>
                  <a:cubicBezTo>
                    <a:pt x="1387" y="851"/>
                    <a:pt x="1576" y="788"/>
                    <a:pt x="1859" y="694"/>
                  </a:cubicBezTo>
                  <a:close/>
                  <a:moveTo>
                    <a:pt x="1450" y="3466"/>
                  </a:moveTo>
                  <a:cubicBezTo>
                    <a:pt x="1513" y="3529"/>
                    <a:pt x="1702" y="3781"/>
                    <a:pt x="1859" y="4600"/>
                  </a:cubicBezTo>
                  <a:cubicBezTo>
                    <a:pt x="1954" y="4726"/>
                    <a:pt x="1954" y="4789"/>
                    <a:pt x="1954" y="4884"/>
                  </a:cubicBezTo>
                  <a:lnTo>
                    <a:pt x="946" y="4884"/>
                  </a:lnTo>
                  <a:cubicBezTo>
                    <a:pt x="946" y="4789"/>
                    <a:pt x="1009" y="4726"/>
                    <a:pt x="1009" y="4600"/>
                  </a:cubicBezTo>
                  <a:cubicBezTo>
                    <a:pt x="1198" y="3781"/>
                    <a:pt x="1355" y="3529"/>
                    <a:pt x="1450" y="3466"/>
                  </a:cubicBezTo>
                  <a:close/>
                  <a:moveTo>
                    <a:pt x="2111" y="5546"/>
                  </a:moveTo>
                  <a:cubicBezTo>
                    <a:pt x="2174" y="6081"/>
                    <a:pt x="2237" y="6680"/>
                    <a:pt x="2237" y="7310"/>
                  </a:cubicBezTo>
                  <a:cubicBezTo>
                    <a:pt x="2174" y="9389"/>
                    <a:pt x="1796" y="10901"/>
                    <a:pt x="1481" y="11216"/>
                  </a:cubicBezTo>
                  <a:cubicBezTo>
                    <a:pt x="1387" y="11122"/>
                    <a:pt x="1198" y="10901"/>
                    <a:pt x="1040" y="10082"/>
                  </a:cubicBezTo>
                  <a:cubicBezTo>
                    <a:pt x="883" y="9326"/>
                    <a:pt x="757" y="8349"/>
                    <a:pt x="757" y="7310"/>
                  </a:cubicBezTo>
                  <a:cubicBezTo>
                    <a:pt x="757" y="6680"/>
                    <a:pt x="788" y="6081"/>
                    <a:pt x="883" y="5546"/>
                  </a:cubicBezTo>
                  <a:close/>
                  <a:moveTo>
                    <a:pt x="2489" y="1"/>
                  </a:moveTo>
                  <a:cubicBezTo>
                    <a:pt x="1796" y="1"/>
                    <a:pt x="1229" y="32"/>
                    <a:pt x="662" y="631"/>
                  </a:cubicBezTo>
                  <a:cubicBezTo>
                    <a:pt x="253" y="1009"/>
                    <a:pt x="1" y="1576"/>
                    <a:pt x="1" y="2112"/>
                  </a:cubicBezTo>
                  <a:cubicBezTo>
                    <a:pt x="1" y="2616"/>
                    <a:pt x="284" y="3088"/>
                    <a:pt x="725" y="3340"/>
                  </a:cubicBezTo>
                  <a:cubicBezTo>
                    <a:pt x="190" y="4285"/>
                    <a:pt x="1" y="6302"/>
                    <a:pt x="1" y="7436"/>
                  </a:cubicBezTo>
                  <a:cubicBezTo>
                    <a:pt x="1" y="8539"/>
                    <a:pt x="127" y="10555"/>
                    <a:pt x="725" y="11531"/>
                  </a:cubicBezTo>
                  <a:cubicBezTo>
                    <a:pt x="914" y="11878"/>
                    <a:pt x="1166" y="12036"/>
                    <a:pt x="1450" y="12036"/>
                  </a:cubicBezTo>
                  <a:cubicBezTo>
                    <a:pt x="1702" y="12036"/>
                    <a:pt x="1954" y="11878"/>
                    <a:pt x="2143" y="11531"/>
                  </a:cubicBezTo>
                  <a:cubicBezTo>
                    <a:pt x="2710" y="10586"/>
                    <a:pt x="2868" y="8570"/>
                    <a:pt x="2868" y="7436"/>
                  </a:cubicBezTo>
                  <a:cubicBezTo>
                    <a:pt x="2836" y="6239"/>
                    <a:pt x="2742" y="4254"/>
                    <a:pt x="2174" y="3309"/>
                  </a:cubicBezTo>
                  <a:cubicBezTo>
                    <a:pt x="2458" y="3151"/>
                    <a:pt x="2710" y="2868"/>
                    <a:pt x="2773" y="2553"/>
                  </a:cubicBezTo>
                  <a:cubicBezTo>
                    <a:pt x="2899" y="2238"/>
                    <a:pt x="2805" y="1923"/>
                    <a:pt x="2616" y="1670"/>
                  </a:cubicBezTo>
                  <a:cubicBezTo>
                    <a:pt x="2426" y="1450"/>
                    <a:pt x="2300" y="1135"/>
                    <a:pt x="2773" y="536"/>
                  </a:cubicBezTo>
                  <a:cubicBezTo>
                    <a:pt x="2836" y="410"/>
                    <a:pt x="2899" y="316"/>
                    <a:pt x="2805" y="190"/>
                  </a:cubicBezTo>
                  <a:cubicBezTo>
                    <a:pt x="2773" y="64"/>
                    <a:pt x="2616" y="1"/>
                    <a:pt x="248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0" name="Google Shape;8164;p67">
            <a:extLst>
              <a:ext uri="{FF2B5EF4-FFF2-40B4-BE49-F238E27FC236}">
                <a16:creationId xmlns:a16="http://schemas.microsoft.com/office/drawing/2014/main" id="{735A7485-72A5-4A3B-3937-A34683F3512F}"/>
              </a:ext>
            </a:extLst>
          </p:cNvPr>
          <p:cNvGrpSpPr/>
          <p:nvPr/>
        </p:nvGrpSpPr>
        <p:grpSpPr>
          <a:xfrm>
            <a:off x="11097228" y="4122315"/>
            <a:ext cx="803237" cy="918727"/>
            <a:chOff x="-47509225" y="1974175"/>
            <a:chExt cx="263075" cy="300900"/>
          </a:xfrm>
          <a:solidFill>
            <a:srgbClr val="555559"/>
          </a:solidFill>
        </p:grpSpPr>
        <p:sp>
          <p:nvSpPr>
            <p:cNvPr id="1367" name="Google Shape;8165;p67">
              <a:extLst>
                <a:ext uri="{FF2B5EF4-FFF2-40B4-BE49-F238E27FC236}">
                  <a16:creationId xmlns:a16="http://schemas.microsoft.com/office/drawing/2014/main" id="{C8C43E72-DD86-9CBD-154A-99B3466BAEB6}"/>
                </a:ext>
              </a:extLst>
            </p:cNvPr>
            <p:cNvSpPr/>
            <p:nvPr/>
          </p:nvSpPr>
          <p:spPr>
            <a:xfrm>
              <a:off x="-47439925" y="2026950"/>
              <a:ext cx="124475" cy="124450"/>
            </a:xfrm>
            <a:custGeom>
              <a:avLst/>
              <a:gdLst/>
              <a:ahLst/>
              <a:cxnLst/>
              <a:rect l="l" t="t" r="r" b="b"/>
              <a:pathLst>
                <a:path w="4979" h="4978" extrusionOk="0">
                  <a:moveTo>
                    <a:pt x="1828" y="725"/>
                  </a:moveTo>
                  <a:cubicBezTo>
                    <a:pt x="2301" y="725"/>
                    <a:pt x="2679" y="1008"/>
                    <a:pt x="2805" y="1418"/>
                  </a:cubicBezTo>
                  <a:lnTo>
                    <a:pt x="1828" y="1418"/>
                  </a:lnTo>
                  <a:cubicBezTo>
                    <a:pt x="1607" y="1418"/>
                    <a:pt x="1450" y="1575"/>
                    <a:pt x="1450" y="1796"/>
                  </a:cubicBezTo>
                  <a:lnTo>
                    <a:pt x="1450" y="2773"/>
                  </a:lnTo>
                  <a:cubicBezTo>
                    <a:pt x="1040" y="2615"/>
                    <a:pt x="757" y="2206"/>
                    <a:pt x="757" y="1796"/>
                  </a:cubicBezTo>
                  <a:cubicBezTo>
                    <a:pt x="757" y="1197"/>
                    <a:pt x="1229" y="725"/>
                    <a:pt x="1828" y="725"/>
                  </a:cubicBezTo>
                  <a:close/>
                  <a:moveTo>
                    <a:pt x="2805" y="2143"/>
                  </a:moveTo>
                  <a:cubicBezTo>
                    <a:pt x="2679" y="2458"/>
                    <a:pt x="2458" y="2678"/>
                    <a:pt x="2175" y="2773"/>
                  </a:cubicBezTo>
                  <a:lnTo>
                    <a:pt x="2175" y="2143"/>
                  </a:lnTo>
                  <a:close/>
                  <a:moveTo>
                    <a:pt x="4254" y="2111"/>
                  </a:moveTo>
                  <a:lnTo>
                    <a:pt x="4254" y="4222"/>
                  </a:lnTo>
                  <a:lnTo>
                    <a:pt x="2143" y="4222"/>
                  </a:lnTo>
                  <a:lnTo>
                    <a:pt x="2143" y="3466"/>
                  </a:lnTo>
                  <a:cubicBezTo>
                    <a:pt x="2805" y="3308"/>
                    <a:pt x="3372" y="2804"/>
                    <a:pt x="3529" y="2111"/>
                  </a:cubicBezTo>
                  <a:close/>
                  <a:moveTo>
                    <a:pt x="1765" y="0"/>
                  </a:moveTo>
                  <a:cubicBezTo>
                    <a:pt x="788" y="0"/>
                    <a:pt x="1" y="788"/>
                    <a:pt x="1" y="1796"/>
                  </a:cubicBezTo>
                  <a:cubicBezTo>
                    <a:pt x="1" y="2647"/>
                    <a:pt x="599" y="3340"/>
                    <a:pt x="1418" y="3529"/>
                  </a:cubicBezTo>
                  <a:lnTo>
                    <a:pt x="1418" y="4631"/>
                  </a:lnTo>
                  <a:cubicBezTo>
                    <a:pt x="1418" y="4820"/>
                    <a:pt x="1576" y="4978"/>
                    <a:pt x="1765" y="4978"/>
                  </a:cubicBezTo>
                  <a:lnTo>
                    <a:pt x="4569" y="4978"/>
                  </a:lnTo>
                  <a:cubicBezTo>
                    <a:pt x="4789" y="4978"/>
                    <a:pt x="4916" y="4820"/>
                    <a:pt x="4916" y="4631"/>
                  </a:cubicBezTo>
                  <a:lnTo>
                    <a:pt x="4916" y="1827"/>
                  </a:lnTo>
                  <a:cubicBezTo>
                    <a:pt x="4979" y="1575"/>
                    <a:pt x="4821" y="1418"/>
                    <a:pt x="4600" y="1418"/>
                  </a:cubicBezTo>
                  <a:lnTo>
                    <a:pt x="3498" y="1418"/>
                  </a:lnTo>
                  <a:cubicBezTo>
                    <a:pt x="3340" y="630"/>
                    <a:pt x="2647" y="0"/>
                    <a:pt x="17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8166;p67">
              <a:extLst>
                <a:ext uri="{FF2B5EF4-FFF2-40B4-BE49-F238E27FC236}">
                  <a16:creationId xmlns:a16="http://schemas.microsoft.com/office/drawing/2014/main" id="{FDDE2293-9110-910D-406B-3136449A3907}"/>
                </a:ext>
              </a:extLst>
            </p:cNvPr>
            <p:cNvSpPr/>
            <p:nvPr/>
          </p:nvSpPr>
          <p:spPr>
            <a:xfrm>
              <a:off x="-47439125" y="2184475"/>
              <a:ext cx="88225" cy="18125"/>
            </a:xfrm>
            <a:custGeom>
              <a:avLst/>
              <a:gdLst/>
              <a:ahLst/>
              <a:cxnLst/>
              <a:rect l="l" t="t" r="r" b="b"/>
              <a:pathLst>
                <a:path w="3529" h="725" extrusionOk="0">
                  <a:moveTo>
                    <a:pt x="378" y="0"/>
                  </a:moveTo>
                  <a:cubicBezTo>
                    <a:pt x="158" y="0"/>
                    <a:pt x="32" y="158"/>
                    <a:pt x="32" y="378"/>
                  </a:cubicBezTo>
                  <a:cubicBezTo>
                    <a:pt x="0" y="567"/>
                    <a:pt x="158" y="725"/>
                    <a:pt x="378" y="725"/>
                  </a:cubicBezTo>
                  <a:lnTo>
                    <a:pt x="3182" y="725"/>
                  </a:lnTo>
                  <a:cubicBezTo>
                    <a:pt x="3371" y="725"/>
                    <a:pt x="3529" y="567"/>
                    <a:pt x="3529" y="378"/>
                  </a:cubicBezTo>
                  <a:cubicBezTo>
                    <a:pt x="3529" y="158"/>
                    <a:pt x="3371" y="0"/>
                    <a:pt x="318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8167;p67">
              <a:extLst>
                <a:ext uri="{FF2B5EF4-FFF2-40B4-BE49-F238E27FC236}">
                  <a16:creationId xmlns:a16="http://schemas.microsoft.com/office/drawing/2014/main" id="{AD6C3CA3-C506-4E5E-EEC7-35FBBFEBF5C5}"/>
                </a:ext>
              </a:extLst>
            </p:cNvPr>
            <p:cNvSpPr/>
            <p:nvPr/>
          </p:nvSpPr>
          <p:spPr>
            <a:xfrm>
              <a:off x="-47438350" y="2219900"/>
              <a:ext cx="122900" cy="18150"/>
            </a:xfrm>
            <a:custGeom>
              <a:avLst/>
              <a:gdLst/>
              <a:ahLst/>
              <a:cxnLst/>
              <a:rect l="l" t="t" r="r" b="b"/>
              <a:pathLst>
                <a:path w="4916" h="726" extrusionOk="0">
                  <a:moveTo>
                    <a:pt x="347" y="1"/>
                  </a:moveTo>
                  <a:cubicBezTo>
                    <a:pt x="127" y="1"/>
                    <a:pt x="1" y="158"/>
                    <a:pt x="1" y="379"/>
                  </a:cubicBezTo>
                  <a:cubicBezTo>
                    <a:pt x="1" y="568"/>
                    <a:pt x="127" y="725"/>
                    <a:pt x="347" y="725"/>
                  </a:cubicBezTo>
                  <a:lnTo>
                    <a:pt x="4537" y="725"/>
                  </a:lnTo>
                  <a:cubicBezTo>
                    <a:pt x="4758" y="725"/>
                    <a:pt x="4916" y="568"/>
                    <a:pt x="4916" y="379"/>
                  </a:cubicBezTo>
                  <a:cubicBezTo>
                    <a:pt x="4916" y="158"/>
                    <a:pt x="4758" y="1"/>
                    <a:pt x="453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8168;p67">
              <a:extLst>
                <a:ext uri="{FF2B5EF4-FFF2-40B4-BE49-F238E27FC236}">
                  <a16:creationId xmlns:a16="http://schemas.microsoft.com/office/drawing/2014/main" id="{26CABCD6-E392-EDFF-BB0B-300D3DD3C828}"/>
                </a:ext>
              </a:extLst>
            </p:cNvPr>
            <p:cNvSpPr/>
            <p:nvPr/>
          </p:nvSpPr>
          <p:spPr>
            <a:xfrm>
              <a:off x="-47333600" y="2186050"/>
              <a:ext cx="18150" cy="17350"/>
            </a:xfrm>
            <a:custGeom>
              <a:avLst/>
              <a:gdLst/>
              <a:ahLst/>
              <a:cxnLst/>
              <a:rect l="l" t="t" r="r" b="b"/>
              <a:pathLst>
                <a:path w="726" h="694" extrusionOk="0">
                  <a:moveTo>
                    <a:pt x="347" y="0"/>
                  </a:moveTo>
                  <a:cubicBezTo>
                    <a:pt x="158" y="0"/>
                    <a:pt x="1" y="158"/>
                    <a:pt x="1" y="347"/>
                  </a:cubicBezTo>
                  <a:cubicBezTo>
                    <a:pt x="1" y="536"/>
                    <a:pt x="158" y="693"/>
                    <a:pt x="347" y="693"/>
                  </a:cubicBezTo>
                  <a:cubicBezTo>
                    <a:pt x="568" y="693"/>
                    <a:pt x="726" y="536"/>
                    <a:pt x="726" y="347"/>
                  </a:cubicBezTo>
                  <a:cubicBezTo>
                    <a:pt x="726" y="126"/>
                    <a:pt x="568"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8169;p67">
              <a:extLst>
                <a:ext uri="{FF2B5EF4-FFF2-40B4-BE49-F238E27FC236}">
                  <a16:creationId xmlns:a16="http://schemas.microsoft.com/office/drawing/2014/main" id="{65737341-0B84-6A06-51F0-13D153AA8248}"/>
                </a:ext>
              </a:extLst>
            </p:cNvPr>
            <p:cNvSpPr/>
            <p:nvPr/>
          </p:nvSpPr>
          <p:spPr>
            <a:xfrm>
              <a:off x="-47509225" y="1974175"/>
              <a:ext cx="263075" cy="300900"/>
            </a:xfrm>
            <a:custGeom>
              <a:avLst/>
              <a:gdLst/>
              <a:ahLst/>
              <a:cxnLst/>
              <a:rect l="l" t="t" r="r" b="b"/>
              <a:pathLst>
                <a:path w="10523" h="12036" extrusionOk="0">
                  <a:moveTo>
                    <a:pt x="9483" y="2111"/>
                  </a:moveTo>
                  <a:cubicBezTo>
                    <a:pt x="9672" y="2111"/>
                    <a:pt x="9830" y="2269"/>
                    <a:pt x="9830" y="2489"/>
                  </a:cubicBezTo>
                  <a:lnTo>
                    <a:pt x="9830" y="3529"/>
                  </a:lnTo>
                  <a:lnTo>
                    <a:pt x="9105" y="3529"/>
                  </a:lnTo>
                  <a:lnTo>
                    <a:pt x="9105" y="2111"/>
                  </a:lnTo>
                  <a:close/>
                  <a:moveTo>
                    <a:pt x="9830" y="4222"/>
                  </a:moveTo>
                  <a:lnTo>
                    <a:pt x="9830" y="5640"/>
                  </a:lnTo>
                  <a:lnTo>
                    <a:pt x="9105" y="5640"/>
                  </a:lnTo>
                  <a:lnTo>
                    <a:pt x="9105" y="4222"/>
                  </a:lnTo>
                  <a:close/>
                  <a:moveTo>
                    <a:pt x="9861" y="6333"/>
                  </a:moveTo>
                  <a:lnTo>
                    <a:pt x="9861" y="7751"/>
                  </a:lnTo>
                  <a:lnTo>
                    <a:pt x="9168" y="7751"/>
                  </a:lnTo>
                  <a:lnTo>
                    <a:pt x="9168" y="6333"/>
                  </a:lnTo>
                  <a:close/>
                  <a:moveTo>
                    <a:pt x="9830" y="8412"/>
                  </a:moveTo>
                  <a:lnTo>
                    <a:pt x="9830" y="9483"/>
                  </a:lnTo>
                  <a:cubicBezTo>
                    <a:pt x="9830" y="9672"/>
                    <a:pt x="9672" y="9830"/>
                    <a:pt x="9483" y="9830"/>
                  </a:cubicBezTo>
                  <a:lnTo>
                    <a:pt x="9137" y="9830"/>
                  </a:lnTo>
                  <a:lnTo>
                    <a:pt x="9137" y="8412"/>
                  </a:lnTo>
                  <a:close/>
                  <a:moveTo>
                    <a:pt x="8444" y="630"/>
                  </a:moveTo>
                  <a:lnTo>
                    <a:pt x="8444" y="11248"/>
                  </a:lnTo>
                  <a:lnTo>
                    <a:pt x="1450" y="11248"/>
                  </a:lnTo>
                  <a:lnTo>
                    <a:pt x="1450" y="10554"/>
                  </a:lnTo>
                  <a:lnTo>
                    <a:pt x="1796" y="10554"/>
                  </a:lnTo>
                  <a:cubicBezTo>
                    <a:pt x="1985" y="10554"/>
                    <a:pt x="2143" y="10397"/>
                    <a:pt x="2143" y="10176"/>
                  </a:cubicBezTo>
                  <a:cubicBezTo>
                    <a:pt x="2143" y="9987"/>
                    <a:pt x="1985" y="9830"/>
                    <a:pt x="1796" y="9830"/>
                  </a:cubicBezTo>
                  <a:lnTo>
                    <a:pt x="1450" y="9830"/>
                  </a:lnTo>
                  <a:lnTo>
                    <a:pt x="1450" y="8412"/>
                  </a:lnTo>
                  <a:lnTo>
                    <a:pt x="1796" y="8412"/>
                  </a:lnTo>
                  <a:cubicBezTo>
                    <a:pt x="1985" y="8412"/>
                    <a:pt x="2143" y="8255"/>
                    <a:pt x="2143" y="8066"/>
                  </a:cubicBezTo>
                  <a:cubicBezTo>
                    <a:pt x="2143" y="7877"/>
                    <a:pt x="1985" y="7719"/>
                    <a:pt x="1796" y="7719"/>
                  </a:cubicBezTo>
                  <a:lnTo>
                    <a:pt x="1450" y="7719"/>
                  </a:lnTo>
                  <a:lnTo>
                    <a:pt x="1450" y="6301"/>
                  </a:lnTo>
                  <a:lnTo>
                    <a:pt x="1796" y="6301"/>
                  </a:lnTo>
                  <a:cubicBezTo>
                    <a:pt x="1985" y="6301"/>
                    <a:pt x="2143" y="6144"/>
                    <a:pt x="2143" y="5923"/>
                  </a:cubicBezTo>
                  <a:cubicBezTo>
                    <a:pt x="2143" y="5734"/>
                    <a:pt x="1985" y="5577"/>
                    <a:pt x="1796" y="5577"/>
                  </a:cubicBezTo>
                  <a:lnTo>
                    <a:pt x="1450" y="5577"/>
                  </a:lnTo>
                  <a:lnTo>
                    <a:pt x="1450" y="4159"/>
                  </a:lnTo>
                  <a:lnTo>
                    <a:pt x="1796" y="4159"/>
                  </a:lnTo>
                  <a:cubicBezTo>
                    <a:pt x="1985" y="4159"/>
                    <a:pt x="2143" y="4001"/>
                    <a:pt x="2143" y="3812"/>
                  </a:cubicBezTo>
                  <a:cubicBezTo>
                    <a:pt x="2143" y="3623"/>
                    <a:pt x="1985" y="3466"/>
                    <a:pt x="1796" y="3466"/>
                  </a:cubicBezTo>
                  <a:lnTo>
                    <a:pt x="1450" y="3466"/>
                  </a:lnTo>
                  <a:lnTo>
                    <a:pt x="1450" y="2048"/>
                  </a:lnTo>
                  <a:lnTo>
                    <a:pt x="1796" y="2048"/>
                  </a:lnTo>
                  <a:cubicBezTo>
                    <a:pt x="1985" y="2048"/>
                    <a:pt x="2143" y="1891"/>
                    <a:pt x="2143" y="1670"/>
                  </a:cubicBezTo>
                  <a:cubicBezTo>
                    <a:pt x="2143" y="1481"/>
                    <a:pt x="1985" y="1324"/>
                    <a:pt x="1796" y="1324"/>
                  </a:cubicBezTo>
                  <a:lnTo>
                    <a:pt x="1450" y="1324"/>
                  </a:lnTo>
                  <a:lnTo>
                    <a:pt x="1450" y="630"/>
                  </a:lnTo>
                  <a:close/>
                  <a:moveTo>
                    <a:pt x="1040" y="0"/>
                  </a:moveTo>
                  <a:cubicBezTo>
                    <a:pt x="851" y="0"/>
                    <a:pt x="693" y="158"/>
                    <a:pt x="693" y="347"/>
                  </a:cubicBezTo>
                  <a:lnTo>
                    <a:pt x="693" y="1418"/>
                  </a:lnTo>
                  <a:lnTo>
                    <a:pt x="347" y="1418"/>
                  </a:lnTo>
                  <a:cubicBezTo>
                    <a:pt x="158" y="1418"/>
                    <a:pt x="0" y="1576"/>
                    <a:pt x="0" y="1765"/>
                  </a:cubicBezTo>
                  <a:cubicBezTo>
                    <a:pt x="0" y="1954"/>
                    <a:pt x="158" y="2111"/>
                    <a:pt x="347" y="2111"/>
                  </a:cubicBezTo>
                  <a:lnTo>
                    <a:pt x="693" y="2111"/>
                  </a:lnTo>
                  <a:lnTo>
                    <a:pt x="693" y="3529"/>
                  </a:lnTo>
                  <a:lnTo>
                    <a:pt x="347" y="3529"/>
                  </a:lnTo>
                  <a:cubicBezTo>
                    <a:pt x="158" y="3529"/>
                    <a:pt x="0" y="3686"/>
                    <a:pt x="0" y="3907"/>
                  </a:cubicBezTo>
                  <a:cubicBezTo>
                    <a:pt x="0" y="4096"/>
                    <a:pt x="158" y="4254"/>
                    <a:pt x="347" y="4254"/>
                  </a:cubicBezTo>
                  <a:lnTo>
                    <a:pt x="693" y="4254"/>
                  </a:lnTo>
                  <a:lnTo>
                    <a:pt x="693" y="5671"/>
                  </a:lnTo>
                  <a:lnTo>
                    <a:pt x="347" y="5671"/>
                  </a:lnTo>
                  <a:cubicBezTo>
                    <a:pt x="158" y="5671"/>
                    <a:pt x="0" y="5829"/>
                    <a:pt x="0" y="6018"/>
                  </a:cubicBezTo>
                  <a:cubicBezTo>
                    <a:pt x="0" y="6207"/>
                    <a:pt x="158" y="6364"/>
                    <a:pt x="347" y="6364"/>
                  </a:cubicBezTo>
                  <a:lnTo>
                    <a:pt x="693" y="6364"/>
                  </a:lnTo>
                  <a:lnTo>
                    <a:pt x="693" y="7782"/>
                  </a:lnTo>
                  <a:lnTo>
                    <a:pt x="347" y="7782"/>
                  </a:lnTo>
                  <a:cubicBezTo>
                    <a:pt x="158" y="7782"/>
                    <a:pt x="0" y="7940"/>
                    <a:pt x="0" y="8160"/>
                  </a:cubicBezTo>
                  <a:cubicBezTo>
                    <a:pt x="0" y="8349"/>
                    <a:pt x="158" y="8507"/>
                    <a:pt x="347" y="8507"/>
                  </a:cubicBezTo>
                  <a:lnTo>
                    <a:pt x="693" y="8507"/>
                  </a:lnTo>
                  <a:lnTo>
                    <a:pt x="693" y="9924"/>
                  </a:lnTo>
                  <a:lnTo>
                    <a:pt x="347" y="9924"/>
                  </a:lnTo>
                  <a:cubicBezTo>
                    <a:pt x="158" y="9924"/>
                    <a:pt x="0" y="10082"/>
                    <a:pt x="0" y="10271"/>
                  </a:cubicBezTo>
                  <a:cubicBezTo>
                    <a:pt x="0" y="10460"/>
                    <a:pt x="158" y="10617"/>
                    <a:pt x="347" y="10617"/>
                  </a:cubicBezTo>
                  <a:lnTo>
                    <a:pt x="693" y="10617"/>
                  </a:lnTo>
                  <a:lnTo>
                    <a:pt x="693" y="11689"/>
                  </a:lnTo>
                  <a:cubicBezTo>
                    <a:pt x="693" y="11878"/>
                    <a:pt x="851" y="12035"/>
                    <a:pt x="1040" y="12035"/>
                  </a:cubicBezTo>
                  <a:lnTo>
                    <a:pt x="8759" y="12035"/>
                  </a:lnTo>
                  <a:cubicBezTo>
                    <a:pt x="8979" y="12035"/>
                    <a:pt x="9137" y="11878"/>
                    <a:pt x="9137" y="11689"/>
                  </a:cubicBezTo>
                  <a:lnTo>
                    <a:pt x="9137" y="10617"/>
                  </a:lnTo>
                  <a:lnTo>
                    <a:pt x="9483" y="10617"/>
                  </a:lnTo>
                  <a:cubicBezTo>
                    <a:pt x="10050" y="10617"/>
                    <a:pt x="10523" y="10145"/>
                    <a:pt x="10523" y="9578"/>
                  </a:cubicBezTo>
                  <a:lnTo>
                    <a:pt x="10523" y="2552"/>
                  </a:lnTo>
                  <a:cubicBezTo>
                    <a:pt x="10523" y="1891"/>
                    <a:pt x="10050" y="1418"/>
                    <a:pt x="9483" y="1418"/>
                  </a:cubicBezTo>
                  <a:lnTo>
                    <a:pt x="9137" y="1418"/>
                  </a:lnTo>
                  <a:lnTo>
                    <a:pt x="9137" y="347"/>
                  </a:lnTo>
                  <a:cubicBezTo>
                    <a:pt x="9137" y="158"/>
                    <a:pt x="8979" y="0"/>
                    <a:pt x="875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1" name="Google Shape;8170;p67">
            <a:extLst>
              <a:ext uri="{FF2B5EF4-FFF2-40B4-BE49-F238E27FC236}">
                <a16:creationId xmlns:a16="http://schemas.microsoft.com/office/drawing/2014/main" id="{5555B24D-DF45-99BF-D68F-C42DEC835AD2}"/>
              </a:ext>
            </a:extLst>
          </p:cNvPr>
          <p:cNvGrpSpPr/>
          <p:nvPr/>
        </p:nvGrpSpPr>
        <p:grpSpPr>
          <a:xfrm>
            <a:off x="11037118" y="5245381"/>
            <a:ext cx="923460" cy="915673"/>
            <a:chOff x="-47529700" y="2342000"/>
            <a:chExt cx="302450" cy="299900"/>
          </a:xfrm>
          <a:solidFill>
            <a:srgbClr val="555559"/>
          </a:solidFill>
        </p:grpSpPr>
        <p:sp>
          <p:nvSpPr>
            <p:cNvPr id="1365" name="Google Shape;8171;p67">
              <a:extLst>
                <a:ext uri="{FF2B5EF4-FFF2-40B4-BE49-F238E27FC236}">
                  <a16:creationId xmlns:a16="http://schemas.microsoft.com/office/drawing/2014/main" id="{6B415624-18FA-1CC2-B1FC-A17E942F811F}"/>
                </a:ext>
              </a:extLst>
            </p:cNvPr>
            <p:cNvSpPr/>
            <p:nvPr/>
          </p:nvSpPr>
          <p:spPr>
            <a:xfrm>
              <a:off x="-47529700" y="2342000"/>
              <a:ext cx="302450" cy="299900"/>
            </a:xfrm>
            <a:custGeom>
              <a:avLst/>
              <a:gdLst/>
              <a:ahLst/>
              <a:cxnLst/>
              <a:rect l="l" t="t" r="r" b="b"/>
              <a:pathLst>
                <a:path w="12098" h="11996" extrusionOk="0">
                  <a:moveTo>
                    <a:pt x="7530" y="725"/>
                  </a:moveTo>
                  <a:cubicBezTo>
                    <a:pt x="9672" y="725"/>
                    <a:pt x="11405" y="2457"/>
                    <a:pt x="11405" y="4568"/>
                  </a:cubicBezTo>
                  <a:cubicBezTo>
                    <a:pt x="11405" y="6711"/>
                    <a:pt x="9672" y="8443"/>
                    <a:pt x="7530" y="8443"/>
                  </a:cubicBezTo>
                  <a:cubicBezTo>
                    <a:pt x="5419" y="8443"/>
                    <a:pt x="3686" y="6711"/>
                    <a:pt x="3686" y="4568"/>
                  </a:cubicBezTo>
                  <a:cubicBezTo>
                    <a:pt x="3686" y="2457"/>
                    <a:pt x="5419" y="725"/>
                    <a:pt x="7530" y="725"/>
                  </a:cubicBezTo>
                  <a:close/>
                  <a:moveTo>
                    <a:pt x="4064" y="7530"/>
                  </a:moveTo>
                  <a:cubicBezTo>
                    <a:pt x="4222" y="7719"/>
                    <a:pt x="4379" y="7876"/>
                    <a:pt x="4568" y="8034"/>
                  </a:cubicBezTo>
                  <a:lnTo>
                    <a:pt x="3686" y="8947"/>
                  </a:lnTo>
                  <a:lnTo>
                    <a:pt x="3151" y="8443"/>
                  </a:lnTo>
                  <a:lnTo>
                    <a:pt x="4064" y="7530"/>
                  </a:lnTo>
                  <a:close/>
                  <a:moveTo>
                    <a:pt x="2647" y="8916"/>
                  </a:moveTo>
                  <a:lnTo>
                    <a:pt x="3151" y="9420"/>
                  </a:lnTo>
                  <a:lnTo>
                    <a:pt x="1386" y="11184"/>
                  </a:lnTo>
                  <a:cubicBezTo>
                    <a:pt x="1323" y="11247"/>
                    <a:pt x="1237" y="11279"/>
                    <a:pt x="1146" y="11279"/>
                  </a:cubicBezTo>
                  <a:cubicBezTo>
                    <a:pt x="1056" y="11279"/>
                    <a:pt x="961" y="11247"/>
                    <a:pt x="882" y="11184"/>
                  </a:cubicBezTo>
                  <a:cubicBezTo>
                    <a:pt x="756" y="11090"/>
                    <a:pt x="756" y="10838"/>
                    <a:pt x="882" y="10680"/>
                  </a:cubicBezTo>
                  <a:lnTo>
                    <a:pt x="2647" y="8916"/>
                  </a:lnTo>
                  <a:close/>
                  <a:moveTo>
                    <a:pt x="7530" y="0"/>
                  </a:moveTo>
                  <a:cubicBezTo>
                    <a:pt x="5009" y="0"/>
                    <a:pt x="2962" y="2048"/>
                    <a:pt x="2962" y="4568"/>
                  </a:cubicBezTo>
                  <a:cubicBezTo>
                    <a:pt x="2962" y="5450"/>
                    <a:pt x="3214" y="6270"/>
                    <a:pt x="3623" y="6963"/>
                  </a:cubicBezTo>
                  <a:lnTo>
                    <a:pt x="410" y="10208"/>
                  </a:lnTo>
                  <a:cubicBezTo>
                    <a:pt x="0" y="10586"/>
                    <a:pt x="0" y="11279"/>
                    <a:pt x="410" y="11688"/>
                  </a:cubicBezTo>
                  <a:cubicBezTo>
                    <a:pt x="599" y="11893"/>
                    <a:pt x="867" y="11996"/>
                    <a:pt x="1138" y="11996"/>
                  </a:cubicBezTo>
                  <a:cubicBezTo>
                    <a:pt x="1410" y="11996"/>
                    <a:pt x="1686" y="11893"/>
                    <a:pt x="1890" y="11688"/>
                  </a:cubicBezTo>
                  <a:lnTo>
                    <a:pt x="5135" y="8475"/>
                  </a:lnTo>
                  <a:cubicBezTo>
                    <a:pt x="5829" y="8916"/>
                    <a:pt x="6679" y="9137"/>
                    <a:pt x="7530" y="9137"/>
                  </a:cubicBezTo>
                  <a:cubicBezTo>
                    <a:pt x="10050" y="9137"/>
                    <a:pt x="12098" y="7089"/>
                    <a:pt x="12098" y="4568"/>
                  </a:cubicBezTo>
                  <a:cubicBezTo>
                    <a:pt x="12098" y="2048"/>
                    <a:pt x="10050" y="0"/>
                    <a:pt x="75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8172;p67">
              <a:extLst>
                <a:ext uri="{FF2B5EF4-FFF2-40B4-BE49-F238E27FC236}">
                  <a16:creationId xmlns:a16="http://schemas.microsoft.com/office/drawing/2014/main" id="{99ECCB69-6FBE-46CB-EE17-28A3E792BB0C}"/>
                </a:ext>
              </a:extLst>
            </p:cNvPr>
            <p:cNvSpPr/>
            <p:nvPr/>
          </p:nvSpPr>
          <p:spPr>
            <a:xfrm>
              <a:off x="-47404475" y="2395550"/>
              <a:ext cx="124475" cy="123675"/>
            </a:xfrm>
            <a:custGeom>
              <a:avLst/>
              <a:gdLst/>
              <a:ahLst/>
              <a:cxnLst/>
              <a:rect l="l" t="t" r="r" b="b"/>
              <a:pathLst>
                <a:path w="4979" h="4947" extrusionOk="0">
                  <a:moveTo>
                    <a:pt x="2804" y="2080"/>
                  </a:moveTo>
                  <a:cubicBezTo>
                    <a:pt x="2678" y="2395"/>
                    <a:pt x="2458" y="2647"/>
                    <a:pt x="2174" y="2710"/>
                  </a:cubicBezTo>
                  <a:lnTo>
                    <a:pt x="2174" y="2080"/>
                  </a:lnTo>
                  <a:close/>
                  <a:moveTo>
                    <a:pt x="1828" y="694"/>
                  </a:moveTo>
                  <a:cubicBezTo>
                    <a:pt x="2300" y="694"/>
                    <a:pt x="2678" y="977"/>
                    <a:pt x="2804" y="1418"/>
                  </a:cubicBezTo>
                  <a:lnTo>
                    <a:pt x="1828" y="1418"/>
                  </a:lnTo>
                  <a:cubicBezTo>
                    <a:pt x="1607" y="1418"/>
                    <a:pt x="1481" y="1576"/>
                    <a:pt x="1481" y="1765"/>
                  </a:cubicBezTo>
                  <a:lnTo>
                    <a:pt x="1481" y="2741"/>
                  </a:lnTo>
                  <a:cubicBezTo>
                    <a:pt x="1072" y="2584"/>
                    <a:pt x="757" y="2206"/>
                    <a:pt x="757" y="1765"/>
                  </a:cubicBezTo>
                  <a:cubicBezTo>
                    <a:pt x="757" y="1166"/>
                    <a:pt x="1229" y="694"/>
                    <a:pt x="1828" y="694"/>
                  </a:cubicBezTo>
                  <a:close/>
                  <a:moveTo>
                    <a:pt x="4254" y="2080"/>
                  </a:moveTo>
                  <a:lnTo>
                    <a:pt x="4254" y="4222"/>
                  </a:lnTo>
                  <a:lnTo>
                    <a:pt x="2143" y="4222"/>
                  </a:lnTo>
                  <a:lnTo>
                    <a:pt x="2143" y="3466"/>
                  </a:lnTo>
                  <a:cubicBezTo>
                    <a:pt x="2804" y="3308"/>
                    <a:pt x="3371" y="2804"/>
                    <a:pt x="3498" y="2080"/>
                  </a:cubicBezTo>
                  <a:close/>
                  <a:moveTo>
                    <a:pt x="1796" y="0"/>
                  </a:moveTo>
                  <a:cubicBezTo>
                    <a:pt x="788" y="0"/>
                    <a:pt x="0" y="788"/>
                    <a:pt x="0" y="1765"/>
                  </a:cubicBezTo>
                  <a:cubicBezTo>
                    <a:pt x="0" y="2615"/>
                    <a:pt x="599" y="3340"/>
                    <a:pt x="1418" y="3497"/>
                  </a:cubicBezTo>
                  <a:lnTo>
                    <a:pt x="1418" y="4600"/>
                  </a:lnTo>
                  <a:cubicBezTo>
                    <a:pt x="1418" y="4789"/>
                    <a:pt x="1576" y="4947"/>
                    <a:pt x="1796" y="4947"/>
                  </a:cubicBezTo>
                  <a:lnTo>
                    <a:pt x="4569" y="4947"/>
                  </a:lnTo>
                  <a:cubicBezTo>
                    <a:pt x="4789" y="4947"/>
                    <a:pt x="4947" y="4789"/>
                    <a:pt x="4947" y="4600"/>
                  </a:cubicBezTo>
                  <a:lnTo>
                    <a:pt x="4947" y="1796"/>
                  </a:lnTo>
                  <a:cubicBezTo>
                    <a:pt x="4978" y="1576"/>
                    <a:pt x="4821" y="1418"/>
                    <a:pt x="4632" y="1418"/>
                  </a:cubicBezTo>
                  <a:lnTo>
                    <a:pt x="3498" y="1418"/>
                  </a:lnTo>
                  <a:cubicBezTo>
                    <a:pt x="3371" y="631"/>
                    <a:pt x="2647" y="0"/>
                    <a:pt x="179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2" name="Google Shape;8173;p67">
            <a:extLst>
              <a:ext uri="{FF2B5EF4-FFF2-40B4-BE49-F238E27FC236}">
                <a16:creationId xmlns:a16="http://schemas.microsoft.com/office/drawing/2014/main" id="{AE65DFC5-C553-42E2-456B-E3FFC8DCF2EA}"/>
              </a:ext>
            </a:extLst>
          </p:cNvPr>
          <p:cNvGrpSpPr/>
          <p:nvPr/>
        </p:nvGrpSpPr>
        <p:grpSpPr>
          <a:xfrm>
            <a:off x="11040705" y="6483862"/>
            <a:ext cx="916286" cy="697443"/>
            <a:chOff x="-47527350" y="2747625"/>
            <a:chExt cx="300100" cy="228425"/>
          </a:xfrm>
          <a:solidFill>
            <a:srgbClr val="555559"/>
          </a:solidFill>
        </p:grpSpPr>
        <p:sp>
          <p:nvSpPr>
            <p:cNvPr id="1359" name="Google Shape;8174;p67">
              <a:extLst>
                <a:ext uri="{FF2B5EF4-FFF2-40B4-BE49-F238E27FC236}">
                  <a16:creationId xmlns:a16="http://schemas.microsoft.com/office/drawing/2014/main" id="{50F941BD-A176-A6E3-53BB-EC0EEC87FA56}"/>
                </a:ext>
              </a:extLst>
            </p:cNvPr>
            <p:cNvSpPr/>
            <p:nvPr/>
          </p:nvSpPr>
          <p:spPr>
            <a:xfrm>
              <a:off x="-47475350" y="2782275"/>
              <a:ext cx="124450" cy="124475"/>
            </a:xfrm>
            <a:custGeom>
              <a:avLst/>
              <a:gdLst/>
              <a:ahLst/>
              <a:cxnLst/>
              <a:rect l="l" t="t" r="r" b="b"/>
              <a:pathLst>
                <a:path w="4978" h="4979" extrusionOk="0">
                  <a:moveTo>
                    <a:pt x="2804" y="2080"/>
                  </a:moveTo>
                  <a:cubicBezTo>
                    <a:pt x="2678" y="2395"/>
                    <a:pt x="2457" y="2647"/>
                    <a:pt x="2174" y="2710"/>
                  </a:cubicBezTo>
                  <a:lnTo>
                    <a:pt x="2174" y="2080"/>
                  </a:lnTo>
                  <a:close/>
                  <a:moveTo>
                    <a:pt x="1827" y="725"/>
                  </a:moveTo>
                  <a:cubicBezTo>
                    <a:pt x="2300" y="725"/>
                    <a:pt x="2678" y="977"/>
                    <a:pt x="2804" y="1418"/>
                  </a:cubicBezTo>
                  <a:lnTo>
                    <a:pt x="1827" y="1418"/>
                  </a:lnTo>
                  <a:cubicBezTo>
                    <a:pt x="1607" y="1418"/>
                    <a:pt x="1481" y="1576"/>
                    <a:pt x="1481" y="1765"/>
                  </a:cubicBezTo>
                  <a:lnTo>
                    <a:pt x="1481" y="2773"/>
                  </a:lnTo>
                  <a:cubicBezTo>
                    <a:pt x="1071" y="2615"/>
                    <a:pt x="756" y="2206"/>
                    <a:pt x="756" y="1765"/>
                  </a:cubicBezTo>
                  <a:cubicBezTo>
                    <a:pt x="756" y="1197"/>
                    <a:pt x="1229" y="725"/>
                    <a:pt x="1827" y="725"/>
                  </a:cubicBezTo>
                  <a:close/>
                  <a:moveTo>
                    <a:pt x="4253" y="2080"/>
                  </a:moveTo>
                  <a:lnTo>
                    <a:pt x="4253" y="4222"/>
                  </a:lnTo>
                  <a:lnTo>
                    <a:pt x="2142" y="4222"/>
                  </a:lnTo>
                  <a:lnTo>
                    <a:pt x="2142" y="3466"/>
                  </a:lnTo>
                  <a:cubicBezTo>
                    <a:pt x="2804" y="3308"/>
                    <a:pt x="3371" y="2804"/>
                    <a:pt x="3529" y="2080"/>
                  </a:cubicBezTo>
                  <a:close/>
                  <a:moveTo>
                    <a:pt x="1764" y="0"/>
                  </a:moveTo>
                  <a:cubicBezTo>
                    <a:pt x="788" y="0"/>
                    <a:pt x="0" y="788"/>
                    <a:pt x="0" y="1765"/>
                  </a:cubicBezTo>
                  <a:cubicBezTo>
                    <a:pt x="0" y="2647"/>
                    <a:pt x="599" y="3340"/>
                    <a:pt x="1418" y="3497"/>
                  </a:cubicBezTo>
                  <a:lnTo>
                    <a:pt x="1418" y="4600"/>
                  </a:lnTo>
                  <a:cubicBezTo>
                    <a:pt x="1418" y="4821"/>
                    <a:pt x="1575" y="4978"/>
                    <a:pt x="1764" y="4978"/>
                  </a:cubicBezTo>
                  <a:lnTo>
                    <a:pt x="4568" y="4978"/>
                  </a:lnTo>
                  <a:cubicBezTo>
                    <a:pt x="4757" y="4978"/>
                    <a:pt x="4915" y="4821"/>
                    <a:pt x="4915" y="4600"/>
                  </a:cubicBezTo>
                  <a:lnTo>
                    <a:pt x="4915" y="1828"/>
                  </a:lnTo>
                  <a:cubicBezTo>
                    <a:pt x="4978" y="1576"/>
                    <a:pt x="4820" y="1418"/>
                    <a:pt x="4600" y="1418"/>
                  </a:cubicBezTo>
                  <a:lnTo>
                    <a:pt x="3497" y="1418"/>
                  </a:lnTo>
                  <a:cubicBezTo>
                    <a:pt x="3340" y="630"/>
                    <a:pt x="2646" y="0"/>
                    <a:pt x="176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8175;p67">
              <a:extLst>
                <a:ext uri="{FF2B5EF4-FFF2-40B4-BE49-F238E27FC236}">
                  <a16:creationId xmlns:a16="http://schemas.microsoft.com/office/drawing/2014/main" id="{E91D449E-F03D-6D5B-23C9-F795E6682FDA}"/>
                </a:ext>
              </a:extLst>
            </p:cNvPr>
            <p:cNvSpPr/>
            <p:nvPr/>
          </p:nvSpPr>
          <p:spPr>
            <a:xfrm>
              <a:off x="-47333600" y="2782275"/>
              <a:ext cx="53600" cy="18125"/>
            </a:xfrm>
            <a:custGeom>
              <a:avLst/>
              <a:gdLst/>
              <a:ahLst/>
              <a:cxnLst/>
              <a:rect l="l" t="t" r="r" b="b"/>
              <a:pathLst>
                <a:path w="2144" h="725" extrusionOk="0">
                  <a:moveTo>
                    <a:pt x="347" y="0"/>
                  </a:moveTo>
                  <a:cubicBezTo>
                    <a:pt x="158" y="0"/>
                    <a:pt x="1" y="158"/>
                    <a:pt x="1" y="347"/>
                  </a:cubicBezTo>
                  <a:cubicBezTo>
                    <a:pt x="1" y="567"/>
                    <a:pt x="158" y="725"/>
                    <a:pt x="347" y="725"/>
                  </a:cubicBezTo>
                  <a:lnTo>
                    <a:pt x="1797" y="725"/>
                  </a:lnTo>
                  <a:cubicBezTo>
                    <a:pt x="1986" y="725"/>
                    <a:pt x="2143" y="567"/>
                    <a:pt x="2143" y="347"/>
                  </a:cubicBezTo>
                  <a:cubicBezTo>
                    <a:pt x="2143" y="158"/>
                    <a:pt x="1986" y="0"/>
                    <a:pt x="179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8176;p67">
              <a:extLst>
                <a:ext uri="{FF2B5EF4-FFF2-40B4-BE49-F238E27FC236}">
                  <a16:creationId xmlns:a16="http://schemas.microsoft.com/office/drawing/2014/main" id="{8A159B08-B242-54C1-DD3E-9F0F0AD5EEA3}"/>
                </a:ext>
              </a:extLst>
            </p:cNvPr>
            <p:cNvSpPr/>
            <p:nvPr/>
          </p:nvSpPr>
          <p:spPr>
            <a:xfrm>
              <a:off x="-47333600" y="2817725"/>
              <a:ext cx="53600" cy="18125"/>
            </a:xfrm>
            <a:custGeom>
              <a:avLst/>
              <a:gdLst/>
              <a:ahLst/>
              <a:cxnLst/>
              <a:rect l="l" t="t" r="r" b="b"/>
              <a:pathLst>
                <a:path w="2144" h="725" extrusionOk="0">
                  <a:moveTo>
                    <a:pt x="347" y="0"/>
                  </a:moveTo>
                  <a:cubicBezTo>
                    <a:pt x="158" y="0"/>
                    <a:pt x="1" y="158"/>
                    <a:pt x="1" y="347"/>
                  </a:cubicBezTo>
                  <a:cubicBezTo>
                    <a:pt x="1" y="567"/>
                    <a:pt x="158" y="725"/>
                    <a:pt x="347" y="725"/>
                  </a:cubicBezTo>
                  <a:lnTo>
                    <a:pt x="1797" y="725"/>
                  </a:lnTo>
                  <a:cubicBezTo>
                    <a:pt x="1986" y="725"/>
                    <a:pt x="2143" y="567"/>
                    <a:pt x="2143" y="347"/>
                  </a:cubicBezTo>
                  <a:cubicBezTo>
                    <a:pt x="2143" y="158"/>
                    <a:pt x="1986" y="0"/>
                    <a:pt x="179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8177;p67">
              <a:extLst>
                <a:ext uri="{FF2B5EF4-FFF2-40B4-BE49-F238E27FC236}">
                  <a16:creationId xmlns:a16="http://schemas.microsoft.com/office/drawing/2014/main" id="{D02693C2-DEED-319D-AF00-B1D3F5F252D9}"/>
                </a:ext>
              </a:extLst>
            </p:cNvPr>
            <p:cNvSpPr/>
            <p:nvPr/>
          </p:nvSpPr>
          <p:spPr>
            <a:xfrm>
              <a:off x="-47333600" y="2852375"/>
              <a:ext cx="53600" cy="17350"/>
            </a:xfrm>
            <a:custGeom>
              <a:avLst/>
              <a:gdLst/>
              <a:ahLst/>
              <a:cxnLst/>
              <a:rect l="l" t="t" r="r" b="b"/>
              <a:pathLst>
                <a:path w="2144" h="694" extrusionOk="0">
                  <a:moveTo>
                    <a:pt x="347" y="0"/>
                  </a:moveTo>
                  <a:cubicBezTo>
                    <a:pt x="158" y="0"/>
                    <a:pt x="1" y="158"/>
                    <a:pt x="1" y="347"/>
                  </a:cubicBezTo>
                  <a:cubicBezTo>
                    <a:pt x="1" y="536"/>
                    <a:pt x="158" y="693"/>
                    <a:pt x="347" y="693"/>
                  </a:cubicBezTo>
                  <a:lnTo>
                    <a:pt x="1797" y="693"/>
                  </a:lnTo>
                  <a:cubicBezTo>
                    <a:pt x="1986" y="693"/>
                    <a:pt x="2143" y="536"/>
                    <a:pt x="2143" y="347"/>
                  </a:cubicBezTo>
                  <a:cubicBezTo>
                    <a:pt x="2143" y="158"/>
                    <a:pt x="1986" y="0"/>
                    <a:pt x="179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8178;p67">
              <a:extLst>
                <a:ext uri="{FF2B5EF4-FFF2-40B4-BE49-F238E27FC236}">
                  <a16:creationId xmlns:a16="http://schemas.microsoft.com/office/drawing/2014/main" id="{F4569E17-FB48-CE8F-0D1B-FA3A42246EF0}"/>
                </a:ext>
              </a:extLst>
            </p:cNvPr>
            <p:cNvSpPr/>
            <p:nvPr/>
          </p:nvSpPr>
          <p:spPr>
            <a:xfrm>
              <a:off x="-47333600" y="2887800"/>
              <a:ext cx="53600" cy="17375"/>
            </a:xfrm>
            <a:custGeom>
              <a:avLst/>
              <a:gdLst/>
              <a:ahLst/>
              <a:cxnLst/>
              <a:rect l="l" t="t" r="r" b="b"/>
              <a:pathLst>
                <a:path w="2144" h="695" extrusionOk="0">
                  <a:moveTo>
                    <a:pt x="347" y="1"/>
                  </a:moveTo>
                  <a:cubicBezTo>
                    <a:pt x="158" y="1"/>
                    <a:pt x="1" y="158"/>
                    <a:pt x="1" y="347"/>
                  </a:cubicBezTo>
                  <a:cubicBezTo>
                    <a:pt x="1" y="537"/>
                    <a:pt x="158" y="694"/>
                    <a:pt x="347" y="694"/>
                  </a:cubicBezTo>
                  <a:lnTo>
                    <a:pt x="1797" y="694"/>
                  </a:lnTo>
                  <a:cubicBezTo>
                    <a:pt x="1986" y="694"/>
                    <a:pt x="2143" y="537"/>
                    <a:pt x="2143" y="347"/>
                  </a:cubicBezTo>
                  <a:cubicBezTo>
                    <a:pt x="2143" y="158"/>
                    <a:pt x="1986" y="1"/>
                    <a:pt x="179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8179;p67">
              <a:extLst>
                <a:ext uri="{FF2B5EF4-FFF2-40B4-BE49-F238E27FC236}">
                  <a16:creationId xmlns:a16="http://schemas.microsoft.com/office/drawing/2014/main" id="{907AA511-5E46-695C-3529-475BD47DB385}"/>
                </a:ext>
              </a:extLst>
            </p:cNvPr>
            <p:cNvSpPr/>
            <p:nvPr/>
          </p:nvSpPr>
          <p:spPr>
            <a:xfrm>
              <a:off x="-47527350" y="2747625"/>
              <a:ext cx="300100" cy="228425"/>
            </a:xfrm>
            <a:custGeom>
              <a:avLst/>
              <a:gdLst/>
              <a:ahLst/>
              <a:cxnLst/>
              <a:rect l="l" t="t" r="r" b="b"/>
              <a:pathLst>
                <a:path w="12004" h="9137" extrusionOk="0">
                  <a:moveTo>
                    <a:pt x="10586" y="693"/>
                  </a:moveTo>
                  <a:lnTo>
                    <a:pt x="10586" y="7026"/>
                  </a:lnTo>
                  <a:lnTo>
                    <a:pt x="1418" y="7026"/>
                  </a:lnTo>
                  <a:lnTo>
                    <a:pt x="1418" y="693"/>
                  </a:lnTo>
                  <a:close/>
                  <a:moveTo>
                    <a:pt x="11311" y="7687"/>
                  </a:moveTo>
                  <a:lnTo>
                    <a:pt x="11311" y="8412"/>
                  </a:lnTo>
                  <a:lnTo>
                    <a:pt x="725" y="8412"/>
                  </a:lnTo>
                  <a:lnTo>
                    <a:pt x="725" y="7687"/>
                  </a:lnTo>
                  <a:close/>
                  <a:moveTo>
                    <a:pt x="1072" y="0"/>
                  </a:moveTo>
                  <a:cubicBezTo>
                    <a:pt x="883" y="0"/>
                    <a:pt x="725" y="158"/>
                    <a:pt x="725" y="378"/>
                  </a:cubicBezTo>
                  <a:lnTo>
                    <a:pt x="725" y="7026"/>
                  </a:lnTo>
                  <a:lnTo>
                    <a:pt x="347" y="7026"/>
                  </a:lnTo>
                  <a:cubicBezTo>
                    <a:pt x="158" y="7026"/>
                    <a:pt x="1" y="7183"/>
                    <a:pt x="1" y="7372"/>
                  </a:cubicBezTo>
                  <a:lnTo>
                    <a:pt x="1" y="8790"/>
                  </a:lnTo>
                  <a:cubicBezTo>
                    <a:pt x="1" y="8979"/>
                    <a:pt x="158" y="9136"/>
                    <a:pt x="347" y="9136"/>
                  </a:cubicBezTo>
                  <a:lnTo>
                    <a:pt x="11658" y="9136"/>
                  </a:lnTo>
                  <a:cubicBezTo>
                    <a:pt x="11847" y="9136"/>
                    <a:pt x="12004" y="8979"/>
                    <a:pt x="12004" y="8790"/>
                  </a:cubicBezTo>
                  <a:lnTo>
                    <a:pt x="12004" y="7372"/>
                  </a:lnTo>
                  <a:cubicBezTo>
                    <a:pt x="12004" y="7183"/>
                    <a:pt x="11847" y="7026"/>
                    <a:pt x="11658" y="7026"/>
                  </a:cubicBezTo>
                  <a:lnTo>
                    <a:pt x="11311" y="7026"/>
                  </a:lnTo>
                  <a:lnTo>
                    <a:pt x="11311" y="378"/>
                  </a:lnTo>
                  <a:cubicBezTo>
                    <a:pt x="11311" y="158"/>
                    <a:pt x="11153" y="0"/>
                    <a:pt x="1096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3" name="Google Shape;8180;p67">
            <a:extLst>
              <a:ext uri="{FF2B5EF4-FFF2-40B4-BE49-F238E27FC236}">
                <a16:creationId xmlns:a16="http://schemas.microsoft.com/office/drawing/2014/main" id="{F3AF7EDB-136E-97E6-7DDC-69F552570D22}"/>
              </a:ext>
            </a:extLst>
          </p:cNvPr>
          <p:cNvSpPr/>
          <p:nvPr/>
        </p:nvSpPr>
        <p:spPr>
          <a:xfrm>
            <a:off x="16735308" y="4090139"/>
            <a:ext cx="911475" cy="922924"/>
          </a:xfrm>
          <a:custGeom>
            <a:avLst/>
            <a:gdLst/>
            <a:ahLst/>
            <a:cxnLst/>
            <a:rect l="l" t="t" r="r" b="b"/>
            <a:pathLst>
              <a:path w="11941" h="12091" extrusionOk="0">
                <a:moveTo>
                  <a:pt x="5955" y="796"/>
                </a:moveTo>
                <a:lnTo>
                  <a:pt x="10933" y="3915"/>
                </a:lnTo>
                <a:lnTo>
                  <a:pt x="5955" y="7034"/>
                </a:lnTo>
                <a:lnTo>
                  <a:pt x="977" y="3915"/>
                </a:lnTo>
                <a:lnTo>
                  <a:pt x="5955" y="796"/>
                </a:lnTo>
                <a:close/>
                <a:moveTo>
                  <a:pt x="9924" y="5428"/>
                </a:moveTo>
                <a:lnTo>
                  <a:pt x="10964" y="6058"/>
                </a:lnTo>
                <a:lnTo>
                  <a:pt x="5955" y="9145"/>
                </a:lnTo>
                <a:lnTo>
                  <a:pt x="977" y="6058"/>
                </a:lnTo>
                <a:lnTo>
                  <a:pt x="2017" y="5428"/>
                </a:lnTo>
                <a:lnTo>
                  <a:pt x="5797" y="7790"/>
                </a:lnTo>
                <a:cubicBezTo>
                  <a:pt x="5860" y="7822"/>
                  <a:pt x="5931" y="7838"/>
                  <a:pt x="5994" y="7838"/>
                </a:cubicBezTo>
                <a:cubicBezTo>
                  <a:pt x="6057" y="7838"/>
                  <a:pt x="6112" y="7822"/>
                  <a:pt x="6144" y="7790"/>
                </a:cubicBezTo>
                <a:lnTo>
                  <a:pt x="9924" y="5428"/>
                </a:lnTo>
                <a:close/>
                <a:moveTo>
                  <a:pt x="9956" y="7538"/>
                </a:moveTo>
                <a:lnTo>
                  <a:pt x="10964" y="8169"/>
                </a:lnTo>
                <a:lnTo>
                  <a:pt x="5986" y="11288"/>
                </a:lnTo>
                <a:lnTo>
                  <a:pt x="1040" y="8169"/>
                </a:lnTo>
                <a:lnTo>
                  <a:pt x="2048" y="7538"/>
                </a:lnTo>
                <a:lnTo>
                  <a:pt x="5829" y="9901"/>
                </a:lnTo>
                <a:cubicBezTo>
                  <a:pt x="5892" y="9949"/>
                  <a:pt x="5963" y="9972"/>
                  <a:pt x="6026" y="9972"/>
                </a:cubicBezTo>
                <a:cubicBezTo>
                  <a:pt x="6089" y="9972"/>
                  <a:pt x="6144" y="9949"/>
                  <a:pt x="6175" y="9901"/>
                </a:cubicBezTo>
                <a:lnTo>
                  <a:pt x="9956" y="7538"/>
                </a:lnTo>
                <a:close/>
                <a:moveTo>
                  <a:pt x="5959" y="1"/>
                </a:moveTo>
                <a:cubicBezTo>
                  <a:pt x="5900" y="1"/>
                  <a:pt x="5845" y="25"/>
                  <a:pt x="5797" y="72"/>
                </a:cubicBezTo>
                <a:lnTo>
                  <a:pt x="158" y="3600"/>
                </a:lnTo>
                <a:cubicBezTo>
                  <a:pt x="32" y="3695"/>
                  <a:pt x="0" y="3758"/>
                  <a:pt x="0" y="3915"/>
                </a:cubicBezTo>
                <a:cubicBezTo>
                  <a:pt x="0" y="4073"/>
                  <a:pt x="95" y="4136"/>
                  <a:pt x="158" y="4230"/>
                </a:cubicBezTo>
                <a:lnTo>
                  <a:pt x="1387" y="4987"/>
                </a:lnTo>
                <a:lnTo>
                  <a:pt x="158" y="5743"/>
                </a:lnTo>
                <a:cubicBezTo>
                  <a:pt x="32" y="5806"/>
                  <a:pt x="0" y="5869"/>
                  <a:pt x="0" y="6058"/>
                </a:cubicBezTo>
                <a:cubicBezTo>
                  <a:pt x="0" y="6152"/>
                  <a:pt x="95" y="6278"/>
                  <a:pt x="158" y="6373"/>
                </a:cubicBezTo>
                <a:lnTo>
                  <a:pt x="1387" y="7097"/>
                </a:lnTo>
                <a:lnTo>
                  <a:pt x="158" y="7854"/>
                </a:lnTo>
                <a:cubicBezTo>
                  <a:pt x="32" y="7948"/>
                  <a:pt x="0" y="8011"/>
                  <a:pt x="0" y="8169"/>
                </a:cubicBezTo>
                <a:cubicBezTo>
                  <a:pt x="0" y="8295"/>
                  <a:pt x="95" y="8421"/>
                  <a:pt x="158" y="8484"/>
                </a:cubicBezTo>
                <a:lnTo>
                  <a:pt x="5797" y="12044"/>
                </a:lnTo>
                <a:cubicBezTo>
                  <a:pt x="5860" y="12075"/>
                  <a:pt x="5931" y="12091"/>
                  <a:pt x="5994" y="12091"/>
                </a:cubicBezTo>
                <a:cubicBezTo>
                  <a:pt x="6057" y="12091"/>
                  <a:pt x="6112" y="12075"/>
                  <a:pt x="6144" y="12044"/>
                </a:cubicBezTo>
                <a:lnTo>
                  <a:pt x="11783" y="8484"/>
                </a:lnTo>
                <a:cubicBezTo>
                  <a:pt x="11909" y="8421"/>
                  <a:pt x="11941" y="8326"/>
                  <a:pt x="11941" y="8169"/>
                </a:cubicBezTo>
                <a:cubicBezTo>
                  <a:pt x="11941" y="8043"/>
                  <a:pt x="11846" y="7948"/>
                  <a:pt x="11783" y="7854"/>
                </a:cubicBezTo>
                <a:lnTo>
                  <a:pt x="10555" y="7097"/>
                </a:lnTo>
                <a:lnTo>
                  <a:pt x="11783" y="6373"/>
                </a:lnTo>
                <a:cubicBezTo>
                  <a:pt x="11909" y="6278"/>
                  <a:pt x="11941" y="6152"/>
                  <a:pt x="11941" y="6058"/>
                </a:cubicBezTo>
                <a:cubicBezTo>
                  <a:pt x="11941" y="5932"/>
                  <a:pt x="11846" y="5806"/>
                  <a:pt x="11783" y="5743"/>
                </a:cubicBezTo>
                <a:lnTo>
                  <a:pt x="10555" y="4987"/>
                </a:lnTo>
                <a:lnTo>
                  <a:pt x="11783" y="4230"/>
                </a:lnTo>
                <a:cubicBezTo>
                  <a:pt x="11909" y="4136"/>
                  <a:pt x="11941" y="4073"/>
                  <a:pt x="11941" y="3915"/>
                </a:cubicBezTo>
                <a:cubicBezTo>
                  <a:pt x="11941" y="3758"/>
                  <a:pt x="11846" y="3695"/>
                  <a:pt x="11783" y="3600"/>
                </a:cubicBezTo>
                <a:lnTo>
                  <a:pt x="6144" y="72"/>
                </a:lnTo>
                <a:cubicBezTo>
                  <a:pt x="6081" y="25"/>
                  <a:pt x="6018" y="1"/>
                  <a:pt x="5959"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4" name="Google Shape;8181;p67">
            <a:extLst>
              <a:ext uri="{FF2B5EF4-FFF2-40B4-BE49-F238E27FC236}">
                <a16:creationId xmlns:a16="http://schemas.microsoft.com/office/drawing/2014/main" id="{C4D64767-90D3-9398-0055-62C972CA6292}"/>
              </a:ext>
            </a:extLst>
          </p:cNvPr>
          <p:cNvGrpSpPr/>
          <p:nvPr/>
        </p:nvGrpSpPr>
        <p:grpSpPr>
          <a:xfrm>
            <a:off x="16726944" y="5276601"/>
            <a:ext cx="916360" cy="805681"/>
            <a:chOff x="-45664625" y="2352225"/>
            <a:chExt cx="300125" cy="263875"/>
          </a:xfrm>
          <a:solidFill>
            <a:srgbClr val="555559"/>
          </a:solidFill>
        </p:grpSpPr>
        <p:sp>
          <p:nvSpPr>
            <p:cNvPr id="1352" name="Google Shape;8182;p67">
              <a:extLst>
                <a:ext uri="{FF2B5EF4-FFF2-40B4-BE49-F238E27FC236}">
                  <a16:creationId xmlns:a16="http://schemas.microsoft.com/office/drawing/2014/main" id="{9C777FB3-0F53-C51B-A186-EDCECBE6A04E}"/>
                </a:ext>
              </a:extLst>
            </p:cNvPr>
            <p:cNvSpPr/>
            <p:nvPr/>
          </p:nvSpPr>
          <p:spPr>
            <a:xfrm>
              <a:off x="-45664625" y="2352225"/>
              <a:ext cx="300125" cy="263875"/>
            </a:xfrm>
            <a:custGeom>
              <a:avLst/>
              <a:gdLst/>
              <a:ahLst/>
              <a:cxnLst/>
              <a:rect l="l" t="t" r="r" b="b"/>
              <a:pathLst>
                <a:path w="12005" h="10555" extrusionOk="0">
                  <a:moveTo>
                    <a:pt x="10965" y="694"/>
                  </a:moveTo>
                  <a:cubicBezTo>
                    <a:pt x="11154" y="694"/>
                    <a:pt x="11311" y="851"/>
                    <a:pt x="11311" y="1072"/>
                  </a:cubicBezTo>
                  <a:lnTo>
                    <a:pt x="11311" y="2836"/>
                  </a:lnTo>
                  <a:lnTo>
                    <a:pt x="726" y="2836"/>
                  </a:lnTo>
                  <a:lnTo>
                    <a:pt x="726" y="1072"/>
                  </a:lnTo>
                  <a:cubicBezTo>
                    <a:pt x="694" y="851"/>
                    <a:pt x="852" y="694"/>
                    <a:pt x="1072" y="694"/>
                  </a:cubicBezTo>
                  <a:close/>
                  <a:moveTo>
                    <a:pt x="11311" y="3498"/>
                  </a:moveTo>
                  <a:lnTo>
                    <a:pt x="11311" y="9484"/>
                  </a:lnTo>
                  <a:cubicBezTo>
                    <a:pt x="11311" y="9673"/>
                    <a:pt x="11154" y="9830"/>
                    <a:pt x="10933" y="9830"/>
                  </a:cubicBezTo>
                  <a:lnTo>
                    <a:pt x="1072" y="9830"/>
                  </a:lnTo>
                  <a:cubicBezTo>
                    <a:pt x="852" y="9830"/>
                    <a:pt x="694" y="9673"/>
                    <a:pt x="694" y="9484"/>
                  </a:cubicBezTo>
                  <a:lnTo>
                    <a:pt x="694" y="3498"/>
                  </a:lnTo>
                  <a:close/>
                  <a:moveTo>
                    <a:pt x="1072" y="1"/>
                  </a:moveTo>
                  <a:cubicBezTo>
                    <a:pt x="473" y="1"/>
                    <a:pt x="1" y="473"/>
                    <a:pt x="1" y="1040"/>
                  </a:cubicBezTo>
                  <a:lnTo>
                    <a:pt x="1" y="9484"/>
                  </a:lnTo>
                  <a:cubicBezTo>
                    <a:pt x="1" y="10082"/>
                    <a:pt x="473" y="10555"/>
                    <a:pt x="1072" y="10555"/>
                  </a:cubicBezTo>
                  <a:lnTo>
                    <a:pt x="10933" y="10555"/>
                  </a:lnTo>
                  <a:cubicBezTo>
                    <a:pt x="11532" y="10555"/>
                    <a:pt x="12004" y="10082"/>
                    <a:pt x="12004" y="9484"/>
                  </a:cubicBezTo>
                  <a:lnTo>
                    <a:pt x="12004" y="1040"/>
                  </a:lnTo>
                  <a:cubicBezTo>
                    <a:pt x="11973" y="473"/>
                    <a:pt x="11500" y="1"/>
                    <a:pt x="1093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8183;p67">
              <a:extLst>
                <a:ext uri="{FF2B5EF4-FFF2-40B4-BE49-F238E27FC236}">
                  <a16:creationId xmlns:a16="http://schemas.microsoft.com/office/drawing/2014/main" id="{20CE7F90-8445-1FDD-D3D3-25D748D46CE8}"/>
                </a:ext>
              </a:extLst>
            </p:cNvPr>
            <p:cNvSpPr/>
            <p:nvPr/>
          </p:nvSpPr>
          <p:spPr>
            <a:xfrm>
              <a:off x="-45612625" y="2475100"/>
              <a:ext cx="55150" cy="88225"/>
            </a:xfrm>
            <a:custGeom>
              <a:avLst/>
              <a:gdLst/>
              <a:ahLst/>
              <a:cxnLst/>
              <a:rect l="l" t="t" r="r" b="b"/>
              <a:pathLst>
                <a:path w="2206" h="3529" extrusionOk="0">
                  <a:moveTo>
                    <a:pt x="1808" y="0"/>
                  </a:moveTo>
                  <a:cubicBezTo>
                    <a:pt x="1717" y="0"/>
                    <a:pt x="1623" y="32"/>
                    <a:pt x="1544" y="95"/>
                  </a:cubicBezTo>
                  <a:lnTo>
                    <a:pt x="126" y="1513"/>
                  </a:lnTo>
                  <a:cubicBezTo>
                    <a:pt x="0" y="1607"/>
                    <a:pt x="0" y="1859"/>
                    <a:pt x="126" y="2017"/>
                  </a:cubicBezTo>
                  <a:lnTo>
                    <a:pt x="1544" y="3434"/>
                  </a:lnTo>
                  <a:cubicBezTo>
                    <a:pt x="1607" y="3497"/>
                    <a:pt x="1694" y="3529"/>
                    <a:pt x="1784" y="3529"/>
                  </a:cubicBezTo>
                  <a:cubicBezTo>
                    <a:pt x="1875" y="3529"/>
                    <a:pt x="1969" y="3497"/>
                    <a:pt x="2048" y="3434"/>
                  </a:cubicBezTo>
                  <a:cubicBezTo>
                    <a:pt x="2174" y="3308"/>
                    <a:pt x="2174" y="3088"/>
                    <a:pt x="2048" y="2930"/>
                  </a:cubicBezTo>
                  <a:lnTo>
                    <a:pt x="914" y="1765"/>
                  </a:lnTo>
                  <a:lnTo>
                    <a:pt x="2048" y="631"/>
                  </a:lnTo>
                  <a:cubicBezTo>
                    <a:pt x="2206" y="473"/>
                    <a:pt x="2206" y="252"/>
                    <a:pt x="2048" y="95"/>
                  </a:cubicBezTo>
                  <a:cubicBezTo>
                    <a:pt x="1985" y="32"/>
                    <a:pt x="1898" y="0"/>
                    <a:pt x="180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8184;p67">
              <a:extLst>
                <a:ext uri="{FF2B5EF4-FFF2-40B4-BE49-F238E27FC236}">
                  <a16:creationId xmlns:a16="http://schemas.microsoft.com/office/drawing/2014/main" id="{0B084D5B-35C3-C784-C132-B0174D1DE042}"/>
                </a:ext>
              </a:extLst>
            </p:cNvPr>
            <p:cNvSpPr/>
            <p:nvPr/>
          </p:nvSpPr>
          <p:spPr>
            <a:xfrm>
              <a:off x="-45471650" y="2475100"/>
              <a:ext cx="54375" cy="86850"/>
            </a:xfrm>
            <a:custGeom>
              <a:avLst/>
              <a:gdLst/>
              <a:ahLst/>
              <a:cxnLst/>
              <a:rect l="l" t="t" r="r" b="b"/>
              <a:pathLst>
                <a:path w="2175" h="3474" extrusionOk="0">
                  <a:moveTo>
                    <a:pt x="391" y="0"/>
                  </a:moveTo>
                  <a:cubicBezTo>
                    <a:pt x="300" y="0"/>
                    <a:pt x="205" y="32"/>
                    <a:pt x="127" y="95"/>
                  </a:cubicBezTo>
                  <a:cubicBezTo>
                    <a:pt x="1" y="189"/>
                    <a:pt x="1" y="441"/>
                    <a:pt x="127" y="599"/>
                  </a:cubicBezTo>
                  <a:lnTo>
                    <a:pt x="1261" y="1733"/>
                  </a:lnTo>
                  <a:lnTo>
                    <a:pt x="127" y="2867"/>
                  </a:lnTo>
                  <a:cubicBezTo>
                    <a:pt x="1" y="2993"/>
                    <a:pt x="1" y="3245"/>
                    <a:pt x="127" y="3403"/>
                  </a:cubicBezTo>
                  <a:cubicBezTo>
                    <a:pt x="174" y="3450"/>
                    <a:pt x="261" y="3474"/>
                    <a:pt x="355" y="3474"/>
                  </a:cubicBezTo>
                  <a:cubicBezTo>
                    <a:pt x="450" y="3474"/>
                    <a:pt x="552" y="3450"/>
                    <a:pt x="631" y="3403"/>
                  </a:cubicBezTo>
                  <a:lnTo>
                    <a:pt x="2048" y="1985"/>
                  </a:lnTo>
                  <a:cubicBezTo>
                    <a:pt x="2174" y="1859"/>
                    <a:pt x="2174" y="1607"/>
                    <a:pt x="2048" y="1450"/>
                  </a:cubicBezTo>
                  <a:lnTo>
                    <a:pt x="631" y="95"/>
                  </a:lnTo>
                  <a:cubicBezTo>
                    <a:pt x="568" y="32"/>
                    <a:pt x="481" y="0"/>
                    <a:pt x="3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8185;p67">
              <a:extLst>
                <a:ext uri="{FF2B5EF4-FFF2-40B4-BE49-F238E27FC236}">
                  <a16:creationId xmlns:a16="http://schemas.microsoft.com/office/drawing/2014/main" id="{00B9AE97-167D-C15F-37A2-D16845D6128E}"/>
                </a:ext>
              </a:extLst>
            </p:cNvPr>
            <p:cNvSpPr/>
            <p:nvPr/>
          </p:nvSpPr>
          <p:spPr>
            <a:xfrm>
              <a:off x="-45542525" y="2456975"/>
              <a:ext cx="55150" cy="123300"/>
            </a:xfrm>
            <a:custGeom>
              <a:avLst/>
              <a:gdLst/>
              <a:ahLst/>
              <a:cxnLst/>
              <a:rect l="l" t="t" r="r" b="b"/>
              <a:pathLst>
                <a:path w="2206" h="4932" extrusionOk="0">
                  <a:moveTo>
                    <a:pt x="1791" y="0"/>
                  </a:moveTo>
                  <a:cubicBezTo>
                    <a:pt x="1651" y="0"/>
                    <a:pt x="1529" y="108"/>
                    <a:pt x="1481" y="253"/>
                  </a:cubicBezTo>
                  <a:lnTo>
                    <a:pt x="63" y="4474"/>
                  </a:lnTo>
                  <a:cubicBezTo>
                    <a:pt x="0" y="4664"/>
                    <a:pt x="126" y="4853"/>
                    <a:pt x="315" y="4916"/>
                  </a:cubicBezTo>
                  <a:cubicBezTo>
                    <a:pt x="349" y="4927"/>
                    <a:pt x="382" y="4932"/>
                    <a:pt x="415" y="4932"/>
                  </a:cubicBezTo>
                  <a:cubicBezTo>
                    <a:pt x="567" y="4932"/>
                    <a:pt x="704" y="4819"/>
                    <a:pt x="756" y="4664"/>
                  </a:cubicBezTo>
                  <a:lnTo>
                    <a:pt x="2174" y="442"/>
                  </a:lnTo>
                  <a:cubicBezTo>
                    <a:pt x="2206" y="284"/>
                    <a:pt x="2111" y="95"/>
                    <a:pt x="1922" y="32"/>
                  </a:cubicBezTo>
                  <a:cubicBezTo>
                    <a:pt x="1878" y="10"/>
                    <a:pt x="1834" y="0"/>
                    <a:pt x="17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8186;p67">
              <a:extLst>
                <a:ext uri="{FF2B5EF4-FFF2-40B4-BE49-F238E27FC236}">
                  <a16:creationId xmlns:a16="http://schemas.microsoft.com/office/drawing/2014/main" id="{35712C8B-28C9-98FD-1172-6CD063D24A2A}"/>
                </a:ext>
              </a:extLst>
            </p:cNvPr>
            <p:cNvSpPr/>
            <p:nvPr/>
          </p:nvSpPr>
          <p:spPr>
            <a:xfrm>
              <a:off x="-45541750" y="2386100"/>
              <a:ext cx="35475" cy="18125"/>
            </a:xfrm>
            <a:custGeom>
              <a:avLst/>
              <a:gdLst/>
              <a:ahLst/>
              <a:cxnLst/>
              <a:rect l="l" t="t" r="r" b="b"/>
              <a:pathLst>
                <a:path w="1419" h="725" extrusionOk="0">
                  <a:moveTo>
                    <a:pt x="347" y="0"/>
                  </a:moveTo>
                  <a:cubicBezTo>
                    <a:pt x="158" y="0"/>
                    <a:pt x="1" y="189"/>
                    <a:pt x="1" y="378"/>
                  </a:cubicBezTo>
                  <a:cubicBezTo>
                    <a:pt x="32" y="567"/>
                    <a:pt x="221" y="725"/>
                    <a:pt x="347" y="725"/>
                  </a:cubicBezTo>
                  <a:lnTo>
                    <a:pt x="1072" y="725"/>
                  </a:lnTo>
                  <a:cubicBezTo>
                    <a:pt x="1261" y="725"/>
                    <a:pt x="1418" y="567"/>
                    <a:pt x="1418" y="378"/>
                  </a:cubicBezTo>
                  <a:cubicBezTo>
                    <a:pt x="1418" y="189"/>
                    <a:pt x="1261" y="0"/>
                    <a:pt x="107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8187;p67">
              <a:extLst>
                <a:ext uri="{FF2B5EF4-FFF2-40B4-BE49-F238E27FC236}">
                  <a16:creationId xmlns:a16="http://schemas.microsoft.com/office/drawing/2014/main" id="{561FB43B-A6EB-B9A2-785C-D853AAB1F739}"/>
                </a:ext>
              </a:extLst>
            </p:cNvPr>
            <p:cNvSpPr/>
            <p:nvPr/>
          </p:nvSpPr>
          <p:spPr>
            <a:xfrm>
              <a:off x="-45488175" y="2386100"/>
              <a:ext cx="35450" cy="18125"/>
            </a:xfrm>
            <a:custGeom>
              <a:avLst/>
              <a:gdLst/>
              <a:ahLst/>
              <a:cxnLst/>
              <a:rect l="l" t="t" r="r" b="b"/>
              <a:pathLst>
                <a:path w="1418" h="725" extrusionOk="0">
                  <a:moveTo>
                    <a:pt x="347" y="0"/>
                  </a:moveTo>
                  <a:cubicBezTo>
                    <a:pt x="158" y="0"/>
                    <a:pt x="0" y="189"/>
                    <a:pt x="0" y="378"/>
                  </a:cubicBezTo>
                  <a:cubicBezTo>
                    <a:pt x="0" y="567"/>
                    <a:pt x="158" y="725"/>
                    <a:pt x="347" y="725"/>
                  </a:cubicBezTo>
                  <a:lnTo>
                    <a:pt x="1040" y="725"/>
                  </a:lnTo>
                  <a:cubicBezTo>
                    <a:pt x="1260" y="725"/>
                    <a:pt x="1418" y="567"/>
                    <a:pt x="1418" y="378"/>
                  </a:cubicBezTo>
                  <a:cubicBezTo>
                    <a:pt x="1418" y="189"/>
                    <a:pt x="1260" y="0"/>
                    <a:pt x="104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8188;p67">
              <a:extLst>
                <a:ext uri="{FF2B5EF4-FFF2-40B4-BE49-F238E27FC236}">
                  <a16:creationId xmlns:a16="http://schemas.microsoft.com/office/drawing/2014/main" id="{9AC550BD-5622-29B3-89CD-F96862F8DE77}"/>
                </a:ext>
              </a:extLst>
            </p:cNvPr>
            <p:cNvSpPr/>
            <p:nvPr/>
          </p:nvSpPr>
          <p:spPr>
            <a:xfrm>
              <a:off x="-45436200" y="2386100"/>
              <a:ext cx="35450" cy="18125"/>
            </a:xfrm>
            <a:custGeom>
              <a:avLst/>
              <a:gdLst/>
              <a:ahLst/>
              <a:cxnLst/>
              <a:rect l="l" t="t" r="r" b="b"/>
              <a:pathLst>
                <a:path w="1418" h="725" extrusionOk="0">
                  <a:moveTo>
                    <a:pt x="347" y="0"/>
                  </a:moveTo>
                  <a:cubicBezTo>
                    <a:pt x="158" y="0"/>
                    <a:pt x="0" y="189"/>
                    <a:pt x="0" y="378"/>
                  </a:cubicBezTo>
                  <a:cubicBezTo>
                    <a:pt x="32" y="567"/>
                    <a:pt x="189" y="725"/>
                    <a:pt x="347" y="725"/>
                  </a:cubicBezTo>
                  <a:lnTo>
                    <a:pt x="1072" y="725"/>
                  </a:lnTo>
                  <a:cubicBezTo>
                    <a:pt x="1261" y="725"/>
                    <a:pt x="1418" y="567"/>
                    <a:pt x="1418" y="378"/>
                  </a:cubicBezTo>
                  <a:cubicBezTo>
                    <a:pt x="1418" y="189"/>
                    <a:pt x="1261" y="0"/>
                    <a:pt x="107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5" name="Google Shape;8189;p67">
            <a:extLst>
              <a:ext uri="{FF2B5EF4-FFF2-40B4-BE49-F238E27FC236}">
                <a16:creationId xmlns:a16="http://schemas.microsoft.com/office/drawing/2014/main" id="{DA6028CE-DC25-5B80-36EB-0AD701D9695F}"/>
              </a:ext>
            </a:extLst>
          </p:cNvPr>
          <p:cNvGrpSpPr/>
          <p:nvPr/>
        </p:nvGrpSpPr>
        <p:grpSpPr>
          <a:xfrm>
            <a:off x="16724845" y="6348375"/>
            <a:ext cx="920560" cy="914681"/>
            <a:chOff x="-45665400" y="2703250"/>
            <a:chExt cx="301500" cy="299575"/>
          </a:xfrm>
          <a:solidFill>
            <a:srgbClr val="555559"/>
          </a:solidFill>
        </p:grpSpPr>
        <p:sp>
          <p:nvSpPr>
            <p:cNvPr id="1348" name="Google Shape;8190;p67">
              <a:extLst>
                <a:ext uri="{FF2B5EF4-FFF2-40B4-BE49-F238E27FC236}">
                  <a16:creationId xmlns:a16="http://schemas.microsoft.com/office/drawing/2014/main" id="{59B0F80D-D3B8-8A6F-4D05-DA60E753CC8F}"/>
                </a:ext>
              </a:extLst>
            </p:cNvPr>
            <p:cNvSpPr/>
            <p:nvPr/>
          </p:nvSpPr>
          <p:spPr>
            <a:xfrm>
              <a:off x="-45664625" y="2703250"/>
              <a:ext cx="300725" cy="299575"/>
            </a:xfrm>
            <a:custGeom>
              <a:avLst/>
              <a:gdLst/>
              <a:ahLst/>
              <a:cxnLst/>
              <a:rect l="l" t="t" r="r" b="b"/>
              <a:pathLst>
                <a:path w="12029" h="11983" extrusionOk="0">
                  <a:moveTo>
                    <a:pt x="9799" y="1271"/>
                  </a:moveTo>
                  <a:lnTo>
                    <a:pt x="4947" y="4926"/>
                  </a:lnTo>
                  <a:lnTo>
                    <a:pt x="1482" y="3823"/>
                  </a:lnTo>
                  <a:lnTo>
                    <a:pt x="9799" y="1271"/>
                  </a:lnTo>
                  <a:close/>
                  <a:moveTo>
                    <a:pt x="9830" y="2153"/>
                  </a:moveTo>
                  <a:lnTo>
                    <a:pt x="6459" y="6627"/>
                  </a:lnTo>
                  <a:lnTo>
                    <a:pt x="4727" y="7257"/>
                  </a:lnTo>
                  <a:lnTo>
                    <a:pt x="5357" y="5524"/>
                  </a:lnTo>
                  <a:lnTo>
                    <a:pt x="9830" y="2153"/>
                  </a:lnTo>
                  <a:close/>
                  <a:moveTo>
                    <a:pt x="10681" y="2153"/>
                  </a:moveTo>
                  <a:lnTo>
                    <a:pt x="8098" y="10439"/>
                  </a:lnTo>
                  <a:lnTo>
                    <a:pt x="6995" y="6973"/>
                  </a:lnTo>
                  <a:lnTo>
                    <a:pt x="10681" y="2153"/>
                  </a:lnTo>
                  <a:close/>
                  <a:moveTo>
                    <a:pt x="11627" y="0"/>
                  </a:moveTo>
                  <a:cubicBezTo>
                    <a:pt x="11596" y="0"/>
                    <a:pt x="11564" y="4"/>
                    <a:pt x="11532" y="11"/>
                  </a:cubicBezTo>
                  <a:lnTo>
                    <a:pt x="221" y="3508"/>
                  </a:lnTo>
                  <a:cubicBezTo>
                    <a:pt x="64" y="3571"/>
                    <a:pt x="1" y="3728"/>
                    <a:pt x="1" y="3886"/>
                  </a:cubicBezTo>
                  <a:cubicBezTo>
                    <a:pt x="1" y="4043"/>
                    <a:pt x="127" y="4138"/>
                    <a:pt x="221" y="4232"/>
                  </a:cubicBezTo>
                  <a:lnTo>
                    <a:pt x="4569" y="5619"/>
                  </a:lnTo>
                  <a:lnTo>
                    <a:pt x="3750" y="7824"/>
                  </a:lnTo>
                  <a:cubicBezTo>
                    <a:pt x="3687" y="7919"/>
                    <a:pt x="3750" y="8076"/>
                    <a:pt x="3813" y="8171"/>
                  </a:cubicBezTo>
                  <a:cubicBezTo>
                    <a:pt x="3880" y="8215"/>
                    <a:pt x="3978" y="8260"/>
                    <a:pt x="4063" y="8260"/>
                  </a:cubicBezTo>
                  <a:cubicBezTo>
                    <a:pt x="4099" y="8260"/>
                    <a:pt x="4132" y="8252"/>
                    <a:pt x="4160" y="8234"/>
                  </a:cubicBezTo>
                  <a:lnTo>
                    <a:pt x="6365" y="7414"/>
                  </a:lnTo>
                  <a:lnTo>
                    <a:pt x="7751" y="11762"/>
                  </a:lnTo>
                  <a:cubicBezTo>
                    <a:pt x="7783" y="11920"/>
                    <a:pt x="7940" y="11983"/>
                    <a:pt x="8098" y="11983"/>
                  </a:cubicBezTo>
                  <a:cubicBezTo>
                    <a:pt x="8255" y="11983"/>
                    <a:pt x="8381" y="11857"/>
                    <a:pt x="8476" y="11762"/>
                  </a:cubicBezTo>
                  <a:lnTo>
                    <a:pt x="11973" y="483"/>
                  </a:lnTo>
                  <a:cubicBezTo>
                    <a:pt x="12029" y="205"/>
                    <a:pt x="11862" y="0"/>
                    <a:pt x="1162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8191;p67">
              <a:extLst>
                <a:ext uri="{FF2B5EF4-FFF2-40B4-BE49-F238E27FC236}">
                  <a16:creationId xmlns:a16="http://schemas.microsoft.com/office/drawing/2014/main" id="{FFEDB6F1-B1FD-DB2B-DF99-FD9968EFC29C}"/>
                </a:ext>
              </a:extLst>
            </p:cNvPr>
            <p:cNvSpPr/>
            <p:nvPr/>
          </p:nvSpPr>
          <p:spPr>
            <a:xfrm>
              <a:off x="-45663825" y="2879150"/>
              <a:ext cx="71700" cy="71500"/>
            </a:xfrm>
            <a:custGeom>
              <a:avLst/>
              <a:gdLst/>
              <a:ahLst/>
              <a:cxnLst/>
              <a:rect l="l" t="t" r="r" b="b"/>
              <a:pathLst>
                <a:path w="2868" h="2860" extrusionOk="0">
                  <a:moveTo>
                    <a:pt x="2517" y="0"/>
                  </a:moveTo>
                  <a:cubicBezTo>
                    <a:pt x="2418" y="0"/>
                    <a:pt x="2316" y="32"/>
                    <a:pt x="2237" y="95"/>
                  </a:cubicBezTo>
                  <a:lnTo>
                    <a:pt x="126" y="2237"/>
                  </a:lnTo>
                  <a:cubicBezTo>
                    <a:pt x="0" y="2363"/>
                    <a:pt x="0" y="2584"/>
                    <a:pt x="126" y="2741"/>
                  </a:cubicBezTo>
                  <a:cubicBezTo>
                    <a:pt x="205" y="2820"/>
                    <a:pt x="300" y="2859"/>
                    <a:pt x="390" y="2859"/>
                  </a:cubicBezTo>
                  <a:cubicBezTo>
                    <a:pt x="481" y="2859"/>
                    <a:pt x="568" y="2820"/>
                    <a:pt x="631" y="2741"/>
                  </a:cubicBezTo>
                  <a:lnTo>
                    <a:pt x="2773" y="630"/>
                  </a:lnTo>
                  <a:cubicBezTo>
                    <a:pt x="2867" y="504"/>
                    <a:pt x="2867" y="252"/>
                    <a:pt x="2773" y="95"/>
                  </a:cubicBezTo>
                  <a:cubicBezTo>
                    <a:pt x="2710" y="32"/>
                    <a:pt x="2615" y="0"/>
                    <a:pt x="251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8192;p67">
              <a:extLst>
                <a:ext uri="{FF2B5EF4-FFF2-40B4-BE49-F238E27FC236}">
                  <a16:creationId xmlns:a16="http://schemas.microsoft.com/office/drawing/2014/main" id="{C86148CD-DE20-2C50-1D3D-E70039520A56}"/>
                </a:ext>
              </a:extLst>
            </p:cNvPr>
            <p:cNvSpPr/>
            <p:nvPr/>
          </p:nvSpPr>
          <p:spPr>
            <a:xfrm>
              <a:off x="-45613425" y="2929750"/>
              <a:ext cx="71700" cy="71500"/>
            </a:xfrm>
            <a:custGeom>
              <a:avLst/>
              <a:gdLst/>
              <a:ahLst/>
              <a:cxnLst/>
              <a:rect l="l" t="t" r="r" b="b"/>
              <a:pathLst>
                <a:path w="2868" h="2860" extrusionOk="0">
                  <a:moveTo>
                    <a:pt x="2478" y="1"/>
                  </a:moveTo>
                  <a:cubicBezTo>
                    <a:pt x="2387" y="1"/>
                    <a:pt x="2301" y="40"/>
                    <a:pt x="2238" y="119"/>
                  </a:cubicBezTo>
                  <a:lnTo>
                    <a:pt x="127" y="2261"/>
                  </a:lnTo>
                  <a:cubicBezTo>
                    <a:pt x="1" y="2387"/>
                    <a:pt x="1" y="2608"/>
                    <a:pt x="127" y="2765"/>
                  </a:cubicBezTo>
                  <a:cubicBezTo>
                    <a:pt x="190" y="2828"/>
                    <a:pt x="276" y="2860"/>
                    <a:pt x="367" y="2860"/>
                  </a:cubicBezTo>
                  <a:cubicBezTo>
                    <a:pt x="458" y="2860"/>
                    <a:pt x="552" y="2828"/>
                    <a:pt x="631" y="2765"/>
                  </a:cubicBezTo>
                  <a:lnTo>
                    <a:pt x="2742" y="654"/>
                  </a:lnTo>
                  <a:cubicBezTo>
                    <a:pt x="2868" y="528"/>
                    <a:pt x="2868" y="276"/>
                    <a:pt x="2742" y="119"/>
                  </a:cubicBezTo>
                  <a:cubicBezTo>
                    <a:pt x="2663" y="40"/>
                    <a:pt x="2568" y="1"/>
                    <a:pt x="247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8193;p67">
              <a:extLst>
                <a:ext uri="{FF2B5EF4-FFF2-40B4-BE49-F238E27FC236}">
                  <a16:creationId xmlns:a16="http://schemas.microsoft.com/office/drawing/2014/main" id="{46D23B03-7CDA-AA34-0087-2179A2DCEBB4}"/>
                </a:ext>
              </a:extLst>
            </p:cNvPr>
            <p:cNvSpPr/>
            <p:nvPr/>
          </p:nvSpPr>
          <p:spPr>
            <a:xfrm>
              <a:off x="-45665400" y="2923050"/>
              <a:ext cx="81150" cy="79000"/>
            </a:xfrm>
            <a:custGeom>
              <a:avLst/>
              <a:gdLst/>
              <a:ahLst/>
              <a:cxnLst/>
              <a:rect l="l" t="t" r="r" b="b"/>
              <a:pathLst>
                <a:path w="3246" h="3160" extrusionOk="0">
                  <a:moveTo>
                    <a:pt x="2859" y="1"/>
                  </a:moveTo>
                  <a:cubicBezTo>
                    <a:pt x="2765" y="1"/>
                    <a:pt x="2663" y="24"/>
                    <a:pt x="2584" y="72"/>
                  </a:cubicBezTo>
                  <a:lnTo>
                    <a:pt x="95" y="2561"/>
                  </a:lnTo>
                  <a:cubicBezTo>
                    <a:pt x="0" y="2687"/>
                    <a:pt x="0" y="2907"/>
                    <a:pt x="95" y="3065"/>
                  </a:cubicBezTo>
                  <a:cubicBezTo>
                    <a:pt x="158" y="3128"/>
                    <a:pt x="252" y="3159"/>
                    <a:pt x="351" y="3159"/>
                  </a:cubicBezTo>
                  <a:cubicBezTo>
                    <a:pt x="449" y="3159"/>
                    <a:pt x="552" y="3128"/>
                    <a:pt x="631" y="3065"/>
                  </a:cubicBezTo>
                  <a:lnTo>
                    <a:pt x="3088" y="607"/>
                  </a:lnTo>
                  <a:cubicBezTo>
                    <a:pt x="3245" y="450"/>
                    <a:pt x="3245" y="229"/>
                    <a:pt x="3088" y="72"/>
                  </a:cubicBezTo>
                  <a:cubicBezTo>
                    <a:pt x="3041" y="24"/>
                    <a:pt x="2954" y="1"/>
                    <a:pt x="285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6" name="Google Shape;8194;p67">
            <a:extLst>
              <a:ext uri="{FF2B5EF4-FFF2-40B4-BE49-F238E27FC236}">
                <a16:creationId xmlns:a16="http://schemas.microsoft.com/office/drawing/2014/main" id="{A0C3B71F-AA2C-2867-600B-AE0DB833B2BF}"/>
              </a:ext>
            </a:extLst>
          </p:cNvPr>
          <p:cNvGrpSpPr/>
          <p:nvPr/>
        </p:nvGrpSpPr>
        <p:grpSpPr>
          <a:xfrm>
            <a:off x="20233089" y="4148727"/>
            <a:ext cx="918727" cy="921171"/>
            <a:chOff x="-44528075" y="1982825"/>
            <a:chExt cx="300900" cy="301700"/>
          </a:xfrm>
          <a:solidFill>
            <a:srgbClr val="555559"/>
          </a:solidFill>
        </p:grpSpPr>
        <p:sp>
          <p:nvSpPr>
            <p:cNvPr id="1341" name="Google Shape;8195;p67">
              <a:extLst>
                <a:ext uri="{FF2B5EF4-FFF2-40B4-BE49-F238E27FC236}">
                  <a16:creationId xmlns:a16="http://schemas.microsoft.com/office/drawing/2014/main" id="{AE4CDB9F-1D3C-8F9B-61B6-57D3B608C5F6}"/>
                </a:ext>
              </a:extLst>
            </p:cNvPr>
            <p:cNvSpPr/>
            <p:nvPr/>
          </p:nvSpPr>
          <p:spPr>
            <a:xfrm>
              <a:off x="-44528075" y="1982825"/>
              <a:ext cx="300900" cy="301700"/>
            </a:xfrm>
            <a:custGeom>
              <a:avLst/>
              <a:gdLst/>
              <a:ahLst/>
              <a:cxnLst/>
              <a:rect l="l" t="t" r="r" b="b"/>
              <a:pathLst>
                <a:path w="12036" h="12068" extrusionOk="0">
                  <a:moveTo>
                    <a:pt x="9547" y="2175"/>
                  </a:moveTo>
                  <a:cubicBezTo>
                    <a:pt x="9736" y="2175"/>
                    <a:pt x="9893" y="2332"/>
                    <a:pt x="9893" y="2521"/>
                  </a:cubicBezTo>
                  <a:lnTo>
                    <a:pt x="9893" y="9547"/>
                  </a:lnTo>
                  <a:cubicBezTo>
                    <a:pt x="9893" y="9736"/>
                    <a:pt x="9736" y="9893"/>
                    <a:pt x="9547" y="9893"/>
                  </a:cubicBezTo>
                  <a:lnTo>
                    <a:pt x="2552" y="9893"/>
                  </a:lnTo>
                  <a:cubicBezTo>
                    <a:pt x="2332" y="9893"/>
                    <a:pt x="2206" y="9736"/>
                    <a:pt x="2206" y="9547"/>
                  </a:cubicBezTo>
                  <a:lnTo>
                    <a:pt x="2206" y="2521"/>
                  </a:lnTo>
                  <a:cubicBezTo>
                    <a:pt x="2206" y="2332"/>
                    <a:pt x="2332" y="2175"/>
                    <a:pt x="2552" y="2175"/>
                  </a:cubicBezTo>
                  <a:close/>
                  <a:moveTo>
                    <a:pt x="3183" y="1"/>
                  </a:moveTo>
                  <a:cubicBezTo>
                    <a:pt x="2994" y="1"/>
                    <a:pt x="2836" y="158"/>
                    <a:pt x="2836" y="347"/>
                  </a:cubicBezTo>
                  <a:lnTo>
                    <a:pt x="2836" y="1419"/>
                  </a:lnTo>
                  <a:lnTo>
                    <a:pt x="2458" y="1419"/>
                  </a:lnTo>
                  <a:cubicBezTo>
                    <a:pt x="1891" y="1419"/>
                    <a:pt x="1418" y="1891"/>
                    <a:pt x="1418" y="2490"/>
                  </a:cubicBezTo>
                  <a:lnTo>
                    <a:pt x="1418" y="2836"/>
                  </a:lnTo>
                  <a:lnTo>
                    <a:pt x="347" y="2836"/>
                  </a:lnTo>
                  <a:cubicBezTo>
                    <a:pt x="158" y="2836"/>
                    <a:pt x="1" y="2994"/>
                    <a:pt x="1" y="3183"/>
                  </a:cubicBezTo>
                  <a:cubicBezTo>
                    <a:pt x="1" y="3372"/>
                    <a:pt x="158" y="3529"/>
                    <a:pt x="347" y="3529"/>
                  </a:cubicBezTo>
                  <a:lnTo>
                    <a:pt x="1418" y="3529"/>
                  </a:lnTo>
                  <a:lnTo>
                    <a:pt x="1418" y="4254"/>
                  </a:lnTo>
                  <a:lnTo>
                    <a:pt x="347" y="4254"/>
                  </a:lnTo>
                  <a:cubicBezTo>
                    <a:pt x="158" y="4254"/>
                    <a:pt x="1" y="4412"/>
                    <a:pt x="1" y="4601"/>
                  </a:cubicBezTo>
                  <a:cubicBezTo>
                    <a:pt x="1" y="4821"/>
                    <a:pt x="158" y="4979"/>
                    <a:pt x="347" y="4979"/>
                  </a:cubicBezTo>
                  <a:lnTo>
                    <a:pt x="1418" y="4979"/>
                  </a:lnTo>
                  <a:lnTo>
                    <a:pt x="1418" y="5672"/>
                  </a:lnTo>
                  <a:lnTo>
                    <a:pt x="347" y="5672"/>
                  </a:lnTo>
                  <a:cubicBezTo>
                    <a:pt x="158" y="5672"/>
                    <a:pt x="1" y="5829"/>
                    <a:pt x="1" y="6018"/>
                  </a:cubicBezTo>
                  <a:cubicBezTo>
                    <a:pt x="1" y="6239"/>
                    <a:pt x="158" y="6396"/>
                    <a:pt x="347" y="6396"/>
                  </a:cubicBezTo>
                  <a:lnTo>
                    <a:pt x="1418" y="6396"/>
                  </a:lnTo>
                  <a:lnTo>
                    <a:pt x="1418" y="7090"/>
                  </a:lnTo>
                  <a:lnTo>
                    <a:pt x="347" y="7090"/>
                  </a:lnTo>
                  <a:cubicBezTo>
                    <a:pt x="158" y="7090"/>
                    <a:pt x="1" y="7247"/>
                    <a:pt x="1" y="7436"/>
                  </a:cubicBezTo>
                  <a:cubicBezTo>
                    <a:pt x="1" y="7657"/>
                    <a:pt x="158" y="7814"/>
                    <a:pt x="347" y="7814"/>
                  </a:cubicBezTo>
                  <a:lnTo>
                    <a:pt x="1418" y="7814"/>
                  </a:lnTo>
                  <a:lnTo>
                    <a:pt x="1418" y="8507"/>
                  </a:lnTo>
                  <a:lnTo>
                    <a:pt x="347" y="8507"/>
                  </a:lnTo>
                  <a:cubicBezTo>
                    <a:pt x="158" y="8507"/>
                    <a:pt x="1" y="8665"/>
                    <a:pt x="1" y="8854"/>
                  </a:cubicBezTo>
                  <a:cubicBezTo>
                    <a:pt x="1" y="9074"/>
                    <a:pt x="158" y="9232"/>
                    <a:pt x="347" y="9232"/>
                  </a:cubicBezTo>
                  <a:lnTo>
                    <a:pt x="1418" y="9232"/>
                  </a:lnTo>
                  <a:lnTo>
                    <a:pt x="1418" y="9578"/>
                  </a:lnTo>
                  <a:cubicBezTo>
                    <a:pt x="1418" y="10177"/>
                    <a:pt x="1891" y="10650"/>
                    <a:pt x="2458" y="10650"/>
                  </a:cubicBezTo>
                  <a:lnTo>
                    <a:pt x="2836" y="10650"/>
                  </a:lnTo>
                  <a:lnTo>
                    <a:pt x="2836" y="11689"/>
                  </a:lnTo>
                  <a:cubicBezTo>
                    <a:pt x="2836" y="11910"/>
                    <a:pt x="2994" y="12067"/>
                    <a:pt x="3183" y="12067"/>
                  </a:cubicBezTo>
                  <a:cubicBezTo>
                    <a:pt x="3372" y="12067"/>
                    <a:pt x="3529" y="11910"/>
                    <a:pt x="3529" y="11689"/>
                  </a:cubicBezTo>
                  <a:lnTo>
                    <a:pt x="3529" y="10555"/>
                  </a:lnTo>
                  <a:lnTo>
                    <a:pt x="4254" y="10555"/>
                  </a:lnTo>
                  <a:lnTo>
                    <a:pt x="4254" y="11626"/>
                  </a:lnTo>
                  <a:cubicBezTo>
                    <a:pt x="4254" y="11815"/>
                    <a:pt x="4411" y="11973"/>
                    <a:pt x="4600" y="11973"/>
                  </a:cubicBezTo>
                  <a:cubicBezTo>
                    <a:pt x="4789" y="11973"/>
                    <a:pt x="4947" y="11815"/>
                    <a:pt x="4947" y="11626"/>
                  </a:cubicBezTo>
                  <a:lnTo>
                    <a:pt x="4947" y="10555"/>
                  </a:lnTo>
                  <a:lnTo>
                    <a:pt x="5671" y="10555"/>
                  </a:lnTo>
                  <a:lnTo>
                    <a:pt x="5671" y="11626"/>
                  </a:lnTo>
                  <a:cubicBezTo>
                    <a:pt x="5671" y="11815"/>
                    <a:pt x="5829" y="11973"/>
                    <a:pt x="6018" y="11973"/>
                  </a:cubicBezTo>
                  <a:cubicBezTo>
                    <a:pt x="6207" y="11973"/>
                    <a:pt x="6365" y="11815"/>
                    <a:pt x="6365" y="11626"/>
                  </a:cubicBezTo>
                  <a:lnTo>
                    <a:pt x="6365" y="10555"/>
                  </a:lnTo>
                  <a:lnTo>
                    <a:pt x="7089" y="10555"/>
                  </a:lnTo>
                  <a:lnTo>
                    <a:pt x="7089" y="11626"/>
                  </a:lnTo>
                  <a:cubicBezTo>
                    <a:pt x="7089" y="11815"/>
                    <a:pt x="7247" y="11973"/>
                    <a:pt x="7436" y="11973"/>
                  </a:cubicBezTo>
                  <a:cubicBezTo>
                    <a:pt x="7625" y="11973"/>
                    <a:pt x="7782" y="11815"/>
                    <a:pt x="7782" y="11626"/>
                  </a:cubicBezTo>
                  <a:lnTo>
                    <a:pt x="7782" y="10555"/>
                  </a:lnTo>
                  <a:lnTo>
                    <a:pt x="8507" y="10555"/>
                  </a:lnTo>
                  <a:lnTo>
                    <a:pt x="8507" y="11626"/>
                  </a:lnTo>
                  <a:cubicBezTo>
                    <a:pt x="8507" y="11815"/>
                    <a:pt x="8664" y="11973"/>
                    <a:pt x="8853" y="11973"/>
                  </a:cubicBezTo>
                  <a:cubicBezTo>
                    <a:pt x="9042" y="11973"/>
                    <a:pt x="9200" y="11815"/>
                    <a:pt x="9200" y="11626"/>
                  </a:cubicBezTo>
                  <a:lnTo>
                    <a:pt x="9200" y="10555"/>
                  </a:lnTo>
                  <a:lnTo>
                    <a:pt x="9547" y="10555"/>
                  </a:lnTo>
                  <a:cubicBezTo>
                    <a:pt x="10145" y="10555"/>
                    <a:pt x="10618" y="10082"/>
                    <a:pt x="10618" y="9484"/>
                  </a:cubicBezTo>
                  <a:lnTo>
                    <a:pt x="10618" y="9137"/>
                  </a:lnTo>
                  <a:lnTo>
                    <a:pt x="11689" y="9137"/>
                  </a:lnTo>
                  <a:cubicBezTo>
                    <a:pt x="11878" y="9137"/>
                    <a:pt x="12035" y="8980"/>
                    <a:pt x="12035" y="8791"/>
                  </a:cubicBezTo>
                  <a:cubicBezTo>
                    <a:pt x="12035" y="8602"/>
                    <a:pt x="11878" y="8444"/>
                    <a:pt x="11689" y="8444"/>
                  </a:cubicBezTo>
                  <a:lnTo>
                    <a:pt x="10618" y="8444"/>
                  </a:lnTo>
                  <a:lnTo>
                    <a:pt x="10618" y="7720"/>
                  </a:lnTo>
                  <a:lnTo>
                    <a:pt x="11689" y="7720"/>
                  </a:lnTo>
                  <a:cubicBezTo>
                    <a:pt x="11878" y="7720"/>
                    <a:pt x="12035" y="7562"/>
                    <a:pt x="12035" y="7373"/>
                  </a:cubicBezTo>
                  <a:cubicBezTo>
                    <a:pt x="12035" y="7153"/>
                    <a:pt x="11878" y="6995"/>
                    <a:pt x="11689" y="6995"/>
                  </a:cubicBezTo>
                  <a:lnTo>
                    <a:pt x="10618" y="6995"/>
                  </a:lnTo>
                  <a:lnTo>
                    <a:pt x="10618" y="6302"/>
                  </a:lnTo>
                  <a:lnTo>
                    <a:pt x="11689" y="6302"/>
                  </a:lnTo>
                  <a:cubicBezTo>
                    <a:pt x="11878" y="6302"/>
                    <a:pt x="12035" y="6144"/>
                    <a:pt x="12035" y="5955"/>
                  </a:cubicBezTo>
                  <a:cubicBezTo>
                    <a:pt x="12035" y="5735"/>
                    <a:pt x="11878" y="5577"/>
                    <a:pt x="11689" y="5577"/>
                  </a:cubicBezTo>
                  <a:lnTo>
                    <a:pt x="10618" y="5577"/>
                  </a:lnTo>
                  <a:lnTo>
                    <a:pt x="10618" y="4884"/>
                  </a:lnTo>
                  <a:lnTo>
                    <a:pt x="11689" y="4884"/>
                  </a:lnTo>
                  <a:lnTo>
                    <a:pt x="11689" y="4979"/>
                  </a:lnTo>
                  <a:cubicBezTo>
                    <a:pt x="11878" y="4979"/>
                    <a:pt x="12035" y="4821"/>
                    <a:pt x="12035" y="4601"/>
                  </a:cubicBezTo>
                  <a:cubicBezTo>
                    <a:pt x="12035" y="4412"/>
                    <a:pt x="11878" y="4254"/>
                    <a:pt x="11689" y="4254"/>
                  </a:cubicBezTo>
                  <a:lnTo>
                    <a:pt x="10618" y="4254"/>
                  </a:lnTo>
                  <a:lnTo>
                    <a:pt x="10618" y="3529"/>
                  </a:lnTo>
                  <a:lnTo>
                    <a:pt x="11689" y="3529"/>
                  </a:lnTo>
                  <a:cubicBezTo>
                    <a:pt x="11878" y="3529"/>
                    <a:pt x="12035" y="3372"/>
                    <a:pt x="12035" y="3183"/>
                  </a:cubicBezTo>
                  <a:cubicBezTo>
                    <a:pt x="12035" y="2994"/>
                    <a:pt x="11878" y="2836"/>
                    <a:pt x="11689" y="2836"/>
                  </a:cubicBezTo>
                  <a:lnTo>
                    <a:pt x="10618" y="2836"/>
                  </a:lnTo>
                  <a:lnTo>
                    <a:pt x="10618" y="2490"/>
                  </a:lnTo>
                  <a:cubicBezTo>
                    <a:pt x="10618" y="1891"/>
                    <a:pt x="10145" y="1419"/>
                    <a:pt x="9547" y="1419"/>
                  </a:cubicBezTo>
                  <a:lnTo>
                    <a:pt x="9200" y="1419"/>
                  </a:lnTo>
                  <a:lnTo>
                    <a:pt x="9200" y="347"/>
                  </a:lnTo>
                  <a:cubicBezTo>
                    <a:pt x="9200" y="158"/>
                    <a:pt x="9042" y="1"/>
                    <a:pt x="8853" y="1"/>
                  </a:cubicBezTo>
                  <a:cubicBezTo>
                    <a:pt x="8664" y="1"/>
                    <a:pt x="8507" y="158"/>
                    <a:pt x="8507" y="347"/>
                  </a:cubicBezTo>
                  <a:lnTo>
                    <a:pt x="8507" y="1419"/>
                  </a:lnTo>
                  <a:lnTo>
                    <a:pt x="7782" y="1419"/>
                  </a:lnTo>
                  <a:lnTo>
                    <a:pt x="7782" y="347"/>
                  </a:lnTo>
                  <a:cubicBezTo>
                    <a:pt x="7782" y="158"/>
                    <a:pt x="7625" y="1"/>
                    <a:pt x="7436" y="1"/>
                  </a:cubicBezTo>
                  <a:cubicBezTo>
                    <a:pt x="7247" y="1"/>
                    <a:pt x="7089" y="158"/>
                    <a:pt x="7089" y="347"/>
                  </a:cubicBezTo>
                  <a:lnTo>
                    <a:pt x="7089" y="1419"/>
                  </a:lnTo>
                  <a:lnTo>
                    <a:pt x="6365" y="1419"/>
                  </a:lnTo>
                  <a:lnTo>
                    <a:pt x="6365" y="347"/>
                  </a:lnTo>
                  <a:cubicBezTo>
                    <a:pt x="6365" y="158"/>
                    <a:pt x="6207" y="1"/>
                    <a:pt x="6018" y="1"/>
                  </a:cubicBezTo>
                  <a:cubicBezTo>
                    <a:pt x="5829" y="1"/>
                    <a:pt x="5671" y="158"/>
                    <a:pt x="5671" y="347"/>
                  </a:cubicBezTo>
                  <a:lnTo>
                    <a:pt x="5671" y="1419"/>
                  </a:lnTo>
                  <a:lnTo>
                    <a:pt x="4947" y="1419"/>
                  </a:lnTo>
                  <a:lnTo>
                    <a:pt x="4947" y="347"/>
                  </a:lnTo>
                  <a:cubicBezTo>
                    <a:pt x="4947" y="158"/>
                    <a:pt x="4789" y="1"/>
                    <a:pt x="4600" y="1"/>
                  </a:cubicBezTo>
                  <a:cubicBezTo>
                    <a:pt x="4411" y="1"/>
                    <a:pt x="4254" y="158"/>
                    <a:pt x="4254" y="347"/>
                  </a:cubicBezTo>
                  <a:lnTo>
                    <a:pt x="4254" y="1419"/>
                  </a:lnTo>
                  <a:lnTo>
                    <a:pt x="3529" y="1419"/>
                  </a:lnTo>
                  <a:lnTo>
                    <a:pt x="3529" y="347"/>
                  </a:lnTo>
                  <a:cubicBezTo>
                    <a:pt x="3529" y="158"/>
                    <a:pt x="3372" y="1"/>
                    <a:pt x="318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8196;p67">
              <a:extLst>
                <a:ext uri="{FF2B5EF4-FFF2-40B4-BE49-F238E27FC236}">
                  <a16:creationId xmlns:a16="http://schemas.microsoft.com/office/drawing/2014/main" id="{B02F5CAA-90DD-9602-634B-4D972BFBCA24}"/>
                </a:ext>
              </a:extLst>
            </p:cNvPr>
            <p:cNvSpPr/>
            <p:nvPr/>
          </p:nvSpPr>
          <p:spPr>
            <a:xfrm>
              <a:off x="-44455600" y="2053725"/>
              <a:ext cx="17350" cy="18125"/>
            </a:xfrm>
            <a:custGeom>
              <a:avLst/>
              <a:gdLst/>
              <a:ahLst/>
              <a:cxnLst/>
              <a:rect l="l" t="t" r="r" b="b"/>
              <a:pathLst>
                <a:path w="694" h="725" extrusionOk="0">
                  <a:moveTo>
                    <a:pt x="347" y="0"/>
                  </a:moveTo>
                  <a:cubicBezTo>
                    <a:pt x="158" y="0"/>
                    <a:pt x="0" y="158"/>
                    <a:pt x="0" y="347"/>
                  </a:cubicBezTo>
                  <a:cubicBezTo>
                    <a:pt x="0" y="567"/>
                    <a:pt x="158" y="725"/>
                    <a:pt x="347" y="725"/>
                  </a:cubicBezTo>
                  <a:cubicBezTo>
                    <a:pt x="536" y="725"/>
                    <a:pt x="693" y="567"/>
                    <a:pt x="693" y="347"/>
                  </a:cubicBezTo>
                  <a:cubicBezTo>
                    <a:pt x="693" y="158"/>
                    <a:pt x="536"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8197;p67">
              <a:extLst>
                <a:ext uri="{FF2B5EF4-FFF2-40B4-BE49-F238E27FC236}">
                  <a16:creationId xmlns:a16="http://schemas.microsoft.com/office/drawing/2014/main" id="{4DC7CCC7-BF71-3B83-CA0B-DC832D7527EA}"/>
                </a:ext>
              </a:extLst>
            </p:cNvPr>
            <p:cNvSpPr/>
            <p:nvPr/>
          </p:nvSpPr>
          <p:spPr>
            <a:xfrm>
              <a:off x="-44455600" y="21947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8198;p67">
              <a:extLst>
                <a:ext uri="{FF2B5EF4-FFF2-40B4-BE49-F238E27FC236}">
                  <a16:creationId xmlns:a16="http://schemas.microsoft.com/office/drawing/2014/main" id="{E173DDF1-8F72-1600-883F-B40AC80903E7}"/>
                </a:ext>
              </a:extLst>
            </p:cNvPr>
            <p:cNvSpPr/>
            <p:nvPr/>
          </p:nvSpPr>
          <p:spPr>
            <a:xfrm>
              <a:off x="-44314625" y="21947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4" y="536"/>
                    <a:pt x="694" y="347"/>
                  </a:cubicBezTo>
                  <a:cubicBezTo>
                    <a:pt x="694"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8199;p67">
              <a:extLst>
                <a:ext uri="{FF2B5EF4-FFF2-40B4-BE49-F238E27FC236}">
                  <a16:creationId xmlns:a16="http://schemas.microsoft.com/office/drawing/2014/main" id="{34032C34-DB3A-3D04-D8A9-A78F69BCF2FF}"/>
                </a:ext>
              </a:extLst>
            </p:cNvPr>
            <p:cNvSpPr/>
            <p:nvPr/>
          </p:nvSpPr>
          <p:spPr>
            <a:xfrm>
              <a:off x="-44314625" y="2053725"/>
              <a:ext cx="17350" cy="18125"/>
            </a:xfrm>
            <a:custGeom>
              <a:avLst/>
              <a:gdLst/>
              <a:ahLst/>
              <a:cxnLst/>
              <a:rect l="l" t="t" r="r" b="b"/>
              <a:pathLst>
                <a:path w="694" h="725" extrusionOk="0">
                  <a:moveTo>
                    <a:pt x="347" y="0"/>
                  </a:moveTo>
                  <a:cubicBezTo>
                    <a:pt x="158" y="0"/>
                    <a:pt x="0" y="158"/>
                    <a:pt x="0" y="347"/>
                  </a:cubicBezTo>
                  <a:cubicBezTo>
                    <a:pt x="0" y="536"/>
                    <a:pt x="158" y="725"/>
                    <a:pt x="347" y="725"/>
                  </a:cubicBezTo>
                  <a:cubicBezTo>
                    <a:pt x="536" y="725"/>
                    <a:pt x="694" y="536"/>
                    <a:pt x="694" y="347"/>
                  </a:cubicBezTo>
                  <a:cubicBezTo>
                    <a:pt x="694" y="158"/>
                    <a:pt x="536"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8200;p67">
              <a:extLst>
                <a:ext uri="{FF2B5EF4-FFF2-40B4-BE49-F238E27FC236}">
                  <a16:creationId xmlns:a16="http://schemas.microsoft.com/office/drawing/2014/main" id="{23D84D35-878D-06F5-B02E-F176DE282207}"/>
                </a:ext>
              </a:extLst>
            </p:cNvPr>
            <p:cNvSpPr/>
            <p:nvPr/>
          </p:nvSpPr>
          <p:spPr>
            <a:xfrm>
              <a:off x="-44447725" y="2062375"/>
              <a:ext cx="143350" cy="140225"/>
            </a:xfrm>
            <a:custGeom>
              <a:avLst/>
              <a:gdLst/>
              <a:ahLst/>
              <a:cxnLst/>
              <a:rect l="l" t="t" r="r" b="b"/>
              <a:pathLst>
                <a:path w="5734" h="5609" extrusionOk="0">
                  <a:moveTo>
                    <a:pt x="3182" y="757"/>
                  </a:moveTo>
                  <a:lnTo>
                    <a:pt x="3182" y="883"/>
                  </a:lnTo>
                  <a:cubicBezTo>
                    <a:pt x="3182" y="1041"/>
                    <a:pt x="3277" y="1167"/>
                    <a:pt x="3434" y="1198"/>
                  </a:cubicBezTo>
                  <a:cubicBezTo>
                    <a:pt x="3623" y="1261"/>
                    <a:pt x="3812" y="1387"/>
                    <a:pt x="3970" y="1513"/>
                  </a:cubicBezTo>
                  <a:cubicBezTo>
                    <a:pt x="4049" y="1553"/>
                    <a:pt x="4142" y="1593"/>
                    <a:pt x="4231" y="1593"/>
                  </a:cubicBezTo>
                  <a:cubicBezTo>
                    <a:pt x="4282" y="1593"/>
                    <a:pt x="4333" y="1579"/>
                    <a:pt x="4379" y="1545"/>
                  </a:cubicBezTo>
                  <a:lnTo>
                    <a:pt x="4505" y="1482"/>
                  </a:lnTo>
                  <a:lnTo>
                    <a:pt x="4852" y="2049"/>
                  </a:lnTo>
                  <a:lnTo>
                    <a:pt x="4726" y="2143"/>
                  </a:lnTo>
                  <a:cubicBezTo>
                    <a:pt x="4600" y="2206"/>
                    <a:pt x="4537" y="2364"/>
                    <a:pt x="4568" y="2490"/>
                  </a:cubicBezTo>
                  <a:cubicBezTo>
                    <a:pt x="4600" y="2710"/>
                    <a:pt x="4600" y="2899"/>
                    <a:pt x="4568" y="3120"/>
                  </a:cubicBezTo>
                  <a:cubicBezTo>
                    <a:pt x="4537" y="3277"/>
                    <a:pt x="4600" y="3403"/>
                    <a:pt x="4726" y="3466"/>
                  </a:cubicBezTo>
                  <a:lnTo>
                    <a:pt x="4852" y="3561"/>
                  </a:lnTo>
                  <a:lnTo>
                    <a:pt x="4505" y="4128"/>
                  </a:lnTo>
                  <a:lnTo>
                    <a:pt x="4379" y="4065"/>
                  </a:lnTo>
                  <a:cubicBezTo>
                    <a:pt x="4323" y="4037"/>
                    <a:pt x="4260" y="4021"/>
                    <a:pt x="4196" y="4021"/>
                  </a:cubicBezTo>
                  <a:cubicBezTo>
                    <a:pt x="4118" y="4021"/>
                    <a:pt x="4039" y="4044"/>
                    <a:pt x="3970" y="4097"/>
                  </a:cubicBezTo>
                  <a:cubicBezTo>
                    <a:pt x="3812" y="4254"/>
                    <a:pt x="3623" y="4349"/>
                    <a:pt x="3434" y="4412"/>
                  </a:cubicBezTo>
                  <a:cubicBezTo>
                    <a:pt x="3277" y="4475"/>
                    <a:pt x="3182" y="4632"/>
                    <a:pt x="3182" y="4727"/>
                  </a:cubicBezTo>
                  <a:lnTo>
                    <a:pt x="3182" y="4853"/>
                  </a:lnTo>
                  <a:lnTo>
                    <a:pt x="2489" y="4853"/>
                  </a:lnTo>
                  <a:lnTo>
                    <a:pt x="2489" y="4727"/>
                  </a:lnTo>
                  <a:cubicBezTo>
                    <a:pt x="2489" y="4569"/>
                    <a:pt x="2394" y="4475"/>
                    <a:pt x="2237" y="4412"/>
                  </a:cubicBezTo>
                  <a:cubicBezTo>
                    <a:pt x="2048" y="4349"/>
                    <a:pt x="1859" y="4223"/>
                    <a:pt x="1701" y="4097"/>
                  </a:cubicBezTo>
                  <a:cubicBezTo>
                    <a:pt x="1622" y="4057"/>
                    <a:pt x="1529" y="4017"/>
                    <a:pt x="1440" y="4017"/>
                  </a:cubicBezTo>
                  <a:cubicBezTo>
                    <a:pt x="1389" y="4017"/>
                    <a:pt x="1338" y="4030"/>
                    <a:pt x="1292" y="4065"/>
                  </a:cubicBezTo>
                  <a:lnTo>
                    <a:pt x="1166" y="4128"/>
                  </a:lnTo>
                  <a:lnTo>
                    <a:pt x="819" y="3561"/>
                  </a:lnTo>
                  <a:lnTo>
                    <a:pt x="945" y="3466"/>
                  </a:lnTo>
                  <a:cubicBezTo>
                    <a:pt x="1071" y="3403"/>
                    <a:pt x="1134" y="3246"/>
                    <a:pt x="1103" y="3120"/>
                  </a:cubicBezTo>
                  <a:cubicBezTo>
                    <a:pt x="1071" y="2899"/>
                    <a:pt x="1071" y="2710"/>
                    <a:pt x="1103" y="2490"/>
                  </a:cubicBezTo>
                  <a:cubicBezTo>
                    <a:pt x="1134" y="2332"/>
                    <a:pt x="1071" y="2206"/>
                    <a:pt x="945" y="2143"/>
                  </a:cubicBezTo>
                  <a:lnTo>
                    <a:pt x="819" y="2049"/>
                  </a:lnTo>
                  <a:lnTo>
                    <a:pt x="1166" y="1482"/>
                  </a:lnTo>
                  <a:lnTo>
                    <a:pt x="1292" y="1545"/>
                  </a:lnTo>
                  <a:cubicBezTo>
                    <a:pt x="1350" y="1589"/>
                    <a:pt x="1416" y="1612"/>
                    <a:pt x="1481" y="1612"/>
                  </a:cubicBezTo>
                  <a:cubicBezTo>
                    <a:pt x="1557" y="1612"/>
                    <a:pt x="1634" y="1581"/>
                    <a:pt x="1701" y="1513"/>
                  </a:cubicBezTo>
                  <a:cubicBezTo>
                    <a:pt x="1859" y="1356"/>
                    <a:pt x="2048" y="1261"/>
                    <a:pt x="2237" y="1198"/>
                  </a:cubicBezTo>
                  <a:cubicBezTo>
                    <a:pt x="2394" y="1167"/>
                    <a:pt x="2489" y="1009"/>
                    <a:pt x="2489" y="883"/>
                  </a:cubicBezTo>
                  <a:lnTo>
                    <a:pt x="2489" y="757"/>
                  </a:lnTo>
                  <a:close/>
                  <a:moveTo>
                    <a:pt x="2174" y="1"/>
                  </a:moveTo>
                  <a:cubicBezTo>
                    <a:pt x="1953" y="1"/>
                    <a:pt x="1796" y="158"/>
                    <a:pt x="1796" y="347"/>
                  </a:cubicBezTo>
                  <a:lnTo>
                    <a:pt x="1796" y="599"/>
                  </a:lnTo>
                  <a:cubicBezTo>
                    <a:pt x="1701" y="631"/>
                    <a:pt x="1575" y="726"/>
                    <a:pt x="1481" y="789"/>
                  </a:cubicBezTo>
                  <a:lnTo>
                    <a:pt x="1292" y="663"/>
                  </a:lnTo>
                  <a:cubicBezTo>
                    <a:pt x="1242" y="643"/>
                    <a:pt x="1186" y="632"/>
                    <a:pt x="1129" y="632"/>
                  </a:cubicBezTo>
                  <a:cubicBezTo>
                    <a:pt x="1007" y="632"/>
                    <a:pt x="884" y="681"/>
                    <a:pt x="819" y="789"/>
                  </a:cubicBezTo>
                  <a:lnTo>
                    <a:pt x="126" y="2017"/>
                  </a:lnTo>
                  <a:cubicBezTo>
                    <a:pt x="32" y="2175"/>
                    <a:pt x="63" y="2395"/>
                    <a:pt x="221" y="2490"/>
                  </a:cubicBezTo>
                  <a:lnTo>
                    <a:pt x="441" y="2616"/>
                  </a:lnTo>
                  <a:lnTo>
                    <a:pt x="441" y="2994"/>
                  </a:lnTo>
                  <a:lnTo>
                    <a:pt x="221" y="3120"/>
                  </a:lnTo>
                  <a:cubicBezTo>
                    <a:pt x="95" y="3183"/>
                    <a:pt x="0" y="3435"/>
                    <a:pt x="126" y="3592"/>
                  </a:cubicBezTo>
                  <a:lnTo>
                    <a:pt x="819" y="4821"/>
                  </a:lnTo>
                  <a:cubicBezTo>
                    <a:pt x="879" y="4921"/>
                    <a:pt x="989" y="4983"/>
                    <a:pt x="1102" y="4983"/>
                  </a:cubicBezTo>
                  <a:cubicBezTo>
                    <a:pt x="1168" y="4983"/>
                    <a:pt x="1234" y="4962"/>
                    <a:pt x="1292" y="4916"/>
                  </a:cubicBezTo>
                  <a:lnTo>
                    <a:pt x="1481" y="4821"/>
                  </a:lnTo>
                  <a:cubicBezTo>
                    <a:pt x="1607" y="4884"/>
                    <a:pt x="1733" y="4979"/>
                    <a:pt x="1796" y="5010"/>
                  </a:cubicBezTo>
                  <a:lnTo>
                    <a:pt x="1796" y="5231"/>
                  </a:lnTo>
                  <a:cubicBezTo>
                    <a:pt x="1796" y="5451"/>
                    <a:pt x="1953" y="5609"/>
                    <a:pt x="2174" y="5609"/>
                  </a:cubicBezTo>
                  <a:lnTo>
                    <a:pt x="3592" y="5609"/>
                  </a:lnTo>
                  <a:cubicBezTo>
                    <a:pt x="3781" y="5609"/>
                    <a:pt x="3938" y="5451"/>
                    <a:pt x="3938" y="5231"/>
                  </a:cubicBezTo>
                  <a:lnTo>
                    <a:pt x="3938" y="5010"/>
                  </a:lnTo>
                  <a:cubicBezTo>
                    <a:pt x="4064" y="4979"/>
                    <a:pt x="4159" y="4884"/>
                    <a:pt x="4253" y="4821"/>
                  </a:cubicBezTo>
                  <a:lnTo>
                    <a:pt x="4442" y="4916"/>
                  </a:lnTo>
                  <a:cubicBezTo>
                    <a:pt x="4501" y="4951"/>
                    <a:pt x="4574" y="4969"/>
                    <a:pt x="4644" y="4969"/>
                  </a:cubicBezTo>
                  <a:cubicBezTo>
                    <a:pt x="4762" y="4969"/>
                    <a:pt x="4875" y="4920"/>
                    <a:pt x="4915" y="4821"/>
                  </a:cubicBezTo>
                  <a:lnTo>
                    <a:pt x="5639" y="3592"/>
                  </a:lnTo>
                  <a:cubicBezTo>
                    <a:pt x="5702" y="3435"/>
                    <a:pt x="5671" y="3246"/>
                    <a:pt x="5513" y="3120"/>
                  </a:cubicBezTo>
                  <a:lnTo>
                    <a:pt x="5324" y="2994"/>
                  </a:lnTo>
                  <a:lnTo>
                    <a:pt x="5324" y="2616"/>
                  </a:lnTo>
                  <a:lnTo>
                    <a:pt x="5513" y="2490"/>
                  </a:lnTo>
                  <a:cubicBezTo>
                    <a:pt x="5671" y="2395"/>
                    <a:pt x="5734" y="2175"/>
                    <a:pt x="5639" y="2017"/>
                  </a:cubicBezTo>
                  <a:lnTo>
                    <a:pt x="4915" y="789"/>
                  </a:lnTo>
                  <a:cubicBezTo>
                    <a:pt x="4872" y="681"/>
                    <a:pt x="4742" y="618"/>
                    <a:pt x="4614" y="618"/>
                  </a:cubicBezTo>
                  <a:cubicBezTo>
                    <a:pt x="4553" y="618"/>
                    <a:pt x="4493" y="632"/>
                    <a:pt x="4442" y="663"/>
                  </a:cubicBezTo>
                  <a:lnTo>
                    <a:pt x="4253" y="789"/>
                  </a:lnTo>
                  <a:cubicBezTo>
                    <a:pt x="4127" y="726"/>
                    <a:pt x="4001" y="631"/>
                    <a:pt x="3938" y="599"/>
                  </a:cubicBezTo>
                  <a:lnTo>
                    <a:pt x="3938" y="347"/>
                  </a:lnTo>
                  <a:cubicBezTo>
                    <a:pt x="3938" y="158"/>
                    <a:pt x="3781" y="1"/>
                    <a:pt x="35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8201;p67">
              <a:extLst>
                <a:ext uri="{FF2B5EF4-FFF2-40B4-BE49-F238E27FC236}">
                  <a16:creationId xmlns:a16="http://schemas.microsoft.com/office/drawing/2014/main" id="{CE92FD90-2B82-8487-E9D7-99F191C49B49}"/>
                </a:ext>
              </a:extLst>
            </p:cNvPr>
            <p:cNvSpPr/>
            <p:nvPr/>
          </p:nvSpPr>
          <p:spPr>
            <a:xfrm>
              <a:off x="-44403625" y="2107275"/>
              <a:ext cx="53575" cy="52800"/>
            </a:xfrm>
            <a:custGeom>
              <a:avLst/>
              <a:gdLst/>
              <a:ahLst/>
              <a:cxnLst/>
              <a:rect l="l" t="t" r="r" b="b"/>
              <a:pathLst>
                <a:path w="2143" h="2112" extrusionOk="0">
                  <a:moveTo>
                    <a:pt x="1072" y="662"/>
                  </a:moveTo>
                  <a:cubicBezTo>
                    <a:pt x="1261" y="662"/>
                    <a:pt x="1418" y="820"/>
                    <a:pt x="1418" y="1009"/>
                  </a:cubicBezTo>
                  <a:cubicBezTo>
                    <a:pt x="1418" y="1198"/>
                    <a:pt x="1261" y="1355"/>
                    <a:pt x="1072" y="1355"/>
                  </a:cubicBezTo>
                  <a:cubicBezTo>
                    <a:pt x="882" y="1355"/>
                    <a:pt x="725" y="1198"/>
                    <a:pt x="725" y="1009"/>
                  </a:cubicBezTo>
                  <a:cubicBezTo>
                    <a:pt x="725" y="820"/>
                    <a:pt x="882" y="662"/>
                    <a:pt x="1072" y="662"/>
                  </a:cubicBezTo>
                  <a:close/>
                  <a:moveTo>
                    <a:pt x="1072" y="1"/>
                  </a:moveTo>
                  <a:cubicBezTo>
                    <a:pt x="473" y="1"/>
                    <a:pt x="0" y="473"/>
                    <a:pt x="0" y="1040"/>
                  </a:cubicBezTo>
                  <a:cubicBezTo>
                    <a:pt x="0" y="1639"/>
                    <a:pt x="473" y="2112"/>
                    <a:pt x="1072" y="2112"/>
                  </a:cubicBezTo>
                  <a:cubicBezTo>
                    <a:pt x="1670" y="2112"/>
                    <a:pt x="2143" y="1639"/>
                    <a:pt x="2143" y="1040"/>
                  </a:cubicBezTo>
                  <a:cubicBezTo>
                    <a:pt x="2143" y="473"/>
                    <a:pt x="1670" y="1"/>
                    <a:pt x="107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7" name="Google Shape;8202;p67">
            <a:extLst>
              <a:ext uri="{FF2B5EF4-FFF2-40B4-BE49-F238E27FC236}">
                <a16:creationId xmlns:a16="http://schemas.microsoft.com/office/drawing/2014/main" id="{D293A75A-2E15-8672-18B9-99EC74FE57CE}"/>
              </a:ext>
            </a:extLst>
          </p:cNvPr>
          <p:cNvSpPr/>
          <p:nvPr/>
        </p:nvSpPr>
        <p:spPr>
          <a:xfrm>
            <a:off x="6472987" y="4040296"/>
            <a:ext cx="916286" cy="916286"/>
          </a:xfrm>
          <a:custGeom>
            <a:avLst/>
            <a:gdLst/>
            <a:ahLst/>
            <a:cxnLst/>
            <a:rect l="l" t="t" r="r" b="b"/>
            <a:pathLst>
              <a:path w="12004" h="12004" extrusionOk="0">
                <a:moveTo>
                  <a:pt x="5671" y="725"/>
                </a:moveTo>
                <a:lnTo>
                  <a:pt x="5671" y="2395"/>
                </a:lnTo>
                <a:cubicBezTo>
                  <a:pt x="5671" y="2616"/>
                  <a:pt x="5843" y="2760"/>
                  <a:pt x="6021" y="2760"/>
                </a:cubicBezTo>
                <a:cubicBezTo>
                  <a:pt x="6097" y="2760"/>
                  <a:pt x="6173" y="2734"/>
                  <a:pt x="6239" y="2678"/>
                </a:cubicBezTo>
                <a:cubicBezTo>
                  <a:pt x="6365" y="2552"/>
                  <a:pt x="6554" y="2489"/>
                  <a:pt x="6711" y="2489"/>
                </a:cubicBezTo>
                <a:cubicBezTo>
                  <a:pt x="7121" y="2489"/>
                  <a:pt x="7436" y="2804"/>
                  <a:pt x="7436" y="3182"/>
                </a:cubicBezTo>
                <a:cubicBezTo>
                  <a:pt x="7436" y="3592"/>
                  <a:pt x="7121" y="3907"/>
                  <a:pt x="6711" y="3907"/>
                </a:cubicBezTo>
                <a:cubicBezTo>
                  <a:pt x="6554" y="3907"/>
                  <a:pt x="6365" y="3812"/>
                  <a:pt x="6239" y="3686"/>
                </a:cubicBezTo>
                <a:cubicBezTo>
                  <a:pt x="6173" y="3630"/>
                  <a:pt x="6097" y="3605"/>
                  <a:pt x="6021" y="3605"/>
                </a:cubicBezTo>
                <a:cubicBezTo>
                  <a:pt x="5843" y="3605"/>
                  <a:pt x="5671" y="3748"/>
                  <a:pt x="5671" y="3970"/>
                </a:cubicBezTo>
                <a:lnTo>
                  <a:pt x="5671" y="5640"/>
                </a:lnTo>
                <a:lnTo>
                  <a:pt x="4569" y="5640"/>
                </a:lnTo>
                <a:cubicBezTo>
                  <a:pt x="4600" y="5514"/>
                  <a:pt x="4600" y="5388"/>
                  <a:pt x="4600" y="5262"/>
                </a:cubicBezTo>
                <a:cubicBezTo>
                  <a:pt x="4600" y="4474"/>
                  <a:pt x="3970" y="3875"/>
                  <a:pt x="3183" y="3875"/>
                </a:cubicBezTo>
                <a:cubicBezTo>
                  <a:pt x="2395" y="3875"/>
                  <a:pt x="1765" y="4474"/>
                  <a:pt x="1765" y="5262"/>
                </a:cubicBezTo>
                <a:cubicBezTo>
                  <a:pt x="1765" y="5388"/>
                  <a:pt x="1765" y="5514"/>
                  <a:pt x="1796" y="5640"/>
                </a:cubicBezTo>
                <a:lnTo>
                  <a:pt x="694" y="5640"/>
                </a:lnTo>
                <a:lnTo>
                  <a:pt x="694" y="1071"/>
                </a:lnTo>
                <a:cubicBezTo>
                  <a:pt x="694" y="882"/>
                  <a:pt x="851" y="725"/>
                  <a:pt x="1040" y="725"/>
                </a:cubicBezTo>
                <a:close/>
                <a:moveTo>
                  <a:pt x="10964" y="725"/>
                </a:moveTo>
                <a:cubicBezTo>
                  <a:pt x="11122" y="725"/>
                  <a:pt x="11311" y="882"/>
                  <a:pt x="11311" y="1071"/>
                </a:cubicBezTo>
                <a:lnTo>
                  <a:pt x="11311" y="5671"/>
                </a:lnTo>
                <a:lnTo>
                  <a:pt x="9610" y="5671"/>
                </a:lnTo>
                <a:cubicBezTo>
                  <a:pt x="9295" y="5671"/>
                  <a:pt x="9169" y="6018"/>
                  <a:pt x="9326" y="6270"/>
                </a:cubicBezTo>
                <a:cubicBezTo>
                  <a:pt x="9452" y="6396"/>
                  <a:pt x="9515" y="6585"/>
                  <a:pt x="9515" y="6742"/>
                </a:cubicBezTo>
                <a:cubicBezTo>
                  <a:pt x="9515" y="7120"/>
                  <a:pt x="9200" y="7435"/>
                  <a:pt x="8822" y="7435"/>
                </a:cubicBezTo>
                <a:cubicBezTo>
                  <a:pt x="8412" y="7435"/>
                  <a:pt x="8097" y="7120"/>
                  <a:pt x="8097" y="6742"/>
                </a:cubicBezTo>
                <a:cubicBezTo>
                  <a:pt x="8097" y="6585"/>
                  <a:pt x="8192" y="6364"/>
                  <a:pt x="8286" y="6270"/>
                </a:cubicBezTo>
                <a:cubicBezTo>
                  <a:pt x="8507" y="6018"/>
                  <a:pt x="8349" y="5671"/>
                  <a:pt x="8034" y="5671"/>
                </a:cubicBezTo>
                <a:lnTo>
                  <a:pt x="6365" y="5671"/>
                </a:lnTo>
                <a:lnTo>
                  <a:pt x="6365" y="4568"/>
                </a:lnTo>
                <a:cubicBezTo>
                  <a:pt x="6491" y="4600"/>
                  <a:pt x="6617" y="4600"/>
                  <a:pt x="6711" y="4600"/>
                </a:cubicBezTo>
                <a:cubicBezTo>
                  <a:pt x="7499" y="4600"/>
                  <a:pt x="8160" y="3970"/>
                  <a:pt x="8160" y="3182"/>
                </a:cubicBezTo>
                <a:cubicBezTo>
                  <a:pt x="8160" y="2395"/>
                  <a:pt x="7499" y="1764"/>
                  <a:pt x="6711" y="1764"/>
                </a:cubicBezTo>
                <a:cubicBezTo>
                  <a:pt x="6617" y="1764"/>
                  <a:pt x="6491" y="1764"/>
                  <a:pt x="6365" y="1796"/>
                </a:cubicBezTo>
                <a:lnTo>
                  <a:pt x="6365" y="725"/>
                </a:lnTo>
                <a:close/>
                <a:moveTo>
                  <a:pt x="3183" y="4568"/>
                </a:moveTo>
                <a:cubicBezTo>
                  <a:pt x="3561" y="4568"/>
                  <a:pt x="3876" y="4883"/>
                  <a:pt x="3876" y="5293"/>
                </a:cubicBezTo>
                <a:cubicBezTo>
                  <a:pt x="3876" y="5451"/>
                  <a:pt x="3813" y="5640"/>
                  <a:pt x="3687" y="5766"/>
                </a:cubicBezTo>
                <a:cubicBezTo>
                  <a:pt x="3498" y="5986"/>
                  <a:pt x="3655" y="6333"/>
                  <a:pt x="3970" y="6333"/>
                </a:cubicBezTo>
                <a:lnTo>
                  <a:pt x="5608" y="6333"/>
                </a:lnTo>
                <a:lnTo>
                  <a:pt x="5608" y="7435"/>
                </a:lnTo>
                <a:cubicBezTo>
                  <a:pt x="5514" y="7404"/>
                  <a:pt x="5388" y="7404"/>
                  <a:pt x="5262" y="7404"/>
                </a:cubicBezTo>
                <a:cubicBezTo>
                  <a:pt x="4474" y="7404"/>
                  <a:pt x="3844" y="8034"/>
                  <a:pt x="3844" y="8822"/>
                </a:cubicBezTo>
                <a:cubicBezTo>
                  <a:pt x="3844" y="9609"/>
                  <a:pt x="4474" y="10239"/>
                  <a:pt x="5262" y="10239"/>
                </a:cubicBezTo>
                <a:cubicBezTo>
                  <a:pt x="5388" y="10239"/>
                  <a:pt x="5514" y="10239"/>
                  <a:pt x="5608" y="10208"/>
                </a:cubicBezTo>
                <a:lnTo>
                  <a:pt x="5608" y="11310"/>
                </a:lnTo>
                <a:lnTo>
                  <a:pt x="1009" y="11310"/>
                </a:lnTo>
                <a:cubicBezTo>
                  <a:pt x="851" y="11310"/>
                  <a:pt x="694" y="11153"/>
                  <a:pt x="694" y="10964"/>
                </a:cubicBezTo>
                <a:lnTo>
                  <a:pt x="694" y="6333"/>
                </a:lnTo>
                <a:lnTo>
                  <a:pt x="2395" y="6333"/>
                </a:lnTo>
                <a:cubicBezTo>
                  <a:pt x="2710" y="6333"/>
                  <a:pt x="2868" y="5986"/>
                  <a:pt x="2679" y="5766"/>
                </a:cubicBezTo>
                <a:cubicBezTo>
                  <a:pt x="2552" y="5640"/>
                  <a:pt x="2458" y="5482"/>
                  <a:pt x="2458" y="5293"/>
                </a:cubicBezTo>
                <a:cubicBezTo>
                  <a:pt x="2458" y="4883"/>
                  <a:pt x="2773" y="4568"/>
                  <a:pt x="3183" y="4568"/>
                </a:cubicBezTo>
                <a:close/>
                <a:moveTo>
                  <a:pt x="11311" y="6333"/>
                </a:moveTo>
                <a:lnTo>
                  <a:pt x="11311" y="10964"/>
                </a:lnTo>
                <a:cubicBezTo>
                  <a:pt x="11311" y="11153"/>
                  <a:pt x="11153" y="11310"/>
                  <a:pt x="10933" y="11310"/>
                </a:cubicBezTo>
                <a:lnTo>
                  <a:pt x="6333" y="11310"/>
                </a:lnTo>
                <a:lnTo>
                  <a:pt x="6333" y="9609"/>
                </a:lnTo>
                <a:cubicBezTo>
                  <a:pt x="6333" y="9388"/>
                  <a:pt x="6162" y="9244"/>
                  <a:pt x="5972" y="9244"/>
                </a:cubicBezTo>
                <a:cubicBezTo>
                  <a:pt x="5892" y="9244"/>
                  <a:pt x="5809" y="9270"/>
                  <a:pt x="5735" y="9326"/>
                </a:cubicBezTo>
                <a:cubicBezTo>
                  <a:pt x="5640" y="9452"/>
                  <a:pt x="5482" y="9546"/>
                  <a:pt x="5262" y="9546"/>
                </a:cubicBezTo>
                <a:cubicBezTo>
                  <a:pt x="4884" y="9546"/>
                  <a:pt x="4569" y="9231"/>
                  <a:pt x="4569" y="8822"/>
                </a:cubicBezTo>
                <a:cubicBezTo>
                  <a:pt x="4569" y="8443"/>
                  <a:pt x="4884" y="8097"/>
                  <a:pt x="5262" y="8097"/>
                </a:cubicBezTo>
                <a:cubicBezTo>
                  <a:pt x="5419" y="8097"/>
                  <a:pt x="5640" y="8191"/>
                  <a:pt x="5735" y="8317"/>
                </a:cubicBezTo>
                <a:cubicBezTo>
                  <a:pt x="5809" y="8374"/>
                  <a:pt x="5892" y="8399"/>
                  <a:pt x="5972" y="8399"/>
                </a:cubicBezTo>
                <a:cubicBezTo>
                  <a:pt x="6162" y="8399"/>
                  <a:pt x="6333" y="8255"/>
                  <a:pt x="6333" y="8034"/>
                </a:cubicBezTo>
                <a:lnTo>
                  <a:pt x="6333" y="6333"/>
                </a:lnTo>
                <a:lnTo>
                  <a:pt x="7436" y="6333"/>
                </a:lnTo>
                <a:cubicBezTo>
                  <a:pt x="7404" y="6459"/>
                  <a:pt x="7404" y="6585"/>
                  <a:pt x="7404" y="6711"/>
                </a:cubicBezTo>
                <a:cubicBezTo>
                  <a:pt x="7404" y="7498"/>
                  <a:pt x="8034" y="8097"/>
                  <a:pt x="8822" y="8097"/>
                </a:cubicBezTo>
                <a:cubicBezTo>
                  <a:pt x="9610" y="8097"/>
                  <a:pt x="10240" y="7498"/>
                  <a:pt x="10240" y="6711"/>
                </a:cubicBezTo>
                <a:cubicBezTo>
                  <a:pt x="10240" y="6585"/>
                  <a:pt x="10240" y="6459"/>
                  <a:pt x="10208" y="6333"/>
                </a:cubicBezTo>
                <a:close/>
                <a:moveTo>
                  <a:pt x="1040" y="0"/>
                </a:moveTo>
                <a:cubicBezTo>
                  <a:pt x="473" y="0"/>
                  <a:pt x="1" y="473"/>
                  <a:pt x="1" y="1071"/>
                </a:cubicBezTo>
                <a:lnTo>
                  <a:pt x="1" y="10964"/>
                </a:lnTo>
                <a:cubicBezTo>
                  <a:pt x="1" y="11531"/>
                  <a:pt x="473" y="12004"/>
                  <a:pt x="1040" y="12004"/>
                </a:cubicBezTo>
                <a:lnTo>
                  <a:pt x="10933" y="12004"/>
                </a:lnTo>
                <a:cubicBezTo>
                  <a:pt x="11531" y="12004"/>
                  <a:pt x="12004" y="11531"/>
                  <a:pt x="12004" y="10964"/>
                </a:cubicBezTo>
                <a:lnTo>
                  <a:pt x="12004" y="1071"/>
                </a:lnTo>
                <a:cubicBezTo>
                  <a:pt x="11972" y="473"/>
                  <a:pt x="11500" y="0"/>
                  <a:pt x="10933"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8" name="Google Shape;8203;p67">
            <a:extLst>
              <a:ext uri="{FF2B5EF4-FFF2-40B4-BE49-F238E27FC236}">
                <a16:creationId xmlns:a16="http://schemas.microsoft.com/office/drawing/2014/main" id="{8260854E-4809-855D-B95D-7C61F936AF60}"/>
              </a:ext>
            </a:extLst>
          </p:cNvPr>
          <p:cNvGrpSpPr/>
          <p:nvPr/>
        </p:nvGrpSpPr>
        <p:grpSpPr>
          <a:xfrm>
            <a:off x="6466628" y="5168363"/>
            <a:ext cx="916286" cy="916360"/>
            <a:chOff x="-49048250" y="2316775"/>
            <a:chExt cx="300100" cy="300125"/>
          </a:xfrm>
          <a:solidFill>
            <a:srgbClr val="555559"/>
          </a:solidFill>
        </p:grpSpPr>
        <p:sp>
          <p:nvSpPr>
            <p:cNvPr id="1337" name="Google Shape;8204;p67">
              <a:extLst>
                <a:ext uri="{FF2B5EF4-FFF2-40B4-BE49-F238E27FC236}">
                  <a16:creationId xmlns:a16="http://schemas.microsoft.com/office/drawing/2014/main" id="{85AE3AC8-45F8-134D-308B-6B4EECCC733C}"/>
                </a:ext>
              </a:extLst>
            </p:cNvPr>
            <p:cNvSpPr/>
            <p:nvPr/>
          </p:nvSpPr>
          <p:spPr>
            <a:xfrm>
              <a:off x="-49048250" y="2316775"/>
              <a:ext cx="300100" cy="300125"/>
            </a:xfrm>
            <a:custGeom>
              <a:avLst/>
              <a:gdLst/>
              <a:ahLst/>
              <a:cxnLst/>
              <a:rect l="l" t="t" r="r" b="b"/>
              <a:pathLst>
                <a:path w="12004" h="12005" extrusionOk="0">
                  <a:moveTo>
                    <a:pt x="10933" y="663"/>
                  </a:moveTo>
                  <a:cubicBezTo>
                    <a:pt x="11122" y="694"/>
                    <a:pt x="11311" y="852"/>
                    <a:pt x="11311" y="1009"/>
                  </a:cubicBezTo>
                  <a:lnTo>
                    <a:pt x="11311" y="1734"/>
                  </a:lnTo>
                  <a:lnTo>
                    <a:pt x="10366" y="1734"/>
                  </a:lnTo>
                  <a:lnTo>
                    <a:pt x="9106" y="663"/>
                  </a:lnTo>
                  <a:close/>
                  <a:moveTo>
                    <a:pt x="5136" y="694"/>
                  </a:moveTo>
                  <a:lnTo>
                    <a:pt x="6396" y="1765"/>
                  </a:lnTo>
                  <a:lnTo>
                    <a:pt x="4726" y="1765"/>
                  </a:lnTo>
                  <a:lnTo>
                    <a:pt x="3466" y="694"/>
                  </a:lnTo>
                  <a:close/>
                  <a:moveTo>
                    <a:pt x="7971" y="694"/>
                  </a:moveTo>
                  <a:lnTo>
                    <a:pt x="9232" y="1765"/>
                  </a:lnTo>
                  <a:lnTo>
                    <a:pt x="7562" y="1765"/>
                  </a:lnTo>
                  <a:lnTo>
                    <a:pt x="6302" y="694"/>
                  </a:lnTo>
                  <a:close/>
                  <a:moveTo>
                    <a:pt x="2363" y="663"/>
                  </a:moveTo>
                  <a:lnTo>
                    <a:pt x="4033" y="2080"/>
                  </a:lnTo>
                  <a:lnTo>
                    <a:pt x="2363" y="3498"/>
                  </a:lnTo>
                  <a:lnTo>
                    <a:pt x="694" y="3498"/>
                  </a:lnTo>
                  <a:lnTo>
                    <a:pt x="694" y="1009"/>
                  </a:lnTo>
                  <a:cubicBezTo>
                    <a:pt x="694" y="820"/>
                    <a:pt x="851" y="663"/>
                    <a:pt x="1040" y="663"/>
                  </a:cubicBezTo>
                  <a:close/>
                  <a:moveTo>
                    <a:pt x="6396" y="2427"/>
                  </a:moveTo>
                  <a:lnTo>
                    <a:pt x="5136" y="3498"/>
                  </a:lnTo>
                  <a:lnTo>
                    <a:pt x="3466" y="3498"/>
                  </a:lnTo>
                  <a:lnTo>
                    <a:pt x="4726" y="2427"/>
                  </a:lnTo>
                  <a:close/>
                  <a:moveTo>
                    <a:pt x="9200" y="2427"/>
                  </a:moveTo>
                  <a:lnTo>
                    <a:pt x="7940" y="3498"/>
                  </a:lnTo>
                  <a:lnTo>
                    <a:pt x="6239" y="3498"/>
                  </a:lnTo>
                  <a:lnTo>
                    <a:pt x="7499" y="2427"/>
                  </a:lnTo>
                  <a:close/>
                  <a:moveTo>
                    <a:pt x="11248" y="2427"/>
                  </a:moveTo>
                  <a:lnTo>
                    <a:pt x="11248" y="3498"/>
                  </a:lnTo>
                  <a:lnTo>
                    <a:pt x="9043" y="3498"/>
                  </a:lnTo>
                  <a:lnTo>
                    <a:pt x="10303" y="2427"/>
                  </a:lnTo>
                  <a:close/>
                  <a:moveTo>
                    <a:pt x="11311" y="4160"/>
                  </a:moveTo>
                  <a:lnTo>
                    <a:pt x="11311" y="10902"/>
                  </a:lnTo>
                  <a:cubicBezTo>
                    <a:pt x="11311" y="11091"/>
                    <a:pt x="11153" y="11248"/>
                    <a:pt x="10933" y="11248"/>
                  </a:cubicBezTo>
                  <a:lnTo>
                    <a:pt x="1072" y="11248"/>
                  </a:lnTo>
                  <a:cubicBezTo>
                    <a:pt x="851" y="11248"/>
                    <a:pt x="694" y="11091"/>
                    <a:pt x="694" y="10902"/>
                  </a:cubicBezTo>
                  <a:lnTo>
                    <a:pt x="694" y="4160"/>
                  </a:lnTo>
                  <a:close/>
                  <a:moveTo>
                    <a:pt x="1040" y="1"/>
                  </a:moveTo>
                  <a:cubicBezTo>
                    <a:pt x="473" y="1"/>
                    <a:pt x="1" y="474"/>
                    <a:pt x="1" y="1041"/>
                  </a:cubicBezTo>
                  <a:lnTo>
                    <a:pt x="1" y="10933"/>
                  </a:lnTo>
                  <a:cubicBezTo>
                    <a:pt x="1" y="11532"/>
                    <a:pt x="473" y="12004"/>
                    <a:pt x="1040" y="12004"/>
                  </a:cubicBezTo>
                  <a:lnTo>
                    <a:pt x="10933" y="12004"/>
                  </a:lnTo>
                  <a:cubicBezTo>
                    <a:pt x="11531" y="12004"/>
                    <a:pt x="12004" y="11532"/>
                    <a:pt x="12004" y="10933"/>
                  </a:cubicBezTo>
                  <a:lnTo>
                    <a:pt x="12004" y="3845"/>
                  </a:lnTo>
                  <a:lnTo>
                    <a:pt x="12004" y="1041"/>
                  </a:lnTo>
                  <a:cubicBezTo>
                    <a:pt x="11972" y="474"/>
                    <a:pt x="11500" y="1"/>
                    <a:pt x="1093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8205;p67">
              <a:extLst>
                <a:ext uri="{FF2B5EF4-FFF2-40B4-BE49-F238E27FC236}">
                  <a16:creationId xmlns:a16="http://schemas.microsoft.com/office/drawing/2014/main" id="{24E0D36C-7D6D-1430-8F6D-0DF094470BBE}"/>
                </a:ext>
              </a:extLst>
            </p:cNvPr>
            <p:cNvSpPr/>
            <p:nvPr/>
          </p:nvSpPr>
          <p:spPr>
            <a:xfrm>
              <a:off x="-49004150" y="2360100"/>
              <a:ext cx="17350" cy="17350"/>
            </a:xfrm>
            <a:custGeom>
              <a:avLst/>
              <a:gdLst/>
              <a:ahLst/>
              <a:cxnLst/>
              <a:rect l="l" t="t" r="r" b="b"/>
              <a:pathLst>
                <a:path w="694" h="694" extrusionOk="0">
                  <a:moveTo>
                    <a:pt x="347" y="1"/>
                  </a:moveTo>
                  <a:cubicBezTo>
                    <a:pt x="158" y="1"/>
                    <a:pt x="1" y="158"/>
                    <a:pt x="1" y="347"/>
                  </a:cubicBezTo>
                  <a:cubicBezTo>
                    <a:pt x="1" y="536"/>
                    <a:pt x="158" y="694"/>
                    <a:pt x="347" y="694"/>
                  </a:cubicBezTo>
                  <a:cubicBezTo>
                    <a:pt x="536" y="694"/>
                    <a:pt x="694" y="536"/>
                    <a:pt x="694" y="347"/>
                  </a:cubicBezTo>
                  <a:cubicBezTo>
                    <a:pt x="694"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8206;p67">
              <a:extLst>
                <a:ext uri="{FF2B5EF4-FFF2-40B4-BE49-F238E27FC236}">
                  <a16:creationId xmlns:a16="http://schemas.microsoft.com/office/drawing/2014/main" id="{537E165D-77FC-15D8-565E-91FFD0701560}"/>
                </a:ext>
              </a:extLst>
            </p:cNvPr>
            <p:cNvSpPr/>
            <p:nvPr/>
          </p:nvSpPr>
          <p:spPr>
            <a:xfrm>
              <a:off x="-48925375" y="2465650"/>
              <a:ext cx="71700" cy="86650"/>
            </a:xfrm>
            <a:custGeom>
              <a:avLst/>
              <a:gdLst/>
              <a:ahLst/>
              <a:cxnLst/>
              <a:rect l="l" t="t" r="r" b="b"/>
              <a:pathLst>
                <a:path w="2868" h="3466" extrusionOk="0">
                  <a:moveTo>
                    <a:pt x="693" y="1040"/>
                  </a:moveTo>
                  <a:lnTo>
                    <a:pt x="1859" y="1796"/>
                  </a:lnTo>
                  <a:lnTo>
                    <a:pt x="693" y="2552"/>
                  </a:lnTo>
                  <a:lnTo>
                    <a:pt x="693" y="1040"/>
                  </a:lnTo>
                  <a:close/>
                  <a:moveTo>
                    <a:pt x="343" y="1"/>
                  </a:moveTo>
                  <a:cubicBezTo>
                    <a:pt x="167" y="1"/>
                    <a:pt x="0" y="141"/>
                    <a:pt x="0" y="347"/>
                  </a:cubicBezTo>
                  <a:lnTo>
                    <a:pt x="0" y="3151"/>
                  </a:lnTo>
                  <a:cubicBezTo>
                    <a:pt x="0" y="3333"/>
                    <a:pt x="165" y="3466"/>
                    <a:pt x="340" y="3466"/>
                  </a:cubicBezTo>
                  <a:cubicBezTo>
                    <a:pt x="407" y="3466"/>
                    <a:pt x="475" y="3446"/>
                    <a:pt x="536" y="3403"/>
                  </a:cubicBezTo>
                  <a:lnTo>
                    <a:pt x="2678" y="1985"/>
                  </a:lnTo>
                  <a:cubicBezTo>
                    <a:pt x="2867" y="1922"/>
                    <a:pt x="2867" y="1639"/>
                    <a:pt x="2678" y="1481"/>
                  </a:cubicBezTo>
                  <a:lnTo>
                    <a:pt x="536" y="63"/>
                  </a:lnTo>
                  <a:cubicBezTo>
                    <a:pt x="476" y="20"/>
                    <a:pt x="409" y="1"/>
                    <a:pt x="3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8207;p67">
              <a:extLst>
                <a:ext uri="{FF2B5EF4-FFF2-40B4-BE49-F238E27FC236}">
                  <a16:creationId xmlns:a16="http://schemas.microsoft.com/office/drawing/2014/main" id="{36808702-3BA0-698E-F5F5-57638EB8F7ED}"/>
                </a:ext>
              </a:extLst>
            </p:cNvPr>
            <p:cNvSpPr/>
            <p:nvPr/>
          </p:nvSpPr>
          <p:spPr>
            <a:xfrm>
              <a:off x="-48977350" y="2431000"/>
              <a:ext cx="157525" cy="157550"/>
            </a:xfrm>
            <a:custGeom>
              <a:avLst/>
              <a:gdLst/>
              <a:ahLst/>
              <a:cxnLst/>
              <a:rect l="l" t="t" r="r" b="b"/>
              <a:pathLst>
                <a:path w="6301" h="6302" extrusionOk="0">
                  <a:moveTo>
                    <a:pt x="3151" y="756"/>
                  </a:moveTo>
                  <a:cubicBezTo>
                    <a:pt x="4474" y="756"/>
                    <a:pt x="5576" y="1859"/>
                    <a:pt x="5576" y="3182"/>
                  </a:cubicBezTo>
                  <a:cubicBezTo>
                    <a:pt x="5608" y="4537"/>
                    <a:pt x="4537" y="5640"/>
                    <a:pt x="3151" y="5640"/>
                  </a:cubicBezTo>
                  <a:cubicBezTo>
                    <a:pt x="1796" y="5640"/>
                    <a:pt x="693" y="4537"/>
                    <a:pt x="693" y="3182"/>
                  </a:cubicBezTo>
                  <a:cubicBezTo>
                    <a:pt x="693" y="1859"/>
                    <a:pt x="1796" y="756"/>
                    <a:pt x="3151" y="756"/>
                  </a:cubicBezTo>
                  <a:close/>
                  <a:moveTo>
                    <a:pt x="3151" y="0"/>
                  </a:moveTo>
                  <a:cubicBezTo>
                    <a:pt x="1418" y="0"/>
                    <a:pt x="0" y="1418"/>
                    <a:pt x="0" y="3151"/>
                  </a:cubicBezTo>
                  <a:cubicBezTo>
                    <a:pt x="0" y="4883"/>
                    <a:pt x="1418" y="6301"/>
                    <a:pt x="3151" y="6301"/>
                  </a:cubicBezTo>
                  <a:cubicBezTo>
                    <a:pt x="4883" y="6301"/>
                    <a:pt x="6301" y="4883"/>
                    <a:pt x="6301" y="3151"/>
                  </a:cubicBezTo>
                  <a:cubicBezTo>
                    <a:pt x="6301" y="1418"/>
                    <a:pt x="4915" y="0"/>
                    <a:pt x="315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9" name="Google Shape;8208;p67">
            <a:extLst>
              <a:ext uri="{FF2B5EF4-FFF2-40B4-BE49-F238E27FC236}">
                <a16:creationId xmlns:a16="http://schemas.microsoft.com/office/drawing/2014/main" id="{55F5652D-A4F4-5714-20B2-A0E39E9FFE1C}"/>
              </a:ext>
            </a:extLst>
          </p:cNvPr>
          <p:cNvSpPr/>
          <p:nvPr/>
        </p:nvSpPr>
        <p:spPr>
          <a:xfrm>
            <a:off x="6469400" y="6294343"/>
            <a:ext cx="923460" cy="915446"/>
          </a:xfrm>
          <a:custGeom>
            <a:avLst/>
            <a:gdLst/>
            <a:ahLst/>
            <a:cxnLst/>
            <a:rect l="l" t="t" r="r" b="b"/>
            <a:pathLst>
              <a:path w="12098" h="11993" extrusionOk="0">
                <a:moveTo>
                  <a:pt x="9042" y="4337"/>
                </a:moveTo>
                <a:lnTo>
                  <a:pt x="10208" y="4935"/>
                </a:lnTo>
                <a:lnTo>
                  <a:pt x="8695" y="4935"/>
                </a:lnTo>
                <a:lnTo>
                  <a:pt x="9042" y="4337"/>
                </a:lnTo>
                <a:close/>
                <a:moveTo>
                  <a:pt x="5167" y="1753"/>
                </a:moveTo>
                <a:lnTo>
                  <a:pt x="7593" y="5534"/>
                </a:lnTo>
                <a:lnTo>
                  <a:pt x="7026" y="6574"/>
                </a:lnTo>
                <a:lnTo>
                  <a:pt x="5356" y="4022"/>
                </a:lnTo>
                <a:lnTo>
                  <a:pt x="5167" y="1753"/>
                </a:lnTo>
                <a:close/>
                <a:moveTo>
                  <a:pt x="9105" y="5629"/>
                </a:moveTo>
                <a:lnTo>
                  <a:pt x="8664" y="9189"/>
                </a:lnTo>
                <a:lnTo>
                  <a:pt x="7435" y="7298"/>
                </a:lnTo>
                <a:cubicBezTo>
                  <a:pt x="7593" y="7015"/>
                  <a:pt x="8223" y="5849"/>
                  <a:pt x="8349" y="5629"/>
                </a:cubicBezTo>
                <a:close/>
                <a:moveTo>
                  <a:pt x="3088" y="1753"/>
                </a:moveTo>
                <a:lnTo>
                  <a:pt x="8034" y="9504"/>
                </a:lnTo>
                <a:lnTo>
                  <a:pt x="3623" y="7834"/>
                </a:lnTo>
                <a:lnTo>
                  <a:pt x="3088" y="1753"/>
                </a:lnTo>
                <a:close/>
                <a:moveTo>
                  <a:pt x="1355" y="9378"/>
                </a:moveTo>
                <a:lnTo>
                  <a:pt x="4096" y="10134"/>
                </a:lnTo>
                <a:lnTo>
                  <a:pt x="4757" y="11268"/>
                </a:lnTo>
                <a:lnTo>
                  <a:pt x="2773" y="11268"/>
                </a:lnTo>
                <a:lnTo>
                  <a:pt x="1355" y="9378"/>
                </a:lnTo>
                <a:close/>
                <a:moveTo>
                  <a:pt x="4064" y="8748"/>
                </a:moveTo>
                <a:lnTo>
                  <a:pt x="8380" y="10354"/>
                </a:lnTo>
                <a:lnTo>
                  <a:pt x="7971" y="11268"/>
                </a:lnTo>
                <a:lnTo>
                  <a:pt x="5545" y="11268"/>
                </a:lnTo>
                <a:cubicBezTo>
                  <a:pt x="5387" y="10984"/>
                  <a:pt x="4253" y="9063"/>
                  <a:pt x="4064" y="8748"/>
                </a:cubicBezTo>
                <a:close/>
                <a:moveTo>
                  <a:pt x="2485" y="1"/>
                </a:moveTo>
                <a:cubicBezTo>
                  <a:pt x="2453" y="1"/>
                  <a:pt x="2422" y="7"/>
                  <a:pt x="2394" y="21"/>
                </a:cubicBezTo>
                <a:cubicBezTo>
                  <a:pt x="2237" y="52"/>
                  <a:pt x="2174" y="210"/>
                  <a:pt x="2174" y="367"/>
                </a:cubicBezTo>
                <a:cubicBezTo>
                  <a:pt x="2930" y="8527"/>
                  <a:pt x="2836" y="8117"/>
                  <a:pt x="2930" y="8243"/>
                </a:cubicBezTo>
                <a:lnTo>
                  <a:pt x="3497" y="9252"/>
                </a:lnTo>
                <a:lnTo>
                  <a:pt x="473" y="8432"/>
                </a:lnTo>
                <a:cubicBezTo>
                  <a:pt x="437" y="8425"/>
                  <a:pt x="402" y="8422"/>
                  <a:pt x="368" y="8422"/>
                </a:cubicBezTo>
                <a:cubicBezTo>
                  <a:pt x="249" y="8422"/>
                  <a:pt x="143" y="8468"/>
                  <a:pt x="95" y="8590"/>
                </a:cubicBezTo>
                <a:cubicBezTo>
                  <a:pt x="0" y="8716"/>
                  <a:pt x="0" y="8874"/>
                  <a:pt x="95" y="9000"/>
                </a:cubicBezTo>
                <a:lnTo>
                  <a:pt x="2205" y="11835"/>
                </a:lnTo>
                <a:cubicBezTo>
                  <a:pt x="2300" y="11898"/>
                  <a:pt x="2363" y="11993"/>
                  <a:pt x="2489" y="11993"/>
                </a:cubicBezTo>
                <a:lnTo>
                  <a:pt x="8128" y="11993"/>
                </a:lnTo>
                <a:cubicBezTo>
                  <a:pt x="8223" y="11993"/>
                  <a:pt x="8380" y="11898"/>
                  <a:pt x="8443" y="11772"/>
                </a:cubicBezTo>
                <a:lnTo>
                  <a:pt x="9137" y="10354"/>
                </a:lnTo>
                <a:cubicBezTo>
                  <a:pt x="9137" y="10323"/>
                  <a:pt x="9168" y="10291"/>
                  <a:pt x="9168" y="10260"/>
                </a:cubicBezTo>
                <a:lnTo>
                  <a:pt x="9735" y="5629"/>
                </a:lnTo>
                <a:lnTo>
                  <a:pt x="11657" y="5629"/>
                </a:lnTo>
                <a:cubicBezTo>
                  <a:pt x="11814" y="5629"/>
                  <a:pt x="11972" y="5534"/>
                  <a:pt x="12003" y="5377"/>
                </a:cubicBezTo>
                <a:cubicBezTo>
                  <a:pt x="12098" y="5219"/>
                  <a:pt x="12003" y="4998"/>
                  <a:pt x="11846" y="4967"/>
                </a:cubicBezTo>
                <a:lnTo>
                  <a:pt x="9042" y="3549"/>
                </a:lnTo>
                <a:cubicBezTo>
                  <a:pt x="9001" y="3533"/>
                  <a:pt x="8954" y="3525"/>
                  <a:pt x="8906" y="3525"/>
                </a:cubicBezTo>
                <a:cubicBezTo>
                  <a:pt x="8767" y="3525"/>
                  <a:pt x="8616" y="3590"/>
                  <a:pt x="8569" y="3707"/>
                </a:cubicBezTo>
                <a:lnTo>
                  <a:pt x="7908" y="4841"/>
                </a:lnTo>
                <a:lnTo>
                  <a:pt x="4915" y="178"/>
                </a:lnTo>
                <a:cubicBezTo>
                  <a:pt x="4866" y="80"/>
                  <a:pt x="4740" y="1"/>
                  <a:pt x="4627" y="1"/>
                </a:cubicBezTo>
                <a:cubicBezTo>
                  <a:pt x="4595" y="1"/>
                  <a:pt x="4564" y="7"/>
                  <a:pt x="4537" y="21"/>
                </a:cubicBezTo>
                <a:cubicBezTo>
                  <a:pt x="4411" y="52"/>
                  <a:pt x="4285" y="210"/>
                  <a:pt x="4285" y="367"/>
                </a:cubicBezTo>
                <a:lnTo>
                  <a:pt x="4505" y="2762"/>
                </a:lnTo>
                <a:lnTo>
                  <a:pt x="2804" y="178"/>
                </a:lnTo>
                <a:cubicBezTo>
                  <a:pt x="2730" y="80"/>
                  <a:pt x="2599" y="1"/>
                  <a:pt x="2485"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70" name="Google Shape;8209;p67">
            <a:extLst>
              <a:ext uri="{FF2B5EF4-FFF2-40B4-BE49-F238E27FC236}">
                <a16:creationId xmlns:a16="http://schemas.microsoft.com/office/drawing/2014/main" id="{2E2B8844-13EA-0ED6-81D1-F712E588AE7E}"/>
              </a:ext>
            </a:extLst>
          </p:cNvPr>
          <p:cNvGrpSpPr/>
          <p:nvPr/>
        </p:nvGrpSpPr>
        <p:grpSpPr>
          <a:xfrm>
            <a:off x="12164879" y="4122315"/>
            <a:ext cx="921171" cy="916286"/>
            <a:chOff x="-47160325" y="1974175"/>
            <a:chExt cx="301700" cy="300100"/>
          </a:xfrm>
          <a:solidFill>
            <a:srgbClr val="555559"/>
          </a:solidFill>
        </p:grpSpPr>
        <p:sp>
          <p:nvSpPr>
            <p:cNvPr id="1335" name="Google Shape;8210;p67">
              <a:extLst>
                <a:ext uri="{FF2B5EF4-FFF2-40B4-BE49-F238E27FC236}">
                  <a16:creationId xmlns:a16="http://schemas.microsoft.com/office/drawing/2014/main" id="{6B85F0D4-F8C6-7F9B-D338-D13105EA2651}"/>
                </a:ext>
              </a:extLst>
            </p:cNvPr>
            <p:cNvSpPr/>
            <p:nvPr/>
          </p:nvSpPr>
          <p:spPr>
            <a:xfrm>
              <a:off x="-47160325" y="1974175"/>
              <a:ext cx="301700" cy="300100"/>
            </a:xfrm>
            <a:custGeom>
              <a:avLst/>
              <a:gdLst/>
              <a:ahLst/>
              <a:cxnLst/>
              <a:rect l="l" t="t" r="r" b="b"/>
              <a:pathLst>
                <a:path w="12068" h="12004" extrusionOk="0">
                  <a:moveTo>
                    <a:pt x="8539" y="1166"/>
                  </a:moveTo>
                  <a:lnTo>
                    <a:pt x="9452" y="2080"/>
                  </a:lnTo>
                  <a:lnTo>
                    <a:pt x="8539" y="2080"/>
                  </a:lnTo>
                  <a:lnTo>
                    <a:pt x="8539" y="1166"/>
                  </a:lnTo>
                  <a:close/>
                  <a:moveTo>
                    <a:pt x="7846" y="693"/>
                  </a:moveTo>
                  <a:lnTo>
                    <a:pt x="7846" y="2489"/>
                  </a:lnTo>
                  <a:cubicBezTo>
                    <a:pt x="7846" y="2678"/>
                    <a:pt x="8003" y="2836"/>
                    <a:pt x="8192" y="2836"/>
                  </a:cubicBezTo>
                  <a:lnTo>
                    <a:pt x="9957" y="2836"/>
                  </a:lnTo>
                  <a:lnTo>
                    <a:pt x="9957" y="4254"/>
                  </a:lnTo>
                  <a:lnTo>
                    <a:pt x="4916" y="4254"/>
                  </a:lnTo>
                  <a:lnTo>
                    <a:pt x="4538" y="3434"/>
                  </a:lnTo>
                  <a:cubicBezTo>
                    <a:pt x="4349" y="3056"/>
                    <a:pt x="3971" y="2836"/>
                    <a:pt x="3593" y="2836"/>
                  </a:cubicBezTo>
                  <a:lnTo>
                    <a:pt x="2206" y="2836"/>
                  </a:lnTo>
                  <a:lnTo>
                    <a:pt x="2206" y="693"/>
                  </a:lnTo>
                  <a:close/>
                  <a:moveTo>
                    <a:pt x="3561" y="3529"/>
                  </a:moveTo>
                  <a:cubicBezTo>
                    <a:pt x="3656" y="3529"/>
                    <a:pt x="3782" y="3623"/>
                    <a:pt x="3876" y="3718"/>
                  </a:cubicBezTo>
                  <a:lnTo>
                    <a:pt x="4380" y="4758"/>
                  </a:lnTo>
                  <a:cubicBezTo>
                    <a:pt x="4443" y="4884"/>
                    <a:pt x="4569" y="4947"/>
                    <a:pt x="4695" y="4947"/>
                  </a:cubicBezTo>
                  <a:lnTo>
                    <a:pt x="11028" y="4947"/>
                  </a:lnTo>
                  <a:cubicBezTo>
                    <a:pt x="11248" y="4947"/>
                    <a:pt x="11406" y="5104"/>
                    <a:pt x="11406" y="5293"/>
                  </a:cubicBezTo>
                  <a:lnTo>
                    <a:pt x="11406" y="10933"/>
                  </a:lnTo>
                  <a:lnTo>
                    <a:pt x="11343" y="10933"/>
                  </a:lnTo>
                  <a:cubicBezTo>
                    <a:pt x="11343" y="11153"/>
                    <a:pt x="11185" y="11311"/>
                    <a:pt x="10996" y="11311"/>
                  </a:cubicBezTo>
                  <a:lnTo>
                    <a:pt x="1104" y="11311"/>
                  </a:lnTo>
                  <a:cubicBezTo>
                    <a:pt x="915" y="11311"/>
                    <a:pt x="757" y="11153"/>
                    <a:pt x="757" y="10933"/>
                  </a:cubicBezTo>
                  <a:lnTo>
                    <a:pt x="757" y="3875"/>
                  </a:lnTo>
                  <a:cubicBezTo>
                    <a:pt x="757" y="3686"/>
                    <a:pt x="915" y="3529"/>
                    <a:pt x="1104" y="3529"/>
                  </a:cubicBezTo>
                  <a:close/>
                  <a:moveTo>
                    <a:pt x="1797" y="0"/>
                  </a:moveTo>
                  <a:cubicBezTo>
                    <a:pt x="1576" y="0"/>
                    <a:pt x="1419" y="158"/>
                    <a:pt x="1419" y="347"/>
                  </a:cubicBezTo>
                  <a:lnTo>
                    <a:pt x="1419" y="2836"/>
                  </a:lnTo>
                  <a:lnTo>
                    <a:pt x="1072" y="2836"/>
                  </a:lnTo>
                  <a:cubicBezTo>
                    <a:pt x="474" y="2836"/>
                    <a:pt x="1" y="3308"/>
                    <a:pt x="1" y="3907"/>
                  </a:cubicBezTo>
                  <a:lnTo>
                    <a:pt x="1" y="10933"/>
                  </a:lnTo>
                  <a:cubicBezTo>
                    <a:pt x="1" y="11531"/>
                    <a:pt x="474" y="12004"/>
                    <a:pt x="1072" y="12004"/>
                  </a:cubicBezTo>
                  <a:lnTo>
                    <a:pt x="10965" y="12004"/>
                  </a:lnTo>
                  <a:cubicBezTo>
                    <a:pt x="11563" y="12004"/>
                    <a:pt x="12036" y="11531"/>
                    <a:pt x="12036" y="10933"/>
                  </a:cubicBezTo>
                  <a:lnTo>
                    <a:pt x="12036" y="5325"/>
                  </a:lnTo>
                  <a:cubicBezTo>
                    <a:pt x="12067" y="4726"/>
                    <a:pt x="11595" y="4254"/>
                    <a:pt x="10996" y="4254"/>
                  </a:cubicBezTo>
                  <a:lnTo>
                    <a:pt x="10650" y="4254"/>
                  </a:lnTo>
                  <a:lnTo>
                    <a:pt x="10650" y="2489"/>
                  </a:lnTo>
                  <a:cubicBezTo>
                    <a:pt x="10650" y="2395"/>
                    <a:pt x="10618" y="2269"/>
                    <a:pt x="10524" y="2237"/>
                  </a:cubicBezTo>
                  <a:lnTo>
                    <a:pt x="8413" y="126"/>
                  </a:lnTo>
                  <a:cubicBezTo>
                    <a:pt x="8318" y="32"/>
                    <a:pt x="8255" y="0"/>
                    <a:pt x="816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8211;p67">
              <a:extLst>
                <a:ext uri="{FF2B5EF4-FFF2-40B4-BE49-F238E27FC236}">
                  <a16:creationId xmlns:a16="http://schemas.microsoft.com/office/drawing/2014/main" id="{2EE28D76-6B89-2D8F-64E7-AA2105ED1E3C}"/>
                </a:ext>
              </a:extLst>
            </p:cNvPr>
            <p:cNvSpPr/>
            <p:nvPr/>
          </p:nvSpPr>
          <p:spPr>
            <a:xfrm>
              <a:off x="-47070525" y="2115150"/>
              <a:ext cx="123675" cy="123675"/>
            </a:xfrm>
            <a:custGeom>
              <a:avLst/>
              <a:gdLst/>
              <a:ahLst/>
              <a:cxnLst/>
              <a:rect l="l" t="t" r="r" b="b"/>
              <a:pathLst>
                <a:path w="4947" h="4947" extrusionOk="0">
                  <a:moveTo>
                    <a:pt x="1796" y="694"/>
                  </a:moveTo>
                  <a:cubicBezTo>
                    <a:pt x="2269" y="694"/>
                    <a:pt x="2678" y="977"/>
                    <a:pt x="2804" y="1418"/>
                  </a:cubicBezTo>
                  <a:lnTo>
                    <a:pt x="1796" y="1418"/>
                  </a:lnTo>
                  <a:cubicBezTo>
                    <a:pt x="1607" y="1418"/>
                    <a:pt x="1450" y="1576"/>
                    <a:pt x="1450" y="1765"/>
                  </a:cubicBezTo>
                  <a:lnTo>
                    <a:pt x="1450" y="2742"/>
                  </a:lnTo>
                  <a:cubicBezTo>
                    <a:pt x="1009" y="2584"/>
                    <a:pt x="757" y="2175"/>
                    <a:pt x="757" y="1765"/>
                  </a:cubicBezTo>
                  <a:cubicBezTo>
                    <a:pt x="757" y="1166"/>
                    <a:pt x="1229" y="694"/>
                    <a:pt x="1796" y="694"/>
                  </a:cubicBezTo>
                  <a:close/>
                  <a:moveTo>
                    <a:pt x="2804" y="2112"/>
                  </a:moveTo>
                  <a:cubicBezTo>
                    <a:pt x="2678" y="2427"/>
                    <a:pt x="2426" y="2679"/>
                    <a:pt x="2174" y="2742"/>
                  </a:cubicBezTo>
                  <a:lnTo>
                    <a:pt x="2174" y="2112"/>
                  </a:lnTo>
                  <a:close/>
                  <a:moveTo>
                    <a:pt x="4254" y="2080"/>
                  </a:moveTo>
                  <a:lnTo>
                    <a:pt x="4254" y="4191"/>
                  </a:lnTo>
                  <a:lnTo>
                    <a:pt x="2143" y="4191"/>
                  </a:lnTo>
                  <a:lnTo>
                    <a:pt x="2143" y="3466"/>
                  </a:lnTo>
                  <a:cubicBezTo>
                    <a:pt x="2804" y="3309"/>
                    <a:pt x="3340" y="2773"/>
                    <a:pt x="3498" y="2080"/>
                  </a:cubicBezTo>
                  <a:close/>
                  <a:moveTo>
                    <a:pt x="1765" y="1"/>
                  </a:moveTo>
                  <a:cubicBezTo>
                    <a:pt x="788" y="1"/>
                    <a:pt x="1" y="788"/>
                    <a:pt x="1" y="1765"/>
                  </a:cubicBezTo>
                  <a:cubicBezTo>
                    <a:pt x="1" y="2616"/>
                    <a:pt x="599" y="3340"/>
                    <a:pt x="1418" y="3498"/>
                  </a:cubicBezTo>
                  <a:lnTo>
                    <a:pt x="1418" y="4600"/>
                  </a:lnTo>
                  <a:cubicBezTo>
                    <a:pt x="1418" y="4789"/>
                    <a:pt x="1576" y="4947"/>
                    <a:pt x="1765" y="4947"/>
                  </a:cubicBezTo>
                  <a:lnTo>
                    <a:pt x="4569" y="4947"/>
                  </a:lnTo>
                  <a:cubicBezTo>
                    <a:pt x="4758" y="4947"/>
                    <a:pt x="4915" y="4789"/>
                    <a:pt x="4915" y="4600"/>
                  </a:cubicBezTo>
                  <a:lnTo>
                    <a:pt x="4915" y="1797"/>
                  </a:lnTo>
                  <a:cubicBezTo>
                    <a:pt x="4947" y="1576"/>
                    <a:pt x="4789" y="1387"/>
                    <a:pt x="4600" y="1387"/>
                  </a:cubicBezTo>
                  <a:lnTo>
                    <a:pt x="3498" y="1387"/>
                  </a:lnTo>
                  <a:cubicBezTo>
                    <a:pt x="3340" y="599"/>
                    <a:pt x="2647" y="1"/>
                    <a:pt x="176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1" name="Google Shape;8212;p67">
            <a:extLst>
              <a:ext uri="{FF2B5EF4-FFF2-40B4-BE49-F238E27FC236}">
                <a16:creationId xmlns:a16="http://schemas.microsoft.com/office/drawing/2014/main" id="{49796B6C-2B07-84A9-637E-7D294DDAD07C}"/>
              </a:ext>
            </a:extLst>
          </p:cNvPr>
          <p:cNvGrpSpPr/>
          <p:nvPr/>
        </p:nvGrpSpPr>
        <p:grpSpPr>
          <a:xfrm>
            <a:off x="12166099" y="5245381"/>
            <a:ext cx="918727" cy="918649"/>
            <a:chOff x="-47159525" y="2342000"/>
            <a:chExt cx="300900" cy="300875"/>
          </a:xfrm>
          <a:solidFill>
            <a:srgbClr val="555559"/>
          </a:solidFill>
        </p:grpSpPr>
        <p:sp>
          <p:nvSpPr>
            <p:cNvPr id="1330" name="Google Shape;8213;p67">
              <a:extLst>
                <a:ext uri="{FF2B5EF4-FFF2-40B4-BE49-F238E27FC236}">
                  <a16:creationId xmlns:a16="http://schemas.microsoft.com/office/drawing/2014/main" id="{556F35B2-3BA0-7F1E-2AB1-CA1D49A41B4C}"/>
                </a:ext>
              </a:extLst>
            </p:cNvPr>
            <p:cNvSpPr/>
            <p:nvPr/>
          </p:nvSpPr>
          <p:spPr>
            <a:xfrm>
              <a:off x="-47122500" y="2376650"/>
              <a:ext cx="123675" cy="125250"/>
            </a:xfrm>
            <a:custGeom>
              <a:avLst/>
              <a:gdLst/>
              <a:ahLst/>
              <a:cxnLst/>
              <a:rect l="l" t="t" r="r" b="b"/>
              <a:pathLst>
                <a:path w="4947" h="5010" extrusionOk="0">
                  <a:moveTo>
                    <a:pt x="1765" y="756"/>
                  </a:moveTo>
                  <a:cubicBezTo>
                    <a:pt x="2237" y="756"/>
                    <a:pt x="2615" y="1008"/>
                    <a:pt x="2741" y="1450"/>
                  </a:cubicBezTo>
                  <a:lnTo>
                    <a:pt x="1765" y="1450"/>
                  </a:lnTo>
                  <a:cubicBezTo>
                    <a:pt x="1575" y="1450"/>
                    <a:pt x="1418" y="1607"/>
                    <a:pt x="1418" y="1828"/>
                  </a:cubicBezTo>
                  <a:lnTo>
                    <a:pt x="1418" y="2804"/>
                  </a:lnTo>
                  <a:cubicBezTo>
                    <a:pt x="1008" y="2647"/>
                    <a:pt x="693" y="2237"/>
                    <a:pt x="693" y="1828"/>
                  </a:cubicBezTo>
                  <a:cubicBezTo>
                    <a:pt x="693" y="1229"/>
                    <a:pt x="1166" y="756"/>
                    <a:pt x="1765" y="756"/>
                  </a:cubicBezTo>
                  <a:close/>
                  <a:moveTo>
                    <a:pt x="2741" y="2174"/>
                  </a:moveTo>
                  <a:cubicBezTo>
                    <a:pt x="2615" y="2458"/>
                    <a:pt x="2395" y="2678"/>
                    <a:pt x="2111" y="2804"/>
                  </a:cubicBezTo>
                  <a:lnTo>
                    <a:pt x="2111" y="2174"/>
                  </a:lnTo>
                  <a:close/>
                  <a:moveTo>
                    <a:pt x="4253" y="2143"/>
                  </a:moveTo>
                  <a:lnTo>
                    <a:pt x="4253" y="4285"/>
                  </a:lnTo>
                  <a:lnTo>
                    <a:pt x="2111" y="4285"/>
                  </a:lnTo>
                  <a:lnTo>
                    <a:pt x="2111" y="3497"/>
                  </a:lnTo>
                  <a:cubicBezTo>
                    <a:pt x="2804" y="3340"/>
                    <a:pt x="3340" y="2836"/>
                    <a:pt x="3497" y="2143"/>
                  </a:cubicBezTo>
                  <a:close/>
                  <a:moveTo>
                    <a:pt x="1765" y="0"/>
                  </a:moveTo>
                  <a:cubicBezTo>
                    <a:pt x="788" y="0"/>
                    <a:pt x="0" y="788"/>
                    <a:pt x="0" y="1765"/>
                  </a:cubicBezTo>
                  <a:cubicBezTo>
                    <a:pt x="0" y="2647"/>
                    <a:pt x="567" y="3340"/>
                    <a:pt x="1418" y="3497"/>
                  </a:cubicBezTo>
                  <a:lnTo>
                    <a:pt x="1418" y="4663"/>
                  </a:lnTo>
                  <a:cubicBezTo>
                    <a:pt x="1418" y="4852"/>
                    <a:pt x="1575" y="5010"/>
                    <a:pt x="1765" y="5010"/>
                  </a:cubicBezTo>
                  <a:lnTo>
                    <a:pt x="4600" y="5010"/>
                  </a:lnTo>
                  <a:cubicBezTo>
                    <a:pt x="4789" y="5010"/>
                    <a:pt x="4947" y="4852"/>
                    <a:pt x="4947" y="4663"/>
                  </a:cubicBezTo>
                  <a:lnTo>
                    <a:pt x="4947" y="1765"/>
                  </a:lnTo>
                  <a:cubicBezTo>
                    <a:pt x="4947" y="1576"/>
                    <a:pt x="4789" y="1418"/>
                    <a:pt x="4600" y="1418"/>
                  </a:cubicBezTo>
                  <a:lnTo>
                    <a:pt x="3497" y="1418"/>
                  </a:lnTo>
                  <a:cubicBezTo>
                    <a:pt x="3340" y="630"/>
                    <a:pt x="2615" y="0"/>
                    <a:pt x="17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8214;p67">
              <a:extLst>
                <a:ext uri="{FF2B5EF4-FFF2-40B4-BE49-F238E27FC236}">
                  <a16:creationId xmlns:a16="http://schemas.microsoft.com/office/drawing/2014/main" id="{B06EBB5B-9F21-76DE-28BB-2C0686D78DD9}"/>
                </a:ext>
              </a:extLst>
            </p:cNvPr>
            <p:cNvSpPr/>
            <p:nvPr/>
          </p:nvSpPr>
          <p:spPr>
            <a:xfrm>
              <a:off x="-47159525" y="2342000"/>
              <a:ext cx="300900" cy="300875"/>
            </a:xfrm>
            <a:custGeom>
              <a:avLst/>
              <a:gdLst/>
              <a:ahLst/>
              <a:cxnLst/>
              <a:rect l="l" t="t" r="r" b="b"/>
              <a:pathLst>
                <a:path w="12036" h="12035" extrusionOk="0">
                  <a:moveTo>
                    <a:pt x="7089" y="1229"/>
                  </a:moveTo>
                  <a:lnTo>
                    <a:pt x="8003" y="2142"/>
                  </a:lnTo>
                  <a:lnTo>
                    <a:pt x="7089" y="2142"/>
                  </a:lnTo>
                  <a:lnTo>
                    <a:pt x="7089" y="1229"/>
                  </a:lnTo>
                  <a:close/>
                  <a:moveTo>
                    <a:pt x="8538" y="6396"/>
                  </a:moveTo>
                  <a:lnTo>
                    <a:pt x="8538" y="6711"/>
                  </a:lnTo>
                  <a:cubicBezTo>
                    <a:pt x="8538" y="6900"/>
                    <a:pt x="8664" y="7057"/>
                    <a:pt x="8885" y="7057"/>
                  </a:cubicBezTo>
                  <a:cubicBezTo>
                    <a:pt x="9074" y="7057"/>
                    <a:pt x="9231" y="6900"/>
                    <a:pt x="9231" y="6711"/>
                  </a:cubicBezTo>
                  <a:lnTo>
                    <a:pt x="9231" y="6427"/>
                  </a:lnTo>
                  <a:cubicBezTo>
                    <a:pt x="10303" y="6585"/>
                    <a:pt x="11153" y="7467"/>
                    <a:pt x="11311" y="8506"/>
                  </a:cubicBezTo>
                  <a:lnTo>
                    <a:pt x="10996" y="8506"/>
                  </a:lnTo>
                  <a:cubicBezTo>
                    <a:pt x="10807" y="8506"/>
                    <a:pt x="10649" y="8664"/>
                    <a:pt x="10649" y="8884"/>
                  </a:cubicBezTo>
                  <a:cubicBezTo>
                    <a:pt x="10649" y="9073"/>
                    <a:pt x="10807" y="9231"/>
                    <a:pt x="10996" y="9231"/>
                  </a:cubicBezTo>
                  <a:lnTo>
                    <a:pt x="11311" y="9231"/>
                  </a:lnTo>
                  <a:cubicBezTo>
                    <a:pt x="11153" y="10302"/>
                    <a:pt x="10303" y="11121"/>
                    <a:pt x="9231" y="11279"/>
                  </a:cubicBezTo>
                  <a:lnTo>
                    <a:pt x="9231" y="10964"/>
                  </a:lnTo>
                  <a:cubicBezTo>
                    <a:pt x="9231" y="10775"/>
                    <a:pt x="9074" y="10617"/>
                    <a:pt x="8885" y="10617"/>
                  </a:cubicBezTo>
                  <a:cubicBezTo>
                    <a:pt x="8664" y="10617"/>
                    <a:pt x="8538" y="10775"/>
                    <a:pt x="8538" y="10964"/>
                  </a:cubicBezTo>
                  <a:lnTo>
                    <a:pt x="8538" y="11279"/>
                  </a:lnTo>
                  <a:cubicBezTo>
                    <a:pt x="7467" y="11121"/>
                    <a:pt x="6585" y="10239"/>
                    <a:pt x="6428" y="9200"/>
                  </a:cubicBezTo>
                  <a:lnTo>
                    <a:pt x="6743" y="9200"/>
                  </a:lnTo>
                  <a:cubicBezTo>
                    <a:pt x="6963" y="9200"/>
                    <a:pt x="7089" y="9042"/>
                    <a:pt x="7089" y="8821"/>
                  </a:cubicBezTo>
                  <a:cubicBezTo>
                    <a:pt x="7089" y="8632"/>
                    <a:pt x="6963" y="8475"/>
                    <a:pt x="6743" y="8475"/>
                  </a:cubicBezTo>
                  <a:lnTo>
                    <a:pt x="6428" y="8475"/>
                  </a:lnTo>
                  <a:cubicBezTo>
                    <a:pt x="6585" y="7404"/>
                    <a:pt x="7467" y="6553"/>
                    <a:pt x="8538" y="6396"/>
                  </a:cubicBezTo>
                  <a:close/>
                  <a:moveTo>
                    <a:pt x="6428" y="725"/>
                  </a:moveTo>
                  <a:lnTo>
                    <a:pt x="6428" y="2489"/>
                  </a:lnTo>
                  <a:cubicBezTo>
                    <a:pt x="6428" y="2678"/>
                    <a:pt x="6585" y="2836"/>
                    <a:pt x="6774" y="2836"/>
                  </a:cubicBezTo>
                  <a:lnTo>
                    <a:pt x="8570" y="2836"/>
                  </a:lnTo>
                  <a:lnTo>
                    <a:pt x="8570" y="5734"/>
                  </a:lnTo>
                  <a:cubicBezTo>
                    <a:pt x="6995" y="5892"/>
                    <a:pt x="5766" y="7246"/>
                    <a:pt x="5766" y="8884"/>
                  </a:cubicBezTo>
                  <a:cubicBezTo>
                    <a:pt x="5766" y="9861"/>
                    <a:pt x="6238" y="10775"/>
                    <a:pt x="6932" y="11310"/>
                  </a:cubicBezTo>
                  <a:lnTo>
                    <a:pt x="757" y="11310"/>
                  </a:lnTo>
                  <a:lnTo>
                    <a:pt x="757" y="725"/>
                  </a:lnTo>
                  <a:close/>
                  <a:moveTo>
                    <a:pt x="379" y="0"/>
                  </a:moveTo>
                  <a:cubicBezTo>
                    <a:pt x="158" y="0"/>
                    <a:pt x="0" y="158"/>
                    <a:pt x="0" y="378"/>
                  </a:cubicBezTo>
                  <a:lnTo>
                    <a:pt x="0" y="11657"/>
                  </a:lnTo>
                  <a:cubicBezTo>
                    <a:pt x="0" y="11877"/>
                    <a:pt x="158" y="12035"/>
                    <a:pt x="379" y="12035"/>
                  </a:cubicBezTo>
                  <a:lnTo>
                    <a:pt x="8822" y="12035"/>
                  </a:lnTo>
                  <a:cubicBezTo>
                    <a:pt x="10555" y="12035"/>
                    <a:pt x="11972" y="10617"/>
                    <a:pt x="11972" y="8884"/>
                  </a:cubicBezTo>
                  <a:cubicBezTo>
                    <a:pt x="12035" y="7215"/>
                    <a:pt x="10807" y="5892"/>
                    <a:pt x="9231" y="5734"/>
                  </a:cubicBezTo>
                  <a:lnTo>
                    <a:pt x="9231" y="2489"/>
                  </a:lnTo>
                  <a:cubicBezTo>
                    <a:pt x="9231" y="2426"/>
                    <a:pt x="9200" y="2300"/>
                    <a:pt x="9105" y="2268"/>
                  </a:cubicBezTo>
                  <a:lnTo>
                    <a:pt x="6995" y="126"/>
                  </a:lnTo>
                  <a:cubicBezTo>
                    <a:pt x="6900" y="63"/>
                    <a:pt x="6837" y="0"/>
                    <a:pt x="674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8215;p67">
              <a:extLst>
                <a:ext uri="{FF2B5EF4-FFF2-40B4-BE49-F238E27FC236}">
                  <a16:creationId xmlns:a16="http://schemas.microsoft.com/office/drawing/2014/main" id="{73D21EF9-D8A0-3EF8-574D-138426A3C9EA}"/>
                </a:ext>
              </a:extLst>
            </p:cNvPr>
            <p:cNvSpPr/>
            <p:nvPr/>
          </p:nvSpPr>
          <p:spPr>
            <a:xfrm>
              <a:off x="-46946075" y="2537325"/>
              <a:ext cx="35450" cy="35475"/>
            </a:xfrm>
            <a:custGeom>
              <a:avLst/>
              <a:gdLst/>
              <a:ahLst/>
              <a:cxnLst/>
              <a:rect l="l" t="t" r="r" b="b"/>
              <a:pathLst>
                <a:path w="1418" h="1419" extrusionOk="0">
                  <a:moveTo>
                    <a:pt x="347" y="0"/>
                  </a:moveTo>
                  <a:cubicBezTo>
                    <a:pt x="158" y="0"/>
                    <a:pt x="0" y="158"/>
                    <a:pt x="0" y="347"/>
                  </a:cubicBezTo>
                  <a:lnTo>
                    <a:pt x="0" y="1071"/>
                  </a:lnTo>
                  <a:cubicBezTo>
                    <a:pt x="0" y="1260"/>
                    <a:pt x="158" y="1418"/>
                    <a:pt x="347" y="1418"/>
                  </a:cubicBezTo>
                  <a:lnTo>
                    <a:pt x="1040" y="1418"/>
                  </a:lnTo>
                  <a:cubicBezTo>
                    <a:pt x="1261" y="1418"/>
                    <a:pt x="1418" y="1260"/>
                    <a:pt x="1418" y="1071"/>
                  </a:cubicBezTo>
                  <a:cubicBezTo>
                    <a:pt x="1387" y="851"/>
                    <a:pt x="1261" y="693"/>
                    <a:pt x="1040" y="693"/>
                  </a:cubicBezTo>
                  <a:lnTo>
                    <a:pt x="693" y="693"/>
                  </a:lnTo>
                  <a:lnTo>
                    <a:pt x="693" y="347"/>
                  </a:lnTo>
                  <a:cubicBezTo>
                    <a:pt x="693" y="158"/>
                    <a:pt x="536"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8216;p67">
              <a:extLst>
                <a:ext uri="{FF2B5EF4-FFF2-40B4-BE49-F238E27FC236}">
                  <a16:creationId xmlns:a16="http://schemas.microsoft.com/office/drawing/2014/main" id="{76C1B1ED-5C90-9DC6-871F-C59CD9166807}"/>
                </a:ext>
              </a:extLst>
            </p:cNvPr>
            <p:cNvSpPr/>
            <p:nvPr/>
          </p:nvSpPr>
          <p:spPr>
            <a:xfrm>
              <a:off x="-47122500" y="2537325"/>
              <a:ext cx="87450" cy="17350"/>
            </a:xfrm>
            <a:custGeom>
              <a:avLst/>
              <a:gdLst/>
              <a:ahLst/>
              <a:cxnLst/>
              <a:rect l="l" t="t" r="r" b="b"/>
              <a:pathLst>
                <a:path w="3498" h="694" extrusionOk="0">
                  <a:moveTo>
                    <a:pt x="347" y="0"/>
                  </a:moveTo>
                  <a:cubicBezTo>
                    <a:pt x="158" y="0"/>
                    <a:pt x="0" y="158"/>
                    <a:pt x="0" y="347"/>
                  </a:cubicBezTo>
                  <a:cubicBezTo>
                    <a:pt x="0" y="536"/>
                    <a:pt x="158" y="693"/>
                    <a:pt x="347" y="693"/>
                  </a:cubicBezTo>
                  <a:lnTo>
                    <a:pt x="3151" y="693"/>
                  </a:lnTo>
                  <a:cubicBezTo>
                    <a:pt x="3340" y="693"/>
                    <a:pt x="3497" y="536"/>
                    <a:pt x="3497" y="347"/>
                  </a:cubicBezTo>
                  <a:cubicBezTo>
                    <a:pt x="3497" y="158"/>
                    <a:pt x="3340" y="0"/>
                    <a:pt x="315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8217;p67">
              <a:extLst>
                <a:ext uri="{FF2B5EF4-FFF2-40B4-BE49-F238E27FC236}">
                  <a16:creationId xmlns:a16="http://schemas.microsoft.com/office/drawing/2014/main" id="{A30C1872-0A5C-4EA9-CA4A-93DBC2422508}"/>
                </a:ext>
              </a:extLst>
            </p:cNvPr>
            <p:cNvSpPr/>
            <p:nvPr/>
          </p:nvSpPr>
          <p:spPr>
            <a:xfrm>
              <a:off x="-47122500" y="2572775"/>
              <a:ext cx="87450" cy="17350"/>
            </a:xfrm>
            <a:custGeom>
              <a:avLst/>
              <a:gdLst/>
              <a:ahLst/>
              <a:cxnLst/>
              <a:rect l="l" t="t" r="r" b="b"/>
              <a:pathLst>
                <a:path w="3498" h="694" extrusionOk="0">
                  <a:moveTo>
                    <a:pt x="347" y="0"/>
                  </a:moveTo>
                  <a:cubicBezTo>
                    <a:pt x="158" y="0"/>
                    <a:pt x="0" y="158"/>
                    <a:pt x="0" y="347"/>
                  </a:cubicBezTo>
                  <a:cubicBezTo>
                    <a:pt x="0" y="536"/>
                    <a:pt x="158" y="693"/>
                    <a:pt x="347" y="693"/>
                  </a:cubicBezTo>
                  <a:lnTo>
                    <a:pt x="3151" y="693"/>
                  </a:lnTo>
                  <a:cubicBezTo>
                    <a:pt x="3340" y="693"/>
                    <a:pt x="3497" y="536"/>
                    <a:pt x="3497" y="347"/>
                  </a:cubicBezTo>
                  <a:cubicBezTo>
                    <a:pt x="3497" y="158"/>
                    <a:pt x="3340" y="0"/>
                    <a:pt x="315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2" name="Google Shape;8218;p67">
            <a:extLst>
              <a:ext uri="{FF2B5EF4-FFF2-40B4-BE49-F238E27FC236}">
                <a16:creationId xmlns:a16="http://schemas.microsoft.com/office/drawing/2014/main" id="{A85C6FC7-433D-2667-E68F-35BFCFA1DD4F}"/>
              </a:ext>
            </a:extLst>
          </p:cNvPr>
          <p:cNvGrpSpPr/>
          <p:nvPr/>
        </p:nvGrpSpPr>
        <p:grpSpPr>
          <a:xfrm>
            <a:off x="12167323" y="6375624"/>
            <a:ext cx="916286" cy="918727"/>
            <a:chOff x="-47157950" y="2712175"/>
            <a:chExt cx="300100" cy="300900"/>
          </a:xfrm>
          <a:solidFill>
            <a:srgbClr val="555559"/>
          </a:solidFill>
        </p:grpSpPr>
        <p:sp>
          <p:nvSpPr>
            <p:cNvPr id="1323" name="Google Shape;8219;p67">
              <a:extLst>
                <a:ext uri="{FF2B5EF4-FFF2-40B4-BE49-F238E27FC236}">
                  <a16:creationId xmlns:a16="http://schemas.microsoft.com/office/drawing/2014/main" id="{FD965270-C492-D241-A1E9-CA1A059F9C8E}"/>
                </a:ext>
              </a:extLst>
            </p:cNvPr>
            <p:cNvSpPr/>
            <p:nvPr/>
          </p:nvSpPr>
          <p:spPr>
            <a:xfrm>
              <a:off x="-47157950" y="2712175"/>
              <a:ext cx="300100" cy="300900"/>
            </a:xfrm>
            <a:custGeom>
              <a:avLst/>
              <a:gdLst/>
              <a:ahLst/>
              <a:cxnLst/>
              <a:rect l="l" t="t" r="r" b="b"/>
              <a:pathLst>
                <a:path w="12004" h="12036" extrusionOk="0">
                  <a:moveTo>
                    <a:pt x="7026" y="1166"/>
                  </a:moveTo>
                  <a:lnTo>
                    <a:pt x="7940" y="2048"/>
                  </a:lnTo>
                  <a:lnTo>
                    <a:pt x="7026" y="2048"/>
                  </a:lnTo>
                  <a:lnTo>
                    <a:pt x="7026" y="1166"/>
                  </a:lnTo>
                  <a:close/>
                  <a:moveTo>
                    <a:pt x="6333" y="693"/>
                  </a:moveTo>
                  <a:lnTo>
                    <a:pt x="6333" y="2458"/>
                  </a:lnTo>
                  <a:cubicBezTo>
                    <a:pt x="6333" y="2647"/>
                    <a:pt x="6491" y="2804"/>
                    <a:pt x="6680" y="2804"/>
                  </a:cubicBezTo>
                  <a:lnTo>
                    <a:pt x="8444" y="2804"/>
                  </a:lnTo>
                  <a:lnTo>
                    <a:pt x="8444" y="4222"/>
                  </a:lnTo>
                  <a:lnTo>
                    <a:pt x="3529" y="4222"/>
                  </a:lnTo>
                  <a:lnTo>
                    <a:pt x="3529" y="693"/>
                  </a:lnTo>
                  <a:close/>
                  <a:moveTo>
                    <a:pt x="10933" y="4222"/>
                  </a:moveTo>
                  <a:cubicBezTo>
                    <a:pt x="11122" y="4222"/>
                    <a:pt x="11279" y="4380"/>
                    <a:pt x="11279" y="4569"/>
                  </a:cubicBezTo>
                  <a:lnTo>
                    <a:pt x="11279" y="8097"/>
                  </a:lnTo>
                  <a:lnTo>
                    <a:pt x="11248" y="8097"/>
                  </a:lnTo>
                  <a:cubicBezTo>
                    <a:pt x="11248" y="8286"/>
                    <a:pt x="11090" y="8444"/>
                    <a:pt x="10901" y="8444"/>
                  </a:cubicBezTo>
                  <a:lnTo>
                    <a:pt x="9137" y="8444"/>
                  </a:lnTo>
                  <a:lnTo>
                    <a:pt x="9137" y="7719"/>
                  </a:lnTo>
                  <a:lnTo>
                    <a:pt x="9483" y="7719"/>
                  </a:lnTo>
                  <a:cubicBezTo>
                    <a:pt x="9673" y="7719"/>
                    <a:pt x="9830" y="7562"/>
                    <a:pt x="9830" y="7372"/>
                  </a:cubicBezTo>
                  <a:cubicBezTo>
                    <a:pt x="9830" y="7183"/>
                    <a:pt x="9673" y="7026"/>
                    <a:pt x="9483" y="7026"/>
                  </a:cubicBezTo>
                  <a:lnTo>
                    <a:pt x="2458" y="7026"/>
                  </a:lnTo>
                  <a:cubicBezTo>
                    <a:pt x="2269" y="7026"/>
                    <a:pt x="2111" y="7183"/>
                    <a:pt x="2111" y="7372"/>
                  </a:cubicBezTo>
                  <a:cubicBezTo>
                    <a:pt x="2111" y="7562"/>
                    <a:pt x="2269" y="7719"/>
                    <a:pt x="2458" y="7719"/>
                  </a:cubicBezTo>
                  <a:lnTo>
                    <a:pt x="2836" y="7719"/>
                  </a:lnTo>
                  <a:lnTo>
                    <a:pt x="2836" y="8444"/>
                  </a:lnTo>
                  <a:lnTo>
                    <a:pt x="1040" y="8444"/>
                  </a:lnTo>
                  <a:cubicBezTo>
                    <a:pt x="851" y="8444"/>
                    <a:pt x="694" y="8286"/>
                    <a:pt x="694" y="8097"/>
                  </a:cubicBezTo>
                  <a:lnTo>
                    <a:pt x="694" y="4569"/>
                  </a:lnTo>
                  <a:cubicBezTo>
                    <a:pt x="694" y="4380"/>
                    <a:pt x="851" y="4222"/>
                    <a:pt x="1040" y="4222"/>
                  </a:cubicBezTo>
                  <a:lnTo>
                    <a:pt x="2836" y="4222"/>
                  </a:lnTo>
                  <a:lnTo>
                    <a:pt x="2836" y="4569"/>
                  </a:lnTo>
                  <a:cubicBezTo>
                    <a:pt x="2836" y="4789"/>
                    <a:pt x="2993" y="4947"/>
                    <a:pt x="3183" y="4947"/>
                  </a:cubicBezTo>
                  <a:lnTo>
                    <a:pt x="8822" y="4947"/>
                  </a:lnTo>
                  <a:cubicBezTo>
                    <a:pt x="9011" y="4947"/>
                    <a:pt x="9168" y="4789"/>
                    <a:pt x="9168" y="4569"/>
                  </a:cubicBezTo>
                  <a:lnTo>
                    <a:pt x="9168" y="4222"/>
                  </a:lnTo>
                  <a:close/>
                  <a:moveTo>
                    <a:pt x="8412" y="7719"/>
                  </a:moveTo>
                  <a:lnTo>
                    <a:pt x="8412" y="11279"/>
                  </a:lnTo>
                  <a:lnTo>
                    <a:pt x="3498" y="11279"/>
                  </a:lnTo>
                  <a:lnTo>
                    <a:pt x="3498" y="7719"/>
                  </a:lnTo>
                  <a:close/>
                  <a:moveTo>
                    <a:pt x="3183" y="0"/>
                  </a:moveTo>
                  <a:cubicBezTo>
                    <a:pt x="2993" y="0"/>
                    <a:pt x="2836" y="158"/>
                    <a:pt x="2836" y="378"/>
                  </a:cubicBezTo>
                  <a:lnTo>
                    <a:pt x="2836" y="3560"/>
                  </a:lnTo>
                  <a:lnTo>
                    <a:pt x="1072" y="3560"/>
                  </a:lnTo>
                  <a:cubicBezTo>
                    <a:pt x="473" y="3560"/>
                    <a:pt x="1" y="4033"/>
                    <a:pt x="1" y="4600"/>
                  </a:cubicBezTo>
                  <a:lnTo>
                    <a:pt x="1" y="8129"/>
                  </a:lnTo>
                  <a:cubicBezTo>
                    <a:pt x="1" y="8696"/>
                    <a:pt x="473" y="9168"/>
                    <a:pt x="1072" y="9168"/>
                  </a:cubicBezTo>
                  <a:lnTo>
                    <a:pt x="2836" y="9168"/>
                  </a:lnTo>
                  <a:lnTo>
                    <a:pt x="2836" y="11657"/>
                  </a:lnTo>
                  <a:cubicBezTo>
                    <a:pt x="2836" y="11846"/>
                    <a:pt x="2993" y="12035"/>
                    <a:pt x="3183" y="12035"/>
                  </a:cubicBezTo>
                  <a:lnTo>
                    <a:pt x="8822" y="12035"/>
                  </a:lnTo>
                  <a:cubicBezTo>
                    <a:pt x="9011" y="12035"/>
                    <a:pt x="9168" y="11846"/>
                    <a:pt x="9168" y="11657"/>
                  </a:cubicBezTo>
                  <a:lnTo>
                    <a:pt x="9168" y="9168"/>
                  </a:lnTo>
                  <a:lnTo>
                    <a:pt x="10933" y="9168"/>
                  </a:lnTo>
                  <a:cubicBezTo>
                    <a:pt x="11531" y="9168"/>
                    <a:pt x="12004" y="8696"/>
                    <a:pt x="12004" y="8129"/>
                  </a:cubicBezTo>
                  <a:lnTo>
                    <a:pt x="12004" y="4600"/>
                  </a:lnTo>
                  <a:cubicBezTo>
                    <a:pt x="11972" y="4001"/>
                    <a:pt x="11500" y="3529"/>
                    <a:pt x="10901" y="3529"/>
                  </a:cubicBezTo>
                  <a:lnTo>
                    <a:pt x="9137" y="3529"/>
                  </a:lnTo>
                  <a:lnTo>
                    <a:pt x="9137" y="2458"/>
                  </a:lnTo>
                  <a:cubicBezTo>
                    <a:pt x="9137" y="2363"/>
                    <a:pt x="9074" y="2269"/>
                    <a:pt x="9011" y="2206"/>
                  </a:cubicBezTo>
                  <a:lnTo>
                    <a:pt x="6932" y="126"/>
                  </a:lnTo>
                  <a:cubicBezTo>
                    <a:pt x="6837" y="63"/>
                    <a:pt x="6774" y="0"/>
                    <a:pt x="668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8220;p67">
              <a:extLst>
                <a:ext uri="{FF2B5EF4-FFF2-40B4-BE49-F238E27FC236}">
                  <a16:creationId xmlns:a16="http://schemas.microsoft.com/office/drawing/2014/main" id="{B37EC269-0E9A-D430-9F3D-969ADD91EB52}"/>
                </a:ext>
              </a:extLst>
            </p:cNvPr>
            <p:cNvSpPr/>
            <p:nvPr/>
          </p:nvSpPr>
          <p:spPr>
            <a:xfrm>
              <a:off x="-47087075" y="2852375"/>
              <a:ext cx="17350" cy="17350"/>
            </a:xfrm>
            <a:custGeom>
              <a:avLst/>
              <a:gdLst/>
              <a:ahLst/>
              <a:cxnLst/>
              <a:rect l="l" t="t" r="r" b="b"/>
              <a:pathLst>
                <a:path w="694" h="694" extrusionOk="0">
                  <a:moveTo>
                    <a:pt x="348" y="0"/>
                  </a:moveTo>
                  <a:cubicBezTo>
                    <a:pt x="158" y="0"/>
                    <a:pt x="1" y="158"/>
                    <a:pt x="1" y="347"/>
                  </a:cubicBezTo>
                  <a:cubicBezTo>
                    <a:pt x="1" y="536"/>
                    <a:pt x="158" y="693"/>
                    <a:pt x="348" y="693"/>
                  </a:cubicBezTo>
                  <a:cubicBezTo>
                    <a:pt x="537" y="693"/>
                    <a:pt x="694" y="536"/>
                    <a:pt x="694" y="347"/>
                  </a:cubicBezTo>
                  <a:cubicBezTo>
                    <a:pt x="694" y="158"/>
                    <a:pt x="537" y="0"/>
                    <a:pt x="34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8221;p67">
              <a:extLst>
                <a:ext uri="{FF2B5EF4-FFF2-40B4-BE49-F238E27FC236}">
                  <a16:creationId xmlns:a16="http://schemas.microsoft.com/office/drawing/2014/main" id="{A26844D1-6031-5D17-BCDF-5F046F9BF5BE}"/>
                </a:ext>
              </a:extLst>
            </p:cNvPr>
            <p:cNvSpPr/>
            <p:nvPr/>
          </p:nvSpPr>
          <p:spPr>
            <a:xfrm>
              <a:off x="-47052400" y="2852375"/>
              <a:ext cx="17350" cy="17350"/>
            </a:xfrm>
            <a:custGeom>
              <a:avLst/>
              <a:gdLst/>
              <a:ahLst/>
              <a:cxnLst/>
              <a:rect l="l" t="t" r="r" b="b"/>
              <a:pathLst>
                <a:path w="694" h="694" extrusionOk="0">
                  <a:moveTo>
                    <a:pt x="347" y="0"/>
                  </a:moveTo>
                  <a:cubicBezTo>
                    <a:pt x="126" y="0"/>
                    <a:pt x="0" y="158"/>
                    <a:pt x="0" y="347"/>
                  </a:cubicBezTo>
                  <a:cubicBezTo>
                    <a:pt x="0" y="536"/>
                    <a:pt x="126" y="693"/>
                    <a:pt x="347" y="693"/>
                  </a:cubicBezTo>
                  <a:cubicBezTo>
                    <a:pt x="536" y="693"/>
                    <a:pt x="693" y="536"/>
                    <a:pt x="693" y="347"/>
                  </a:cubicBezTo>
                  <a:cubicBezTo>
                    <a:pt x="693" y="158"/>
                    <a:pt x="536"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8222;p67">
              <a:extLst>
                <a:ext uri="{FF2B5EF4-FFF2-40B4-BE49-F238E27FC236}">
                  <a16:creationId xmlns:a16="http://schemas.microsoft.com/office/drawing/2014/main" id="{F93D8D03-50D7-69A7-7BBC-18589427EA5C}"/>
                </a:ext>
              </a:extLst>
            </p:cNvPr>
            <p:cNvSpPr/>
            <p:nvPr/>
          </p:nvSpPr>
          <p:spPr>
            <a:xfrm>
              <a:off x="-47051625" y="2957900"/>
              <a:ext cx="87450" cy="17350"/>
            </a:xfrm>
            <a:custGeom>
              <a:avLst/>
              <a:gdLst/>
              <a:ahLst/>
              <a:cxnLst/>
              <a:rect l="l" t="t" r="r" b="b"/>
              <a:pathLst>
                <a:path w="3498" h="694" extrusionOk="0">
                  <a:moveTo>
                    <a:pt x="347" y="1"/>
                  </a:moveTo>
                  <a:cubicBezTo>
                    <a:pt x="158" y="1"/>
                    <a:pt x="1" y="158"/>
                    <a:pt x="1" y="347"/>
                  </a:cubicBezTo>
                  <a:cubicBezTo>
                    <a:pt x="1" y="536"/>
                    <a:pt x="158" y="694"/>
                    <a:pt x="347" y="694"/>
                  </a:cubicBezTo>
                  <a:lnTo>
                    <a:pt x="3151" y="694"/>
                  </a:lnTo>
                  <a:cubicBezTo>
                    <a:pt x="3340" y="694"/>
                    <a:pt x="3498" y="536"/>
                    <a:pt x="3498" y="347"/>
                  </a:cubicBezTo>
                  <a:cubicBezTo>
                    <a:pt x="3498" y="158"/>
                    <a:pt x="3340" y="1"/>
                    <a:pt x="315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8223;p67">
              <a:extLst>
                <a:ext uri="{FF2B5EF4-FFF2-40B4-BE49-F238E27FC236}">
                  <a16:creationId xmlns:a16="http://schemas.microsoft.com/office/drawing/2014/main" id="{E631433B-8C14-63F0-B61E-4FA25A6867AF}"/>
                </a:ext>
              </a:extLst>
            </p:cNvPr>
            <p:cNvSpPr/>
            <p:nvPr/>
          </p:nvSpPr>
          <p:spPr>
            <a:xfrm>
              <a:off x="-47051625" y="2923250"/>
              <a:ext cx="87450" cy="17350"/>
            </a:xfrm>
            <a:custGeom>
              <a:avLst/>
              <a:gdLst/>
              <a:ahLst/>
              <a:cxnLst/>
              <a:rect l="l" t="t" r="r" b="b"/>
              <a:pathLst>
                <a:path w="3498" h="694" extrusionOk="0">
                  <a:moveTo>
                    <a:pt x="347" y="1"/>
                  </a:moveTo>
                  <a:cubicBezTo>
                    <a:pt x="158" y="1"/>
                    <a:pt x="1" y="158"/>
                    <a:pt x="1" y="347"/>
                  </a:cubicBezTo>
                  <a:cubicBezTo>
                    <a:pt x="1" y="536"/>
                    <a:pt x="158" y="694"/>
                    <a:pt x="347" y="694"/>
                  </a:cubicBezTo>
                  <a:lnTo>
                    <a:pt x="3151" y="694"/>
                  </a:lnTo>
                  <a:cubicBezTo>
                    <a:pt x="3340" y="694"/>
                    <a:pt x="3498" y="536"/>
                    <a:pt x="3498" y="347"/>
                  </a:cubicBezTo>
                  <a:cubicBezTo>
                    <a:pt x="3498" y="158"/>
                    <a:pt x="3340" y="1"/>
                    <a:pt x="315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8224;p67">
              <a:extLst>
                <a:ext uri="{FF2B5EF4-FFF2-40B4-BE49-F238E27FC236}">
                  <a16:creationId xmlns:a16="http://schemas.microsoft.com/office/drawing/2014/main" id="{A80507A6-CE97-BE8E-8462-4127C9502C27}"/>
                </a:ext>
              </a:extLst>
            </p:cNvPr>
            <p:cNvSpPr/>
            <p:nvPr/>
          </p:nvSpPr>
          <p:spPr>
            <a:xfrm>
              <a:off x="-47017750" y="2852375"/>
              <a:ext cx="35450" cy="17350"/>
            </a:xfrm>
            <a:custGeom>
              <a:avLst/>
              <a:gdLst/>
              <a:ahLst/>
              <a:cxnLst/>
              <a:rect l="l" t="t" r="r" b="b"/>
              <a:pathLst>
                <a:path w="1418" h="694" extrusionOk="0">
                  <a:moveTo>
                    <a:pt x="378" y="0"/>
                  </a:moveTo>
                  <a:cubicBezTo>
                    <a:pt x="158" y="0"/>
                    <a:pt x="0" y="158"/>
                    <a:pt x="0" y="347"/>
                  </a:cubicBezTo>
                  <a:cubicBezTo>
                    <a:pt x="0" y="536"/>
                    <a:pt x="158" y="693"/>
                    <a:pt x="378" y="693"/>
                  </a:cubicBezTo>
                  <a:lnTo>
                    <a:pt x="1072" y="693"/>
                  </a:lnTo>
                  <a:cubicBezTo>
                    <a:pt x="1261" y="693"/>
                    <a:pt x="1418" y="536"/>
                    <a:pt x="1418" y="347"/>
                  </a:cubicBezTo>
                  <a:cubicBezTo>
                    <a:pt x="1418" y="158"/>
                    <a:pt x="1261" y="0"/>
                    <a:pt x="107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8225;p67">
              <a:extLst>
                <a:ext uri="{FF2B5EF4-FFF2-40B4-BE49-F238E27FC236}">
                  <a16:creationId xmlns:a16="http://schemas.microsoft.com/office/drawing/2014/main" id="{821BEA63-82E5-41CD-8256-07D526DC2723}"/>
                </a:ext>
              </a:extLst>
            </p:cNvPr>
            <p:cNvSpPr/>
            <p:nvPr/>
          </p:nvSpPr>
          <p:spPr>
            <a:xfrm>
              <a:off x="-46964975" y="2852375"/>
              <a:ext cx="35450" cy="17350"/>
            </a:xfrm>
            <a:custGeom>
              <a:avLst/>
              <a:gdLst/>
              <a:ahLst/>
              <a:cxnLst/>
              <a:rect l="l" t="t" r="r" b="b"/>
              <a:pathLst>
                <a:path w="1418" h="694" extrusionOk="0">
                  <a:moveTo>
                    <a:pt x="347" y="0"/>
                  </a:moveTo>
                  <a:cubicBezTo>
                    <a:pt x="158" y="0"/>
                    <a:pt x="0" y="158"/>
                    <a:pt x="0" y="347"/>
                  </a:cubicBezTo>
                  <a:cubicBezTo>
                    <a:pt x="0" y="536"/>
                    <a:pt x="158" y="693"/>
                    <a:pt x="347" y="693"/>
                  </a:cubicBezTo>
                  <a:lnTo>
                    <a:pt x="1040" y="693"/>
                  </a:lnTo>
                  <a:cubicBezTo>
                    <a:pt x="1260" y="693"/>
                    <a:pt x="1418" y="536"/>
                    <a:pt x="1418" y="347"/>
                  </a:cubicBezTo>
                  <a:cubicBezTo>
                    <a:pt x="1418" y="158"/>
                    <a:pt x="1260" y="0"/>
                    <a:pt x="104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3" name="Google Shape;8226;p67">
            <a:extLst>
              <a:ext uri="{FF2B5EF4-FFF2-40B4-BE49-F238E27FC236}">
                <a16:creationId xmlns:a16="http://schemas.microsoft.com/office/drawing/2014/main" id="{80402948-0C68-1BF0-7E53-69B0E487E6FE}"/>
              </a:ext>
            </a:extLst>
          </p:cNvPr>
          <p:cNvSpPr/>
          <p:nvPr/>
        </p:nvSpPr>
        <p:spPr>
          <a:xfrm>
            <a:off x="17913895" y="4095557"/>
            <a:ext cx="805681" cy="913919"/>
          </a:xfrm>
          <a:custGeom>
            <a:avLst/>
            <a:gdLst/>
            <a:ahLst/>
            <a:cxnLst/>
            <a:rect l="l" t="t" r="r" b="b"/>
            <a:pathLst>
              <a:path w="10555" h="11973" extrusionOk="0">
                <a:moveTo>
                  <a:pt x="3151" y="2836"/>
                </a:moveTo>
                <a:cubicBezTo>
                  <a:pt x="3340" y="2836"/>
                  <a:pt x="3498" y="2994"/>
                  <a:pt x="3498" y="3183"/>
                </a:cubicBezTo>
                <a:lnTo>
                  <a:pt x="3498" y="3529"/>
                </a:lnTo>
                <a:lnTo>
                  <a:pt x="2805" y="3529"/>
                </a:lnTo>
                <a:lnTo>
                  <a:pt x="2805" y="3183"/>
                </a:lnTo>
                <a:cubicBezTo>
                  <a:pt x="2805" y="2994"/>
                  <a:pt x="2962" y="2836"/>
                  <a:pt x="3151" y="2836"/>
                </a:cubicBezTo>
                <a:close/>
                <a:moveTo>
                  <a:pt x="9862" y="4191"/>
                </a:moveTo>
                <a:lnTo>
                  <a:pt x="9862" y="5262"/>
                </a:lnTo>
                <a:cubicBezTo>
                  <a:pt x="9862" y="5451"/>
                  <a:pt x="9704" y="5609"/>
                  <a:pt x="9484" y="5609"/>
                </a:cubicBezTo>
                <a:cubicBezTo>
                  <a:pt x="9295" y="5609"/>
                  <a:pt x="9137" y="5451"/>
                  <a:pt x="9137" y="5262"/>
                </a:cubicBezTo>
                <a:lnTo>
                  <a:pt x="9137" y="4191"/>
                </a:lnTo>
                <a:close/>
                <a:moveTo>
                  <a:pt x="3151" y="5609"/>
                </a:moveTo>
                <a:cubicBezTo>
                  <a:pt x="3340" y="5609"/>
                  <a:pt x="3498" y="5766"/>
                  <a:pt x="3498" y="5987"/>
                </a:cubicBezTo>
                <a:cubicBezTo>
                  <a:pt x="3498" y="6176"/>
                  <a:pt x="3340" y="6333"/>
                  <a:pt x="3151" y="6333"/>
                </a:cubicBezTo>
                <a:cubicBezTo>
                  <a:pt x="2962" y="6333"/>
                  <a:pt x="2805" y="6176"/>
                  <a:pt x="2805" y="5987"/>
                </a:cubicBezTo>
                <a:cubicBezTo>
                  <a:pt x="2805" y="5766"/>
                  <a:pt x="2962" y="5609"/>
                  <a:pt x="3151" y="5609"/>
                </a:cubicBezTo>
                <a:close/>
                <a:moveTo>
                  <a:pt x="3592" y="4254"/>
                </a:moveTo>
                <a:cubicBezTo>
                  <a:pt x="4695" y="4443"/>
                  <a:pt x="5640" y="5451"/>
                  <a:pt x="5640" y="6680"/>
                </a:cubicBezTo>
                <a:lnTo>
                  <a:pt x="5640" y="8822"/>
                </a:lnTo>
                <a:cubicBezTo>
                  <a:pt x="5640" y="10145"/>
                  <a:pt x="4538" y="11248"/>
                  <a:pt x="3183" y="11248"/>
                </a:cubicBezTo>
                <a:cubicBezTo>
                  <a:pt x="1860" y="11248"/>
                  <a:pt x="757" y="10145"/>
                  <a:pt x="757" y="8822"/>
                </a:cubicBezTo>
                <a:lnTo>
                  <a:pt x="757" y="6680"/>
                </a:lnTo>
                <a:cubicBezTo>
                  <a:pt x="757" y="5451"/>
                  <a:pt x="1671" y="4443"/>
                  <a:pt x="2868" y="4254"/>
                </a:cubicBezTo>
                <a:lnTo>
                  <a:pt x="2868" y="4979"/>
                </a:lnTo>
                <a:cubicBezTo>
                  <a:pt x="2490" y="5136"/>
                  <a:pt x="2175" y="5546"/>
                  <a:pt x="2175" y="5987"/>
                </a:cubicBezTo>
                <a:cubicBezTo>
                  <a:pt x="2175" y="6396"/>
                  <a:pt x="2458" y="6837"/>
                  <a:pt x="2868" y="6963"/>
                </a:cubicBezTo>
                <a:lnTo>
                  <a:pt x="2868" y="7341"/>
                </a:lnTo>
                <a:cubicBezTo>
                  <a:pt x="2868" y="7562"/>
                  <a:pt x="3025" y="7719"/>
                  <a:pt x="3246" y="7719"/>
                </a:cubicBezTo>
                <a:cubicBezTo>
                  <a:pt x="3435" y="7719"/>
                  <a:pt x="3592" y="7562"/>
                  <a:pt x="3592" y="7341"/>
                </a:cubicBezTo>
                <a:lnTo>
                  <a:pt x="3592" y="6963"/>
                </a:lnTo>
                <a:cubicBezTo>
                  <a:pt x="3970" y="6806"/>
                  <a:pt x="4286" y="6396"/>
                  <a:pt x="4286" y="5987"/>
                </a:cubicBezTo>
                <a:cubicBezTo>
                  <a:pt x="4286" y="5546"/>
                  <a:pt x="4033" y="5105"/>
                  <a:pt x="3592" y="4979"/>
                </a:cubicBezTo>
                <a:lnTo>
                  <a:pt x="3592" y="4254"/>
                </a:lnTo>
                <a:close/>
                <a:moveTo>
                  <a:pt x="5294" y="1"/>
                </a:moveTo>
                <a:cubicBezTo>
                  <a:pt x="4033" y="1"/>
                  <a:pt x="2994" y="946"/>
                  <a:pt x="2836" y="2143"/>
                </a:cubicBezTo>
                <a:cubicBezTo>
                  <a:pt x="2427" y="2301"/>
                  <a:pt x="2143" y="2710"/>
                  <a:pt x="2143" y="3151"/>
                </a:cubicBezTo>
                <a:lnTo>
                  <a:pt x="2143" y="3687"/>
                </a:lnTo>
                <a:cubicBezTo>
                  <a:pt x="914" y="4128"/>
                  <a:pt x="1" y="5294"/>
                  <a:pt x="1" y="6680"/>
                </a:cubicBezTo>
                <a:lnTo>
                  <a:pt x="1" y="8822"/>
                </a:lnTo>
                <a:cubicBezTo>
                  <a:pt x="1" y="10555"/>
                  <a:pt x="1419" y="11973"/>
                  <a:pt x="3151" y="11973"/>
                </a:cubicBezTo>
                <a:cubicBezTo>
                  <a:pt x="4884" y="11973"/>
                  <a:pt x="6302" y="10555"/>
                  <a:pt x="6302" y="8822"/>
                </a:cubicBezTo>
                <a:lnTo>
                  <a:pt x="6302" y="6680"/>
                </a:lnTo>
                <a:cubicBezTo>
                  <a:pt x="6302" y="5294"/>
                  <a:pt x="5451" y="4128"/>
                  <a:pt x="4191" y="3687"/>
                </a:cubicBezTo>
                <a:lnTo>
                  <a:pt x="4191" y="3151"/>
                </a:lnTo>
                <a:cubicBezTo>
                  <a:pt x="4191" y="2710"/>
                  <a:pt x="3907" y="2301"/>
                  <a:pt x="3529" y="2143"/>
                </a:cubicBezTo>
                <a:cubicBezTo>
                  <a:pt x="3624" y="1293"/>
                  <a:pt x="4380" y="662"/>
                  <a:pt x="5262" y="662"/>
                </a:cubicBezTo>
                <a:cubicBezTo>
                  <a:pt x="6239" y="662"/>
                  <a:pt x="7026" y="1450"/>
                  <a:pt x="7026" y="2427"/>
                </a:cubicBezTo>
                <a:lnTo>
                  <a:pt x="7026" y="8413"/>
                </a:lnTo>
                <a:cubicBezTo>
                  <a:pt x="7026" y="9200"/>
                  <a:pt x="7657" y="9830"/>
                  <a:pt x="8444" y="9830"/>
                </a:cubicBezTo>
                <a:cubicBezTo>
                  <a:pt x="9232" y="9830"/>
                  <a:pt x="9862" y="9200"/>
                  <a:pt x="9862" y="8413"/>
                </a:cubicBezTo>
                <a:lnTo>
                  <a:pt x="9862" y="6239"/>
                </a:lnTo>
                <a:cubicBezTo>
                  <a:pt x="10240" y="6081"/>
                  <a:pt x="10555" y="5703"/>
                  <a:pt x="10555" y="5262"/>
                </a:cubicBezTo>
                <a:lnTo>
                  <a:pt x="10555" y="3844"/>
                </a:lnTo>
                <a:cubicBezTo>
                  <a:pt x="10555" y="3687"/>
                  <a:pt x="10397" y="3529"/>
                  <a:pt x="10208" y="3529"/>
                </a:cubicBezTo>
                <a:lnTo>
                  <a:pt x="9862" y="3529"/>
                </a:lnTo>
                <a:lnTo>
                  <a:pt x="9862" y="2458"/>
                </a:lnTo>
                <a:cubicBezTo>
                  <a:pt x="9862" y="2269"/>
                  <a:pt x="9704" y="2112"/>
                  <a:pt x="9515" y="2112"/>
                </a:cubicBezTo>
                <a:cubicBezTo>
                  <a:pt x="9295" y="2112"/>
                  <a:pt x="9137" y="2269"/>
                  <a:pt x="9137" y="2458"/>
                </a:cubicBezTo>
                <a:lnTo>
                  <a:pt x="9137" y="3529"/>
                </a:lnTo>
                <a:lnTo>
                  <a:pt x="8791" y="3529"/>
                </a:lnTo>
                <a:cubicBezTo>
                  <a:pt x="8602" y="3529"/>
                  <a:pt x="8444" y="3687"/>
                  <a:pt x="8444" y="3876"/>
                </a:cubicBezTo>
                <a:lnTo>
                  <a:pt x="8444" y="5294"/>
                </a:lnTo>
                <a:cubicBezTo>
                  <a:pt x="8444" y="5766"/>
                  <a:pt x="8728" y="6176"/>
                  <a:pt x="9137" y="6302"/>
                </a:cubicBezTo>
                <a:lnTo>
                  <a:pt x="9137" y="8444"/>
                </a:lnTo>
                <a:cubicBezTo>
                  <a:pt x="9137" y="8854"/>
                  <a:pt x="8822" y="9169"/>
                  <a:pt x="8444" y="9169"/>
                </a:cubicBezTo>
                <a:cubicBezTo>
                  <a:pt x="8035" y="9169"/>
                  <a:pt x="7720" y="8854"/>
                  <a:pt x="7720" y="8444"/>
                </a:cubicBezTo>
                <a:lnTo>
                  <a:pt x="7720" y="2458"/>
                </a:lnTo>
                <a:cubicBezTo>
                  <a:pt x="7720" y="1103"/>
                  <a:pt x="6617" y="1"/>
                  <a:pt x="5294"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74" name="Google Shape;8227;p67">
            <a:extLst>
              <a:ext uri="{FF2B5EF4-FFF2-40B4-BE49-F238E27FC236}">
                <a16:creationId xmlns:a16="http://schemas.microsoft.com/office/drawing/2014/main" id="{802101AE-AD28-4CE9-67F8-70C2F8A52768}"/>
              </a:ext>
            </a:extLst>
          </p:cNvPr>
          <p:cNvGrpSpPr/>
          <p:nvPr/>
        </p:nvGrpSpPr>
        <p:grpSpPr>
          <a:xfrm>
            <a:off x="17906840" y="5218894"/>
            <a:ext cx="808048" cy="916286"/>
            <a:chOff x="-45278675" y="2333325"/>
            <a:chExt cx="264650" cy="300100"/>
          </a:xfrm>
          <a:solidFill>
            <a:srgbClr val="555559"/>
          </a:solidFill>
        </p:grpSpPr>
        <p:sp>
          <p:nvSpPr>
            <p:cNvPr id="1319" name="Google Shape;8228;p67">
              <a:extLst>
                <a:ext uri="{FF2B5EF4-FFF2-40B4-BE49-F238E27FC236}">
                  <a16:creationId xmlns:a16="http://schemas.microsoft.com/office/drawing/2014/main" id="{A2109CCC-5BBB-CEAB-7663-46CE20380405}"/>
                </a:ext>
              </a:extLst>
            </p:cNvPr>
            <p:cNvSpPr/>
            <p:nvPr/>
          </p:nvSpPr>
          <p:spPr>
            <a:xfrm>
              <a:off x="-45243225" y="2475100"/>
              <a:ext cx="52775" cy="87450"/>
            </a:xfrm>
            <a:custGeom>
              <a:avLst/>
              <a:gdLst/>
              <a:ahLst/>
              <a:cxnLst/>
              <a:rect l="l" t="t" r="r" b="b"/>
              <a:pathLst>
                <a:path w="2111" h="3498" extrusionOk="0">
                  <a:moveTo>
                    <a:pt x="1071" y="725"/>
                  </a:moveTo>
                  <a:cubicBezTo>
                    <a:pt x="1260" y="725"/>
                    <a:pt x="1418" y="883"/>
                    <a:pt x="1418" y="1072"/>
                  </a:cubicBezTo>
                  <a:cubicBezTo>
                    <a:pt x="1418" y="1261"/>
                    <a:pt x="1260" y="1418"/>
                    <a:pt x="1071" y="1418"/>
                  </a:cubicBezTo>
                  <a:lnTo>
                    <a:pt x="725" y="1418"/>
                  </a:lnTo>
                  <a:lnTo>
                    <a:pt x="725" y="725"/>
                  </a:lnTo>
                  <a:close/>
                  <a:moveTo>
                    <a:pt x="347" y="0"/>
                  </a:moveTo>
                  <a:cubicBezTo>
                    <a:pt x="158" y="0"/>
                    <a:pt x="0" y="158"/>
                    <a:pt x="0" y="347"/>
                  </a:cubicBezTo>
                  <a:lnTo>
                    <a:pt x="0" y="3151"/>
                  </a:lnTo>
                  <a:cubicBezTo>
                    <a:pt x="0" y="3340"/>
                    <a:pt x="158" y="3497"/>
                    <a:pt x="347" y="3497"/>
                  </a:cubicBezTo>
                  <a:cubicBezTo>
                    <a:pt x="536" y="3497"/>
                    <a:pt x="693" y="3340"/>
                    <a:pt x="693" y="3151"/>
                  </a:cubicBezTo>
                  <a:lnTo>
                    <a:pt x="693" y="2080"/>
                  </a:lnTo>
                  <a:lnTo>
                    <a:pt x="1071" y="2080"/>
                  </a:lnTo>
                  <a:cubicBezTo>
                    <a:pt x="1638" y="2080"/>
                    <a:pt x="2111" y="1607"/>
                    <a:pt x="2111" y="1040"/>
                  </a:cubicBezTo>
                  <a:cubicBezTo>
                    <a:pt x="2111" y="473"/>
                    <a:pt x="1670" y="0"/>
                    <a:pt x="107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8229;p67">
              <a:extLst>
                <a:ext uri="{FF2B5EF4-FFF2-40B4-BE49-F238E27FC236}">
                  <a16:creationId xmlns:a16="http://schemas.microsoft.com/office/drawing/2014/main" id="{67FB8C24-9B7B-8FE2-CCBE-48D02F805558}"/>
                </a:ext>
              </a:extLst>
            </p:cNvPr>
            <p:cNvSpPr/>
            <p:nvPr/>
          </p:nvSpPr>
          <p:spPr>
            <a:xfrm>
              <a:off x="-45172350" y="2475100"/>
              <a:ext cx="52800" cy="89025"/>
            </a:xfrm>
            <a:custGeom>
              <a:avLst/>
              <a:gdLst/>
              <a:ahLst/>
              <a:cxnLst/>
              <a:rect l="l" t="t" r="r" b="b"/>
              <a:pathLst>
                <a:path w="2112" h="3561" extrusionOk="0">
                  <a:moveTo>
                    <a:pt x="1072" y="0"/>
                  </a:moveTo>
                  <a:cubicBezTo>
                    <a:pt x="473" y="0"/>
                    <a:pt x="1" y="473"/>
                    <a:pt x="1" y="1072"/>
                  </a:cubicBezTo>
                  <a:cubicBezTo>
                    <a:pt x="1" y="1670"/>
                    <a:pt x="473" y="2143"/>
                    <a:pt x="1072" y="2143"/>
                  </a:cubicBezTo>
                  <a:cubicBezTo>
                    <a:pt x="1261" y="2143"/>
                    <a:pt x="1418" y="2300"/>
                    <a:pt x="1418" y="2489"/>
                  </a:cubicBezTo>
                  <a:cubicBezTo>
                    <a:pt x="1418" y="2678"/>
                    <a:pt x="1261" y="2836"/>
                    <a:pt x="1072" y="2836"/>
                  </a:cubicBezTo>
                  <a:cubicBezTo>
                    <a:pt x="851" y="2836"/>
                    <a:pt x="694" y="2678"/>
                    <a:pt x="694" y="2489"/>
                  </a:cubicBezTo>
                  <a:cubicBezTo>
                    <a:pt x="694" y="2300"/>
                    <a:pt x="536" y="2143"/>
                    <a:pt x="347" y="2143"/>
                  </a:cubicBezTo>
                  <a:cubicBezTo>
                    <a:pt x="158" y="2143"/>
                    <a:pt x="1" y="2300"/>
                    <a:pt x="1" y="2489"/>
                  </a:cubicBezTo>
                  <a:cubicBezTo>
                    <a:pt x="1" y="3088"/>
                    <a:pt x="473" y="3560"/>
                    <a:pt x="1072" y="3560"/>
                  </a:cubicBezTo>
                  <a:cubicBezTo>
                    <a:pt x="1639" y="3560"/>
                    <a:pt x="2111" y="3088"/>
                    <a:pt x="2111" y="2489"/>
                  </a:cubicBezTo>
                  <a:cubicBezTo>
                    <a:pt x="2111" y="1891"/>
                    <a:pt x="1639" y="1418"/>
                    <a:pt x="1072" y="1418"/>
                  </a:cubicBezTo>
                  <a:cubicBezTo>
                    <a:pt x="851" y="1418"/>
                    <a:pt x="725" y="1261"/>
                    <a:pt x="725" y="1072"/>
                  </a:cubicBezTo>
                  <a:cubicBezTo>
                    <a:pt x="725" y="883"/>
                    <a:pt x="851" y="725"/>
                    <a:pt x="1072" y="725"/>
                  </a:cubicBezTo>
                  <a:cubicBezTo>
                    <a:pt x="1261" y="725"/>
                    <a:pt x="1418" y="883"/>
                    <a:pt x="1418" y="1072"/>
                  </a:cubicBezTo>
                  <a:cubicBezTo>
                    <a:pt x="1418" y="1261"/>
                    <a:pt x="1576" y="1418"/>
                    <a:pt x="1765" y="1418"/>
                  </a:cubicBezTo>
                  <a:cubicBezTo>
                    <a:pt x="1954" y="1418"/>
                    <a:pt x="2111" y="1261"/>
                    <a:pt x="2111" y="1072"/>
                  </a:cubicBezTo>
                  <a:cubicBezTo>
                    <a:pt x="2111" y="473"/>
                    <a:pt x="1639" y="0"/>
                    <a:pt x="107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8230;p67">
              <a:extLst>
                <a:ext uri="{FF2B5EF4-FFF2-40B4-BE49-F238E27FC236}">
                  <a16:creationId xmlns:a16="http://schemas.microsoft.com/office/drawing/2014/main" id="{13BC2754-B1D9-1708-2499-969DE0030363}"/>
                </a:ext>
              </a:extLst>
            </p:cNvPr>
            <p:cNvSpPr/>
            <p:nvPr/>
          </p:nvSpPr>
          <p:spPr>
            <a:xfrm>
              <a:off x="-45102250" y="2475100"/>
              <a:ext cx="52800" cy="87450"/>
            </a:xfrm>
            <a:custGeom>
              <a:avLst/>
              <a:gdLst/>
              <a:ahLst/>
              <a:cxnLst/>
              <a:rect l="l" t="t" r="r" b="b"/>
              <a:pathLst>
                <a:path w="2112" h="3498" extrusionOk="0">
                  <a:moveTo>
                    <a:pt x="1072" y="725"/>
                  </a:moveTo>
                  <a:cubicBezTo>
                    <a:pt x="1261" y="725"/>
                    <a:pt x="1418" y="883"/>
                    <a:pt x="1418" y="1072"/>
                  </a:cubicBezTo>
                  <a:lnTo>
                    <a:pt x="1418" y="2458"/>
                  </a:lnTo>
                  <a:cubicBezTo>
                    <a:pt x="1418" y="2647"/>
                    <a:pt x="1261" y="2804"/>
                    <a:pt x="1072" y="2804"/>
                  </a:cubicBezTo>
                  <a:lnTo>
                    <a:pt x="694" y="2804"/>
                  </a:lnTo>
                  <a:lnTo>
                    <a:pt x="694" y="725"/>
                  </a:lnTo>
                  <a:close/>
                  <a:moveTo>
                    <a:pt x="347" y="0"/>
                  </a:moveTo>
                  <a:cubicBezTo>
                    <a:pt x="158" y="0"/>
                    <a:pt x="0" y="158"/>
                    <a:pt x="0" y="347"/>
                  </a:cubicBezTo>
                  <a:lnTo>
                    <a:pt x="0" y="3151"/>
                  </a:lnTo>
                  <a:cubicBezTo>
                    <a:pt x="0" y="3340"/>
                    <a:pt x="158" y="3497"/>
                    <a:pt x="347" y="3497"/>
                  </a:cubicBezTo>
                  <a:lnTo>
                    <a:pt x="1040" y="3497"/>
                  </a:lnTo>
                  <a:cubicBezTo>
                    <a:pt x="1639" y="3497"/>
                    <a:pt x="2111" y="3025"/>
                    <a:pt x="2111" y="2458"/>
                  </a:cubicBezTo>
                  <a:lnTo>
                    <a:pt x="2111" y="1040"/>
                  </a:lnTo>
                  <a:cubicBezTo>
                    <a:pt x="2111" y="473"/>
                    <a:pt x="1639" y="0"/>
                    <a:pt x="104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8231;p67">
              <a:extLst>
                <a:ext uri="{FF2B5EF4-FFF2-40B4-BE49-F238E27FC236}">
                  <a16:creationId xmlns:a16="http://schemas.microsoft.com/office/drawing/2014/main" id="{A0ADFFC7-53F1-6DBC-2518-0A55A2829BFE}"/>
                </a:ext>
              </a:extLst>
            </p:cNvPr>
            <p:cNvSpPr/>
            <p:nvPr/>
          </p:nvSpPr>
          <p:spPr>
            <a:xfrm>
              <a:off x="-45278675" y="2333325"/>
              <a:ext cx="264650" cy="300100"/>
            </a:xfrm>
            <a:custGeom>
              <a:avLst/>
              <a:gdLst/>
              <a:ahLst/>
              <a:cxnLst/>
              <a:rect l="l" t="t" r="r" b="b"/>
              <a:pathLst>
                <a:path w="10586" h="12004" extrusionOk="0">
                  <a:moveTo>
                    <a:pt x="7751" y="1229"/>
                  </a:moveTo>
                  <a:lnTo>
                    <a:pt x="8664" y="2143"/>
                  </a:lnTo>
                  <a:lnTo>
                    <a:pt x="7751" y="2143"/>
                  </a:lnTo>
                  <a:lnTo>
                    <a:pt x="7751" y="1229"/>
                  </a:lnTo>
                  <a:close/>
                  <a:moveTo>
                    <a:pt x="7089" y="725"/>
                  </a:moveTo>
                  <a:lnTo>
                    <a:pt x="7089" y="2489"/>
                  </a:lnTo>
                  <a:cubicBezTo>
                    <a:pt x="7089" y="2678"/>
                    <a:pt x="7246" y="2836"/>
                    <a:pt x="7436" y="2836"/>
                  </a:cubicBezTo>
                  <a:lnTo>
                    <a:pt x="9200" y="2836"/>
                  </a:lnTo>
                  <a:lnTo>
                    <a:pt x="9200" y="4254"/>
                  </a:lnTo>
                  <a:lnTo>
                    <a:pt x="1481" y="4254"/>
                  </a:lnTo>
                  <a:lnTo>
                    <a:pt x="1481" y="725"/>
                  </a:lnTo>
                  <a:close/>
                  <a:moveTo>
                    <a:pt x="9893" y="4978"/>
                  </a:moveTo>
                  <a:lnTo>
                    <a:pt x="9893" y="9893"/>
                  </a:lnTo>
                  <a:lnTo>
                    <a:pt x="756" y="9893"/>
                  </a:lnTo>
                  <a:lnTo>
                    <a:pt x="756" y="4978"/>
                  </a:lnTo>
                  <a:close/>
                  <a:moveTo>
                    <a:pt x="9168" y="10586"/>
                  </a:moveTo>
                  <a:lnTo>
                    <a:pt x="9168" y="11311"/>
                  </a:lnTo>
                  <a:lnTo>
                    <a:pt x="1450" y="11311"/>
                  </a:lnTo>
                  <a:lnTo>
                    <a:pt x="1450" y="10586"/>
                  </a:lnTo>
                  <a:close/>
                  <a:moveTo>
                    <a:pt x="1072" y="1"/>
                  </a:moveTo>
                  <a:cubicBezTo>
                    <a:pt x="851" y="1"/>
                    <a:pt x="725" y="158"/>
                    <a:pt x="725" y="347"/>
                  </a:cubicBezTo>
                  <a:lnTo>
                    <a:pt x="725" y="4254"/>
                  </a:lnTo>
                  <a:lnTo>
                    <a:pt x="347" y="4254"/>
                  </a:lnTo>
                  <a:cubicBezTo>
                    <a:pt x="158" y="4254"/>
                    <a:pt x="0" y="4411"/>
                    <a:pt x="0" y="4600"/>
                  </a:cubicBezTo>
                  <a:lnTo>
                    <a:pt x="0" y="10240"/>
                  </a:lnTo>
                  <a:cubicBezTo>
                    <a:pt x="0" y="10429"/>
                    <a:pt x="158" y="10586"/>
                    <a:pt x="347" y="10586"/>
                  </a:cubicBezTo>
                  <a:lnTo>
                    <a:pt x="725" y="10586"/>
                  </a:lnTo>
                  <a:lnTo>
                    <a:pt x="725" y="11657"/>
                  </a:lnTo>
                  <a:cubicBezTo>
                    <a:pt x="725" y="11846"/>
                    <a:pt x="851" y="12004"/>
                    <a:pt x="1072" y="12004"/>
                  </a:cubicBezTo>
                  <a:lnTo>
                    <a:pt x="9483" y="12004"/>
                  </a:lnTo>
                  <a:cubicBezTo>
                    <a:pt x="9672" y="12004"/>
                    <a:pt x="9830" y="11846"/>
                    <a:pt x="9830" y="11657"/>
                  </a:cubicBezTo>
                  <a:lnTo>
                    <a:pt x="9830" y="10586"/>
                  </a:lnTo>
                  <a:lnTo>
                    <a:pt x="10208" y="10586"/>
                  </a:lnTo>
                  <a:cubicBezTo>
                    <a:pt x="10397" y="10586"/>
                    <a:pt x="10555" y="10429"/>
                    <a:pt x="10555" y="10240"/>
                  </a:cubicBezTo>
                  <a:lnTo>
                    <a:pt x="10555" y="4600"/>
                  </a:lnTo>
                  <a:cubicBezTo>
                    <a:pt x="10586" y="4411"/>
                    <a:pt x="10428" y="4254"/>
                    <a:pt x="10239" y="4254"/>
                  </a:cubicBezTo>
                  <a:lnTo>
                    <a:pt x="9893" y="4254"/>
                  </a:lnTo>
                  <a:lnTo>
                    <a:pt x="9893" y="2489"/>
                  </a:lnTo>
                  <a:cubicBezTo>
                    <a:pt x="9893" y="2395"/>
                    <a:pt x="9830" y="2300"/>
                    <a:pt x="9767" y="2237"/>
                  </a:cubicBezTo>
                  <a:lnTo>
                    <a:pt x="7656" y="127"/>
                  </a:lnTo>
                  <a:cubicBezTo>
                    <a:pt x="7562" y="32"/>
                    <a:pt x="7499" y="1"/>
                    <a:pt x="740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5" name="Google Shape;8232;p67">
            <a:extLst>
              <a:ext uri="{FF2B5EF4-FFF2-40B4-BE49-F238E27FC236}">
                <a16:creationId xmlns:a16="http://schemas.microsoft.com/office/drawing/2014/main" id="{00B56B73-54AB-0B1C-E0A6-05E2936B1105}"/>
              </a:ext>
            </a:extLst>
          </p:cNvPr>
          <p:cNvGrpSpPr/>
          <p:nvPr/>
        </p:nvGrpSpPr>
        <p:grpSpPr>
          <a:xfrm>
            <a:off x="17933250" y="6344327"/>
            <a:ext cx="755225" cy="916360"/>
            <a:chOff x="-45270025" y="2701925"/>
            <a:chExt cx="247350" cy="300125"/>
          </a:xfrm>
          <a:solidFill>
            <a:srgbClr val="555559"/>
          </a:solidFill>
        </p:grpSpPr>
        <p:sp>
          <p:nvSpPr>
            <p:cNvPr id="1315" name="Google Shape;8233;p67">
              <a:extLst>
                <a:ext uri="{FF2B5EF4-FFF2-40B4-BE49-F238E27FC236}">
                  <a16:creationId xmlns:a16="http://schemas.microsoft.com/office/drawing/2014/main" id="{5F5940A7-EEBF-6465-8065-677ECEAB0F27}"/>
                </a:ext>
              </a:extLst>
            </p:cNvPr>
            <p:cNvSpPr/>
            <p:nvPr/>
          </p:nvSpPr>
          <p:spPr>
            <a:xfrm>
              <a:off x="-45128250" y="2843700"/>
              <a:ext cx="18150" cy="17350"/>
            </a:xfrm>
            <a:custGeom>
              <a:avLst/>
              <a:gdLst/>
              <a:ahLst/>
              <a:cxnLst/>
              <a:rect l="l" t="t" r="r" b="b"/>
              <a:pathLst>
                <a:path w="726" h="694" extrusionOk="0">
                  <a:moveTo>
                    <a:pt x="347" y="1"/>
                  </a:moveTo>
                  <a:cubicBezTo>
                    <a:pt x="158" y="1"/>
                    <a:pt x="1" y="158"/>
                    <a:pt x="1" y="347"/>
                  </a:cubicBezTo>
                  <a:cubicBezTo>
                    <a:pt x="1" y="536"/>
                    <a:pt x="158" y="694"/>
                    <a:pt x="347" y="694"/>
                  </a:cubicBezTo>
                  <a:cubicBezTo>
                    <a:pt x="568" y="694"/>
                    <a:pt x="725" y="536"/>
                    <a:pt x="725" y="347"/>
                  </a:cubicBezTo>
                  <a:cubicBezTo>
                    <a:pt x="725" y="158"/>
                    <a:pt x="568"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8234;p67">
              <a:extLst>
                <a:ext uri="{FF2B5EF4-FFF2-40B4-BE49-F238E27FC236}">
                  <a16:creationId xmlns:a16="http://schemas.microsoft.com/office/drawing/2014/main" id="{67EF9AA2-FCC9-06E3-7F8A-2CB6FAC6E94E}"/>
                </a:ext>
              </a:extLst>
            </p:cNvPr>
            <p:cNvSpPr/>
            <p:nvPr/>
          </p:nvSpPr>
          <p:spPr>
            <a:xfrm>
              <a:off x="-45270025" y="2701925"/>
              <a:ext cx="247350" cy="300125"/>
            </a:xfrm>
            <a:custGeom>
              <a:avLst/>
              <a:gdLst/>
              <a:ahLst/>
              <a:cxnLst/>
              <a:rect l="l" t="t" r="r" b="b"/>
              <a:pathLst>
                <a:path w="9894" h="12005" extrusionOk="0">
                  <a:moveTo>
                    <a:pt x="7751" y="1261"/>
                  </a:moveTo>
                  <a:lnTo>
                    <a:pt x="8665" y="2143"/>
                  </a:lnTo>
                  <a:lnTo>
                    <a:pt x="7751" y="2143"/>
                  </a:lnTo>
                  <a:lnTo>
                    <a:pt x="7751" y="1261"/>
                  </a:lnTo>
                  <a:close/>
                  <a:moveTo>
                    <a:pt x="7090" y="4979"/>
                  </a:moveTo>
                  <a:lnTo>
                    <a:pt x="7090" y="9925"/>
                  </a:lnTo>
                  <a:lnTo>
                    <a:pt x="757" y="9925"/>
                  </a:lnTo>
                  <a:lnTo>
                    <a:pt x="757" y="4979"/>
                  </a:lnTo>
                  <a:close/>
                  <a:moveTo>
                    <a:pt x="7090" y="725"/>
                  </a:moveTo>
                  <a:lnTo>
                    <a:pt x="7090" y="2521"/>
                  </a:lnTo>
                  <a:cubicBezTo>
                    <a:pt x="7090" y="2710"/>
                    <a:pt x="7247" y="2868"/>
                    <a:pt x="7436" y="2868"/>
                  </a:cubicBezTo>
                  <a:lnTo>
                    <a:pt x="9232" y="2868"/>
                  </a:lnTo>
                  <a:lnTo>
                    <a:pt x="9232" y="11343"/>
                  </a:lnTo>
                  <a:lnTo>
                    <a:pt x="1450" y="11343"/>
                  </a:lnTo>
                  <a:lnTo>
                    <a:pt x="1450" y="10618"/>
                  </a:lnTo>
                  <a:lnTo>
                    <a:pt x="7436" y="10618"/>
                  </a:lnTo>
                  <a:cubicBezTo>
                    <a:pt x="7657" y="10618"/>
                    <a:pt x="7814" y="10460"/>
                    <a:pt x="7814" y="10271"/>
                  </a:cubicBezTo>
                  <a:lnTo>
                    <a:pt x="7814" y="4632"/>
                  </a:lnTo>
                  <a:cubicBezTo>
                    <a:pt x="7814" y="4443"/>
                    <a:pt x="7657" y="4285"/>
                    <a:pt x="7436" y="4285"/>
                  </a:cubicBezTo>
                  <a:lnTo>
                    <a:pt x="1450" y="4285"/>
                  </a:lnTo>
                  <a:lnTo>
                    <a:pt x="1450" y="725"/>
                  </a:lnTo>
                  <a:close/>
                  <a:moveTo>
                    <a:pt x="1072" y="1"/>
                  </a:moveTo>
                  <a:cubicBezTo>
                    <a:pt x="883" y="1"/>
                    <a:pt x="726" y="158"/>
                    <a:pt x="726" y="347"/>
                  </a:cubicBezTo>
                  <a:lnTo>
                    <a:pt x="726" y="4254"/>
                  </a:lnTo>
                  <a:lnTo>
                    <a:pt x="379" y="4254"/>
                  </a:lnTo>
                  <a:cubicBezTo>
                    <a:pt x="158" y="4254"/>
                    <a:pt x="1" y="4411"/>
                    <a:pt x="1" y="4601"/>
                  </a:cubicBezTo>
                  <a:lnTo>
                    <a:pt x="1" y="10240"/>
                  </a:lnTo>
                  <a:cubicBezTo>
                    <a:pt x="1" y="10429"/>
                    <a:pt x="158" y="10586"/>
                    <a:pt x="379" y="10586"/>
                  </a:cubicBezTo>
                  <a:lnTo>
                    <a:pt x="726" y="10586"/>
                  </a:lnTo>
                  <a:lnTo>
                    <a:pt x="726" y="11658"/>
                  </a:lnTo>
                  <a:cubicBezTo>
                    <a:pt x="726" y="11847"/>
                    <a:pt x="883" y="12004"/>
                    <a:pt x="1072" y="12004"/>
                  </a:cubicBezTo>
                  <a:lnTo>
                    <a:pt x="9484" y="12004"/>
                  </a:lnTo>
                  <a:cubicBezTo>
                    <a:pt x="9704" y="12004"/>
                    <a:pt x="9862" y="11847"/>
                    <a:pt x="9862" y="11658"/>
                  </a:cubicBezTo>
                  <a:lnTo>
                    <a:pt x="9893" y="2458"/>
                  </a:lnTo>
                  <a:cubicBezTo>
                    <a:pt x="9893" y="2395"/>
                    <a:pt x="9862" y="2269"/>
                    <a:pt x="9767" y="2238"/>
                  </a:cubicBezTo>
                  <a:lnTo>
                    <a:pt x="7657" y="95"/>
                  </a:lnTo>
                  <a:cubicBezTo>
                    <a:pt x="7562" y="32"/>
                    <a:pt x="7499" y="1"/>
                    <a:pt x="740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8235;p67">
              <a:extLst>
                <a:ext uri="{FF2B5EF4-FFF2-40B4-BE49-F238E27FC236}">
                  <a16:creationId xmlns:a16="http://schemas.microsoft.com/office/drawing/2014/main" id="{CB9FD56D-44FC-7779-57AF-6EB7A42B6BA5}"/>
                </a:ext>
              </a:extLst>
            </p:cNvPr>
            <p:cNvSpPr/>
            <p:nvPr/>
          </p:nvSpPr>
          <p:spPr>
            <a:xfrm>
              <a:off x="-45235350" y="2844500"/>
              <a:ext cx="89800" cy="87450"/>
            </a:xfrm>
            <a:custGeom>
              <a:avLst/>
              <a:gdLst/>
              <a:ahLst/>
              <a:cxnLst/>
              <a:rect l="l" t="t" r="r" b="b"/>
              <a:pathLst>
                <a:path w="3592" h="3498" extrusionOk="0">
                  <a:moveTo>
                    <a:pt x="1796" y="1103"/>
                  </a:moveTo>
                  <a:lnTo>
                    <a:pt x="2268" y="2079"/>
                  </a:lnTo>
                  <a:lnTo>
                    <a:pt x="1292" y="2079"/>
                  </a:lnTo>
                  <a:lnTo>
                    <a:pt x="1796" y="1103"/>
                  </a:lnTo>
                  <a:close/>
                  <a:moveTo>
                    <a:pt x="1764" y="0"/>
                  </a:moveTo>
                  <a:cubicBezTo>
                    <a:pt x="1638" y="0"/>
                    <a:pt x="1544" y="63"/>
                    <a:pt x="1449" y="189"/>
                  </a:cubicBezTo>
                  <a:lnTo>
                    <a:pt x="32" y="2993"/>
                  </a:lnTo>
                  <a:cubicBezTo>
                    <a:pt x="0" y="3151"/>
                    <a:pt x="63" y="3340"/>
                    <a:pt x="284" y="3466"/>
                  </a:cubicBezTo>
                  <a:cubicBezTo>
                    <a:pt x="324" y="3482"/>
                    <a:pt x="369" y="3490"/>
                    <a:pt x="415" y="3490"/>
                  </a:cubicBezTo>
                  <a:cubicBezTo>
                    <a:pt x="547" y="3490"/>
                    <a:pt x="686" y="3425"/>
                    <a:pt x="756" y="3308"/>
                  </a:cubicBezTo>
                  <a:lnTo>
                    <a:pt x="977" y="2804"/>
                  </a:lnTo>
                  <a:lnTo>
                    <a:pt x="2647" y="2804"/>
                  </a:lnTo>
                  <a:lnTo>
                    <a:pt x="2867" y="3308"/>
                  </a:lnTo>
                  <a:cubicBezTo>
                    <a:pt x="2962" y="3434"/>
                    <a:pt x="3056" y="3497"/>
                    <a:pt x="3182" y="3497"/>
                  </a:cubicBezTo>
                  <a:cubicBezTo>
                    <a:pt x="3245" y="3497"/>
                    <a:pt x="3308" y="3497"/>
                    <a:pt x="3340" y="3466"/>
                  </a:cubicBezTo>
                  <a:cubicBezTo>
                    <a:pt x="3497" y="3371"/>
                    <a:pt x="3592" y="3151"/>
                    <a:pt x="3497" y="2993"/>
                  </a:cubicBezTo>
                  <a:lnTo>
                    <a:pt x="2079" y="189"/>
                  </a:lnTo>
                  <a:cubicBezTo>
                    <a:pt x="2016" y="63"/>
                    <a:pt x="1890" y="0"/>
                    <a:pt x="176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8236;p67">
              <a:extLst>
                <a:ext uri="{FF2B5EF4-FFF2-40B4-BE49-F238E27FC236}">
                  <a16:creationId xmlns:a16="http://schemas.microsoft.com/office/drawing/2014/main" id="{072341CF-A505-A09B-E172-C7D278AA3A28}"/>
                </a:ext>
              </a:extLst>
            </p:cNvPr>
            <p:cNvSpPr/>
            <p:nvPr/>
          </p:nvSpPr>
          <p:spPr>
            <a:xfrm>
              <a:off x="-45128250" y="2879150"/>
              <a:ext cx="18150" cy="52800"/>
            </a:xfrm>
            <a:custGeom>
              <a:avLst/>
              <a:gdLst/>
              <a:ahLst/>
              <a:cxnLst/>
              <a:rect l="l" t="t" r="r" b="b"/>
              <a:pathLst>
                <a:path w="726" h="2112" extrusionOk="0">
                  <a:moveTo>
                    <a:pt x="347" y="0"/>
                  </a:moveTo>
                  <a:cubicBezTo>
                    <a:pt x="158" y="0"/>
                    <a:pt x="1" y="158"/>
                    <a:pt x="1" y="347"/>
                  </a:cubicBezTo>
                  <a:lnTo>
                    <a:pt x="1" y="1765"/>
                  </a:lnTo>
                  <a:cubicBezTo>
                    <a:pt x="1" y="1954"/>
                    <a:pt x="158" y="2111"/>
                    <a:pt x="347" y="2111"/>
                  </a:cubicBezTo>
                  <a:cubicBezTo>
                    <a:pt x="568" y="2111"/>
                    <a:pt x="725" y="1954"/>
                    <a:pt x="725" y="1765"/>
                  </a:cubicBezTo>
                  <a:lnTo>
                    <a:pt x="725" y="347"/>
                  </a:lnTo>
                  <a:cubicBezTo>
                    <a:pt x="725" y="158"/>
                    <a:pt x="568"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6" name="Google Shape;8237;p67">
            <a:extLst>
              <a:ext uri="{FF2B5EF4-FFF2-40B4-BE49-F238E27FC236}">
                <a16:creationId xmlns:a16="http://schemas.microsoft.com/office/drawing/2014/main" id="{B00B26E6-DE67-DA8A-389A-200C5A0A9308}"/>
              </a:ext>
            </a:extLst>
          </p:cNvPr>
          <p:cNvSpPr/>
          <p:nvPr/>
        </p:nvSpPr>
        <p:spPr>
          <a:xfrm>
            <a:off x="20240083" y="5264294"/>
            <a:ext cx="916286" cy="916286"/>
          </a:xfrm>
          <a:custGeom>
            <a:avLst/>
            <a:gdLst/>
            <a:ahLst/>
            <a:cxnLst/>
            <a:rect l="l" t="t" r="r" b="b"/>
            <a:pathLst>
              <a:path w="12004" h="12004" extrusionOk="0">
                <a:moveTo>
                  <a:pt x="2867" y="725"/>
                </a:moveTo>
                <a:lnTo>
                  <a:pt x="2867" y="1449"/>
                </a:lnTo>
                <a:lnTo>
                  <a:pt x="2174" y="1449"/>
                </a:lnTo>
                <a:lnTo>
                  <a:pt x="2174" y="725"/>
                </a:lnTo>
                <a:close/>
                <a:moveTo>
                  <a:pt x="7971" y="3592"/>
                </a:moveTo>
                <a:lnTo>
                  <a:pt x="3560" y="8002"/>
                </a:lnTo>
                <a:lnTo>
                  <a:pt x="3560" y="3592"/>
                </a:lnTo>
                <a:close/>
                <a:moveTo>
                  <a:pt x="8506" y="4064"/>
                </a:moveTo>
                <a:lnTo>
                  <a:pt x="8506" y="8475"/>
                </a:lnTo>
                <a:lnTo>
                  <a:pt x="4096" y="8475"/>
                </a:lnTo>
                <a:lnTo>
                  <a:pt x="8506" y="4064"/>
                </a:lnTo>
                <a:close/>
                <a:moveTo>
                  <a:pt x="2867" y="3529"/>
                </a:moveTo>
                <a:lnTo>
                  <a:pt x="2867" y="8821"/>
                </a:lnTo>
                <a:cubicBezTo>
                  <a:pt x="2867" y="9011"/>
                  <a:pt x="3025" y="9168"/>
                  <a:pt x="3214" y="9168"/>
                </a:cubicBezTo>
                <a:lnTo>
                  <a:pt x="8506" y="9168"/>
                </a:lnTo>
                <a:lnTo>
                  <a:pt x="8506" y="9893"/>
                </a:lnTo>
                <a:lnTo>
                  <a:pt x="2174" y="9893"/>
                </a:lnTo>
                <a:lnTo>
                  <a:pt x="2174" y="3529"/>
                </a:lnTo>
                <a:close/>
                <a:moveTo>
                  <a:pt x="11342" y="9168"/>
                </a:moveTo>
                <a:lnTo>
                  <a:pt x="11342" y="9893"/>
                </a:lnTo>
                <a:lnTo>
                  <a:pt x="10617" y="9893"/>
                </a:lnTo>
                <a:lnTo>
                  <a:pt x="10617" y="9168"/>
                </a:lnTo>
                <a:close/>
                <a:moveTo>
                  <a:pt x="9830" y="2111"/>
                </a:moveTo>
                <a:lnTo>
                  <a:pt x="9830" y="11310"/>
                </a:lnTo>
                <a:lnTo>
                  <a:pt x="9168" y="11310"/>
                </a:lnTo>
                <a:lnTo>
                  <a:pt x="9168" y="3182"/>
                </a:lnTo>
                <a:lnTo>
                  <a:pt x="9168" y="3151"/>
                </a:lnTo>
                <a:cubicBezTo>
                  <a:pt x="9168" y="2993"/>
                  <a:pt x="9010" y="2836"/>
                  <a:pt x="8821" y="2836"/>
                </a:cubicBezTo>
                <a:lnTo>
                  <a:pt x="693" y="2836"/>
                </a:lnTo>
                <a:lnTo>
                  <a:pt x="693" y="2111"/>
                </a:lnTo>
                <a:close/>
                <a:moveTo>
                  <a:pt x="1764" y="0"/>
                </a:moveTo>
                <a:cubicBezTo>
                  <a:pt x="1575" y="0"/>
                  <a:pt x="1418" y="158"/>
                  <a:pt x="1418" y="347"/>
                </a:cubicBezTo>
                <a:lnTo>
                  <a:pt x="1418" y="1418"/>
                </a:lnTo>
                <a:lnTo>
                  <a:pt x="347" y="1418"/>
                </a:lnTo>
                <a:cubicBezTo>
                  <a:pt x="158" y="1418"/>
                  <a:pt x="0" y="1575"/>
                  <a:pt x="0" y="1764"/>
                </a:cubicBezTo>
                <a:lnTo>
                  <a:pt x="0" y="3182"/>
                </a:lnTo>
                <a:cubicBezTo>
                  <a:pt x="0" y="3371"/>
                  <a:pt x="158" y="3529"/>
                  <a:pt x="347" y="3529"/>
                </a:cubicBezTo>
                <a:lnTo>
                  <a:pt x="1418" y="3529"/>
                </a:lnTo>
                <a:lnTo>
                  <a:pt x="1418" y="10082"/>
                </a:lnTo>
                <a:lnTo>
                  <a:pt x="819" y="10680"/>
                </a:lnTo>
                <a:cubicBezTo>
                  <a:pt x="693" y="10775"/>
                  <a:pt x="693" y="11027"/>
                  <a:pt x="819" y="11184"/>
                </a:cubicBezTo>
                <a:cubicBezTo>
                  <a:pt x="882" y="11247"/>
                  <a:pt x="969" y="11279"/>
                  <a:pt x="1059" y="11279"/>
                </a:cubicBezTo>
                <a:cubicBezTo>
                  <a:pt x="1150" y="11279"/>
                  <a:pt x="1245" y="11247"/>
                  <a:pt x="1323" y="11184"/>
                </a:cubicBezTo>
                <a:lnTo>
                  <a:pt x="1922" y="10586"/>
                </a:lnTo>
                <a:lnTo>
                  <a:pt x="8475" y="10586"/>
                </a:lnTo>
                <a:lnTo>
                  <a:pt x="8475" y="11657"/>
                </a:lnTo>
                <a:cubicBezTo>
                  <a:pt x="8475" y="11846"/>
                  <a:pt x="8601" y="12003"/>
                  <a:pt x="8821" y="12003"/>
                </a:cubicBezTo>
                <a:lnTo>
                  <a:pt x="10239" y="12003"/>
                </a:lnTo>
                <a:cubicBezTo>
                  <a:pt x="10428" y="12003"/>
                  <a:pt x="10586" y="11846"/>
                  <a:pt x="10586" y="11657"/>
                </a:cubicBezTo>
                <a:lnTo>
                  <a:pt x="10586" y="10586"/>
                </a:lnTo>
                <a:lnTo>
                  <a:pt x="11657" y="10586"/>
                </a:lnTo>
                <a:cubicBezTo>
                  <a:pt x="11846" y="10586"/>
                  <a:pt x="12003" y="10428"/>
                  <a:pt x="12003" y="10239"/>
                </a:cubicBezTo>
                <a:lnTo>
                  <a:pt x="12003" y="8821"/>
                </a:lnTo>
                <a:cubicBezTo>
                  <a:pt x="12003" y="8632"/>
                  <a:pt x="11846" y="8475"/>
                  <a:pt x="11657" y="8475"/>
                </a:cubicBezTo>
                <a:lnTo>
                  <a:pt x="10586" y="8475"/>
                </a:lnTo>
                <a:lnTo>
                  <a:pt x="10586" y="1922"/>
                </a:lnTo>
                <a:lnTo>
                  <a:pt x="11184" y="1323"/>
                </a:lnTo>
                <a:cubicBezTo>
                  <a:pt x="11279" y="1229"/>
                  <a:pt x="11279" y="977"/>
                  <a:pt x="11184" y="819"/>
                </a:cubicBezTo>
                <a:cubicBezTo>
                  <a:pt x="11121" y="756"/>
                  <a:pt x="11035" y="725"/>
                  <a:pt x="10940" y="725"/>
                </a:cubicBezTo>
                <a:cubicBezTo>
                  <a:pt x="10846" y="725"/>
                  <a:pt x="10743" y="756"/>
                  <a:pt x="10649" y="819"/>
                </a:cubicBezTo>
                <a:lnTo>
                  <a:pt x="10082" y="1418"/>
                </a:lnTo>
                <a:lnTo>
                  <a:pt x="3529" y="1418"/>
                </a:lnTo>
                <a:lnTo>
                  <a:pt x="3529" y="347"/>
                </a:lnTo>
                <a:cubicBezTo>
                  <a:pt x="3529" y="158"/>
                  <a:pt x="3371" y="0"/>
                  <a:pt x="3182"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77" name="Google Shape;8238;p67">
            <a:extLst>
              <a:ext uri="{FF2B5EF4-FFF2-40B4-BE49-F238E27FC236}">
                <a16:creationId xmlns:a16="http://schemas.microsoft.com/office/drawing/2014/main" id="{71C5D0CB-DAC6-9398-FE55-4B20BED0517B}"/>
              </a:ext>
            </a:extLst>
          </p:cNvPr>
          <p:cNvGrpSpPr/>
          <p:nvPr/>
        </p:nvGrpSpPr>
        <p:grpSpPr>
          <a:xfrm>
            <a:off x="2023807" y="7813712"/>
            <a:ext cx="711869" cy="921552"/>
            <a:chOff x="-50469125" y="3183175"/>
            <a:chExt cx="233150" cy="301825"/>
          </a:xfrm>
          <a:solidFill>
            <a:srgbClr val="555559"/>
          </a:solidFill>
        </p:grpSpPr>
        <p:sp>
          <p:nvSpPr>
            <p:cNvPr id="1312" name="Google Shape;8239;p67">
              <a:extLst>
                <a:ext uri="{FF2B5EF4-FFF2-40B4-BE49-F238E27FC236}">
                  <a16:creationId xmlns:a16="http://schemas.microsoft.com/office/drawing/2014/main" id="{FD295A52-9383-5E50-3886-EDAAD5CF4579}"/>
                </a:ext>
              </a:extLst>
            </p:cNvPr>
            <p:cNvSpPr/>
            <p:nvPr/>
          </p:nvSpPr>
          <p:spPr>
            <a:xfrm>
              <a:off x="-50388775" y="3227275"/>
              <a:ext cx="70900" cy="70900"/>
            </a:xfrm>
            <a:custGeom>
              <a:avLst/>
              <a:gdLst/>
              <a:ahLst/>
              <a:cxnLst/>
              <a:rect l="l" t="t" r="r" b="b"/>
              <a:pathLst>
                <a:path w="2836" h="2836" extrusionOk="0">
                  <a:moveTo>
                    <a:pt x="1418" y="1072"/>
                  </a:moveTo>
                  <a:cubicBezTo>
                    <a:pt x="1638" y="1072"/>
                    <a:pt x="1796" y="1229"/>
                    <a:pt x="1796" y="1418"/>
                  </a:cubicBezTo>
                  <a:cubicBezTo>
                    <a:pt x="1796" y="1607"/>
                    <a:pt x="1638" y="1765"/>
                    <a:pt x="1418" y="1765"/>
                  </a:cubicBezTo>
                  <a:cubicBezTo>
                    <a:pt x="1229" y="1765"/>
                    <a:pt x="1071" y="1607"/>
                    <a:pt x="1071" y="1418"/>
                  </a:cubicBezTo>
                  <a:cubicBezTo>
                    <a:pt x="1071" y="1229"/>
                    <a:pt x="1229" y="1072"/>
                    <a:pt x="1418" y="1072"/>
                  </a:cubicBezTo>
                  <a:close/>
                  <a:moveTo>
                    <a:pt x="1418" y="1"/>
                  </a:moveTo>
                  <a:cubicBezTo>
                    <a:pt x="630" y="1"/>
                    <a:pt x="0" y="631"/>
                    <a:pt x="0" y="1418"/>
                  </a:cubicBezTo>
                  <a:cubicBezTo>
                    <a:pt x="0" y="2206"/>
                    <a:pt x="630" y="2836"/>
                    <a:pt x="1418" y="2836"/>
                  </a:cubicBezTo>
                  <a:cubicBezTo>
                    <a:pt x="2206" y="2836"/>
                    <a:pt x="2836" y="2206"/>
                    <a:pt x="2836" y="1418"/>
                  </a:cubicBezTo>
                  <a:cubicBezTo>
                    <a:pt x="2836" y="631"/>
                    <a:pt x="2206" y="1"/>
                    <a:pt x="141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8240;p67">
              <a:extLst>
                <a:ext uri="{FF2B5EF4-FFF2-40B4-BE49-F238E27FC236}">
                  <a16:creationId xmlns:a16="http://schemas.microsoft.com/office/drawing/2014/main" id="{10FF7D61-4417-9E5F-DF43-383FA0264EA3}"/>
                </a:ext>
              </a:extLst>
            </p:cNvPr>
            <p:cNvSpPr/>
            <p:nvPr/>
          </p:nvSpPr>
          <p:spPr>
            <a:xfrm>
              <a:off x="-50469125" y="3290275"/>
              <a:ext cx="233150" cy="194725"/>
            </a:xfrm>
            <a:custGeom>
              <a:avLst/>
              <a:gdLst/>
              <a:ahLst/>
              <a:cxnLst/>
              <a:rect l="l" t="t" r="r" b="b"/>
              <a:pathLst>
                <a:path w="9326" h="7789" extrusionOk="0">
                  <a:moveTo>
                    <a:pt x="4663" y="1072"/>
                  </a:moveTo>
                  <a:lnTo>
                    <a:pt x="6018" y="3907"/>
                  </a:lnTo>
                  <a:cubicBezTo>
                    <a:pt x="5672" y="4034"/>
                    <a:pt x="5356" y="4097"/>
                    <a:pt x="5010" y="4128"/>
                  </a:cubicBezTo>
                  <a:lnTo>
                    <a:pt x="5010" y="3813"/>
                  </a:lnTo>
                  <a:cubicBezTo>
                    <a:pt x="5010" y="3624"/>
                    <a:pt x="4852" y="3466"/>
                    <a:pt x="4663" y="3466"/>
                  </a:cubicBezTo>
                  <a:cubicBezTo>
                    <a:pt x="4443" y="3466"/>
                    <a:pt x="4285" y="3624"/>
                    <a:pt x="4285" y="3813"/>
                  </a:cubicBezTo>
                  <a:lnTo>
                    <a:pt x="4285" y="4128"/>
                  </a:lnTo>
                  <a:cubicBezTo>
                    <a:pt x="3939" y="4097"/>
                    <a:pt x="3592" y="4034"/>
                    <a:pt x="3277" y="3907"/>
                  </a:cubicBezTo>
                  <a:lnTo>
                    <a:pt x="4663" y="1072"/>
                  </a:lnTo>
                  <a:close/>
                  <a:moveTo>
                    <a:pt x="2836" y="1"/>
                  </a:moveTo>
                  <a:lnTo>
                    <a:pt x="1576" y="2647"/>
                  </a:lnTo>
                  <a:cubicBezTo>
                    <a:pt x="1387" y="2395"/>
                    <a:pt x="1229" y="2143"/>
                    <a:pt x="1103" y="1860"/>
                  </a:cubicBezTo>
                  <a:cubicBezTo>
                    <a:pt x="1034" y="1721"/>
                    <a:pt x="914" y="1634"/>
                    <a:pt x="781" y="1634"/>
                  </a:cubicBezTo>
                  <a:cubicBezTo>
                    <a:pt x="732" y="1634"/>
                    <a:pt x="681" y="1645"/>
                    <a:pt x="631" y="1671"/>
                  </a:cubicBezTo>
                  <a:cubicBezTo>
                    <a:pt x="442" y="1734"/>
                    <a:pt x="347" y="1923"/>
                    <a:pt x="442" y="2143"/>
                  </a:cubicBezTo>
                  <a:cubicBezTo>
                    <a:pt x="631" y="2553"/>
                    <a:pt x="914" y="2994"/>
                    <a:pt x="1229" y="3340"/>
                  </a:cubicBezTo>
                  <a:lnTo>
                    <a:pt x="158" y="5546"/>
                  </a:lnTo>
                  <a:cubicBezTo>
                    <a:pt x="1" y="5955"/>
                    <a:pt x="64" y="6396"/>
                    <a:pt x="347" y="6711"/>
                  </a:cubicBezTo>
                  <a:lnTo>
                    <a:pt x="127" y="7247"/>
                  </a:lnTo>
                  <a:cubicBezTo>
                    <a:pt x="32" y="7405"/>
                    <a:pt x="127" y="7657"/>
                    <a:pt x="284" y="7720"/>
                  </a:cubicBezTo>
                  <a:cubicBezTo>
                    <a:pt x="328" y="7746"/>
                    <a:pt x="376" y="7757"/>
                    <a:pt x="425" y="7757"/>
                  </a:cubicBezTo>
                  <a:cubicBezTo>
                    <a:pt x="554" y="7757"/>
                    <a:pt x="688" y="7676"/>
                    <a:pt x="757" y="7562"/>
                  </a:cubicBezTo>
                  <a:lnTo>
                    <a:pt x="977" y="7026"/>
                  </a:lnTo>
                  <a:cubicBezTo>
                    <a:pt x="1025" y="7032"/>
                    <a:pt x="1072" y="7035"/>
                    <a:pt x="1118" y="7035"/>
                  </a:cubicBezTo>
                  <a:cubicBezTo>
                    <a:pt x="1562" y="7035"/>
                    <a:pt x="1937" y="6770"/>
                    <a:pt x="2080" y="6428"/>
                  </a:cubicBezTo>
                  <a:lnTo>
                    <a:pt x="2962" y="4601"/>
                  </a:lnTo>
                  <a:cubicBezTo>
                    <a:pt x="3372" y="4758"/>
                    <a:pt x="3813" y="4884"/>
                    <a:pt x="4285" y="4916"/>
                  </a:cubicBezTo>
                  <a:lnTo>
                    <a:pt x="4285" y="5294"/>
                  </a:lnTo>
                  <a:cubicBezTo>
                    <a:pt x="4285" y="5483"/>
                    <a:pt x="4443" y="5640"/>
                    <a:pt x="4632" y="5640"/>
                  </a:cubicBezTo>
                  <a:cubicBezTo>
                    <a:pt x="4852" y="5640"/>
                    <a:pt x="5010" y="5483"/>
                    <a:pt x="5010" y="5294"/>
                  </a:cubicBezTo>
                  <a:lnTo>
                    <a:pt x="5010" y="4916"/>
                  </a:lnTo>
                  <a:cubicBezTo>
                    <a:pt x="5483" y="4884"/>
                    <a:pt x="5892" y="4821"/>
                    <a:pt x="6333" y="4601"/>
                  </a:cubicBezTo>
                  <a:lnTo>
                    <a:pt x="7215" y="6428"/>
                  </a:lnTo>
                  <a:cubicBezTo>
                    <a:pt x="7365" y="6787"/>
                    <a:pt x="7741" y="7060"/>
                    <a:pt x="8237" y="7060"/>
                  </a:cubicBezTo>
                  <a:cubicBezTo>
                    <a:pt x="8264" y="7060"/>
                    <a:pt x="8291" y="7060"/>
                    <a:pt x="8318" y="7058"/>
                  </a:cubicBezTo>
                  <a:lnTo>
                    <a:pt x="8538" y="7594"/>
                  </a:lnTo>
                  <a:cubicBezTo>
                    <a:pt x="8607" y="7708"/>
                    <a:pt x="8742" y="7789"/>
                    <a:pt x="8871" y="7789"/>
                  </a:cubicBezTo>
                  <a:cubicBezTo>
                    <a:pt x="8920" y="7789"/>
                    <a:pt x="8968" y="7777"/>
                    <a:pt x="9011" y="7751"/>
                  </a:cubicBezTo>
                  <a:cubicBezTo>
                    <a:pt x="9169" y="7562"/>
                    <a:pt x="9263" y="7373"/>
                    <a:pt x="9169" y="7215"/>
                  </a:cubicBezTo>
                  <a:lnTo>
                    <a:pt x="8948" y="6648"/>
                  </a:lnTo>
                  <a:cubicBezTo>
                    <a:pt x="9200" y="6333"/>
                    <a:pt x="9326" y="5924"/>
                    <a:pt x="9137" y="5514"/>
                  </a:cubicBezTo>
                  <a:lnTo>
                    <a:pt x="8066" y="3340"/>
                  </a:lnTo>
                  <a:cubicBezTo>
                    <a:pt x="8381" y="2994"/>
                    <a:pt x="8665" y="2553"/>
                    <a:pt x="8854" y="2143"/>
                  </a:cubicBezTo>
                  <a:cubicBezTo>
                    <a:pt x="8948" y="1923"/>
                    <a:pt x="8854" y="1734"/>
                    <a:pt x="8665" y="1671"/>
                  </a:cubicBezTo>
                  <a:cubicBezTo>
                    <a:pt x="8614" y="1645"/>
                    <a:pt x="8561" y="1634"/>
                    <a:pt x="8509" y="1634"/>
                  </a:cubicBezTo>
                  <a:cubicBezTo>
                    <a:pt x="8369" y="1634"/>
                    <a:pt x="8238" y="1721"/>
                    <a:pt x="8192" y="1860"/>
                  </a:cubicBezTo>
                  <a:cubicBezTo>
                    <a:pt x="8066" y="2143"/>
                    <a:pt x="7908" y="2395"/>
                    <a:pt x="7719" y="2647"/>
                  </a:cubicBezTo>
                  <a:lnTo>
                    <a:pt x="6459" y="1"/>
                  </a:lnTo>
                  <a:cubicBezTo>
                    <a:pt x="6113" y="631"/>
                    <a:pt x="5420" y="1041"/>
                    <a:pt x="4632" y="1041"/>
                  </a:cubicBezTo>
                  <a:cubicBezTo>
                    <a:pt x="3844" y="1041"/>
                    <a:pt x="3183" y="599"/>
                    <a:pt x="283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8241;p67">
              <a:extLst>
                <a:ext uri="{FF2B5EF4-FFF2-40B4-BE49-F238E27FC236}">
                  <a16:creationId xmlns:a16="http://schemas.microsoft.com/office/drawing/2014/main" id="{A8941CB2-BA7D-1D11-F7D8-DD78CCED1B78}"/>
                </a:ext>
              </a:extLst>
            </p:cNvPr>
            <p:cNvSpPr/>
            <p:nvPr/>
          </p:nvSpPr>
          <p:spPr>
            <a:xfrm>
              <a:off x="-50379325" y="3183175"/>
              <a:ext cx="52775" cy="34675"/>
            </a:xfrm>
            <a:custGeom>
              <a:avLst/>
              <a:gdLst/>
              <a:ahLst/>
              <a:cxnLst/>
              <a:rect l="l" t="t" r="r" b="b"/>
              <a:pathLst>
                <a:path w="2111" h="1387" extrusionOk="0">
                  <a:moveTo>
                    <a:pt x="1071" y="0"/>
                  </a:moveTo>
                  <a:cubicBezTo>
                    <a:pt x="473" y="0"/>
                    <a:pt x="0" y="473"/>
                    <a:pt x="0" y="1071"/>
                  </a:cubicBezTo>
                  <a:lnTo>
                    <a:pt x="0" y="1386"/>
                  </a:lnTo>
                  <a:cubicBezTo>
                    <a:pt x="315" y="1166"/>
                    <a:pt x="662" y="1103"/>
                    <a:pt x="1071" y="1103"/>
                  </a:cubicBezTo>
                  <a:cubicBezTo>
                    <a:pt x="1449" y="1103"/>
                    <a:pt x="1796" y="1166"/>
                    <a:pt x="2111" y="1386"/>
                  </a:cubicBezTo>
                  <a:lnTo>
                    <a:pt x="2111" y="1071"/>
                  </a:lnTo>
                  <a:cubicBezTo>
                    <a:pt x="2111" y="473"/>
                    <a:pt x="1638" y="0"/>
                    <a:pt x="107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8" name="Google Shape;8242;p67">
            <a:extLst>
              <a:ext uri="{FF2B5EF4-FFF2-40B4-BE49-F238E27FC236}">
                <a16:creationId xmlns:a16="http://schemas.microsoft.com/office/drawing/2014/main" id="{B34E024C-BFF4-FF9A-CE69-28944187794B}"/>
              </a:ext>
            </a:extLst>
          </p:cNvPr>
          <p:cNvGrpSpPr/>
          <p:nvPr/>
        </p:nvGrpSpPr>
        <p:grpSpPr>
          <a:xfrm>
            <a:off x="1920379" y="8936702"/>
            <a:ext cx="918727" cy="916360"/>
            <a:chOff x="-50504575" y="3550975"/>
            <a:chExt cx="300900" cy="300125"/>
          </a:xfrm>
          <a:solidFill>
            <a:srgbClr val="555559"/>
          </a:solidFill>
        </p:grpSpPr>
        <p:sp>
          <p:nvSpPr>
            <p:cNvPr id="1308" name="Google Shape;8243;p67">
              <a:extLst>
                <a:ext uri="{FF2B5EF4-FFF2-40B4-BE49-F238E27FC236}">
                  <a16:creationId xmlns:a16="http://schemas.microsoft.com/office/drawing/2014/main" id="{25098E7C-CAD4-219F-2213-718634806393}"/>
                </a:ext>
              </a:extLst>
            </p:cNvPr>
            <p:cNvSpPr/>
            <p:nvPr/>
          </p:nvSpPr>
          <p:spPr>
            <a:xfrm>
              <a:off x="-50504575" y="3550975"/>
              <a:ext cx="300900" cy="176475"/>
            </a:xfrm>
            <a:custGeom>
              <a:avLst/>
              <a:gdLst/>
              <a:ahLst/>
              <a:cxnLst/>
              <a:rect l="l" t="t" r="r" b="b"/>
              <a:pathLst>
                <a:path w="12036" h="7059" extrusionOk="0">
                  <a:moveTo>
                    <a:pt x="1072" y="1"/>
                  </a:moveTo>
                  <a:cubicBezTo>
                    <a:pt x="473" y="1"/>
                    <a:pt x="1" y="474"/>
                    <a:pt x="1" y="1072"/>
                  </a:cubicBezTo>
                  <a:cubicBezTo>
                    <a:pt x="1" y="1671"/>
                    <a:pt x="473" y="2143"/>
                    <a:pt x="1072" y="2143"/>
                  </a:cubicBezTo>
                  <a:cubicBezTo>
                    <a:pt x="1545" y="2143"/>
                    <a:pt x="1891" y="1828"/>
                    <a:pt x="2049" y="1419"/>
                  </a:cubicBezTo>
                  <a:lnTo>
                    <a:pt x="3592" y="1419"/>
                  </a:lnTo>
                  <a:cubicBezTo>
                    <a:pt x="2364" y="2175"/>
                    <a:pt x="1576" y="3467"/>
                    <a:pt x="1450" y="4916"/>
                  </a:cubicBezTo>
                  <a:lnTo>
                    <a:pt x="1072" y="4916"/>
                  </a:lnTo>
                  <a:cubicBezTo>
                    <a:pt x="883" y="4916"/>
                    <a:pt x="726" y="5073"/>
                    <a:pt x="726" y="5294"/>
                  </a:cubicBezTo>
                  <a:lnTo>
                    <a:pt x="726" y="6712"/>
                  </a:lnTo>
                  <a:cubicBezTo>
                    <a:pt x="726" y="6901"/>
                    <a:pt x="883" y="7058"/>
                    <a:pt x="1072" y="7058"/>
                  </a:cubicBezTo>
                  <a:lnTo>
                    <a:pt x="2490" y="7058"/>
                  </a:lnTo>
                  <a:cubicBezTo>
                    <a:pt x="2679" y="7058"/>
                    <a:pt x="2836" y="6901"/>
                    <a:pt x="2836" y="6712"/>
                  </a:cubicBezTo>
                  <a:lnTo>
                    <a:pt x="2836" y="5294"/>
                  </a:lnTo>
                  <a:cubicBezTo>
                    <a:pt x="2836" y="5073"/>
                    <a:pt x="2679" y="4916"/>
                    <a:pt x="2490" y="4916"/>
                  </a:cubicBezTo>
                  <a:lnTo>
                    <a:pt x="2175" y="4916"/>
                  </a:lnTo>
                  <a:cubicBezTo>
                    <a:pt x="2332" y="3309"/>
                    <a:pt x="3435" y="2017"/>
                    <a:pt x="4979" y="1576"/>
                  </a:cubicBezTo>
                  <a:lnTo>
                    <a:pt x="4979" y="1765"/>
                  </a:lnTo>
                  <a:cubicBezTo>
                    <a:pt x="4979" y="1986"/>
                    <a:pt x="5136" y="2143"/>
                    <a:pt x="5325" y="2143"/>
                  </a:cubicBezTo>
                  <a:lnTo>
                    <a:pt x="6743" y="2143"/>
                  </a:lnTo>
                  <a:cubicBezTo>
                    <a:pt x="6932" y="2143"/>
                    <a:pt x="7090" y="1986"/>
                    <a:pt x="7090" y="1765"/>
                  </a:cubicBezTo>
                  <a:lnTo>
                    <a:pt x="7090" y="1576"/>
                  </a:lnTo>
                  <a:cubicBezTo>
                    <a:pt x="8633" y="2017"/>
                    <a:pt x="9736" y="3340"/>
                    <a:pt x="9893" y="4916"/>
                  </a:cubicBezTo>
                  <a:lnTo>
                    <a:pt x="9578" y="4916"/>
                  </a:lnTo>
                  <a:cubicBezTo>
                    <a:pt x="9389" y="4916"/>
                    <a:pt x="9232" y="5073"/>
                    <a:pt x="9232" y="5294"/>
                  </a:cubicBezTo>
                  <a:lnTo>
                    <a:pt x="9232" y="6712"/>
                  </a:lnTo>
                  <a:cubicBezTo>
                    <a:pt x="9232" y="6901"/>
                    <a:pt x="9389" y="7058"/>
                    <a:pt x="9578" y="7058"/>
                  </a:cubicBezTo>
                  <a:lnTo>
                    <a:pt x="10996" y="7058"/>
                  </a:lnTo>
                  <a:cubicBezTo>
                    <a:pt x="11185" y="7058"/>
                    <a:pt x="11343" y="6901"/>
                    <a:pt x="11343" y="6712"/>
                  </a:cubicBezTo>
                  <a:lnTo>
                    <a:pt x="11343" y="5294"/>
                  </a:lnTo>
                  <a:cubicBezTo>
                    <a:pt x="11343" y="5073"/>
                    <a:pt x="11185" y="4916"/>
                    <a:pt x="10996" y="4916"/>
                  </a:cubicBezTo>
                  <a:lnTo>
                    <a:pt x="10587" y="4916"/>
                  </a:lnTo>
                  <a:cubicBezTo>
                    <a:pt x="10492" y="3467"/>
                    <a:pt x="9704" y="2175"/>
                    <a:pt x="8476" y="1419"/>
                  </a:cubicBezTo>
                  <a:lnTo>
                    <a:pt x="10020" y="1419"/>
                  </a:lnTo>
                  <a:cubicBezTo>
                    <a:pt x="10146" y="1860"/>
                    <a:pt x="10555" y="2143"/>
                    <a:pt x="10996" y="2143"/>
                  </a:cubicBezTo>
                  <a:cubicBezTo>
                    <a:pt x="11563" y="2143"/>
                    <a:pt x="12036" y="1671"/>
                    <a:pt x="12036" y="1072"/>
                  </a:cubicBezTo>
                  <a:cubicBezTo>
                    <a:pt x="12036" y="474"/>
                    <a:pt x="11563" y="1"/>
                    <a:pt x="10996" y="1"/>
                  </a:cubicBezTo>
                  <a:cubicBezTo>
                    <a:pt x="10524" y="1"/>
                    <a:pt x="10146" y="285"/>
                    <a:pt x="9988" y="726"/>
                  </a:cubicBezTo>
                  <a:lnTo>
                    <a:pt x="7090" y="726"/>
                  </a:lnTo>
                  <a:lnTo>
                    <a:pt x="7090" y="379"/>
                  </a:lnTo>
                  <a:cubicBezTo>
                    <a:pt x="7090" y="159"/>
                    <a:pt x="6932" y="1"/>
                    <a:pt x="6743" y="1"/>
                  </a:cubicBezTo>
                  <a:lnTo>
                    <a:pt x="5325" y="1"/>
                  </a:lnTo>
                  <a:cubicBezTo>
                    <a:pt x="5105" y="1"/>
                    <a:pt x="4979" y="159"/>
                    <a:pt x="4979" y="379"/>
                  </a:cubicBezTo>
                  <a:lnTo>
                    <a:pt x="4979" y="726"/>
                  </a:lnTo>
                  <a:lnTo>
                    <a:pt x="2049" y="726"/>
                  </a:lnTo>
                  <a:cubicBezTo>
                    <a:pt x="1891" y="316"/>
                    <a:pt x="1545" y="1"/>
                    <a:pt x="107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8244;p67">
              <a:extLst>
                <a:ext uri="{FF2B5EF4-FFF2-40B4-BE49-F238E27FC236}">
                  <a16:creationId xmlns:a16="http://schemas.microsoft.com/office/drawing/2014/main" id="{C2B1B639-6049-5FFA-C644-BAB8AEB6E011}"/>
                </a:ext>
              </a:extLst>
            </p:cNvPr>
            <p:cNvSpPr/>
            <p:nvPr/>
          </p:nvSpPr>
          <p:spPr>
            <a:xfrm>
              <a:off x="-50432100" y="3622650"/>
              <a:ext cx="157550" cy="175675"/>
            </a:xfrm>
            <a:custGeom>
              <a:avLst/>
              <a:gdLst/>
              <a:ahLst/>
              <a:cxnLst/>
              <a:rect l="l" t="t" r="r" b="b"/>
              <a:pathLst>
                <a:path w="6302" h="7027" extrusionOk="0">
                  <a:moveTo>
                    <a:pt x="3182" y="1"/>
                  </a:moveTo>
                  <a:cubicBezTo>
                    <a:pt x="3064" y="1"/>
                    <a:pt x="2946" y="64"/>
                    <a:pt x="2899" y="190"/>
                  </a:cubicBezTo>
                  <a:lnTo>
                    <a:pt x="95" y="5105"/>
                  </a:lnTo>
                  <a:cubicBezTo>
                    <a:pt x="0" y="5231"/>
                    <a:pt x="0" y="5357"/>
                    <a:pt x="95" y="5451"/>
                  </a:cubicBezTo>
                  <a:lnTo>
                    <a:pt x="1103" y="7026"/>
                  </a:lnTo>
                  <a:lnTo>
                    <a:pt x="2804" y="7026"/>
                  </a:lnTo>
                  <a:lnTo>
                    <a:pt x="2804" y="5577"/>
                  </a:lnTo>
                  <a:cubicBezTo>
                    <a:pt x="2426" y="5420"/>
                    <a:pt x="2111" y="5010"/>
                    <a:pt x="2111" y="4569"/>
                  </a:cubicBezTo>
                  <a:cubicBezTo>
                    <a:pt x="2111" y="4002"/>
                    <a:pt x="2584" y="3529"/>
                    <a:pt x="3151" y="3529"/>
                  </a:cubicBezTo>
                  <a:cubicBezTo>
                    <a:pt x="3749" y="3529"/>
                    <a:pt x="4222" y="4002"/>
                    <a:pt x="4222" y="4569"/>
                  </a:cubicBezTo>
                  <a:cubicBezTo>
                    <a:pt x="4222" y="5042"/>
                    <a:pt x="3939" y="5420"/>
                    <a:pt x="3529" y="5577"/>
                  </a:cubicBezTo>
                  <a:lnTo>
                    <a:pt x="3529" y="7026"/>
                  </a:lnTo>
                  <a:lnTo>
                    <a:pt x="5199" y="7026"/>
                  </a:lnTo>
                  <a:lnTo>
                    <a:pt x="6238" y="5451"/>
                  </a:lnTo>
                  <a:cubicBezTo>
                    <a:pt x="6301" y="5325"/>
                    <a:pt x="6301" y="5199"/>
                    <a:pt x="6238" y="5105"/>
                  </a:cubicBezTo>
                  <a:lnTo>
                    <a:pt x="3466" y="190"/>
                  </a:lnTo>
                  <a:cubicBezTo>
                    <a:pt x="3419" y="64"/>
                    <a:pt x="3301" y="1"/>
                    <a:pt x="318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8245;p67">
              <a:extLst>
                <a:ext uri="{FF2B5EF4-FFF2-40B4-BE49-F238E27FC236}">
                  <a16:creationId xmlns:a16="http://schemas.microsoft.com/office/drawing/2014/main" id="{F2ADDD44-A39B-F762-FCDD-6C7EF6132AA6}"/>
                </a:ext>
              </a:extLst>
            </p:cNvPr>
            <p:cNvSpPr/>
            <p:nvPr/>
          </p:nvSpPr>
          <p:spPr>
            <a:xfrm>
              <a:off x="-50414775" y="3815625"/>
              <a:ext cx="122900" cy="35475"/>
            </a:xfrm>
            <a:custGeom>
              <a:avLst/>
              <a:gdLst/>
              <a:ahLst/>
              <a:cxnLst/>
              <a:rect l="l" t="t" r="r" b="b"/>
              <a:pathLst>
                <a:path w="4916" h="1419" extrusionOk="0">
                  <a:moveTo>
                    <a:pt x="347" y="1"/>
                  </a:moveTo>
                  <a:cubicBezTo>
                    <a:pt x="158" y="1"/>
                    <a:pt x="0" y="158"/>
                    <a:pt x="0" y="379"/>
                  </a:cubicBezTo>
                  <a:lnTo>
                    <a:pt x="0" y="1072"/>
                  </a:lnTo>
                  <a:cubicBezTo>
                    <a:pt x="0" y="1261"/>
                    <a:pt x="158" y="1418"/>
                    <a:pt x="347" y="1418"/>
                  </a:cubicBezTo>
                  <a:lnTo>
                    <a:pt x="4569" y="1418"/>
                  </a:lnTo>
                  <a:cubicBezTo>
                    <a:pt x="4758" y="1418"/>
                    <a:pt x="4915" y="1261"/>
                    <a:pt x="4915" y="1072"/>
                  </a:cubicBezTo>
                  <a:lnTo>
                    <a:pt x="4915" y="379"/>
                  </a:lnTo>
                  <a:cubicBezTo>
                    <a:pt x="4915" y="190"/>
                    <a:pt x="4758" y="1"/>
                    <a:pt x="456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8246;p67">
              <a:extLst>
                <a:ext uri="{FF2B5EF4-FFF2-40B4-BE49-F238E27FC236}">
                  <a16:creationId xmlns:a16="http://schemas.microsoft.com/office/drawing/2014/main" id="{3127EC56-BFB3-5314-AACB-E71E297AAA8C}"/>
                </a:ext>
              </a:extLst>
            </p:cNvPr>
            <p:cNvSpPr/>
            <p:nvPr/>
          </p:nvSpPr>
          <p:spPr>
            <a:xfrm>
              <a:off x="-50362000" y="3727425"/>
              <a:ext cx="18125" cy="17350"/>
            </a:xfrm>
            <a:custGeom>
              <a:avLst/>
              <a:gdLst/>
              <a:ahLst/>
              <a:cxnLst/>
              <a:rect l="l" t="t" r="r" b="b"/>
              <a:pathLst>
                <a:path w="725" h="694" extrusionOk="0">
                  <a:moveTo>
                    <a:pt x="347" y="0"/>
                  </a:moveTo>
                  <a:cubicBezTo>
                    <a:pt x="158" y="0"/>
                    <a:pt x="0" y="158"/>
                    <a:pt x="0" y="347"/>
                  </a:cubicBezTo>
                  <a:cubicBezTo>
                    <a:pt x="0" y="536"/>
                    <a:pt x="158" y="693"/>
                    <a:pt x="347" y="693"/>
                  </a:cubicBezTo>
                  <a:cubicBezTo>
                    <a:pt x="567" y="693"/>
                    <a:pt x="725" y="536"/>
                    <a:pt x="725" y="347"/>
                  </a:cubicBezTo>
                  <a:cubicBezTo>
                    <a:pt x="725" y="158"/>
                    <a:pt x="567"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9" name="Google Shape;8247;p67">
            <a:extLst>
              <a:ext uri="{FF2B5EF4-FFF2-40B4-BE49-F238E27FC236}">
                <a16:creationId xmlns:a16="http://schemas.microsoft.com/office/drawing/2014/main" id="{2135F6B1-139C-9D29-1AED-F07F3410D8B7}"/>
              </a:ext>
            </a:extLst>
          </p:cNvPr>
          <p:cNvGrpSpPr/>
          <p:nvPr/>
        </p:nvGrpSpPr>
        <p:grpSpPr>
          <a:xfrm>
            <a:off x="1920379" y="10067019"/>
            <a:ext cx="918727" cy="913919"/>
            <a:chOff x="-50503000" y="3921175"/>
            <a:chExt cx="300900" cy="299325"/>
          </a:xfrm>
          <a:solidFill>
            <a:srgbClr val="555559"/>
          </a:solidFill>
        </p:grpSpPr>
        <p:sp>
          <p:nvSpPr>
            <p:cNvPr id="1303" name="Google Shape;8248;p67">
              <a:extLst>
                <a:ext uri="{FF2B5EF4-FFF2-40B4-BE49-F238E27FC236}">
                  <a16:creationId xmlns:a16="http://schemas.microsoft.com/office/drawing/2014/main" id="{1CD76395-CE42-E223-D906-D1A6175E7460}"/>
                </a:ext>
              </a:extLst>
            </p:cNvPr>
            <p:cNvSpPr/>
            <p:nvPr/>
          </p:nvSpPr>
          <p:spPr>
            <a:xfrm>
              <a:off x="-50432900" y="3921175"/>
              <a:ext cx="177250" cy="53575"/>
            </a:xfrm>
            <a:custGeom>
              <a:avLst/>
              <a:gdLst/>
              <a:ahLst/>
              <a:cxnLst/>
              <a:rect l="l" t="t" r="r" b="b"/>
              <a:pathLst>
                <a:path w="7090" h="2143" extrusionOk="0">
                  <a:moveTo>
                    <a:pt x="1" y="0"/>
                  </a:moveTo>
                  <a:lnTo>
                    <a:pt x="1" y="2143"/>
                  </a:lnTo>
                  <a:lnTo>
                    <a:pt x="7089" y="2143"/>
                  </a:lnTo>
                  <a:lnTo>
                    <a:pt x="7089"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8249;p67">
              <a:extLst>
                <a:ext uri="{FF2B5EF4-FFF2-40B4-BE49-F238E27FC236}">
                  <a16:creationId xmlns:a16="http://schemas.microsoft.com/office/drawing/2014/main" id="{D3DC9B2A-7FEC-AD41-499F-4F4E7BC9BDB8}"/>
                </a:ext>
              </a:extLst>
            </p:cNvPr>
            <p:cNvSpPr/>
            <p:nvPr/>
          </p:nvSpPr>
          <p:spPr>
            <a:xfrm>
              <a:off x="-50503000" y="3921175"/>
              <a:ext cx="52800" cy="53575"/>
            </a:xfrm>
            <a:custGeom>
              <a:avLst/>
              <a:gdLst/>
              <a:ahLst/>
              <a:cxnLst/>
              <a:rect l="l" t="t" r="r" b="b"/>
              <a:pathLst>
                <a:path w="2112" h="2143" extrusionOk="0">
                  <a:moveTo>
                    <a:pt x="1797" y="0"/>
                  </a:moveTo>
                  <a:cubicBezTo>
                    <a:pt x="1734" y="0"/>
                    <a:pt x="1671" y="0"/>
                    <a:pt x="1639" y="63"/>
                  </a:cubicBezTo>
                  <a:lnTo>
                    <a:pt x="221" y="756"/>
                  </a:lnTo>
                  <a:cubicBezTo>
                    <a:pt x="95" y="851"/>
                    <a:pt x="1" y="945"/>
                    <a:pt x="1" y="1071"/>
                  </a:cubicBezTo>
                  <a:cubicBezTo>
                    <a:pt x="1" y="1197"/>
                    <a:pt x="95" y="1323"/>
                    <a:pt x="221" y="1386"/>
                  </a:cubicBezTo>
                  <a:lnTo>
                    <a:pt x="1639" y="2111"/>
                  </a:lnTo>
                  <a:cubicBezTo>
                    <a:pt x="1671" y="2143"/>
                    <a:pt x="1765" y="2143"/>
                    <a:pt x="1797" y="2143"/>
                  </a:cubicBezTo>
                  <a:lnTo>
                    <a:pt x="2112" y="2143"/>
                  </a:lnTo>
                  <a:lnTo>
                    <a:pt x="211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8250;p67">
              <a:extLst>
                <a:ext uri="{FF2B5EF4-FFF2-40B4-BE49-F238E27FC236}">
                  <a16:creationId xmlns:a16="http://schemas.microsoft.com/office/drawing/2014/main" id="{7F23BD10-C839-5DC8-3014-5851A06EE10D}"/>
                </a:ext>
              </a:extLst>
            </p:cNvPr>
            <p:cNvSpPr/>
            <p:nvPr/>
          </p:nvSpPr>
          <p:spPr>
            <a:xfrm>
              <a:off x="-50237550" y="3921175"/>
              <a:ext cx="35450" cy="53575"/>
            </a:xfrm>
            <a:custGeom>
              <a:avLst/>
              <a:gdLst/>
              <a:ahLst/>
              <a:cxnLst/>
              <a:rect l="l" t="t" r="r" b="b"/>
              <a:pathLst>
                <a:path w="1418" h="2143" extrusionOk="0">
                  <a:moveTo>
                    <a:pt x="0" y="0"/>
                  </a:moveTo>
                  <a:lnTo>
                    <a:pt x="0" y="2143"/>
                  </a:lnTo>
                  <a:lnTo>
                    <a:pt x="347" y="2143"/>
                  </a:lnTo>
                  <a:cubicBezTo>
                    <a:pt x="945" y="2143"/>
                    <a:pt x="1418" y="1670"/>
                    <a:pt x="1418" y="1071"/>
                  </a:cubicBezTo>
                  <a:cubicBezTo>
                    <a:pt x="1418" y="473"/>
                    <a:pt x="945"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8251;p67">
              <a:extLst>
                <a:ext uri="{FF2B5EF4-FFF2-40B4-BE49-F238E27FC236}">
                  <a16:creationId xmlns:a16="http://schemas.microsoft.com/office/drawing/2014/main" id="{8F50A6D4-13E0-8058-5FCA-FC6A9163498A}"/>
                </a:ext>
              </a:extLst>
            </p:cNvPr>
            <p:cNvSpPr/>
            <p:nvPr/>
          </p:nvSpPr>
          <p:spPr>
            <a:xfrm>
              <a:off x="-50414775" y="4045625"/>
              <a:ext cx="159125" cy="122875"/>
            </a:xfrm>
            <a:custGeom>
              <a:avLst/>
              <a:gdLst/>
              <a:ahLst/>
              <a:cxnLst/>
              <a:rect l="l" t="t" r="r" b="b"/>
              <a:pathLst>
                <a:path w="6365" h="4915" extrusionOk="0">
                  <a:moveTo>
                    <a:pt x="0" y="0"/>
                  </a:moveTo>
                  <a:lnTo>
                    <a:pt x="0" y="4915"/>
                  </a:lnTo>
                  <a:lnTo>
                    <a:pt x="6364" y="4915"/>
                  </a:lnTo>
                  <a:lnTo>
                    <a:pt x="6364"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8252;p67">
              <a:extLst>
                <a:ext uri="{FF2B5EF4-FFF2-40B4-BE49-F238E27FC236}">
                  <a16:creationId xmlns:a16="http://schemas.microsoft.com/office/drawing/2014/main" id="{9E712C3F-210F-564D-BECF-DE24B6D75579}"/>
                </a:ext>
              </a:extLst>
            </p:cNvPr>
            <p:cNvSpPr/>
            <p:nvPr/>
          </p:nvSpPr>
          <p:spPr>
            <a:xfrm>
              <a:off x="-50503000" y="3992050"/>
              <a:ext cx="300900" cy="228450"/>
            </a:xfrm>
            <a:custGeom>
              <a:avLst/>
              <a:gdLst/>
              <a:ahLst/>
              <a:cxnLst/>
              <a:rect l="l" t="t" r="r" b="b"/>
              <a:pathLst>
                <a:path w="12036" h="9138" extrusionOk="0">
                  <a:moveTo>
                    <a:pt x="1797" y="1387"/>
                  </a:moveTo>
                  <a:cubicBezTo>
                    <a:pt x="1986" y="1387"/>
                    <a:pt x="2143" y="1544"/>
                    <a:pt x="2143" y="1733"/>
                  </a:cubicBezTo>
                  <a:lnTo>
                    <a:pt x="2143" y="3151"/>
                  </a:lnTo>
                  <a:cubicBezTo>
                    <a:pt x="2143" y="3372"/>
                    <a:pt x="1986" y="3529"/>
                    <a:pt x="1797" y="3529"/>
                  </a:cubicBezTo>
                  <a:cubicBezTo>
                    <a:pt x="1608" y="3529"/>
                    <a:pt x="1450" y="3372"/>
                    <a:pt x="1450" y="3151"/>
                  </a:cubicBezTo>
                  <a:lnTo>
                    <a:pt x="1450" y="1733"/>
                  </a:lnTo>
                  <a:cubicBezTo>
                    <a:pt x="1450" y="1544"/>
                    <a:pt x="1608" y="1387"/>
                    <a:pt x="1797" y="1387"/>
                  </a:cubicBezTo>
                  <a:close/>
                  <a:moveTo>
                    <a:pt x="1797" y="4222"/>
                  </a:moveTo>
                  <a:cubicBezTo>
                    <a:pt x="1986" y="4222"/>
                    <a:pt x="2143" y="4380"/>
                    <a:pt x="2143" y="4569"/>
                  </a:cubicBezTo>
                  <a:cubicBezTo>
                    <a:pt x="2143" y="4789"/>
                    <a:pt x="1986" y="4947"/>
                    <a:pt x="1797" y="4947"/>
                  </a:cubicBezTo>
                  <a:cubicBezTo>
                    <a:pt x="1576" y="4947"/>
                    <a:pt x="1419" y="4789"/>
                    <a:pt x="1419" y="4569"/>
                  </a:cubicBezTo>
                  <a:cubicBezTo>
                    <a:pt x="1419" y="4380"/>
                    <a:pt x="1576" y="4222"/>
                    <a:pt x="1797" y="4222"/>
                  </a:cubicBezTo>
                  <a:close/>
                  <a:moveTo>
                    <a:pt x="1797" y="5609"/>
                  </a:moveTo>
                  <a:cubicBezTo>
                    <a:pt x="1986" y="5609"/>
                    <a:pt x="2143" y="5766"/>
                    <a:pt x="2143" y="5955"/>
                  </a:cubicBezTo>
                  <a:lnTo>
                    <a:pt x="2143" y="7373"/>
                  </a:lnTo>
                  <a:cubicBezTo>
                    <a:pt x="2143" y="7562"/>
                    <a:pt x="1986" y="7719"/>
                    <a:pt x="1797" y="7719"/>
                  </a:cubicBezTo>
                  <a:cubicBezTo>
                    <a:pt x="1608" y="7719"/>
                    <a:pt x="1450" y="7562"/>
                    <a:pt x="1450" y="7373"/>
                  </a:cubicBezTo>
                  <a:lnTo>
                    <a:pt x="1450" y="5955"/>
                  </a:lnTo>
                  <a:cubicBezTo>
                    <a:pt x="1450" y="5766"/>
                    <a:pt x="1608" y="5609"/>
                    <a:pt x="1797" y="5609"/>
                  </a:cubicBezTo>
                  <a:close/>
                  <a:moveTo>
                    <a:pt x="10272" y="1387"/>
                  </a:moveTo>
                  <a:cubicBezTo>
                    <a:pt x="10461" y="1387"/>
                    <a:pt x="10618" y="1544"/>
                    <a:pt x="10618" y="1733"/>
                  </a:cubicBezTo>
                  <a:lnTo>
                    <a:pt x="10618" y="7373"/>
                  </a:lnTo>
                  <a:cubicBezTo>
                    <a:pt x="10618" y="7562"/>
                    <a:pt x="10461" y="7719"/>
                    <a:pt x="10272" y="7719"/>
                  </a:cubicBezTo>
                  <a:lnTo>
                    <a:pt x="3183" y="7719"/>
                  </a:lnTo>
                  <a:cubicBezTo>
                    <a:pt x="2962" y="7719"/>
                    <a:pt x="2805" y="7562"/>
                    <a:pt x="2805" y="7373"/>
                  </a:cubicBezTo>
                  <a:lnTo>
                    <a:pt x="2805" y="1733"/>
                  </a:lnTo>
                  <a:cubicBezTo>
                    <a:pt x="2805" y="1544"/>
                    <a:pt x="2962" y="1387"/>
                    <a:pt x="3183" y="1387"/>
                  </a:cubicBezTo>
                  <a:close/>
                  <a:moveTo>
                    <a:pt x="1072" y="1"/>
                  </a:moveTo>
                  <a:cubicBezTo>
                    <a:pt x="474" y="1"/>
                    <a:pt x="1" y="473"/>
                    <a:pt x="1" y="1072"/>
                  </a:cubicBezTo>
                  <a:lnTo>
                    <a:pt x="1" y="8097"/>
                  </a:lnTo>
                  <a:cubicBezTo>
                    <a:pt x="1" y="8664"/>
                    <a:pt x="474" y="9137"/>
                    <a:pt x="1072" y="9137"/>
                  </a:cubicBezTo>
                  <a:lnTo>
                    <a:pt x="10965" y="9137"/>
                  </a:lnTo>
                  <a:cubicBezTo>
                    <a:pt x="11563" y="9137"/>
                    <a:pt x="12036" y="8664"/>
                    <a:pt x="12036" y="8097"/>
                  </a:cubicBezTo>
                  <a:lnTo>
                    <a:pt x="12036" y="1072"/>
                  </a:lnTo>
                  <a:cubicBezTo>
                    <a:pt x="12036" y="473"/>
                    <a:pt x="11563" y="1"/>
                    <a:pt x="1096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0" name="Google Shape;8253;p67">
            <a:extLst>
              <a:ext uri="{FF2B5EF4-FFF2-40B4-BE49-F238E27FC236}">
                <a16:creationId xmlns:a16="http://schemas.microsoft.com/office/drawing/2014/main" id="{25F7D53E-B811-E909-BA05-DFA684BB0FCE}"/>
              </a:ext>
            </a:extLst>
          </p:cNvPr>
          <p:cNvGrpSpPr/>
          <p:nvPr/>
        </p:nvGrpSpPr>
        <p:grpSpPr>
          <a:xfrm>
            <a:off x="7605086" y="7864166"/>
            <a:ext cx="916286" cy="918727"/>
            <a:chOff x="-48630025" y="3199700"/>
            <a:chExt cx="300100" cy="300900"/>
          </a:xfrm>
          <a:solidFill>
            <a:srgbClr val="555559"/>
          </a:solidFill>
        </p:grpSpPr>
        <p:sp>
          <p:nvSpPr>
            <p:cNvPr id="1300" name="Google Shape;8254;p67">
              <a:extLst>
                <a:ext uri="{FF2B5EF4-FFF2-40B4-BE49-F238E27FC236}">
                  <a16:creationId xmlns:a16="http://schemas.microsoft.com/office/drawing/2014/main" id="{53CCE8D5-AB24-47D1-39BB-54812BAAD523}"/>
                </a:ext>
              </a:extLst>
            </p:cNvPr>
            <p:cNvSpPr/>
            <p:nvPr/>
          </p:nvSpPr>
          <p:spPr>
            <a:xfrm>
              <a:off x="-48630025" y="3199700"/>
              <a:ext cx="300100" cy="300900"/>
            </a:xfrm>
            <a:custGeom>
              <a:avLst/>
              <a:gdLst/>
              <a:ahLst/>
              <a:cxnLst/>
              <a:rect l="l" t="t" r="r" b="b"/>
              <a:pathLst>
                <a:path w="12004" h="12036" extrusionOk="0">
                  <a:moveTo>
                    <a:pt x="9893" y="1419"/>
                  </a:moveTo>
                  <a:lnTo>
                    <a:pt x="9893" y="1765"/>
                  </a:lnTo>
                  <a:cubicBezTo>
                    <a:pt x="9893" y="1986"/>
                    <a:pt x="10051" y="2143"/>
                    <a:pt x="10240" y="2143"/>
                  </a:cubicBezTo>
                  <a:lnTo>
                    <a:pt x="10586" y="2143"/>
                  </a:lnTo>
                  <a:lnTo>
                    <a:pt x="10586" y="5294"/>
                  </a:lnTo>
                  <a:cubicBezTo>
                    <a:pt x="9738" y="4603"/>
                    <a:pt x="8014" y="3599"/>
                    <a:pt x="6006" y="3592"/>
                  </a:cubicBezTo>
                  <a:lnTo>
                    <a:pt x="6006" y="3592"/>
                  </a:lnTo>
                  <a:cubicBezTo>
                    <a:pt x="6010" y="3592"/>
                    <a:pt x="6014" y="3592"/>
                    <a:pt x="6018" y="3592"/>
                  </a:cubicBezTo>
                  <a:lnTo>
                    <a:pt x="6018" y="3592"/>
                  </a:lnTo>
                  <a:cubicBezTo>
                    <a:pt x="6013" y="3592"/>
                    <a:pt x="6008" y="3592"/>
                    <a:pt x="6003" y="3592"/>
                  </a:cubicBezTo>
                  <a:lnTo>
                    <a:pt x="6003" y="3592"/>
                  </a:lnTo>
                  <a:cubicBezTo>
                    <a:pt x="5997" y="3592"/>
                    <a:pt x="5992" y="3592"/>
                    <a:pt x="5987" y="3592"/>
                  </a:cubicBezTo>
                  <a:cubicBezTo>
                    <a:pt x="5991" y="3592"/>
                    <a:pt x="5995" y="3592"/>
                    <a:pt x="5999" y="3592"/>
                  </a:cubicBezTo>
                  <a:lnTo>
                    <a:pt x="5999" y="3592"/>
                  </a:lnTo>
                  <a:cubicBezTo>
                    <a:pt x="4022" y="3599"/>
                    <a:pt x="2298" y="4666"/>
                    <a:pt x="1418" y="5294"/>
                  </a:cubicBezTo>
                  <a:lnTo>
                    <a:pt x="1418" y="2143"/>
                  </a:lnTo>
                  <a:lnTo>
                    <a:pt x="1765" y="2143"/>
                  </a:lnTo>
                  <a:cubicBezTo>
                    <a:pt x="1986" y="2143"/>
                    <a:pt x="2112" y="1986"/>
                    <a:pt x="2112" y="1765"/>
                  </a:cubicBezTo>
                  <a:lnTo>
                    <a:pt x="2112" y="1419"/>
                  </a:lnTo>
                  <a:close/>
                  <a:moveTo>
                    <a:pt x="6002" y="3592"/>
                  </a:moveTo>
                  <a:cubicBezTo>
                    <a:pt x="7319" y="3601"/>
                    <a:pt x="8413" y="4700"/>
                    <a:pt x="8413" y="6018"/>
                  </a:cubicBezTo>
                  <a:cubicBezTo>
                    <a:pt x="8413" y="7368"/>
                    <a:pt x="7319" y="8467"/>
                    <a:pt x="6002" y="8476"/>
                  </a:cubicBezTo>
                  <a:lnTo>
                    <a:pt x="6002" y="8476"/>
                  </a:lnTo>
                  <a:cubicBezTo>
                    <a:pt x="4686" y="8467"/>
                    <a:pt x="3592" y="7368"/>
                    <a:pt x="3592" y="6018"/>
                  </a:cubicBezTo>
                  <a:cubicBezTo>
                    <a:pt x="3592" y="4700"/>
                    <a:pt x="4686" y="3601"/>
                    <a:pt x="6002" y="3592"/>
                  </a:cubicBezTo>
                  <a:close/>
                  <a:moveTo>
                    <a:pt x="10586" y="6774"/>
                  </a:moveTo>
                  <a:lnTo>
                    <a:pt x="10586" y="9925"/>
                  </a:lnTo>
                  <a:lnTo>
                    <a:pt x="10240" y="9925"/>
                  </a:lnTo>
                  <a:cubicBezTo>
                    <a:pt x="10051" y="9925"/>
                    <a:pt x="9893" y="10082"/>
                    <a:pt x="9893" y="10271"/>
                  </a:cubicBezTo>
                  <a:lnTo>
                    <a:pt x="9893" y="10618"/>
                  </a:lnTo>
                  <a:lnTo>
                    <a:pt x="2112" y="10618"/>
                  </a:lnTo>
                  <a:lnTo>
                    <a:pt x="2112" y="10271"/>
                  </a:lnTo>
                  <a:cubicBezTo>
                    <a:pt x="2112" y="10082"/>
                    <a:pt x="1986" y="9925"/>
                    <a:pt x="1765" y="9925"/>
                  </a:cubicBezTo>
                  <a:lnTo>
                    <a:pt x="1418" y="9925"/>
                  </a:lnTo>
                  <a:lnTo>
                    <a:pt x="1418" y="6774"/>
                  </a:lnTo>
                  <a:cubicBezTo>
                    <a:pt x="2298" y="7434"/>
                    <a:pt x="4022" y="8469"/>
                    <a:pt x="5999" y="8476"/>
                  </a:cubicBezTo>
                  <a:lnTo>
                    <a:pt x="5999" y="8476"/>
                  </a:lnTo>
                  <a:cubicBezTo>
                    <a:pt x="5995" y="8476"/>
                    <a:pt x="5991" y="8476"/>
                    <a:pt x="5987" y="8476"/>
                  </a:cubicBezTo>
                  <a:cubicBezTo>
                    <a:pt x="5992" y="8476"/>
                    <a:pt x="5997" y="8476"/>
                    <a:pt x="6002" y="8476"/>
                  </a:cubicBezTo>
                  <a:lnTo>
                    <a:pt x="6002" y="8476"/>
                  </a:lnTo>
                  <a:cubicBezTo>
                    <a:pt x="6008" y="8476"/>
                    <a:pt x="6013" y="8476"/>
                    <a:pt x="6018" y="8476"/>
                  </a:cubicBezTo>
                  <a:cubicBezTo>
                    <a:pt x="6014" y="8476"/>
                    <a:pt x="6010" y="8476"/>
                    <a:pt x="6006" y="8476"/>
                  </a:cubicBezTo>
                  <a:lnTo>
                    <a:pt x="6006" y="8476"/>
                  </a:lnTo>
                  <a:cubicBezTo>
                    <a:pt x="8014" y="8469"/>
                    <a:pt x="9738" y="7402"/>
                    <a:pt x="10586" y="6774"/>
                  </a:cubicBezTo>
                  <a:close/>
                  <a:moveTo>
                    <a:pt x="347" y="1"/>
                  </a:moveTo>
                  <a:cubicBezTo>
                    <a:pt x="158" y="1"/>
                    <a:pt x="1" y="158"/>
                    <a:pt x="1" y="347"/>
                  </a:cubicBezTo>
                  <a:lnTo>
                    <a:pt x="1" y="1765"/>
                  </a:lnTo>
                  <a:cubicBezTo>
                    <a:pt x="1" y="1986"/>
                    <a:pt x="158" y="2143"/>
                    <a:pt x="347" y="2143"/>
                  </a:cubicBezTo>
                  <a:lnTo>
                    <a:pt x="694" y="2143"/>
                  </a:lnTo>
                  <a:lnTo>
                    <a:pt x="694" y="9925"/>
                  </a:lnTo>
                  <a:lnTo>
                    <a:pt x="347" y="9925"/>
                  </a:lnTo>
                  <a:cubicBezTo>
                    <a:pt x="158" y="9925"/>
                    <a:pt x="1" y="10082"/>
                    <a:pt x="1" y="10271"/>
                  </a:cubicBezTo>
                  <a:lnTo>
                    <a:pt x="1" y="11689"/>
                  </a:lnTo>
                  <a:cubicBezTo>
                    <a:pt x="1" y="11910"/>
                    <a:pt x="158" y="12036"/>
                    <a:pt x="347" y="12036"/>
                  </a:cubicBezTo>
                  <a:lnTo>
                    <a:pt x="1765" y="12036"/>
                  </a:lnTo>
                  <a:cubicBezTo>
                    <a:pt x="1986" y="12036"/>
                    <a:pt x="2112" y="11910"/>
                    <a:pt x="2112" y="11689"/>
                  </a:cubicBezTo>
                  <a:lnTo>
                    <a:pt x="2112" y="11343"/>
                  </a:lnTo>
                  <a:lnTo>
                    <a:pt x="9893" y="11343"/>
                  </a:lnTo>
                  <a:lnTo>
                    <a:pt x="9893" y="11689"/>
                  </a:lnTo>
                  <a:cubicBezTo>
                    <a:pt x="9893" y="11910"/>
                    <a:pt x="10051" y="12036"/>
                    <a:pt x="10240" y="12036"/>
                  </a:cubicBezTo>
                  <a:lnTo>
                    <a:pt x="11658" y="12036"/>
                  </a:lnTo>
                  <a:cubicBezTo>
                    <a:pt x="11847" y="12036"/>
                    <a:pt x="12004" y="11910"/>
                    <a:pt x="12004" y="11689"/>
                  </a:cubicBezTo>
                  <a:lnTo>
                    <a:pt x="12004" y="10271"/>
                  </a:lnTo>
                  <a:cubicBezTo>
                    <a:pt x="12004" y="10082"/>
                    <a:pt x="11847" y="9925"/>
                    <a:pt x="11658" y="9925"/>
                  </a:cubicBezTo>
                  <a:lnTo>
                    <a:pt x="11311" y="9925"/>
                  </a:lnTo>
                  <a:lnTo>
                    <a:pt x="11311" y="2143"/>
                  </a:lnTo>
                  <a:lnTo>
                    <a:pt x="11658" y="2143"/>
                  </a:lnTo>
                  <a:cubicBezTo>
                    <a:pt x="11847" y="2143"/>
                    <a:pt x="12004" y="1986"/>
                    <a:pt x="12004" y="1765"/>
                  </a:cubicBezTo>
                  <a:lnTo>
                    <a:pt x="12004" y="347"/>
                  </a:lnTo>
                  <a:cubicBezTo>
                    <a:pt x="12004" y="158"/>
                    <a:pt x="11847" y="1"/>
                    <a:pt x="11658" y="1"/>
                  </a:cubicBezTo>
                  <a:lnTo>
                    <a:pt x="10240" y="1"/>
                  </a:lnTo>
                  <a:cubicBezTo>
                    <a:pt x="10051" y="1"/>
                    <a:pt x="9893" y="158"/>
                    <a:pt x="9893" y="347"/>
                  </a:cubicBezTo>
                  <a:lnTo>
                    <a:pt x="9893" y="725"/>
                  </a:lnTo>
                  <a:lnTo>
                    <a:pt x="2112" y="725"/>
                  </a:lnTo>
                  <a:lnTo>
                    <a:pt x="2112" y="347"/>
                  </a:lnTo>
                  <a:cubicBezTo>
                    <a:pt x="2112" y="158"/>
                    <a:pt x="1986" y="1"/>
                    <a:pt x="176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8255;p67">
              <a:extLst>
                <a:ext uri="{FF2B5EF4-FFF2-40B4-BE49-F238E27FC236}">
                  <a16:creationId xmlns:a16="http://schemas.microsoft.com/office/drawing/2014/main" id="{86ECB807-BDE4-D041-F793-DE01F229C2A9}"/>
                </a:ext>
              </a:extLst>
            </p:cNvPr>
            <p:cNvSpPr/>
            <p:nvPr/>
          </p:nvSpPr>
          <p:spPr>
            <a:xfrm>
              <a:off x="-48524475" y="3306025"/>
              <a:ext cx="88225" cy="89050"/>
            </a:xfrm>
            <a:custGeom>
              <a:avLst/>
              <a:gdLst/>
              <a:ahLst/>
              <a:cxnLst/>
              <a:rect l="l" t="t" r="r" b="b"/>
              <a:pathLst>
                <a:path w="3529" h="3562" extrusionOk="0">
                  <a:moveTo>
                    <a:pt x="1765" y="726"/>
                  </a:moveTo>
                  <a:cubicBezTo>
                    <a:pt x="2363" y="726"/>
                    <a:pt x="2836" y="1198"/>
                    <a:pt x="2836" y="1765"/>
                  </a:cubicBezTo>
                  <a:cubicBezTo>
                    <a:pt x="2836" y="2364"/>
                    <a:pt x="2363" y="2836"/>
                    <a:pt x="1765" y="2836"/>
                  </a:cubicBezTo>
                  <a:cubicBezTo>
                    <a:pt x="1166" y="2836"/>
                    <a:pt x="694" y="2364"/>
                    <a:pt x="694" y="1765"/>
                  </a:cubicBezTo>
                  <a:cubicBezTo>
                    <a:pt x="694" y="1198"/>
                    <a:pt x="1166" y="726"/>
                    <a:pt x="1765" y="726"/>
                  </a:cubicBezTo>
                  <a:close/>
                  <a:moveTo>
                    <a:pt x="1765" y="1"/>
                  </a:moveTo>
                  <a:cubicBezTo>
                    <a:pt x="788" y="1"/>
                    <a:pt x="0" y="789"/>
                    <a:pt x="0" y="1765"/>
                  </a:cubicBezTo>
                  <a:cubicBezTo>
                    <a:pt x="0" y="2773"/>
                    <a:pt x="788" y="3561"/>
                    <a:pt x="1765" y="3561"/>
                  </a:cubicBezTo>
                  <a:cubicBezTo>
                    <a:pt x="2741" y="3561"/>
                    <a:pt x="3529" y="2773"/>
                    <a:pt x="3529" y="1765"/>
                  </a:cubicBezTo>
                  <a:cubicBezTo>
                    <a:pt x="3529" y="789"/>
                    <a:pt x="2741" y="1"/>
                    <a:pt x="176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8256;p67">
              <a:extLst>
                <a:ext uri="{FF2B5EF4-FFF2-40B4-BE49-F238E27FC236}">
                  <a16:creationId xmlns:a16="http://schemas.microsoft.com/office/drawing/2014/main" id="{EC5A3A4A-1D5E-2030-62B5-AF6AA807B774}"/>
                </a:ext>
              </a:extLst>
            </p:cNvPr>
            <p:cNvSpPr/>
            <p:nvPr/>
          </p:nvSpPr>
          <p:spPr>
            <a:xfrm>
              <a:off x="-48489025" y="3341475"/>
              <a:ext cx="17350" cy="18150"/>
            </a:xfrm>
            <a:custGeom>
              <a:avLst/>
              <a:gdLst/>
              <a:ahLst/>
              <a:cxnLst/>
              <a:rect l="l" t="t" r="r" b="b"/>
              <a:pathLst>
                <a:path w="694" h="726" extrusionOk="0">
                  <a:moveTo>
                    <a:pt x="347" y="1"/>
                  </a:moveTo>
                  <a:cubicBezTo>
                    <a:pt x="158" y="1"/>
                    <a:pt x="0" y="158"/>
                    <a:pt x="0" y="347"/>
                  </a:cubicBezTo>
                  <a:cubicBezTo>
                    <a:pt x="0" y="536"/>
                    <a:pt x="158" y="725"/>
                    <a:pt x="347" y="725"/>
                  </a:cubicBezTo>
                  <a:cubicBezTo>
                    <a:pt x="536" y="725"/>
                    <a:pt x="693" y="536"/>
                    <a:pt x="693" y="347"/>
                  </a:cubicBezTo>
                  <a:cubicBezTo>
                    <a:pt x="693"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1" name="Google Shape;8257;p67">
            <a:extLst>
              <a:ext uri="{FF2B5EF4-FFF2-40B4-BE49-F238E27FC236}">
                <a16:creationId xmlns:a16="http://schemas.microsoft.com/office/drawing/2014/main" id="{21ADD1AC-7C06-4189-619B-2655A876C572}"/>
              </a:ext>
            </a:extLst>
          </p:cNvPr>
          <p:cNvGrpSpPr/>
          <p:nvPr/>
        </p:nvGrpSpPr>
        <p:grpSpPr>
          <a:xfrm>
            <a:off x="7605086" y="8992043"/>
            <a:ext cx="916286" cy="916286"/>
            <a:chOff x="-48630025" y="3569100"/>
            <a:chExt cx="300100" cy="300100"/>
          </a:xfrm>
          <a:solidFill>
            <a:srgbClr val="555559"/>
          </a:solidFill>
        </p:grpSpPr>
        <p:sp>
          <p:nvSpPr>
            <p:cNvPr id="1290" name="Google Shape;8258;p67">
              <a:extLst>
                <a:ext uri="{FF2B5EF4-FFF2-40B4-BE49-F238E27FC236}">
                  <a16:creationId xmlns:a16="http://schemas.microsoft.com/office/drawing/2014/main" id="{CD6C7882-FB2E-F9B1-36C4-6CBEA617B28E}"/>
                </a:ext>
              </a:extLst>
            </p:cNvPr>
            <p:cNvSpPr/>
            <p:nvPr/>
          </p:nvSpPr>
          <p:spPr>
            <a:xfrm>
              <a:off x="-48400825" y="3710875"/>
              <a:ext cx="18150" cy="17350"/>
            </a:xfrm>
            <a:custGeom>
              <a:avLst/>
              <a:gdLst/>
              <a:ahLst/>
              <a:cxnLst/>
              <a:rect l="l" t="t" r="r" b="b"/>
              <a:pathLst>
                <a:path w="726" h="694" extrusionOk="0">
                  <a:moveTo>
                    <a:pt x="379" y="0"/>
                  </a:moveTo>
                  <a:cubicBezTo>
                    <a:pt x="158" y="0"/>
                    <a:pt x="1" y="158"/>
                    <a:pt x="1" y="347"/>
                  </a:cubicBezTo>
                  <a:cubicBezTo>
                    <a:pt x="1" y="536"/>
                    <a:pt x="158" y="694"/>
                    <a:pt x="379" y="694"/>
                  </a:cubicBezTo>
                  <a:cubicBezTo>
                    <a:pt x="568" y="694"/>
                    <a:pt x="725" y="536"/>
                    <a:pt x="725" y="347"/>
                  </a:cubicBezTo>
                  <a:cubicBezTo>
                    <a:pt x="725" y="158"/>
                    <a:pt x="568" y="0"/>
                    <a:pt x="37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8259;p67">
              <a:extLst>
                <a:ext uri="{FF2B5EF4-FFF2-40B4-BE49-F238E27FC236}">
                  <a16:creationId xmlns:a16="http://schemas.microsoft.com/office/drawing/2014/main" id="{94B3F0BE-892E-C6BA-AF04-BAD27B87EE06}"/>
                </a:ext>
              </a:extLst>
            </p:cNvPr>
            <p:cNvSpPr/>
            <p:nvPr/>
          </p:nvSpPr>
          <p:spPr>
            <a:xfrm>
              <a:off x="-48400825" y="3781750"/>
              <a:ext cx="18150" cy="17350"/>
            </a:xfrm>
            <a:custGeom>
              <a:avLst/>
              <a:gdLst/>
              <a:ahLst/>
              <a:cxnLst/>
              <a:rect l="l" t="t" r="r" b="b"/>
              <a:pathLst>
                <a:path w="726" h="694" extrusionOk="0">
                  <a:moveTo>
                    <a:pt x="379" y="1"/>
                  </a:moveTo>
                  <a:cubicBezTo>
                    <a:pt x="158" y="1"/>
                    <a:pt x="1" y="158"/>
                    <a:pt x="1" y="347"/>
                  </a:cubicBezTo>
                  <a:cubicBezTo>
                    <a:pt x="1" y="536"/>
                    <a:pt x="158" y="694"/>
                    <a:pt x="379" y="694"/>
                  </a:cubicBezTo>
                  <a:cubicBezTo>
                    <a:pt x="568" y="694"/>
                    <a:pt x="725" y="536"/>
                    <a:pt x="725" y="347"/>
                  </a:cubicBezTo>
                  <a:cubicBezTo>
                    <a:pt x="725" y="158"/>
                    <a:pt x="568" y="1"/>
                    <a:pt x="37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8260;p67">
              <a:extLst>
                <a:ext uri="{FF2B5EF4-FFF2-40B4-BE49-F238E27FC236}">
                  <a16:creationId xmlns:a16="http://schemas.microsoft.com/office/drawing/2014/main" id="{C04F473A-C315-44DC-8C19-E2ACA13062CF}"/>
                </a:ext>
              </a:extLst>
            </p:cNvPr>
            <p:cNvSpPr/>
            <p:nvPr/>
          </p:nvSpPr>
          <p:spPr>
            <a:xfrm>
              <a:off x="-48488250" y="3710875"/>
              <a:ext cx="18150" cy="17350"/>
            </a:xfrm>
            <a:custGeom>
              <a:avLst/>
              <a:gdLst/>
              <a:ahLst/>
              <a:cxnLst/>
              <a:rect l="l" t="t" r="r" b="b"/>
              <a:pathLst>
                <a:path w="726" h="694" extrusionOk="0">
                  <a:moveTo>
                    <a:pt x="347" y="0"/>
                  </a:moveTo>
                  <a:cubicBezTo>
                    <a:pt x="158" y="0"/>
                    <a:pt x="1" y="158"/>
                    <a:pt x="1" y="347"/>
                  </a:cubicBezTo>
                  <a:cubicBezTo>
                    <a:pt x="1" y="536"/>
                    <a:pt x="158" y="694"/>
                    <a:pt x="347" y="694"/>
                  </a:cubicBezTo>
                  <a:cubicBezTo>
                    <a:pt x="536" y="694"/>
                    <a:pt x="694" y="536"/>
                    <a:pt x="694" y="347"/>
                  </a:cubicBezTo>
                  <a:cubicBezTo>
                    <a:pt x="725" y="158"/>
                    <a:pt x="536"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8261;p67">
              <a:extLst>
                <a:ext uri="{FF2B5EF4-FFF2-40B4-BE49-F238E27FC236}">
                  <a16:creationId xmlns:a16="http://schemas.microsoft.com/office/drawing/2014/main" id="{93898C2B-0C93-CDBC-3154-D7F0B8A331B9}"/>
                </a:ext>
              </a:extLst>
            </p:cNvPr>
            <p:cNvSpPr/>
            <p:nvPr/>
          </p:nvSpPr>
          <p:spPr>
            <a:xfrm>
              <a:off x="-48488250" y="3640000"/>
              <a:ext cx="18150" cy="17350"/>
            </a:xfrm>
            <a:custGeom>
              <a:avLst/>
              <a:gdLst/>
              <a:ahLst/>
              <a:cxnLst/>
              <a:rect l="l" t="t" r="r" b="b"/>
              <a:pathLst>
                <a:path w="726" h="694" extrusionOk="0">
                  <a:moveTo>
                    <a:pt x="347" y="0"/>
                  </a:moveTo>
                  <a:cubicBezTo>
                    <a:pt x="158" y="0"/>
                    <a:pt x="1" y="158"/>
                    <a:pt x="1" y="347"/>
                  </a:cubicBezTo>
                  <a:cubicBezTo>
                    <a:pt x="1" y="536"/>
                    <a:pt x="158" y="693"/>
                    <a:pt x="347" y="693"/>
                  </a:cubicBezTo>
                  <a:cubicBezTo>
                    <a:pt x="536" y="693"/>
                    <a:pt x="694" y="536"/>
                    <a:pt x="694" y="347"/>
                  </a:cubicBezTo>
                  <a:cubicBezTo>
                    <a:pt x="725" y="158"/>
                    <a:pt x="536"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8262;p67">
              <a:extLst>
                <a:ext uri="{FF2B5EF4-FFF2-40B4-BE49-F238E27FC236}">
                  <a16:creationId xmlns:a16="http://schemas.microsoft.com/office/drawing/2014/main" id="{483A5004-10A5-7FE9-4DFE-DAD26E55882B}"/>
                </a:ext>
              </a:extLst>
            </p:cNvPr>
            <p:cNvSpPr/>
            <p:nvPr/>
          </p:nvSpPr>
          <p:spPr>
            <a:xfrm>
              <a:off x="-48400825" y="3640000"/>
              <a:ext cx="18150" cy="17350"/>
            </a:xfrm>
            <a:custGeom>
              <a:avLst/>
              <a:gdLst/>
              <a:ahLst/>
              <a:cxnLst/>
              <a:rect l="l" t="t" r="r" b="b"/>
              <a:pathLst>
                <a:path w="726" h="694" extrusionOk="0">
                  <a:moveTo>
                    <a:pt x="379" y="0"/>
                  </a:moveTo>
                  <a:cubicBezTo>
                    <a:pt x="158" y="0"/>
                    <a:pt x="1" y="158"/>
                    <a:pt x="1" y="347"/>
                  </a:cubicBezTo>
                  <a:cubicBezTo>
                    <a:pt x="1" y="536"/>
                    <a:pt x="158" y="693"/>
                    <a:pt x="379" y="693"/>
                  </a:cubicBezTo>
                  <a:cubicBezTo>
                    <a:pt x="568" y="693"/>
                    <a:pt x="725" y="536"/>
                    <a:pt x="725" y="347"/>
                  </a:cubicBezTo>
                  <a:cubicBezTo>
                    <a:pt x="725" y="158"/>
                    <a:pt x="568" y="0"/>
                    <a:pt x="37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8263;p67">
              <a:extLst>
                <a:ext uri="{FF2B5EF4-FFF2-40B4-BE49-F238E27FC236}">
                  <a16:creationId xmlns:a16="http://schemas.microsoft.com/office/drawing/2014/main" id="{7715F5C8-4325-0FD9-60A5-6602E7AE875C}"/>
                </a:ext>
              </a:extLst>
            </p:cNvPr>
            <p:cNvSpPr/>
            <p:nvPr/>
          </p:nvSpPr>
          <p:spPr>
            <a:xfrm>
              <a:off x="-48541800" y="3569100"/>
              <a:ext cx="211875" cy="300100"/>
            </a:xfrm>
            <a:custGeom>
              <a:avLst/>
              <a:gdLst/>
              <a:ahLst/>
              <a:cxnLst/>
              <a:rect l="l" t="t" r="r" b="b"/>
              <a:pathLst>
                <a:path w="8475" h="12004" extrusionOk="0">
                  <a:moveTo>
                    <a:pt x="2489" y="2080"/>
                  </a:moveTo>
                  <a:cubicBezTo>
                    <a:pt x="3088" y="2080"/>
                    <a:pt x="3560" y="2552"/>
                    <a:pt x="3560" y="3151"/>
                  </a:cubicBezTo>
                  <a:cubicBezTo>
                    <a:pt x="3560" y="3750"/>
                    <a:pt x="3088" y="4222"/>
                    <a:pt x="2489" y="4222"/>
                  </a:cubicBezTo>
                  <a:cubicBezTo>
                    <a:pt x="1891" y="4222"/>
                    <a:pt x="1418" y="3750"/>
                    <a:pt x="1418" y="3151"/>
                  </a:cubicBezTo>
                  <a:cubicBezTo>
                    <a:pt x="1418" y="2552"/>
                    <a:pt x="1891" y="2080"/>
                    <a:pt x="2489" y="2080"/>
                  </a:cubicBezTo>
                  <a:close/>
                  <a:moveTo>
                    <a:pt x="6018" y="2080"/>
                  </a:moveTo>
                  <a:cubicBezTo>
                    <a:pt x="6585" y="2080"/>
                    <a:pt x="7057" y="2552"/>
                    <a:pt x="7057" y="3151"/>
                  </a:cubicBezTo>
                  <a:cubicBezTo>
                    <a:pt x="7057" y="3750"/>
                    <a:pt x="6585" y="4222"/>
                    <a:pt x="6018" y="4222"/>
                  </a:cubicBezTo>
                  <a:cubicBezTo>
                    <a:pt x="5419" y="4222"/>
                    <a:pt x="4947" y="3750"/>
                    <a:pt x="4947" y="3151"/>
                  </a:cubicBezTo>
                  <a:cubicBezTo>
                    <a:pt x="4947" y="2552"/>
                    <a:pt x="5419" y="2080"/>
                    <a:pt x="6018" y="2080"/>
                  </a:cubicBezTo>
                  <a:close/>
                  <a:moveTo>
                    <a:pt x="2489" y="4915"/>
                  </a:moveTo>
                  <a:cubicBezTo>
                    <a:pt x="3088" y="4915"/>
                    <a:pt x="3560" y="5388"/>
                    <a:pt x="3560" y="5987"/>
                  </a:cubicBezTo>
                  <a:cubicBezTo>
                    <a:pt x="3560" y="6585"/>
                    <a:pt x="3088" y="7058"/>
                    <a:pt x="2489" y="7058"/>
                  </a:cubicBezTo>
                  <a:cubicBezTo>
                    <a:pt x="1891" y="7058"/>
                    <a:pt x="1418" y="6585"/>
                    <a:pt x="1418" y="5987"/>
                  </a:cubicBezTo>
                  <a:cubicBezTo>
                    <a:pt x="1418" y="5388"/>
                    <a:pt x="1891" y="4915"/>
                    <a:pt x="2489" y="4915"/>
                  </a:cubicBezTo>
                  <a:close/>
                  <a:moveTo>
                    <a:pt x="6018" y="4915"/>
                  </a:moveTo>
                  <a:cubicBezTo>
                    <a:pt x="6585" y="4915"/>
                    <a:pt x="7057" y="5388"/>
                    <a:pt x="7057" y="5987"/>
                  </a:cubicBezTo>
                  <a:cubicBezTo>
                    <a:pt x="7057" y="6585"/>
                    <a:pt x="6585" y="7058"/>
                    <a:pt x="6018" y="7058"/>
                  </a:cubicBezTo>
                  <a:cubicBezTo>
                    <a:pt x="5419" y="7058"/>
                    <a:pt x="4947" y="6585"/>
                    <a:pt x="4947" y="5987"/>
                  </a:cubicBezTo>
                  <a:cubicBezTo>
                    <a:pt x="4947" y="5388"/>
                    <a:pt x="5419" y="4915"/>
                    <a:pt x="6018" y="4915"/>
                  </a:cubicBezTo>
                  <a:close/>
                  <a:moveTo>
                    <a:pt x="2489" y="7751"/>
                  </a:moveTo>
                  <a:cubicBezTo>
                    <a:pt x="3088" y="7751"/>
                    <a:pt x="3560" y="8223"/>
                    <a:pt x="3560" y="8822"/>
                  </a:cubicBezTo>
                  <a:cubicBezTo>
                    <a:pt x="3560" y="9421"/>
                    <a:pt x="3088" y="9862"/>
                    <a:pt x="2489" y="9862"/>
                  </a:cubicBezTo>
                  <a:cubicBezTo>
                    <a:pt x="1891" y="9862"/>
                    <a:pt x="1418" y="9421"/>
                    <a:pt x="1418" y="8822"/>
                  </a:cubicBezTo>
                  <a:cubicBezTo>
                    <a:pt x="1418" y="8223"/>
                    <a:pt x="1891" y="7751"/>
                    <a:pt x="2489" y="7751"/>
                  </a:cubicBezTo>
                  <a:close/>
                  <a:moveTo>
                    <a:pt x="6018" y="7751"/>
                  </a:moveTo>
                  <a:cubicBezTo>
                    <a:pt x="6585" y="7751"/>
                    <a:pt x="7057" y="8223"/>
                    <a:pt x="7057" y="8822"/>
                  </a:cubicBezTo>
                  <a:cubicBezTo>
                    <a:pt x="7057" y="9421"/>
                    <a:pt x="6585" y="9862"/>
                    <a:pt x="6018" y="9862"/>
                  </a:cubicBezTo>
                  <a:cubicBezTo>
                    <a:pt x="5419" y="9862"/>
                    <a:pt x="4947" y="9421"/>
                    <a:pt x="4947" y="8822"/>
                  </a:cubicBezTo>
                  <a:cubicBezTo>
                    <a:pt x="4947" y="8223"/>
                    <a:pt x="5419" y="7751"/>
                    <a:pt x="6018" y="7751"/>
                  </a:cubicBezTo>
                  <a:close/>
                  <a:moveTo>
                    <a:pt x="1796" y="1"/>
                  </a:moveTo>
                  <a:cubicBezTo>
                    <a:pt x="788" y="1"/>
                    <a:pt x="0" y="788"/>
                    <a:pt x="0" y="1765"/>
                  </a:cubicBezTo>
                  <a:lnTo>
                    <a:pt x="0" y="10240"/>
                  </a:lnTo>
                  <a:cubicBezTo>
                    <a:pt x="0" y="11216"/>
                    <a:pt x="788" y="12004"/>
                    <a:pt x="1796" y="12004"/>
                  </a:cubicBezTo>
                  <a:lnTo>
                    <a:pt x="6711" y="12004"/>
                  </a:lnTo>
                  <a:cubicBezTo>
                    <a:pt x="7687" y="12004"/>
                    <a:pt x="8475" y="11216"/>
                    <a:pt x="8475" y="10240"/>
                  </a:cubicBezTo>
                  <a:lnTo>
                    <a:pt x="8475" y="1765"/>
                  </a:lnTo>
                  <a:cubicBezTo>
                    <a:pt x="8475" y="788"/>
                    <a:pt x="7687" y="1"/>
                    <a:pt x="671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8264;p67">
              <a:extLst>
                <a:ext uri="{FF2B5EF4-FFF2-40B4-BE49-F238E27FC236}">
                  <a16:creationId xmlns:a16="http://schemas.microsoft.com/office/drawing/2014/main" id="{198B290B-9054-E501-9C62-6E364253C094}"/>
                </a:ext>
              </a:extLst>
            </p:cNvPr>
            <p:cNvSpPr/>
            <p:nvPr/>
          </p:nvSpPr>
          <p:spPr>
            <a:xfrm>
              <a:off x="-48488250" y="3781750"/>
              <a:ext cx="18150" cy="17350"/>
            </a:xfrm>
            <a:custGeom>
              <a:avLst/>
              <a:gdLst/>
              <a:ahLst/>
              <a:cxnLst/>
              <a:rect l="l" t="t" r="r" b="b"/>
              <a:pathLst>
                <a:path w="726" h="694" extrusionOk="0">
                  <a:moveTo>
                    <a:pt x="347" y="1"/>
                  </a:moveTo>
                  <a:cubicBezTo>
                    <a:pt x="158" y="1"/>
                    <a:pt x="1" y="158"/>
                    <a:pt x="1" y="347"/>
                  </a:cubicBezTo>
                  <a:cubicBezTo>
                    <a:pt x="1" y="536"/>
                    <a:pt x="158" y="694"/>
                    <a:pt x="347" y="694"/>
                  </a:cubicBezTo>
                  <a:cubicBezTo>
                    <a:pt x="536" y="694"/>
                    <a:pt x="694" y="536"/>
                    <a:pt x="694" y="347"/>
                  </a:cubicBezTo>
                  <a:cubicBezTo>
                    <a:pt x="725"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8265;p67">
              <a:extLst>
                <a:ext uri="{FF2B5EF4-FFF2-40B4-BE49-F238E27FC236}">
                  <a16:creationId xmlns:a16="http://schemas.microsoft.com/office/drawing/2014/main" id="{8EB28C2F-72A8-9CD6-C0BC-B3A55489123A}"/>
                </a:ext>
              </a:extLst>
            </p:cNvPr>
            <p:cNvSpPr/>
            <p:nvPr/>
          </p:nvSpPr>
          <p:spPr>
            <a:xfrm>
              <a:off x="-48630025" y="3569900"/>
              <a:ext cx="71700" cy="87450"/>
            </a:xfrm>
            <a:custGeom>
              <a:avLst/>
              <a:gdLst/>
              <a:ahLst/>
              <a:cxnLst/>
              <a:rect l="l" t="t" r="r" b="b"/>
              <a:pathLst>
                <a:path w="2868" h="3498" extrusionOk="0">
                  <a:moveTo>
                    <a:pt x="2490" y="0"/>
                  </a:moveTo>
                  <a:cubicBezTo>
                    <a:pt x="1765" y="0"/>
                    <a:pt x="1229" y="32"/>
                    <a:pt x="631" y="630"/>
                  </a:cubicBezTo>
                  <a:cubicBezTo>
                    <a:pt x="221" y="1040"/>
                    <a:pt x="1" y="1575"/>
                    <a:pt x="1" y="2142"/>
                  </a:cubicBezTo>
                  <a:cubicBezTo>
                    <a:pt x="1" y="2867"/>
                    <a:pt x="631" y="3497"/>
                    <a:pt x="1418" y="3497"/>
                  </a:cubicBezTo>
                  <a:cubicBezTo>
                    <a:pt x="2017" y="3497"/>
                    <a:pt x="2553" y="3119"/>
                    <a:pt x="2742" y="2552"/>
                  </a:cubicBezTo>
                  <a:cubicBezTo>
                    <a:pt x="2868" y="2237"/>
                    <a:pt x="2805" y="1922"/>
                    <a:pt x="2584" y="1701"/>
                  </a:cubicBezTo>
                  <a:cubicBezTo>
                    <a:pt x="2395" y="1449"/>
                    <a:pt x="2269" y="1134"/>
                    <a:pt x="2742" y="567"/>
                  </a:cubicBezTo>
                  <a:cubicBezTo>
                    <a:pt x="2836" y="441"/>
                    <a:pt x="2868" y="315"/>
                    <a:pt x="2805" y="189"/>
                  </a:cubicBezTo>
                  <a:cubicBezTo>
                    <a:pt x="2742" y="95"/>
                    <a:pt x="2584" y="0"/>
                    <a:pt x="24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8266;p67">
              <a:extLst>
                <a:ext uri="{FF2B5EF4-FFF2-40B4-BE49-F238E27FC236}">
                  <a16:creationId xmlns:a16="http://schemas.microsoft.com/office/drawing/2014/main" id="{1F3B2BB4-85FA-1C21-6E75-77B69A7F7C66}"/>
                </a:ext>
              </a:extLst>
            </p:cNvPr>
            <p:cNvSpPr/>
            <p:nvPr/>
          </p:nvSpPr>
          <p:spPr>
            <a:xfrm>
              <a:off x="-48626875" y="3668350"/>
              <a:ext cx="64625" cy="42550"/>
            </a:xfrm>
            <a:custGeom>
              <a:avLst/>
              <a:gdLst/>
              <a:ahLst/>
              <a:cxnLst/>
              <a:rect l="l" t="t" r="r" b="b"/>
              <a:pathLst>
                <a:path w="2585" h="1702" extrusionOk="0">
                  <a:moveTo>
                    <a:pt x="316" y="0"/>
                  </a:moveTo>
                  <a:cubicBezTo>
                    <a:pt x="158" y="473"/>
                    <a:pt x="32" y="1103"/>
                    <a:pt x="1" y="1701"/>
                  </a:cubicBezTo>
                  <a:lnTo>
                    <a:pt x="2584" y="1701"/>
                  </a:lnTo>
                  <a:cubicBezTo>
                    <a:pt x="2521" y="1103"/>
                    <a:pt x="2427" y="504"/>
                    <a:pt x="2269" y="0"/>
                  </a:cubicBezTo>
                  <a:cubicBezTo>
                    <a:pt x="1954" y="158"/>
                    <a:pt x="1639" y="252"/>
                    <a:pt x="1292" y="252"/>
                  </a:cubicBezTo>
                  <a:cubicBezTo>
                    <a:pt x="946" y="252"/>
                    <a:pt x="631" y="158"/>
                    <a:pt x="31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8267;p67">
              <a:extLst>
                <a:ext uri="{FF2B5EF4-FFF2-40B4-BE49-F238E27FC236}">
                  <a16:creationId xmlns:a16="http://schemas.microsoft.com/office/drawing/2014/main" id="{AE461C17-D4E8-180B-E193-26BDBB95814C}"/>
                </a:ext>
              </a:extLst>
            </p:cNvPr>
            <p:cNvSpPr/>
            <p:nvPr/>
          </p:nvSpPr>
          <p:spPr>
            <a:xfrm>
              <a:off x="-48630025" y="3727425"/>
              <a:ext cx="70925" cy="141775"/>
            </a:xfrm>
            <a:custGeom>
              <a:avLst/>
              <a:gdLst/>
              <a:ahLst/>
              <a:cxnLst/>
              <a:rect l="l" t="t" r="r" b="b"/>
              <a:pathLst>
                <a:path w="2837" h="5671" extrusionOk="0">
                  <a:moveTo>
                    <a:pt x="32" y="0"/>
                  </a:moveTo>
                  <a:cubicBezTo>
                    <a:pt x="1" y="347"/>
                    <a:pt x="1" y="756"/>
                    <a:pt x="1" y="1071"/>
                  </a:cubicBezTo>
                  <a:cubicBezTo>
                    <a:pt x="1" y="2741"/>
                    <a:pt x="316" y="5671"/>
                    <a:pt x="1418" y="5671"/>
                  </a:cubicBezTo>
                  <a:cubicBezTo>
                    <a:pt x="2521" y="5671"/>
                    <a:pt x="2836" y="2804"/>
                    <a:pt x="2836" y="1071"/>
                  </a:cubicBezTo>
                  <a:cubicBezTo>
                    <a:pt x="2836" y="756"/>
                    <a:pt x="2836" y="378"/>
                    <a:pt x="280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2" name="Google Shape;8268;p67">
            <a:extLst>
              <a:ext uri="{FF2B5EF4-FFF2-40B4-BE49-F238E27FC236}">
                <a16:creationId xmlns:a16="http://schemas.microsoft.com/office/drawing/2014/main" id="{B374381C-8E8C-90E2-927F-BE2C9FBFD41B}"/>
              </a:ext>
            </a:extLst>
          </p:cNvPr>
          <p:cNvGrpSpPr/>
          <p:nvPr/>
        </p:nvGrpSpPr>
        <p:grpSpPr>
          <a:xfrm>
            <a:off x="7606306" y="10119917"/>
            <a:ext cx="913842" cy="911475"/>
            <a:chOff x="-48629225" y="3938500"/>
            <a:chExt cx="299300" cy="298525"/>
          </a:xfrm>
          <a:solidFill>
            <a:srgbClr val="555559"/>
          </a:solidFill>
        </p:grpSpPr>
        <p:sp>
          <p:nvSpPr>
            <p:cNvPr id="1286" name="Google Shape;8269;p67">
              <a:extLst>
                <a:ext uri="{FF2B5EF4-FFF2-40B4-BE49-F238E27FC236}">
                  <a16:creationId xmlns:a16="http://schemas.microsoft.com/office/drawing/2014/main" id="{A24D1DA6-FD48-F70B-85FD-5BAC2B973D61}"/>
                </a:ext>
              </a:extLst>
            </p:cNvPr>
            <p:cNvSpPr/>
            <p:nvPr/>
          </p:nvSpPr>
          <p:spPr>
            <a:xfrm>
              <a:off x="-48629225" y="3938500"/>
              <a:ext cx="299300" cy="298525"/>
            </a:xfrm>
            <a:custGeom>
              <a:avLst/>
              <a:gdLst/>
              <a:ahLst/>
              <a:cxnLst/>
              <a:rect l="l" t="t" r="r" b="b"/>
              <a:pathLst>
                <a:path w="11972" h="11941" extrusionOk="0">
                  <a:moveTo>
                    <a:pt x="5955" y="2111"/>
                  </a:moveTo>
                  <a:cubicBezTo>
                    <a:pt x="8097" y="2111"/>
                    <a:pt x="9830" y="3844"/>
                    <a:pt x="9830" y="5986"/>
                  </a:cubicBezTo>
                  <a:cubicBezTo>
                    <a:pt x="9798" y="8129"/>
                    <a:pt x="8066" y="9830"/>
                    <a:pt x="5955" y="9830"/>
                  </a:cubicBezTo>
                  <a:cubicBezTo>
                    <a:pt x="3875" y="9830"/>
                    <a:pt x="2080" y="8129"/>
                    <a:pt x="2080" y="5986"/>
                  </a:cubicBezTo>
                  <a:cubicBezTo>
                    <a:pt x="2080" y="3844"/>
                    <a:pt x="3812" y="2111"/>
                    <a:pt x="5955" y="2111"/>
                  </a:cubicBezTo>
                  <a:close/>
                  <a:moveTo>
                    <a:pt x="5293" y="0"/>
                  </a:moveTo>
                  <a:cubicBezTo>
                    <a:pt x="5167" y="0"/>
                    <a:pt x="5041" y="63"/>
                    <a:pt x="4978" y="189"/>
                  </a:cubicBezTo>
                  <a:lnTo>
                    <a:pt x="4631" y="882"/>
                  </a:lnTo>
                  <a:cubicBezTo>
                    <a:pt x="4190" y="1009"/>
                    <a:pt x="3749" y="1166"/>
                    <a:pt x="3371" y="1418"/>
                  </a:cubicBezTo>
                  <a:lnTo>
                    <a:pt x="2615" y="1166"/>
                  </a:lnTo>
                  <a:cubicBezTo>
                    <a:pt x="2584" y="1158"/>
                    <a:pt x="2550" y="1154"/>
                    <a:pt x="2517" y="1154"/>
                  </a:cubicBezTo>
                  <a:cubicBezTo>
                    <a:pt x="2416" y="1154"/>
                    <a:pt x="2316" y="1190"/>
                    <a:pt x="2269" y="1261"/>
                  </a:cubicBezTo>
                  <a:lnTo>
                    <a:pt x="1260" y="2237"/>
                  </a:lnTo>
                  <a:cubicBezTo>
                    <a:pt x="1197" y="2300"/>
                    <a:pt x="1166" y="2458"/>
                    <a:pt x="1197" y="2584"/>
                  </a:cubicBezTo>
                  <a:lnTo>
                    <a:pt x="1418" y="3340"/>
                  </a:lnTo>
                  <a:cubicBezTo>
                    <a:pt x="1197" y="3718"/>
                    <a:pt x="1040" y="4159"/>
                    <a:pt x="914" y="4600"/>
                  </a:cubicBezTo>
                  <a:lnTo>
                    <a:pt x="221" y="4947"/>
                  </a:lnTo>
                  <a:cubicBezTo>
                    <a:pt x="95" y="5010"/>
                    <a:pt x="0" y="5136"/>
                    <a:pt x="0" y="5262"/>
                  </a:cubicBezTo>
                  <a:lnTo>
                    <a:pt x="0" y="6679"/>
                  </a:lnTo>
                  <a:cubicBezTo>
                    <a:pt x="0" y="6805"/>
                    <a:pt x="95" y="6931"/>
                    <a:pt x="221" y="6994"/>
                  </a:cubicBezTo>
                  <a:lnTo>
                    <a:pt x="914" y="7341"/>
                  </a:lnTo>
                  <a:cubicBezTo>
                    <a:pt x="1040" y="7782"/>
                    <a:pt x="1229" y="8223"/>
                    <a:pt x="1418" y="8601"/>
                  </a:cubicBezTo>
                  <a:lnTo>
                    <a:pt x="1197" y="9357"/>
                  </a:lnTo>
                  <a:cubicBezTo>
                    <a:pt x="1166" y="9483"/>
                    <a:pt x="1197" y="9641"/>
                    <a:pt x="1260" y="9704"/>
                  </a:cubicBezTo>
                  <a:lnTo>
                    <a:pt x="2269" y="10680"/>
                  </a:lnTo>
                  <a:cubicBezTo>
                    <a:pt x="2316" y="10751"/>
                    <a:pt x="2416" y="10787"/>
                    <a:pt x="2517" y="10787"/>
                  </a:cubicBezTo>
                  <a:cubicBezTo>
                    <a:pt x="2550" y="10787"/>
                    <a:pt x="2584" y="10783"/>
                    <a:pt x="2615" y="10775"/>
                  </a:cubicBezTo>
                  <a:lnTo>
                    <a:pt x="3371" y="10523"/>
                  </a:lnTo>
                  <a:cubicBezTo>
                    <a:pt x="3749" y="10775"/>
                    <a:pt x="4190" y="10933"/>
                    <a:pt x="4631" y="11059"/>
                  </a:cubicBezTo>
                  <a:lnTo>
                    <a:pt x="4978" y="11752"/>
                  </a:lnTo>
                  <a:cubicBezTo>
                    <a:pt x="5041" y="11878"/>
                    <a:pt x="5167" y="11941"/>
                    <a:pt x="5293" y="11941"/>
                  </a:cubicBezTo>
                  <a:lnTo>
                    <a:pt x="6711" y="11941"/>
                  </a:lnTo>
                  <a:cubicBezTo>
                    <a:pt x="6837" y="11941"/>
                    <a:pt x="6931" y="11878"/>
                    <a:pt x="7026" y="11752"/>
                  </a:cubicBezTo>
                  <a:lnTo>
                    <a:pt x="7372" y="11059"/>
                  </a:lnTo>
                  <a:cubicBezTo>
                    <a:pt x="7813" y="10933"/>
                    <a:pt x="8255" y="10775"/>
                    <a:pt x="8633" y="10523"/>
                  </a:cubicBezTo>
                  <a:lnTo>
                    <a:pt x="9389" y="10775"/>
                  </a:lnTo>
                  <a:cubicBezTo>
                    <a:pt x="9420" y="10783"/>
                    <a:pt x="9452" y="10787"/>
                    <a:pt x="9483" y="10787"/>
                  </a:cubicBezTo>
                  <a:cubicBezTo>
                    <a:pt x="9576" y="10787"/>
                    <a:pt x="9664" y="10751"/>
                    <a:pt x="9735" y="10680"/>
                  </a:cubicBezTo>
                  <a:lnTo>
                    <a:pt x="10712" y="9704"/>
                  </a:lnTo>
                  <a:cubicBezTo>
                    <a:pt x="10806" y="9641"/>
                    <a:pt x="10838" y="9483"/>
                    <a:pt x="10806" y="9357"/>
                  </a:cubicBezTo>
                  <a:lnTo>
                    <a:pt x="10554" y="8601"/>
                  </a:lnTo>
                  <a:cubicBezTo>
                    <a:pt x="10806" y="8223"/>
                    <a:pt x="10964" y="7782"/>
                    <a:pt x="11058" y="7341"/>
                  </a:cubicBezTo>
                  <a:lnTo>
                    <a:pt x="11783" y="6994"/>
                  </a:lnTo>
                  <a:cubicBezTo>
                    <a:pt x="11909" y="6931"/>
                    <a:pt x="11972" y="6805"/>
                    <a:pt x="11972" y="6679"/>
                  </a:cubicBezTo>
                  <a:lnTo>
                    <a:pt x="11972" y="5262"/>
                  </a:lnTo>
                  <a:cubicBezTo>
                    <a:pt x="11972" y="5136"/>
                    <a:pt x="11909" y="5041"/>
                    <a:pt x="11783" y="4947"/>
                  </a:cubicBezTo>
                  <a:lnTo>
                    <a:pt x="11058" y="4600"/>
                  </a:lnTo>
                  <a:cubicBezTo>
                    <a:pt x="10964" y="4159"/>
                    <a:pt x="10743" y="3718"/>
                    <a:pt x="10554" y="3340"/>
                  </a:cubicBezTo>
                  <a:lnTo>
                    <a:pt x="10806" y="2584"/>
                  </a:lnTo>
                  <a:cubicBezTo>
                    <a:pt x="10838" y="2458"/>
                    <a:pt x="10806" y="2300"/>
                    <a:pt x="10712" y="2237"/>
                  </a:cubicBezTo>
                  <a:lnTo>
                    <a:pt x="9735" y="1261"/>
                  </a:lnTo>
                  <a:cubicBezTo>
                    <a:pt x="9664" y="1190"/>
                    <a:pt x="9558" y="1154"/>
                    <a:pt x="9469" y="1154"/>
                  </a:cubicBezTo>
                  <a:cubicBezTo>
                    <a:pt x="9440" y="1154"/>
                    <a:pt x="9412" y="1158"/>
                    <a:pt x="9389" y="1166"/>
                  </a:cubicBezTo>
                  <a:lnTo>
                    <a:pt x="8633" y="1418"/>
                  </a:lnTo>
                  <a:cubicBezTo>
                    <a:pt x="8255" y="1166"/>
                    <a:pt x="7813" y="1009"/>
                    <a:pt x="7372" y="882"/>
                  </a:cubicBezTo>
                  <a:lnTo>
                    <a:pt x="7026" y="189"/>
                  </a:lnTo>
                  <a:cubicBezTo>
                    <a:pt x="6931" y="63"/>
                    <a:pt x="6837" y="0"/>
                    <a:pt x="671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8270;p67">
              <a:extLst>
                <a:ext uri="{FF2B5EF4-FFF2-40B4-BE49-F238E27FC236}">
                  <a16:creationId xmlns:a16="http://schemas.microsoft.com/office/drawing/2014/main" id="{C2E92BC2-6DB1-3350-1478-CAA6C7B7536A}"/>
                </a:ext>
              </a:extLst>
            </p:cNvPr>
            <p:cNvSpPr/>
            <p:nvPr/>
          </p:nvSpPr>
          <p:spPr>
            <a:xfrm>
              <a:off x="-48496900" y="4119650"/>
              <a:ext cx="35450" cy="47275"/>
            </a:xfrm>
            <a:custGeom>
              <a:avLst/>
              <a:gdLst/>
              <a:ahLst/>
              <a:cxnLst/>
              <a:rect l="l" t="t" r="r" b="b"/>
              <a:pathLst>
                <a:path w="1418" h="1891" extrusionOk="0">
                  <a:moveTo>
                    <a:pt x="0" y="0"/>
                  </a:moveTo>
                  <a:lnTo>
                    <a:pt x="0" y="1796"/>
                  </a:lnTo>
                  <a:cubicBezTo>
                    <a:pt x="221" y="1828"/>
                    <a:pt x="473" y="1891"/>
                    <a:pt x="693" y="1891"/>
                  </a:cubicBezTo>
                  <a:cubicBezTo>
                    <a:pt x="945" y="1891"/>
                    <a:pt x="1166" y="1828"/>
                    <a:pt x="1418" y="1796"/>
                  </a:cubicBezTo>
                  <a:lnTo>
                    <a:pt x="1418" y="0"/>
                  </a:lnTo>
                  <a:cubicBezTo>
                    <a:pt x="1166" y="63"/>
                    <a:pt x="945" y="95"/>
                    <a:pt x="693" y="95"/>
                  </a:cubicBezTo>
                  <a:cubicBezTo>
                    <a:pt x="473" y="95"/>
                    <a:pt x="189" y="63"/>
                    <a:pt x="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8271;p67">
              <a:extLst>
                <a:ext uri="{FF2B5EF4-FFF2-40B4-BE49-F238E27FC236}">
                  <a16:creationId xmlns:a16="http://schemas.microsoft.com/office/drawing/2014/main" id="{A2F34D17-4754-D81C-53CB-501A9C89B08F}"/>
                </a:ext>
              </a:extLst>
            </p:cNvPr>
            <p:cNvSpPr/>
            <p:nvPr/>
          </p:nvSpPr>
          <p:spPr>
            <a:xfrm>
              <a:off x="-48495325" y="4073175"/>
              <a:ext cx="29950" cy="31325"/>
            </a:xfrm>
            <a:custGeom>
              <a:avLst/>
              <a:gdLst/>
              <a:ahLst/>
              <a:cxnLst/>
              <a:rect l="l" t="t" r="r" b="b"/>
              <a:pathLst>
                <a:path w="1198" h="1253" extrusionOk="0">
                  <a:moveTo>
                    <a:pt x="599" y="1"/>
                  </a:moveTo>
                  <a:lnTo>
                    <a:pt x="0" y="1135"/>
                  </a:lnTo>
                  <a:cubicBezTo>
                    <a:pt x="205" y="1214"/>
                    <a:pt x="410" y="1253"/>
                    <a:pt x="610" y="1253"/>
                  </a:cubicBezTo>
                  <a:cubicBezTo>
                    <a:pt x="811" y="1253"/>
                    <a:pt x="1008" y="1214"/>
                    <a:pt x="1197" y="1135"/>
                  </a:cubicBezTo>
                  <a:lnTo>
                    <a:pt x="599"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8272;p67">
              <a:extLst>
                <a:ext uri="{FF2B5EF4-FFF2-40B4-BE49-F238E27FC236}">
                  <a16:creationId xmlns:a16="http://schemas.microsoft.com/office/drawing/2014/main" id="{8E7934F4-3160-4E1E-F360-8DF22D08920B}"/>
                </a:ext>
              </a:extLst>
            </p:cNvPr>
            <p:cNvSpPr/>
            <p:nvPr/>
          </p:nvSpPr>
          <p:spPr>
            <a:xfrm>
              <a:off x="-48559125" y="4009375"/>
              <a:ext cx="159900" cy="149675"/>
            </a:xfrm>
            <a:custGeom>
              <a:avLst/>
              <a:gdLst/>
              <a:ahLst/>
              <a:cxnLst/>
              <a:rect l="l" t="t" r="r" b="b"/>
              <a:pathLst>
                <a:path w="6396" h="5987" extrusionOk="0">
                  <a:moveTo>
                    <a:pt x="3151" y="1"/>
                  </a:moveTo>
                  <a:cubicBezTo>
                    <a:pt x="1418" y="1"/>
                    <a:pt x="0" y="1418"/>
                    <a:pt x="0" y="3151"/>
                  </a:cubicBezTo>
                  <a:cubicBezTo>
                    <a:pt x="0" y="4348"/>
                    <a:pt x="725" y="5420"/>
                    <a:pt x="1764" y="5987"/>
                  </a:cubicBezTo>
                  <a:lnTo>
                    <a:pt x="1764" y="3844"/>
                  </a:lnTo>
                  <a:cubicBezTo>
                    <a:pt x="1764" y="3687"/>
                    <a:pt x="2804" y="1734"/>
                    <a:pt x="2867" y="1608"/>
                  </a:cubicBezTo>
                  <a:cubicBezTo>
                    <a:pt x="2930" y="1482"/>
                    <a:pt x="3064" y="1418"/>
                    <a:pt x="3194" y="1418"/>
                  </a:cubicBezTo>
                  <a:cubicBezTo>
                    <a:pt x="3324" y="1418"/>
                    <a:pt x="3450" y="1482"/>
                    <a:pt x="3497" y="1608"/>
                  </a:cubicBezTo>
                  <a:cubicBezTo>
                    <a:pt x="3592" y="1734"/>
                    <a:pt x="4600" y="3718"/>
                    <a:pt x="4600" y="3844"/>
                  </a:cubicBezTo>
                  <a:lnTo>
                    <a:pt x="4600" y="5987"/>
                  </a:lnTo>
                  <a:cubicBezTo>
                    <a:pt x="5640" y="5451"/>
                    <a:pt x="6396" y="4411"/>
                    <a:pt x="6396" y="3151"/>
                  </a:cubicBezTo>
                  <a:cubicBezTo>
                    <a:pt x="6333" y="1418"/>
                    <a:pt x="4915" y="1"/>
                    <a:pt x="315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3" name="Google Shape;8273;p67">
            <a:extLst>
              <a:ext uri="{FF2B5EF4-FFF2-40B4-BE49-F238E27FC236}">
                <a16:creationId xmlns:a16="http://schemas.microsoft.com/office/drawing/2014/main" id="{55FE8135-02D0-5BE0-1B94-6D58FC360122}"/>
              </a:ext>
            </a:extLst>
          </p:cNvPr>
          <p:cNvGrpSpPr/>
          <p:nvPr/>
        </p:nvGrpSpPr>
        <p:grpSpPr>
          <a:xfrm>
            <a:off x="13360550" y="7866610"/>
            <a:ext cx="803315" cy="913919"/>
            <a:chOff x="-46762575" y="3200500"/>
            <a:chExt cx="263100" cy="299325"/>
          </a:xfrm>
          <a:solidFill>
            <a:srgbClr val="555559"/>
          </a:solidFill>
        </p:grpSpPr>
        <p:sp>
          <p:nvSpPr>
            <p:cNvPr id="1281" name="Google Shape;8274;p67">
              <a:extLst>
                <a:ext uri="{FF2B5EF4-FFF2-40B4-BE49-F238E27FC236}">
                  <a16:creationId xmlns:a16="http://schemas.microsoft.com/office/drawing/2014/main" id="{A8BC9C57-C8D4-CE5B-B662-9618069A14E6}"/>
                </a:ext>
              </a:extLst>
            </p:cNvPr>
            <p:cNvSpPr/>
            <p:nvPr/>
          </p:nvSpPr>
          <p:spPr>
            <a:xfrm>
              <a:off x="-46762575" y="3393475"/>
              <a:ext cx="263100" cy="106350"/>
            </a:xfrm>
            <a:custGeom>
              <a:avLst/>
              <a:gdLst/>
              <a:ahLst/>
              <a:cxnLst/>
              <a:rect l="l" t="t" r="r" b="b"/>
              <a:pathLst>
                <a:path w="10524" h="4254" extrusionOk="0">
                  <a:moveTo>
                    <a:pt x="7814" y="1418"/>
                  </a:moveTo>
                  <a:lnTo>
                    <a:pt x="8003" y="2142"/>
                  </a:lnTo>
                  <a:lnTo>
                    <a:pt x="2553" y="2142"/>
                  </a:lnTo>
                  <a:lnTo>
                    <a:pt x="2710" y="1418"/>
                  </a:lnTo>
                  <a:close/>
                  <a:moveTo>
                    <a:pt x="726" y="0"/>
                  </a:moveTo>
                  <a:lnTo>
                    <a:pt x="726" y="725"/>
                  </a:lnTo>
                  <a:lnTo>
                    <a:pt x="379" y="725"/>
                  </a:lnTo>
                  <a:cubicBezTo>
                    <a:pt x="159" y="725"/>
                    <a:pt x="1" y="882"/>
                    <a:pt x="1" y="1071"/>
                  </a:cubicBezTo>
                  <a:cubicBezTo>
                    <a:pt x="1" y="1260"/>
                    <a:pt x="159" y="1418"/>
                    <a:pt x="379" y="1418"/>
                  </a:cubicBezTo>
                  <a:lnTo>
                    <a:pt x="2017" y="1418"/>
                  </a:lnTo>
                  <a:lnTo>
                    <a:pt x="1419" y="3844"/>
                  </a:lnTo>
                  <a:cubicBezTo>
                    <a:pt x="1387" y="4033"/>
                    <a:pt x="1513" y="4222"/>
                    <a:pt x="1671" y="4253"/>
                  </a:cubicBezTo>
                  <a:lnTo>
                    <a:pt x="1734" y="4253"/>
                  </a:lnTo>
                  <a:cubicBezTo>
                    <a:pt x="1891" y="4253"/>
                    <a:pt x="2049" y="4159"/>
                    <a:pt x="2112" y="4001"/>
                  </a:cubicBezTo>
                  <a:lnTo>
                    <a:pt x="2364" y="2804"/>
                  </a:lnTo>
                  <a:lnTo>
                    <a:pt x="8161" y="2804"/>
                  </a:lnTo>
                  <a:lnTo>
                    <a:pt x="8444" y="4001"/>
                  </a:lnTo>
                  <a:cubicBezTo>
                    <a:pt x="8476" y="4159"/>
                    <a:pt x="8633" y="4253"/>
                    <a:pt x="8791" y="4253"/>
                  </a:cubicBezTo>
                  <a:lnTo>
                    <a:pt x="8854" y="4253"/>
                  </a:lnTo>
                  <a:cubicBezTo>
                    <a:pt x="9074" y="4222"/>
                    <a:pt x="9169" y="4033"/>
                    <a:pt x="9106" y="3844"/>
                  </a:cubicBezTo>
                  <a:lnTo>
                    <a:pt x="8507" y="1418"/>
                  </a:lnTo>
                  <a:lnTo>
                    <a:pt x="10177" y="1418"/>
                  </a:lnTo>
                  <a:cubicBezTo>
                    <a:pt x="10366" y="1418"/>
                    <a:pt x="10524" y="1260"/>
                    <a:pt x="10524" y="1071"/>
                  </a:cubicBezTo>
                  <a:cubicBezTo>
                    <a:pt x="10524" y="882"/>
                    <a:pt x="10398" y="725"/>
                    <a:pt x="10209" y="725"/>
                  </a:cubicBezTo>
                  <a:lnTo>
                    <a:pt x="9862" y="725"/>
                  </a:lnTo>
                  <a:lnTo>
                    <a:pt x="986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8275;p67">
              <a:extLst>
                <a:ext uri="{FF2B5EF4-FFF2-40B4-BE49-F238E27FC236}">
                  <a16:creationId xmlns:a16="http://schemas.microsoft.com/office/drawing/2014/main" id="{9868A793-E08C-83A0-B6BA-7D5DCF6138D5}"/>
                </a:ext>
              </a:extLst>
            </p:cNvPr>
            <p:cNvSpPr/>
            <p:nvPr/>
          </p:nvSpPr>
          <p:spPr>
            <a:xfrm>
              <a:off x="-46743650" y="3200500"/>
              <a:ext cx="228425" cy="176450"/>
            </a:xfrm>
            <a:custGeom>
              <a:avLst/>
              <a:gdLst/>
              <a:ahLst/>
              <a:cxnLst/>
              <a:rect l="l" t="t" r="r" b="b"/>
              <a:pathLst>
                <a:path w="9137" h="7058" extrusionOk="0">
                  <a:moveTo>
                    <a:pt x="4568" y="725"/>
                  </a:moveTo>
                  <a:cubicBezTo>
                    <a:pt x="5041" y="725"/>
                    <a:pt x="5419" y="1040"/>
                    <a:pt x="5545" y="1418"/>
                  </a:cubicBezTo>
                  <a:lnTo>
                    <a:pt x="3592" y="1418"/>
                  </a:lnTo>
                  <a:cubicBezTo>
                    <a:pt x="3686" y="1040"/>
                    <a:pt x="4096" y="725"/>
                    <a:pt x="4568" y="725"/>
                  </a:cubicBezTo>
                  <a:close/>
                  <a:moveTo>
                    <a:pt x="4568" y="2804"/>
                  </a:moveTo>
                  <a:cubicBezTo>
                    <a:pt x="5167" y="2804"/>
                    <a:pt x="5640" y="3277"/>
                    <a:pt x="5640" y="3875"/>
                  </a:cubicBezTo>
                  <a:cubicBezTo>
                    <a:pt x="5576" y="4474"/>
                    <a:pt x="5104" y="4947"/>
                    <a:pt x="4568" y="4947"/>
                  </a:cubicBezTo>
                  <a:cubicBezTo>
                    <a:pt x="3970" y="4947"/>
                    <a:pt x="3497" y="4474"/>
                    <a:pt x="3497" y="3875"/>
                  </a:cubicBezTo>
                  <a:cubicBezTo>
                    <a:pt x="3497" y="3277"/>
                    <a:pt x="3970" y="2804"/>
                    <a:pt x="4568" y="2804"/>
                  </a:cubicBezTo>
                  <a:close/>
                  <a:moveTo>
                    <a:pt x="4568" y="0"/>
                  </a:moveTo>
                  <a:cubicBezTo>
                    <a:pt x="3718" y="0"/>
                    <a:pt x="2993" y="630"/>
                    <a:pt x="2836" y="1418"/>
                  </a:cubicBezTo>
                  <a:lnTo>
                    <a:pt x="1071" y="1418"/>
                  </a:lnTo>
                  <a:cubicBezTo>
                    <a:pt x="473" y="1418"/>
                    <a:pt x="0" y="1891"/>
                    <a:pt x="0" y="2489"/>
                  </a:cubicBezTo>
                  <a:lnTo>
                    <a:pt x="0" y="7057"/>
                  </a:lnTo>
                  <a:lnTo>
                    <a:pt x="914" y="7057"/>
                  </a:lnTo>
                  <a:lnTo>
                    <a:pt x="2899" y="5041"/>
                  </a:lnTo>
                  <a:cubicBezTo>
                    <a:pt x="2962" y="4978"/>
                    <a:pt x="3056" y="4947"/>
                    <a:pt x="3155" y="4947"/>
                  </a:cubicBezTo>
                  <a:cubicBezTo>
                    <a:pt x="3253" y="4947"/>
                    <a:pt x="3355" y="4978"/>
                    <a:pt x="3434" y="5041"/>
                  </a:cubicBezTo>
                  <a:lnTo>
                    <a:pt x="4600" y="6238"/>
                  </a:lnTo>
                  <a:lnTo>
                    <a:pt x="5703" y="5041"/>
                  </a:lnTo>
                  <a:cubicBezTo>
                    <a:pt x="5766" y="4962"/>
                    <a:pt x="5852" y="4923"/>
                    <a:pt x="5943" y="4923"/>
                  </a:cubicBezTo>
                  <a:cubicBezTo>
                    <a:pt x="6033" y="4923"/>
                    <a:pt x="6128" y="4962"/>
                    <a:pt x="6207" y="5041"/>
                  </a:cubicBezTo>
                  <a:lnTo>
                    <a:pt x="8223" y="7057"/>
                  </a:lnTo>
                  <a:lnTo>
                    <a:pt x="9137" y="7057"/>
                  </a:lnTo>
                  <a:lnTo>
                    <a:pt x="9137" y="2489"/>
                  </a:lnTo>
                  <a:cubicBezTo>
                    <a:pt x="9137" y="1891"/>
                    <a:pt x="8664" y="1418"/>
                    <a:pt x="8065" y="1418"/>
                  </a:cubicBezTo>
                  <a:lnTo>
                    <a:pt x="6301" y="1418"/>
                  </a:lnTo>
                  <a:cubicBezTo>
                    <a:pt x="6144" y="630"/>
                    <a:pt x="5450" y="0"/>
                    <a:pt x="45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8276;p67">
              <a:extLst>
                <a:ext uri="{FF2B5EF4-FFF2-40B4-BE49-F238E27FC236}">
                  <a16:creationId xmlns:a16="http://schemas.microsoft.com/office/drawing/2014/main" id="{7E0DAD0C-1B57-3035-2C30-E67CB588604A}"/>
                </a:ext>
              </a:extLst>
            </p:cNvPr>
            <p:cNvSpPr/>
            <p:nvPr/>
          </p:nvSpPr>
          <p:spPr>
            <a:xfrm>
              <a:off x="-46638125" y="3289500"/>
              <a:ext cx="17350" cy="17350"/>
            </a:xfrm>
            <a:custGeom>
              <a:avLst/>
              <a:gdLst/>
              <a:ahLst/>
              <a:cxnLst/>
              <a:rect l="l" t="t" r="r" b="b"/>
              <a:pathLst>
                <a:path w="694" h="694" extrusionOk="0">
                  <a:moveTo>
                    <a:pt x="347" y="0"/>
                  </a:moveTo>
                  <a:cubicBezTo>
                    <a:pt x="158" y="0"/>
                    <a:pt x="1" y="158"/>
                    <a:pt x="1" y="347"/>
                  </a:cubicBezTo>
                  <a:cubicBezTo>
                    <a:pt x="1" y="536"/>
                    <a:pt x="158" y="693"/>
                    <a:pt x="347" y="693"/>
                  </a:cubicBezTo>
                  <a:cubicBezTo>
                    <a:pt x="536" y="693"/>
                    <a:pt x="694" y="536"/>
                    <a:pt x="694" y="347"/>
                  </a:cubicBezTo>
                  <a:cubicBezTo>
                    <a:pt x="694" y="158"/>
                    <a:pt x="536"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8277;p67">
              <a:extLst>
                <a:ext uri="{FF2B5EF4-FFF2-40B4-BE49-F238E27FC236}">
                  <a16:creationId xmlns:a16="http://schemas.microsoft.com/office/drawing/2014/main" id="{EC16A151-2F92-D637-96A2-444A94A20FE9}"/>
                </a:ext>
              </a:extLst>
            </p:cNvPr>
            <p:cNvSpPr/>
            <p:nvPr/>
          </p:nvSpPr>
          <p:spPr>
            <a:xfrm>
              <a:off x="-46696400" y="3345425"/>
              <a:ext cx="63025" cy="31525"/>
            </a:xfrm>
            <a:custGeom>
              <a:avLst/>
              <a:gdLst/>
              <a:ahLst/>
              <a:cxnLst/>
              <a:rect l="l" t="t" r="r" b="b"/>
              <a:pathLst>
                <a:path w="2521" h="1261" extrusionOk="0">
                  <a:moveTo>
                    <a:pt x="1261" y="0"/>
                  </a:moveTo>
                  <a:lnTo>
                    <a:pt x="0" y="1260"/>
                  </a:lnTo>
                  <a:lnTo>
                    <a:pt x="2521" y="1260"/>
                  </a:lnTo>
                  <a:lnTo>
                    <a:pt x="126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8278;p67">
              <a:extLst>
                <a:ext uri="{FF2B5EF4-FFF2-40B4-BE49-F238E27FC236}">
                  <a16:creationId xmlns:a16="http://schemas.microsoft.com/office/drawing/2014/main" id="{EBC58A85-F195-AA0D-EAB1-E544918C9327}"/>
                </a:ext>
              </a:extLst>
            </p:cNvPr>
            <p:cNvSpPr/>
            <p:nvPr/>
          </p:nvSpPr>
          <p:spPr>
            <a:xfrm>
              <a:off x="-46616850" y="3345425"/>
              <a:ext cx="53575" cy="31525"/>
            </a:xfrm>
            <a:custGeom>
              <a:avLst/>
              <a:gdLst/>
              <a:ahLst/>
              <a:cxnLst/>
              <a:rect l="l" t="t" r="r" b="b"/>
              <a:pathLst>
                <a:path w="2143" h="1261" extrusionOk="0">
                  <a:moveTo>
                    <a:pt x="883" y="0"/>
                  </a:moveTo>
                  <a:lnTo>
                    <a:pt x="0" y="945"/>
                  </a:lnTo>
                  <a:lnTo>
                    <a:pt x="315" y="1260"/>
                  </a:lnTo>
                  <a:lnTo>
                    <a:pt x="2143" y="1260"/>
                  </a:lnTo>
                  <a:lnTo>
                    <a:pt x="883"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4" name="Google Shape;8279;p67">
            <a:extLst>
              <a:ext uri="{FF2B5EF4-FFF2-40B4-BE49-F238E27FC236}">
                <a16:creationId xmlns:a16="http://schemas.microsoft.com/office/drawing/2014/main" id="{893627A9-EBEC-62C7-3F04-21485D87DA2B}"/>
              </a:ext>
            </a:extLst>
          </p:cNvPr>
          <p:cNvGrpSpPr/>
          <p:nvPr/>
        </p:nvGrpSpPr>
        <p:grpSpPr>
          <a:xfrm>
            <a:off x="13304027" y="9049750"/>
            <a:ext cx="916360" cy="805681"/>
            <a:chOff x="-46779900" y="3588000"/>
            <a:chExt cx="300125" cy="263875"/>
          </a:xfrm>
          <a:solidFill>
            <a:srgbClr val="555559"/>
          </a:solidFill>
        </p:grpSpPr>
        <p:sp>
          <p:nvSpPr>
            <p:cNvPr id="1277" name="Google Shape;8280;p67">
              <a:extLst>
                <a:ext uri="{FF2B5EF4-FFF2-40B4-BE49-F238E27FC236}">
                  <a16:creationId xmlns:a16="http://schemas.microsoft.com/office/drawing/2014/main" id="{50FFA029-F23C-D6A9-B837-FEF06D23203F}"/>
                </a:ext>
              </a:extLst>
            </p:cNvPr>
            <p:cNvSpPr/>
            <p:nvPr/>
          </p:nvSpPr>
          <p:spPr>
            <a:xfrm>
              <a:off x="-46746025" y="3588000"/>
              <a:ext cx="230800" cy="263875"/>
            </a:xfrm>
            <a:custGeom>
              <a:avLst/>
              <a:gdLst/>
              <a:ahLst/>
              <a:cxnLst/>
              <a:rect l="l" t="t" r="r" b="b"/>
              <a:pathLst>
                <a:path w="9232" h="10555" extrusionOk="0">
                  <a:moveTo>
                    <a:pt x="4632" y="1"/>
                  </a:moveTo>
                  <a:cubicBezTo>
                    <a:pt x="3309" y="1"/>
                    <a:pt x="2017" y="442"/>
                    <a:pt x="1040" y="1355"/>
                  </a:cubicBezTo>
                  <a:cubicBezTo>
                    <a:pt x="694" y="1670"/>
                    <a:pt x="599" y="2206"/>
                    <a:pt x="851" y="2679"/>
                  </a:cubicBezTo>
                  <a:cubicBezTo>
                    <a:pt x="284" y="3403"/>
                    <a:pt x="1" y="4317"/>
                    <a:pt x="1" y="5262"/>
                  </a:cubicBezTo>
                  <a:lnTo>
                    <a:pt x="1" y="9484"/>
                  </a:lnTo>
                  <a:cubicBezTo>
                    <a:pt x="1" y="10082"/>
                    <a:pt x="473" y="10555"/>
                    <a:pt x="1072" y="10555"/>
                  </a:cubicBezTo>
                  <a:cubicBezTo>
                    <a:pt x="1670" y="10555"/>
                    <a:pt x="2143" y="10082"/>
                    <a:pt x="2143" y="9484"/>
                  </a:cubicBezTo>
                  <a:lnTo>
                    <a:pt x="2143" y="6680"/>
                  </a:lnTo>
                  <a:cubicBezTo>
                    <a:pt x="2143" y="6081"/>
                    <a:pt x="1670" y="5609"/>
                    <a:pt x="1072" y="5609"/>
                  </a:cubicBezTo>
                  <a:cubicBezTo>
                    <a:pt x="946" y="5609"/>
                    <a:pt x="851" y="5672"/>
                    <a:pt x="725" y="5703"/>
                  </a:cubicBezTo>
                  <a:lnTo>
                    <a:pt x="725" y="5262"/>
                  </a:lnTo>
                  <a:cubicBezTo>
                    <a:pt x="725" y="4474"/>
                    <a:pt x="946" y="3750"/>
                    <a:pt x="1387" y="3151"/>
                  </a:cubicBezTo>
                  <a:cubicBezTo>
                    <a:pt x="1499" y="3182"/>
                    <a:pt x="1620" y="3199"/>
                    <a:pt x="1745" y="3199"/>
                  </a:cubicBezTo>
                  <a:cubicBezTo>
                    <a:pt x="2005" y="3199"/>
                    <a:pt x="2276" y="3123"/>
                    <a:pt x="2489" y="2931"/>
                  </a:cubicBezTo>
                  <a:cubicBezTo>
                    <a:pt x="3057" y="2427"/>
                    <a:pt x="3836" y="2175"/>
                    <a:pt x="4616" y="2175"/>
                  </a:cubicBezTo>
                  <a:cubicBezTo>
                    <a:pt x="5396" y="2175"/>
                    <a:pt x="6176" y="2427"/>
                    <a:pt x="6743" y="2931"/>
                  </a:cubicBezTo>
                  <a:cubicBezTo>
                    <a:pt x="6942" y="3107"/>
                    <a:pt x="7187" y="3207"/>
                    <a:pt x="7468" y="3207"/>
                  </a:cubicBezTo>
                  <a:cubicBezTo>
                    <a:pt x="7588" y="3207"/>
                    <a:pt x="7714" y="3189"/>
                    <a:pt x="7845" y="3151"/>
                  </a:cubicBezTo>
                  <a:cubicBezTo>
                    <a:pt x="8286" y="3781"/>
                    <a:pt x="8507" y="4506"/>
                    <a:pt x="8507" y="5262"/>
                  </a:cubicBezTo>
                  <a:lnTo>
                    <a:pt x="8507" y="5703"/>
                  </a:lnTo>
                  <a:cubicBezTo>
                    <a:pt x="8412" y="5640"/>
                    <a:pt x="8286" y="5609"/>
                    <a:pt x="8160" y="5609"/>
                  </a:cubicBezTo>
                  <a:cubicBezTo>
                    <a:pt x="7562" y="5609"/>
                    <a:pt x="7089" y="6081"/>
                    <a:pt x="7089" y="6680"/>
                  </a:cubicBezTo>
                  <a:lnTo>
                    <a:pt x="7089" y="9484"/>
                  </a:lnTo>
                  <a:cubicBezTo>
                    <a:pt x="7089" y="10082"/>
                    <a:pt x="7562" y="10555"/>
                    <a:pt x="8160" y="10555"/>
                  </a:cubicBezTo>
                  <a:cubicBezTo>
                    <a:pt x="8759" y="10555"/>
                    <a:pt x="9232" y="10082"/>
                    <a:pt x="9232" y="9484"/>
                  </a:cubicBezTo>
                  <a:lnTo>
                    <a:pt x="9232" y="5262"/>
                  </a:lnTo>
                  <a:cubicBezTo>
                    <a:pt x="9232" y="4317"/>
                    <a:pt x="8948" y="3466"/>
                    <a:pt x="8412" y="2679"/>
                  </a:cubicBezTo>
                  <a:cubicBezTo>
                    <a:pt x="8664" y="2206"/>
                    <a:pt x="8570" y="1670"/>
                    <a:pt x="8223" y="1355"/>
                  </a:cubicBezTo>
                  <a:cubicBezTo>
                    <a:pt x="7215" y="442"/>
                    <a:pt x="5955" y="1"/>
                    <a:pt x="463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8281;p67">
              <a:extLst>
                <a:ext uri="{FF2B5EF4-FFF2-40B4-BE49-F238E27FC236}">
                  <a16:creationId xmlns:a16="http://schemas.microsoft.com/office/drawing/2014/main" id="{B031C47F-2953-6CD6-E016-6B590439967C}"/>
                </a:ext>
              </a:extLst>
            </p:cNvPr>
            <p:cNvSpPr/>
            <p:nvPr/>
          </p:nvSpPr>
          <p:spPr>
            <a:xfrm>
              <a:off x="-46674350" y="3710075"/>
              <a:ext cx="91400" cy="122900"/>
            </a:xfrm>
            <a:custGeom>
              <a:avLst/>
              <a:gdLst/>
              <a:ahLst/>
              <a:cxnLst/>
              <a:rect l="l" t="t" r="r" b="b"/>
              <a:pathLst>
                <a:path w="3656" h="4916" extrusionOk="0">
                  <a:moveTo>
                    <a:pt x="1765" y="1"/>
                  </a:moveTo>
                  <a:cubicBezTo>
                    <a:pt x="1544" y="1"/>
                    <a:pt x="1418" y="158"/>
                    <a:pt x="1418" y="348"/>
                  </a:cubicBezTo>
                  <a:lnTo>
                    <a:pt x="1418" y="2868"/>
                  </a:lnTo>
                  <a:cubicBezTo>
                    <a:pt x="1292" y="2805"/>
                    <a:pt x="1166" y="2773"/>
                    <a:pt x="1040" y="2773"/>
                  </a:cubicBezTo>
                  <a:cubicBezTo>
                    <a:pt x="473" y="2773"/>
                    <a:pt x="1" y="3246"/>
                    <a:pt x="1" y="3845"/>
                  </a:cubicBezTo>
                  <a:cubicBezTo>
                    <a:pt x="1" y="4443"/>
                    <a:pt x="473" y="4916"/>
                    <a:pt x="1040" y="4916"/>
                  </a:cubicBezTo>
                  <a:cubicBezTo>
                    <a:pt x="1639" y="4916"/>
                    <a:pt x="2111" y="4443"/>
                    <a:pt x="2111" y="3845"/>
                  </a:cubicBezTo>
                  <a:lnTo>
                    <a:pt x="2111" y="1450"/>
                  </a:lnTo>
                  <a:cubicBezTo>
                    <a:pt x="2363" y="1513"/>
                    <a:pt x="2521" y="1639"/>
                    <a:pt x="2584" y="1797"/>
                  </a:cubicBezTo>
                  <a:cubicBezTo>
                    <a:pt x="2868" y="2112"/>
                    <a:pt x="2931" y="2584"/>
                    <a:pt x="2836" y="3057"/>
                  </a:cubicBezTo>
                  <a:cubicBezTo>
                    <a:pt x="2773" y="3246"/>
                    <a:pt x="2899" y="3435"/>
                    <a:pt x="3057" y="3498"/>
                  </a:cubicBezTo>
                  <a:lnTo>
                    <a:pt x="3151" y="3498"/>
                  </a:lnTo>
                  <a:cubicBezTo>
                    <a:pt x="3309" y="3498"/>
                    <a:pt x="3466" y="3372"/>
                    <a:pt x="3498" y="3214"/>
                  </a:cubicBezTo>
                  <a:cubicBezTo>
                    <a:pt x="3655" y="2553"/>
                    <a:pt x="3529" y="1828"/>
                    <a:pt x="3151" y="1324"/>
                  </a:cubicBezTo>
                  <a:cubicBezTo>
                    <a:pt x="2899" y="1041"/>
                    <a:pt x="2552" y="820"/>
                    <a:pt x="2111" y="726"/>
                  </a:cubicBezTo>
                  <a:lnTo>
                    <a:pt x="2111" y="348"/>
                  </a:lnTo>
                  <a:cubicBezTo>
                    <a:pt x="2111" y="158"/>
                    <a:pt x="1954" y="1"/>
                    <a:pt x="176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8282;p67">
              <a:extLst>
                <a:ext uri="{FF2B5EF4-FFF2-40B4-BE49-F238E27FC236}">
                  <a16:creationId xmlns:a16="http://schemas.microsoft.com/office/drawing/2014/main" id="{24EA4446-C4BD-B967-69F1-BD65CBCF34E3}"/>
                </a:ext>
              </a:extLst>
            </p:cNvPr>
            <p:cNvSpPr/>
            <p:nvPr/>
          </p:nvSpPr>
          <p:spPr>
            <a:xfrm>
              <a:off x="-46779900" y="3754200"/>
              <a:ext cx="17350" cy="70125"/>
            </a:xfrm>
            <a:custGeom>
              <a:avLst/>
              <a:gdLst/>
              <a:ahLst/>
              <a:cxnLst/>
              <a:rect l="l" t="t" r="r" b="b"/>
              <a:pathLst>
                <a:path w="694" h="2805" extrusionOk="0">
                  <a:moveTo>
                    <a:pt x="694" y="0"/>
                  </a:moveTo>
                  <a:cubicBezTo>
                    <a:pt x="253" y="347"/>
                    <a:pt x="1" y="819"/>
                    <a:pt x="1" y="1418"/>
                  </a:cubicBezTo>
                  <a:cubicBezTo>
                    <a:pt x="1" y="2017"/>
                    <a:pt x="253" y="2458"/>
                    <a:pt x="694" y="2804"/>
                  </a:cubicBezTo>
                  <a:lnTo>
                    <a:pt x="694"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8283;p67">
              <a:extLst>
                <a:ext uri="{FF2B5EF4-FFF2-40B4-BE49-F238E27FC236}">
                  <a16:creationId xmlns:a16="http://schemas.microsoft.com/office/drawing/2014/main" id="{71CF997E-0B1F-E318-9D6A-A862995E4AEC}"/>
                </a:ext>
              </a:extLst>
            </p:cNvPr>
            <p:cNvSpPr/>
            <p:nvPr/>
          </p:nvSpPr>
          <p:spPr>
            <a:xfrm>
              <a:off x="-46497925" y="3754200"/>
              <a:ext cx="18150" cy="70125"/>
            </a:xfrm>
            <a:custGeom>
              <a:avLst/>
              <a:gdLst/>
              <a:ahLst/>
              <a:cxnLst/>
              <a:rect l="l" t="t" r="r" b="b"/>
              <a:pathLst>
                <a:path w="726" h="2805" extrusionOk="0">
                  <a:moveTo>
                    <a:pt x="1" y="0"/>
                  </a:moveTo>
                  <a:lnTo>
                    <a:pt x="1" y="2804"/>
                  </a:lnTo>
                  <a:cubicBezTo>
                    <a:pt x="442" y="2489"/>
                    <a:pt x="725" y="1954"/>
                    <a:pt x="725" y="1418"/>
                  </a:cubicBezTo>
                  <a:cubicBezTo>
                    <a:pt x="725" y="851"/>
                    <a:pt x="442" y="347"/>
                    <a:pt x="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5" name="Google Shape;8284;p67">
            <a:extLst>
              <a:ext uri="{FF2B5EF4-FFF2-40B4-BE49-F238E27FC236}">
                <a16:creationId xmlns:a16="http://schemas.microsoft.com/office/drawing/2014/main" id="{D6FB4182-8611-8CB1-49DF-79726AAC2DF5}"/>
              </a:ext>
            </a:extLst>
          </p:cNvPr>
          <p:cNvGrpSpPr/>
          <p:nvPr/>
        </p:nvGrpSpPr>
        <p:grpSpPr>
          <a:xfrm>
            <a:off x="13305248" y="10119917"/>
            <a:ext cx="913919" cy="911475"/>
            <a:chOff x="-46779100" y="3938500"/>
            <a:chExt cx="299325" cy="298525"/>
          </a:xfrm>
          <a:solidFill>
            <a:srgbClr val="555559"/>
          </a:solidFill>
        </p:grpSpPr>
        <p:sp>
          <p:nvSpPr>
            <p:cNvPr id="1275" name="Google Shape;8285;p67">
              <a:extLst>
                <a:ext uri="{FF2B5EF4-FFF2-40B4-BE49-F238E27FC236}">
                  <a16:creationId xmlns:a16="http://schemas.microsoft.com/office/drawing/2014/main" id="{272D10EE-5932-C453-BFEA-D56978348A65}"/>
                </a:ext>
              </a:extLst>
            </p:cNvPr>
            <p:cNvSpPr/>
            <p:nvPr/>
          </p:nvSpPr>
          <p:spPr>
            <a:xfrm>
              <a:off x="-46656225" y="4061375"/>
              <a:ext cx="53575" cy="52775"/>
            </a:xfrm>
            <a:custGeom>
              <a:avLst/>
              <a:gdLst/>
              <a:ahLst/>
              <a:cxnLst/>
              <a:rect l="l" t="t" r="r" b="b"/>
              <a:pathLst>
                <a:path w="2143" h="2111" extrusionOk="0">
                  <a:moveTo>
                    <a:pt x="1071" y="0"/>
                  </a:moveTo>
                  <a:cubicBezTo>
                    <a:pt x="473" y="0"/>
                    <a:pt x="0" y="473"/>
                    <a:pt x="0" y="1071"/>
                  </a:cubicBezTo>
                  <a:cubicBezTo>
                    <a:pt x="0" y="1638"/>
                    <a:pt x="473" y="2111"/>
                    <a:pt x="1071" y="2111"/>
                  </a:cubicBezTo>
                  <a:cubicBezTo>
                    <a:pt x="1670" y="2111"/>
                    <a:pt x="2143" y="1638"/>
                    <a:pt x="2143" y="1071"/>
                  </a:cubicBezTo>
                  <a:cubicBezTo>
                    <a:pt x="2079" y="473"/>
                    <a:pt x="1607" y="0"/>
                    <a:pt x="107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8286;p67">
              <a:extLst>
                <a:ext uri="{FF2B5EF4-FFF2-40B4-BE49-F238E27FC236}">
                  <a16:creationId xmlns:a16="http://schemas.microsoft.com/office/drawing/2014/main" id="{7D3DBF00-7D10-85AA-AB27-B4445833C547}"/>
                </a:ext>
              </a:extLst>
            </p:cNvPr>
            <p:cNvSpPr/>
            <p:nvPr/>
          </p:nvSpPr>
          <p:spPr>
            <a:xfrm>
              <a:off x="-46779100" y="3938500"/>
              <a:ext cx="299325" cy="298525"/>
            </a:xfrm>
            <a:custGeom>
              <a:avLst/>
              <a:gdLst/>
              <a:ahLst/>
              <a:cxnLst/>
              <a:rect l="l" t="t" r="r" b="b"/>
              <a:pathLst>
                <a:path w="11973" h="11941" extrusionOk="0">
                  <a:moveTo>
                    <a:pt x="6301" y="1418"/>
                  </a:moveTo>
                  <a:cubicBezTo>
                    <a:pt x="8538" y="1607"/>
                    <a:pt x="10366" y="3371"/>
                    <a:pt x="10523" y="5608"/>
                  </a:cubicBezTo>
                  <a:lnTo>
                    <a:pt x="9798" y="5608"/>
                  </a:lnTo>
                  <a:cubicBezTo>
                    <a:pt x="9641" y="3781"/>
                    <a:pt x="8160" y="2300"/>
                    <a:pt x="6301" y="2111"/>
                  </a:cubicBezTo>
                  <a:lnTo>
                    <a:pt x="6301" y="1418"/>
                  </a:lnTo>
                  <a:close/>
                  <a:moveTo>
                    <a:pt x="5640" y="1450"/>
                  </a:moveTo>
                  <a:lnTo>
                    <a:pt x="5640" y="2143"/>
                  </a:lnTo>
                  <a:cubicBezTo>
                    <a:pt x="3781" y="2300"/>
                    <a:pt x="2332" y="3812"/>
                    <a:pt x="2111" y="5671"/>
                  </a:cubicBezTo>
                  <a:lnTo>
                    <a:pt x="1418" y="5671"/>
                  </a:lnTo>
                  <a:cubicBezTo>
                    <a:pt x="1576" y="3371"/>
                    <a:pt x="3371" y="1607"/>
                    <a:pt x="5640" y="1450"/>
                  </a:cubicBezTo>
                  <a:close/>
                  <a:moveTo>
                    <a:pt x="6333" y="2899"/>
                  </a:moveTo>
                  <a:cubicBezTo>
                    <a:pt x="7782" y="3056"/>
                    <a:pt x="8948" y="4190"/>
                    <a:pt x="9105" y="5671"/>
                  </a:cubicBezTo>
                  <a:lnTo>
                    <a:pt x="8790" y="5671"/>
                  </a:lnTo>
                  <a:cubicBezTo>
                    <a:pt x="8570" y="5671"/>
                    <a:pt x="8412" y="5829"/>
                    <a:pt x="8412" y="6018"/>
                  </a:cubicBezTo>
                  <a:cubicBezTo>
                    <a:pt x="8412" y="6175"/>
                    <a:pt x="8570" y="6333"/>
                    <a:pt x="8790" y="6333"/>
                  </a:cubicBezTo>
                  <a:lnTo>
                    <a:pt x="9105" y="6333"/>
                  </a:lnTo>
                  <a:cubicBezTo>
                    <a:pt x="8948" y="7782"/>
                    <a:pt x="7782" y="8916"/>
                    <a:pt x="6333" y="9137"/>
                  </a:cubicBezTo>
                  <a:lnTo>
                    <a:pt x="6333" y="8822"/>
                  </a:lnTo>
                  <a:cubicBezTo>
                    <a:pt x="6333" y="8601"/>
                    <a:pt x="6175" y="8444"/>
                    <a:pt x="5986" y="8444"/>
                  </a:cubicBezTo>
                  <a:cubicBezTo>
                    <a:pt x="5797" y="8444"/>
                    <a:pt x="5640" y="8601"/>
                    <a:pt x="5640" y="8822"/>
                  </a:cubicBezTo>
                  <a:lnTo>
                    <a:pt x="5640" y="9137"/>
                  </a:lnTo>
                  <a:cubicBezTo>
                    <a:pt x="4191" y="8979"/>
                    <a:pt x="3025" y="7814"/>
                    <a:pt x="2867" y="6364"/>
                  </a:cubicBezTo>
                  <a:lnTo>
                    <a:pt x="3182" y="6364"/>
                  </a:lnTo>
                  <a:cubicBezTo>
                    <a:pt x="3403" y="6364"/>
                    <a:pt x="3560" y="6207"/>
                    <a:pt x="3560" y="6018"/>
                  </a:cubicBezTo>
                  <a:cubicBezTo>
                    <a:pt x="3560" y="5829"/>
                    <a:pt x="3403" y="5671"/>
                    <a:pt x="3182" y="5671"/>
                  </a:cubicBezTo>
                  <a:lnTo>
                    <a:pt x="2867" y="5671"/>
                  </a:lnTo>
                  <a:cubicBezTo>
                    <a:pt x="3025" y="4190"/>
                    <a:pt x="4191" y="3056"/>
                    <a:pt x="5640" y="2899"/>
                  </a:cubicBezTo>
                  <a:lnTo>
                    <a:pt x="5640" y="3214"/>
                  </a:lnTo>
                  <a:cubicBezTo>
                    <a:pt x="5640" y="3403"/>
                    <a:pt x="5797" y="3560"/>
                    <a:pt x="5986" y="3560"/>
                  </a:cubicBezTo>
                  <a:cubicBezTo>
                    <a:pt x="6175" y="3560"/>
                    <a:pt x="6333" y="3403"/>
                    <a:pt x="6333" y="3214"/>
                  </a:cubicBezTo>
                  <a:lnTo>
                    <a:pt x="6333" y="2899"/>
                  </a:lnTo>
                  <a:close/>
                  <a:moveTo>
                    <a:pt x="2111" y="6333"/>
                  </a:moveTo>
                  <a:cubicBezTo>
                    <a:pt x="2269" y="8192"/>
                    <a:pt x="3781" y="9641"/>
                    <a:pt x="5640" y="9830"/>
                  </a:cubicBezTo>
                  <a:lnTo>
                    <a:pt x="5640" y="10554"/>
                  </a:lnTo>
                  <a:cubicBezTo>
                    <a:pt x="3371" y="10334"/>
                    <a:pt x="1576" y="8570"/>
                    <a:pt x="1418" y="6333"/>
                  </a:cubicBezTo>
                  <a:close/>
                  <a:moveTo>
                    <a:pt x="10523" y="6333"/>
                  </a:moveTo>
                  <a:cubicBezTo>
                    <a:pt x="10366" y="8570"/>
                    <a:pt x="8538" y="10334"/>
                    <a:pt x="6301" y="10554"/>
                  </a:cubicBezTo>
                  <a:lnTo>
                    <a:pt x="6301" y="9830"/>
                  </a:lnTo>
                  <a:cubicBezTo>
                    <a:pt x="8160" y="9672"/>
                    <a:pt x="9609" y="8192"/>
                    <a:pt x="9798" y="6333"/>
                  </a:cubicBezTo>
                  <a:close/>
                  <a:moveTo>
                    <a:pt x="5986" y="0"/>
                  </a:moveTo>
                  <a:cubicBezTo>
                    <a:pt x="5797" y="0"/>
                    <a:pt x="5640" y="158"/>
                    <a:pt x="5640" y="347"/>
                  </a:cubicBezTo>
                  <a:lnTo>
                    <a:pt x="5640" y="725"/>
                  </a:lnTo>
                  <a:cubicBezTo>
                    <a:pt x="2993" y="882"/>
                    <a:pt x="914" y="3025"/>
                    <a:pt x="757" y="5608"/>
                  </a:cubicBezTo>
                  <a:lnTo>
                    <a:pt x="347" y="5608"/>
                  </a:lnTo>
                  <a:cubicBezTo>
                    <a:pt x="158" y="5608"/>
                    <a:pt x="0" y="5766"/>
                    <a:pt x="0" y="5986"/>
                  </a:cubicBezTo>
                  <a:cubicBezTo>
                    <a:pt x="0" y="6175"/>
                    <a:pt x="158" y="6333"/>
                    <a:pt x="347" y="6333"/>
                  </a:cubicBezTo>
                  <a:lnTo>
                    <a:pt x="757" y="6333"/>
                  </a:lnTo>
                  <a:cubicBezTo>
                    <a:pt x="914" y="8979"/>
                    <a:pt x="3025" y="11059"/>
                    <a:pt x="5640" y="11216"/>
                  </a:cubicBezTo>
                  <a:lnTo>
                    <a:pt x="5640" y="11594"/>
                  </a:lnTo>
                  <a:cubicBezTo>
                    <a:pt x="5640" y="11783"/>
                    <a:pt x="5797" y="11941"/>
                    <a:pt x="5986" y="11941"/>
                  </a:cubicBezTo>
                  <a:cubicBezTo>
                    <a:pt x="6175" y="11941"/>
                    <a:pt x="6333" y="11783"/>
                    <a:pt x="6333" y="11594"/>
                  </a:cubicBezTo>
                  <a:lnTo>
                    <a:pt x="6333" y="11216"/>
                  </a:lnTo>
                  <a:cubicBezTo>
                    <a:pt x="8979" y="11059"/>
                    <a:pt x="11059" y="8916"/>
                    <a:pt x="11216" y="6333"/>
                  </a:cubicBezTo>
                  <a:lnTo>
                    <a:pt x="11626" y="6333"/>
                  </a:lnTo>
                  <a:cubicBezTo>
                    <a:pt x="11815" y="6333"/>
                    <a:pt x="11972" y="6175"/>
                    <a:pt x="11972" y="5986"/>
                  </a:cubicBezTo>
                  <a:cubicBezTo>
                    <a:pt x="11972" y="5766"/>
                    <a:pt x="11815" y="5608"/>
                    <a:pt x="11626" y="5608"/>
                  </a:cubicBezTo>
                  <a:lnTo>
                    <a:pt x="11216" y="5608"/>
                  </a:lnTo>
                  <a:cubicBezTo>
                    <a:pt x="11059" y="2993"/>
                    <a:pt x="8948" y="882"/>
                    <a:pt x="6333" y="725"/>
                  </a:cubicBezTo>
                  <a:lnTo>
                    <a:pt x="6333" y="347"/>
                  </a:lnTo>
                  <a:cubicBezTo>
                    <a:pt x="6333" y="158"/>
                    <a:pt x="6175" y="0"/>
                    <a:pt x="598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6" name="Google Shape;8287;p67">
            <a:extLst>
              <a:ext uri="{FF2B5EF4-FFF2-40B4-BE49-F238E27FC236}">
                <a16:creationId xmlns:a16="http://schemas.microsoft.com/office/drawing/2014/main" id="{4B4FD2A5-5E83-9FB5-4A80-885035BCCB83}"/>
              </a:ext>
            </a:extLst>
          </p:cNvPr>
          <p:cNvGrpSpPr/>
          <p:nvPr/>
        </p:nvGrpSpPr>
        <p:grpSpPr>
          <a:xfrm>
            <a:off x="18999456" y="7883402"/>
            <a:ext cx="916286" cy="916360"/>
            <a:chOff x="-44924250" y="3206000"/>
            <a:chExt cx="300100" cy="300125"/>
          </a:xfrm>
          <a:solidFill>
            <a:srgbClr val="555559"/>
          </a:solidFill>
        </p:grpSpPr>
        <p:sp>
          <p:nvSpPr>
            <p:cNvPr id="1270" name="Google Shape;8288;p67">
              <a:extLst>
                <a:ext uri="{FF2B5EF4-FFF2-40B4-BE49-F238E27FC236}">
                  <a16:creationId xmlns:a16="http://schemas.microsoft.com/office/drawing/2014/main" id="{46161194-F283-08F9-7EF4-CCD19B8914B8}"/>
                </a:ext>
              </a:extLst>
            </p:cNvPr>
            <p:cNvSpPr/>
            <p:nvPr/>
          </p:nvSpPr>
          <p:spPr>
            <a:xfrm>
              <a:off x="-44747025" y="3365100"/>
              <a:ext cx="122875" cy="87450"/>
            </a:xfrm>
            <a:custGeom>
              <a:avLst/>
              <a:gdLst/>
              <a:ahLst/>
              <a:cxnLst/>
              <a:rect l="l" t="t" r="r" b="b"/>
              <a:pathLst>
                <a:path w="4915" h="3498" extrusionOk="0">
                  <a:moveTo>
                    <a:pt x="0" y="1"/>
                  </a:moveTo>
                  <a:lnTo>
                    <a:pt x="0" y="3498"/>
                  </a:lnTo>
                  <a:lnTo>
                    <a:pt x="4915" y="3498"/>
                  </a:lnTo>
                  <a:lnTo>
                    <a:pt x="4915"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8289;p67">
              <a:extLst>
                <a:ext uri="{FF2B5EF4-FFF2-40B4-BE49-F238E27FC236}">
                  <a16:creationId xmlns:a16="http://schemas.microsoft.com/office/drawing/2014/main" id="{696BB58C-3FDD-ACAF-350F-C822F45703C3}"/>
                </a:ext>
              </a:extLst>
            </p:cNvPr>
            <p:cNvSpPr/>
            <p:nvPr/>
          </p:nvSpPr>
          <p:spPr>
            <a:xfrm>
              <a:off x="-44747025" y="3470650"/>
              <a:ext cx="122875" cy="35475"/>
            </a:xfrm>
            <a:custGeom>
              <a:avLst/>
              <a:gdLst/>
              <a:ahLst/>
              <a:cxnLst/>
              <a:rect l="l" t="t" r="r" b="b"/>
              <a:pathLst>
                <a:path w="4915" h="1419" extrusionOk="0">
                  <a:moveTo>
                    <a:pt x="0" y="0"/>
                  </a:moveTo>
                  <a:lnTo>
                    <a:pt x="0" y="347"/>
                  </a:lnTo>
                  <a:cubicBezTo>
                    <a:pt x="0" y="946"/>
                    <a:pt x="473" y="1418"/>
                    <a:pt x="1071" y="1418"/>
                  </a:cubicBezTo>
                  <a:lnTo>
                    <a:pt x="3875" y="1418"/>
                  </a:lnTo>
                  <a:cubicBezTo>
                    <a:pt x="4442" y="1418"/>
                    <a:pt x="4915" y="946"/>
                    <a:pt x="4915" y="347"/>
                  </a:cubicBezTo>
                  <a:lnTo>
                    <a:pt x="4915"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8290;p67">
              <a:extLst>
                <a:ext uri="{FF2B5EF4-FFF2-40B4-BE49-F238E27FC236}">
                  <a16:creationId xmlns:a16="http://schemas.microsoft.com/office/drawing/2014/main" id="{6D01A98F-AE07-3301-3182-559956A33211}"/>
                </a:ext>
              </a:extLst>
            </p:cNvPr>
            <p:cNvSpPr/>
            <p:nvPr/>
          </p:nvSpPr>
          <p:spPr>
            <a:xfrm>
              <a:off x="-44747025" y="3313125"/>
              <a:ext cx="122875" cy="35475"/>
            </a:xfrm>
            <a:custGeom>
              <a:avLst/>
              <a:gdLst/>
              <a:ahLst/>
              <a:cxnLst/>
              <a:rect l="l" t="t" r="r" b="b"/>
              <a:pathLst>
                <a:path w="4915" h="1419" extrusionOk="0">
                  <a:moveTo>
                    <a:pt x="1071" y="1"/>
                  </a:moveTo>
                  <a:cubicBezTo>
                    <a:pt x="473" y="1"/>
                    <a:pt x="0" y="473"/>
                    <a:pt x="0" y="1072"/>
                  </a:cubicBezTo>
                  <a:lnTo>
                    <a:pt x="0" y="1418"/>
                  </a:lnTo>
                  <a:lnTo>
                    <a:pt x="4915" y="1418"/>
                  </a:lnTo>
                  <a:lnTo>
                    <a:pt x="4915" y="1072"/>
                  </a:lnTo>
                  <a:cubicBezTo>
                    <a:pt x="4915" y="473"/>
                    <a:pt x="4442" y="1"/>
                    <a:pt x="387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8291;p67">
              <a:extLst>
                <a:ext uri="{FF2B5EF4-FFF2-40B4-BE49-F238E27FC236}">
                  <a16:creationId xmlns:a16="http://schemas.microsoft.com/office/drawing/2014/main" id="{2B84DFEE-3007-C6C8-EEA0-0EA6F9042DE0}"/>
                </a:ext>
              </a:extLst>
            </p:cNvPr>
            <p:cNvSpPr/>
            <p:nvPr/>
          </p:nvSpPr>
          <p:spPr>
            <a:xfrm>
              <a:off x="-44924250" y="3384000"/>
              <a:ext cx="159125" cy="69350"/>
            </a:xfrm>
            <a:custGeom>
              <a:avLst/>
              <a:gdLst/>
              <a:ahLst/>
              <a:cxnLst/>
              <a:rect l="l" t="t" r="r" b="b"/>
              <a:pathLst>
                <a:path w="6365" h="2774" extrusionOk="0">
                  <a:moveTo>
                    <a:pt x="1" y="1"/>
                  </a:moveTo>
                  <a:lnTo>
                    <a:pt x="1" y="316"/>
                  </a:lnTo>
                  <a:lnTo>
                    <a:pt x="32" y="316"/>
                  </a:lnTo>
                  <a:cubicBezTo>
                    <a:pt x="32" y="915"/>
                    <a:pt x="505" y="1387"/>
                    <a:pt x="1103" y="1387"/>
                  </a:cubicBezTo>
                  <a:lnTo>
                    <a:pt x="4254" y="1387"/>
                  </a:lnTo>
                  <a:lnTo>
                    <a:pt x="4254" y="2080"/>
                  </a:lnTo>
                  <a:lnTo>
                    <a:pt x="3183" y="2080"/>
                  </a:lnTo>
                  <a:cubicBezTo>
                    <a:pt x="2994" y="2080"/>
                    <a:pt x="2836" y="2238"/>
                    <a:pt x="2836" y="2427"/>
                  </a:cubicBezTo>
                  <a:cubicBezTo>
                    <a:pt x="2836" y="2647"/>
                    <a:pt x="2994" y="2773"/>
                    <a:pt x="3183" y="2773"/>
                  </a:cubicBezTo>
                  <a:lnTo>
                    <a:pt x="6365" y="2773"/>
                  </a:lnTo>
                  <a:lnTo>
                    <a:pt x="6365"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8292;p67">
              <a:extLst>
                <a:ext uri="{FF2B5EF4-FFF2-40B4-BE49-F238E27FC236}">
                  <a16:creationId xmlns:a16="http://schemas.microsoft.com/office/drawing/2014/main" id="{0E06435F-EBCD-1ED5-111B-7334E58E1970}"/>
                </a:ext>
              </a:extLst>
            </p:cNvPr>
            <p:cNvSpPr/>
            <p:nvPr/>
          </p:nvSpPr>
          <p:spPr>
            <a:xfrm>
              <a:off x="-44924250" y="3206000"/>
              <a:ext cx="264675" cy="159125"/>
            </a:xfrm>
            <a:custGeom>
              <a:avLst/>
              <a:gdLst/>
              <a:ahLst/>
              <a:cxnLst/>
              <a:rect l="l" t="t" r="r" b="b"/>
              <a:pathLst>
                <a:path w="10587" h="6365" extrusionOk="0">
                  <a:moveTo>
                    <a:pt x="1072" y="1"/>
                  </a:moveTo>
                  <a:cubicBezTo>
                    <a:pt x="473" y="1"/>
                    <a:pt x="1" y="473"/>
                    <a:pt x="1" y="1041"/>
                  </a:cubicBezTo>
                  <a:lnTo>
                    <a:pt x="1" y="6365"/>
                  </a:lnTo>
                  <a:lnTo>
                    <a:pt x="6365" y="6365"/>
                  </a:lnTo>
                  <a:lnTo>
                    <a:pt x="6365" y="5357"/>
                  </a:lnTo>
                  <a:cubicBezTo>
                    <a:pt x="6365" y="4349"/>
                    <a:pt x="7152" y="3561"/>
                    <a:pt x="8160" y="3561"/>
                  </a:cubicBezTo>
                  <a:lnTo>
                    <a:pt x="10586" y="3561"/>
                  </a:lnTo>
                  <a:lnTo>
                    <a:pt x="10586" y="1041"/>
                  </a:lnTo>
                  <a:cubicBezTo>
                    <a:pt x="10586" y="473"/>
                    <a:pt x="10114" y="1"/>
                    <a:pt x="951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7" name="Google Shape;8293;p67">
            <a:extLst>
              <a:ext uri="{FF2B5EF4-FFF2-40B4-BE49-F238E27FC236}">
                <a16:creationId xmlns:a16="http://schemas.microsoft.com/office/drawing/2014/main" id="{700CA46E-3A16-09C3-CAF1-BFBF27689182}"/>
              </a:ext>
            </a:extLst>
          </p:cNvPr>
          <p:cNvGrpSpPr/>
          <p:nvPr/>
        </p:nvGrpSpPr>
        <p:grpSpPr>
          <a:xfrm>
            <a:off x="3057065" y="7813712"/>
            <a:ext cx="916286" cy="916286"/>
            <a:chOff x="-50134375" y="3183175"/>
            <a:chExt cx="300100" cy="300100"/>
          </a:xfrm>
          <a:solidFill>
            <a:srgbClr val="555559"/>
          </a:solidFill>
        </p:grpSpPr>
        <p:sp>
          <p:nvSpPr>
            <p:cNvPr id="1260" name="Google Shape;8294;p67">
              <a:extLst>
                <a:ext uri="{FF2B5EF4-FFF2-40B4-BE49-F238E27FC236}">
                  <a16:creationId xmlns:a16="http://schemas.microsoft.com/office/drawing/2014/main" id="{36E79EAA-A141-7A74-4316-076138C45E5A}"/>
                </a:ext>
              </a:extLst>
            </p:cNvPr>
            <p:cNvSpPr/>
            <p:nvPr/>
          </p:nvSpPr>
          <p:spPr>
            <a:xfrm>
              <a:off x="-50134375" y="3270600"/>
              <a:ext cx="87450" cy="53575"/>
            </a:xfrm>
            <a:custGeom>
              <a:avLst/>
              <a:gdLst/>
              <a:ahLst/>
              <a:cxnLst/>
              <a:rect l="l" t="t" r="r" b="b"/>
              <a:pathLst>
                <a:path w="3498" h="2143" extrusionOk="0">
                  <a:moveTo>
                    <a:pt x="0" y="0"/>
                  </a:moveTo>
                  <a:lnTo>
                    <a:pt x="0" y="2143"/>
                  </a:lnTo>
                  <a:lnTo>
                    <a:pt x="3497" y="2143"/>
                  </a:lnTo>
                  <a:lnTo>
                    <a:pt x="3497"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8295;p67">
              <a:extLst>
                <a:ext uri="{FF2B5EF4-FFF2-40B4-BE49-F238E27FC236}">
                  <a16:creationId xmlns:a16="http://schemas.microsoft.com/office/drawing/2014/main" id="{DD3806CD-9DEB-7017-9F6D-AF67B00961F7}"/>
                </a:ext>
              </a:extLst>
            </p:cNvPr>
            <p:cNvSpPr/>
            <p:nvPr/>
          </p:nvSpPr>
          <p:spPr>
            <a:xfrm>
              <a:off x="-50134375" y="3340700"/>
              <a:ext cx="87450" cy="54375"/>
            </a:xfrm>
            <a:custGeom>
              <a:avLst/>
              <a:gdLst/>
              <a:ahLst/>
              <a:cxnLst/>
              <a:rect l="l" t="t" r="r" b="b"/>
              <a:pathLst>
                <a:path w="3498" h="2175" extrusionOk="0">
                  <a:moveTo>
                    <a:pt x="0" y="0"/>
                  </a:moveTo>
                  <a:lnTo>
                    <a:pt x="0" y="2174"/>
                  </a:lnTo>
                  <a:cubicBezTo>
                    <a:pt x="441" y="1701"/>
                    <a:pt x="1071" y="1418"/>
                    <a:pt x="1765" y="1418"/>
                  </a:cubicBezTo>
                  <a:cubicBezTo>
                    <a:pt x="2426" y="1418"/>
                    <a:pt x="3056" y="1670"/>
                    <a:pt x="3497" y="2174"/>
                  </a:cubicBezTo>
                  <a:lnTo>
                    <a:pt x="3497"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8296;p67">
              <a:extLst>
                <a:ext uri="{FF2B5EF4-FFF2-40B4-BE49-F238E27FC236}">
                  <a16:creationId xmlns:a16="http://schemas.microsoft.com/office/drawing/2014/main" id="{315C4434-5BF1-9118-3626-E0D2A90CA64A}"/>
                </a:ext>
              </a:extLst>
            </p:cNvPr>
            <p:cNvSpPr/>
            <p:nvPr/>
          </p:nvSpPr>
          <p:spPr>
            <a:xfrm>
              <a:off x="-50134375" y="3183175"/>
              <a:ext cx="87450" cy="70125"/>
            </a:xfrm>
            <a:custGeom>
              <a:avLst/>
              <a:gdLst/>
              <a:ahLst/>
              <a:cxnLst/>
              <a:rect l="l" t="t" r="r" b="b"/>
              <a:pathLst>
                <a:path w="3498" h="2805" extrusionOk="0">
                  <a:moveTo>
                    <a:pt x="347" y="0"/>
                  </a:moveTo>
                  <a:cubicBezTo>
                    <a:pt x="158" y="0"/>
                    <a:pt x="0" y="158"/>
                    <a:pt x="0" y="347"/>
                  </a:cubicBezTo>
                  <a:lnTo>
                    <a:pt x="0" y="2804"/>
                  </a:lnTo>
                  <a:lnTo>
                    <a:pt x="3497" y="2804"/>
                  </a:lnTo>
                  <a:lnTo>
                    <a:pt x="3497" y="347"/>
                  </a:lnTo>
                  <a:cubicBezTo>
                    <a:pt x="3497" y="158"/>
                    <a:pt x="3340" y="0"/>
                    <a:pt x="315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8297;p67">
              <a:extLst>
                <a:ext uri="{FF2B5EF4-FFF2-40B4-BE49-F238E27FC236}">
                  <a16:creationId xmlns:a16="http://schemas.microsoft.com/office/drawing/2014/main" id="{C18FEECC-B29E-594E-7DEA-3642868C7489}"/>
                </a:ext>
              </a:extLst>
            </p:cNvPr>
            <p:cNvSpPr/>
            <p:nvPr/>
          </p:nvSpPr>
          <p:spPr>
            <a:xfrm>
              <a:off x="-50028050" y="3363525"/>
              <a:ext cx="37050" cy="75650"/>
            </a:xfrm>
            <a:custGeom>
              <a:avLst/>
              <a:gdLst/>
              <a:ahLst/>
              <a:cxnLst/>
              <a:rect l="l" t="t" r="r" b="b"/>
              <a:pathLst>
                <a:path w="1482" h="3026" extrusionOk="0">
                  <a:moveTo>
                    <a:pt x="0" y="1"/>
                  </a:moveTo>
                  <a:lnTo>
                    <a:pt x="0" y="3025"/>
                  </a:lnTo>
                  <a:lnTo>
                    <a:pt x="1481" y="1482"/>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8298;p67">
              <a:extLst>
                <a:ext uri="{FF2B5EF4-FFF2-40B4-BE49-F238E27FC236}">
                  <a16:creationId xmlns:a16="http://schemas.microsoft.com/office/drawing/2014/main" id="{95FED643-6C03-323F-3229-F7E95378409C}"/>
                </a:ext>
              </a:extLst>
            </p:cNvPr>
            <p:cNvSpPr/>
            <p:nvPr/>
          </p:nvSpPr>
          <p:spPr>
            <a:xfrm>
              <a:off x="-50028050" y="3287125"/>
              <a:ext cx="88225" cy="101625"/>
            </a:xfrm>
            <a:custGeom>
              <a:avLst/>
              <a:gdLst/>
              <a:ahLst/>
              <a:cxnLst/>
              <a:rect l="l" t="t" r="r" b="b"/>
              <a:pathLst>
                <a:path w="3529" h="4065" extrusionOk="0">
                  <a:moveTo>
                    <a:pt x="1072" y="1"/>
                  </a:moveTo>
                  <a:lnTo>
                    <a:pt x="0" y="1104"/>
                  </a:lnTo>
                  <a:lnTo>
                    <a:pt x="0" y="2049"/>
                  </a:lnTo>
                  <a:lnTo>
                    <a:pt x="2017" y="4065"/>
                  </a:lnTo>
                  <a:lnTo>
                    <a:pt x="3529" y="2490"/>
                  </a:lnTo>
                  <a:lnTo>
                    <a:pt x="1072"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8299;p67">
              <a:extLst>
                <a:ext uri="{FF2B5EF4-FFF2-40B4-BE49-F238E27FC236}">
                  <a16:creationId xmlns:a16="http://schemas.microsoft.com/office/drawing/2014/main" id="{CBC3016E-5E29-F809-ECEE-97F7C678B814}"/>
                </a:ext>
              </a:extLst>
            </p:cNvPr>
            <p:cNvSpPr/>
            <p:nvPr/>
          </p:nvSpPr>
          <p:spPr>
            <a:xfrm>
              <a:off x="-49988675" y="3225700"/>
              <a:ext cx="111875" cy="111875"/>
            </a:xfrm>
            <a:custGeom>
              <a:avLst/>
              <a:gdLst/>
              <a:ahLst/>
              <a:cxnLst/>
              <a:rect l="l" t="t" r="r" b="b"/>
              <a:pathLst>
                <a:path w="4475" h="4475" extrusionOk="0">
                  <a:moveTo>
                    <a:pt x="2155" y="0"/>
                  </a:moveTo>
                  <a:cubicBezTo>
                    <a:pt x="2064" y="0"/>
                    <a:pt x="1970" y="32"/>
                    <a:pt x="1891" y="95"/>
                  </a:cubicBezTo>
                  <a:lnTo>
                    <a:pt x="1" y="1985"/>
                  </a:lnTo>
                  <a:lnTo>
                    <a:pt x="2490" y="4474"/>
                  </a:lnTo>
                  <a:lnTo>
                    <a:pt x="4380" y="2584"/>
                  </a:lnTo>
                  <a:cubicBezTo>
                    <a:pt x="4474" y="2458"/>
                    <a:pt x="4474" y="2237"/>
                    <a:pt x="4380" y="2080"/>
                  </a:cubicBezTo>
                  <a:lnTo>
                    <a:pt x="2395" y="95"/>
                  </a:lnTo>
                  <a:cubicBezTo>
                    <a:pt x="2332" y="32"/>
                    <a:pt x="2245" y="0"/>
                    <a:pt x="215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8300;p67">
              <a:extLst>
                <a:ext uri="{FF2B5EF4-FFF2-40B4-BE49-F238E27FC236}">
                  <a16:creationId xmlns:a16="http://schemas.microsoft.com/office/drawing/2014/main" id="{D9B95D1A-203D-0C4E-86DF-7BB3F1393E7A}"/>
                </a:ext>
              </a:extLst>
            </p:cNvPr>
            <p:cNvSpPr/>
            <p:nvPr/>
          </p:nvSpPr>
          <p:spPr>
            <a:xfrm>
              <a:off x="-50134375" y="3395050"/>
              <a:ext cx="89025" cy="88225"/>
            </a:xfrm>
            <a:custGeom>
              <a:avLst/>
              <a:gdLst/>
              <a:ahLst/>
              <a:cxnLst/>
              <a:rect l="l" t="t" r="r" b="b"/>
              <a:pathLst>
                <a:path w="3561" h="3529" extrusionOk="0">
                  <a:moveTo>
                    <a:pt x="1765" y="1418"/>
                  </a:moveTo>
                  <a:cubicBezTo>
                    <a:pt x="1985" y="1418"/>
                    <a:pt x="2111" y="1575"/>
                    <a:pt x="2111" y="1764"/>
                  </a:cubicBezTo>
                  <a:cubicBezTo>
                    <a:pt x="2111" y="1953"/>
                    <a:pt x="1985" y="2111"/>
                    <a:pt x="1765" y="2111"/>
                  </a:cubicBezTo>
                  <a:cubicBezTo>
                    <a:pt x="1576" y="2111"/>
                    <a:pt x="1418" y="1953"/>
                    <a:pt x="1418" y="1764"/>
                  </a:cubicBezTo>
                  <a:cubicBezTo>
                    <a:pt x="1418" y="1575"/>
                    <a:pt x="1576" y="1418"/>
                    <a:pt x="1765" y="1418"/>
                  </a:cubicBezTo>
                  <a:close/>
                  <a:moveTo>
                    <a:pt x="1765" y="0"/>
                  </a:moveTo>
                  <a:cubicBezTo>
                    <a:pt x="788" y="0"/>
                    <a:pt x="0" y="788"/>
                    <a:pt x="0" y="1764"/>
                  </a:cubicBezTo>
                  <a:cubicBezTo>
                    <a:pt x="0" y="2741"/>
                    <a:pt x="788" y="3529"/>
                    <a:pt x="1765" y="3529"/>
                  </a:cubicBezTo>
                  <a:cubicBezTo>
                    <a:pt x="2773" y="3529"/>
                    <a:pt x="3560" y="2741"/>
                    <a:pt x="3560" y="1764"/>
                  </a:cubicBezTo>
                  <a:cubicBezTo>
                    <a:pt x="3497" y="788"/>
                    <a:pt x="2710" y="0"/>
                    <a:pt x="17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8301;p67">
              <a:extLst>
                <a:ext uri="{FF2B5EF4-FFF2-40B4-BE49-F238E27FC236}">
                  <a16:creationId xmlns:a16="http://schemas.microsoft.com/office/drawing/2014/main" id="{5C32368A-A8D4-7128-6EC2-7817DD104D1D}"/>
                </a:ext>
              </a:extLst>
            </p:cNvPr>
            <p:cNvSpPr/>
            <p:nvPr/>
          </p:nvSpPr>
          <p:spPr>
            <a:xfrm>
              <a:off x="-50045375" y="3428900"/>
              <a:ext cx="52800" cy="53600"/>
            </a:xfrm>
            <a:custGeom>
              <a:avLst/>
              <a:gdLst/>
              <a:ahLst/>
              <a:cxnLst/>
              <a:rect l="l" t="t" r="r" b="b"/>
              <a:pathLst>
                <a:path w="2112" h="2144" extrusionOk="0">
                  <a:moveTo>
                    <a:pt x="2111" y="1"/>
                  </a:moveTo>
                  <a:lnTo>
                    <a:pt x="0" y="2143"/>
                  </a:lnTo>
                  <a:lnTo>
                    <a:pt x="2111" y="2143"/>
                  </a:lnTo>
                  <a:lnTo>
                    <a:pt x="211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8302;p67">
              <a:extLst>
                <a:ext uri="{FF2B5EF4-FFF2-40B4-BE49-F238E27FC236}">
                  <a16:creationId xmlns:a16="http://schemas.microsoft.com/office/drawing/2014/main" id="{396D376E-15CA-376A-53FB-DC60AD92A0B4}"/>
                </a:ext>
              </a:extLst>
            </p:cNvPr>
            <p:cNvSpPr/>
            <p:nvPr/>
          </p:nvSpPr>
          <p:spPr>
            <a:xfrm>
              <a:off x="-49975275" y="3395050"/>
              <a:ext cx="52775" cy="87450"/>
            </a:xfrm>
            <a:custGeom>
              <a:avLst/>
              <a:gdLst/>
              <a:ahLst/>
              <a:cxnLst/>
              <a:rect l="l" t="t" r="r" b="b"/>
              <a:pathLst>
                <a:path w="2111" h="3498" extrusionOk="0">
                  <a:moveTo>
                    <a:pt x="693" y="0"/>
                  </a:moveTo>
                  <a:lnTo>
                    <a:pt x="0" y="662"/>
                  </a:lnTo>
                  <a:lnTo>
                    <a:pt x="0" y="3497"/>
                  </a:lnTo>
                  <a:lnTo>
                    <a:pt x="2111" y="3497"/>
                  </a:lnTo>
                  <a:lnTo>
                    <a:pt x="211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8303;p67">
              <a:extLst>
                <a:ext uri="{FF2B5EF4-FFF2-40B4-BE49-F238E27FC236}">
                  <a16:creationId xmlns:a16="http://schemas.microsoft.com/office/drawing/2014/main" id="{F85C047B-5E60-7F22-9896-8D06C42A78BB}"/>
                </a:ext>
              </a:extLst>
            </p:cNvPr>
            <p:cNvSpPr/>
            <p:nvPr/>
          </p:nvSpPr>
          <p:spPr>
            <a:xfrm>
              <a:off x="-49905175" y="3395050"/>
              <a:ext cx="70900" cy="87450"/>
            </a:xfrm>
            <a:custGeom>
              <a:avLst/>
              <a:gdLst/>
              <a:ahLst/>
              <a:cxnLst/>
              <a:rect l="l" t="t" r="r" b="b"/>
              <a:pathLst>
                <a:path w="2836" h="3498" extrusionOk="0">
                  <a:moveTo>
                    <a:pt x="0" y="0"/>
                  </a:moveTo>
                  <a:lnTo>
                    <a:pt x="0" y="3497"/>
                  </a:lnTo>
                  <a:lnTo>
                    <a:pt x="2489" y="3497"/>
                  </a:lnTo>
                  <a:cubicBezTo>
                    <a:pt x="2678" y="3497"/>
                    <a:pt x="2836" y="3340"/>
                    <a:pt x="2836" y="3151"/>
                  </a:cubicBezTo>
                  <a:lnTo>
                    <a:pt x="2836" y="347"/>
                  </a:lnTo>
                  <a:cubicBezTo>
                    <a:pt x="2836" y="158"/>
                    <a:pt x="2678" y="0"/>
                    <a:pt x="248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8" name="Google Shape;8304;p67">
            <a:extLst>
              <a:ext uri="{FF2B5EF4-FFF2-40B4-BE49-F238E27FC236}">
                <a16:creationId xmlns:a16="http://schemas.microsoft.com/office/drawing/2014/main" id="{CFD2F191-6900-54AA-F971-EB40F1A1C20C}"/>
              </a:ext>
            </a:extLst>
          </p:cNvPr>
          <p:cNvGrpSpPr/>
          <p:nvPr/>
        </p:nvGrpSpPr>
        <p:grpSpPr>
          <a:xfrm>
            <a:off x="3057065" y="8936702"/>
            <a:ext cx="916286" cy="916360"/>
            <a:chOff x="-50134375" y="3550975"/>
            <a:chExt cx="300100" cy="300125"/>
          </a:xfrm>
          <a:solidFill>
            <a:srgbClr val="555559"/>
          </a:solidFill>
        </p:grpSpPr>
        <p:sp>
          <p:nvSpPr>
            <p:cNvPr id="1258" name="Google Shape;8305;p67">
              <a:extLst>
                <a:ext uri="{FF2B5EF4-FFF2-40B4-BE49-F238E27FC236}">
                  <a16:creationId xmlns:a16="http://schemas.microsoft.com/office/drawing/2014/main" id="{8EADEEB0-298A-1CAF-1722-26DFA38ECABC}"/>
                </a:ext>
              </a:extLst>
            </p:cNvPr>
            <p:cNvSpPr/>
            <p:nvPr/>
          </p:nvSpPr>
          <p:spPr>
            <a:xfrm>
              <a:off x="-50134375" y="3550975"/>
              <a:ext cx="300100" cy="300125"/>
            </a:xfrm>
            <a:custGeom>
              <a:avLst/>
              <a:gdLst/>
              <a:ahLst/>
              <a:cxnLst/>
              <a:rect l="l" t="t" r="r" b="b"/>
              <a:pathLst>
                <a:path w="12004" h="12005" extrusionOk="0">
                  <a:moveTo>
                    <a:pt x="9893" y="1419"/>
                  </a:moveTo>
                  <a:lnTo>
                    <a:pt x="9893" y="1797"/>
                  </a:lnTo>
                  <a:cubicBezTo>
                    <a:pt x="9893" y="1986"/>
                    <a:pt x="10050" y="2143"/>
                    <a:pt x="10239" y="2143"/>
                  </a:cubicBezTo>
                  <a:lnTo>
                    <a:pt x="10586" y="2143"/>
                  </a:lnTo>
                  <a:lnTo>
                    <a:pt x="10586" y="9893"/>
                  </a:lnTo>
                  <a:lnTo>
                    <a:pt x="10239" y="9893"/>
                  </a:lnTo>
                  <a:cubicBezTo>
                    <a:pt x="10050" y="9893"/>
                    <a:pt x="9893" y="10051"/>
                    <a:pt x="9893" y="10240"/>
                  </a:cubicBezTo>
                  <a:lnTo>
                    <a:pt x="9893" y="10587"/>
                  </a:lnTo>
                  <a:lnTo>
                    <a:pt x="2143" y="10587"/>
                  </a:lnTo>
                  <a:lnTo>
                    <a:pt x="2143" y="10240"/>
                  </a:lnTo>
                  <a:cubicBezTo>
                    <a:pt x="2143" y="10051"/>
                    <a:pt x="1985" y="9893"/>
                    <a:pt x="1765" y="9893"/>
                  </a:cubicBezTo>
                  <a:lnTo>
                    <a:pt x="1418" y="9893"/>
                  </a:lnTo>
                  <a:lnTo>
                    <a:pt x="1418" y="2143"/>
                  </a:lnTo>
                  <a:lnTo>
                    <a:pt x="1765" y="2143"/>
                  </a:lnTo>
                  <a:cubicBezTo>
                    <a:pt x="1985" y="2143"/>
                    <a:pt x="2143" y="1986"/>
                    <a:pt x="2143" y="1797"/>
                  </a:cubicBezTo>
                  <a:lnTo>
                    <a:pt x="2143" y="1419"/>
                  </a:lnTo>
                  <a:close/>
                  <a:moveTo>
                    <a:pt x="347" y="1"/>
                  </a:moveTo>
                  <a:cubicBezTo>
                    <a:pt x="158" y="1"/>
                    <a:pt x="0" y="159"/>
                    <a:pt x="0" y="348"/>
                  </a:cubicBezTo>
                  <a:lnTo>
                    <a:pt x="0" y="1797"/>
                  </a:lnTo>
                  <a:cubicBezTo>
                    <a:pt x="0" y="1986"/>
                    <a:pt x="158" y="2143"/>
                    <a:pt x="347" y="2143"/>
                  </a:cubicBezTo>
                  <a:lnTo>
                    <a:pt x="693" y="2143"/>
                  </a:lnTo>
                  <a:lnTo>
                    <a:pt x="693" y="9893"/>
                  </a:lnTo>
                  <a:lnTo>
                    <a:pt x="347" y="9893"/>
                  </a:lnTo>
                  <a:cubicBezTo>
                    <a:pt x="158" y="9893"/>
                    <a:pt x="0" y="10051"/>
                    <a:pt x="0" y="10240"/>
                  </a:cubicBezTo>
                  <a:lnTo>
                    <a:pt x="0" y="11658"/>
                  </a:lnTo>
                  <a:cubicBezTo>
                    <a:pt x="0" y="11847"/>
                    <a:pt x="158" y="12004"/>
                    <a:pt x="347" y="12004"/>
                  </a:cubicBezTo>
                  <a:lnTo>
                    <a:pt x="1765" y="12004"/>
                  </a:lnTo>
                  <a:cubicBezTo>
                    <a:pt x="1985" y="12004"/>
                    <a:pt x="2111" y="11847"/>
                    <a:pt x="2111" y="11658"/>
                  </a:cubicBezTo>
                  <a:lnTo>
                    <a:pt x="2111" y="11311"/>
                  </a:lnTo>
                  <a:lnTo>
                    <a:pt x="9893" y="11311"/>
                  </a:lnTo>
                  <a:lnTo>
                    <a:pt x="9893" y="11658"/>
                  </a:lnTo>
                  <a:cubicBezTo>
                    <a:pt x="9893" y="11847"/>
                    <a:pt x="10050" y="12004"/>
                    <a:pt x="10239" y="12004"/>
                  </a:cubicBezTo>
                  <a:lnTo>
                    <a:pt x="11657" y="12004"/>
                  </a:lnTo>
                  <a:cubicBezTo>
                    <a:pt x="11846" y="12004"/>
                    <a:pt x="12004" y="11847"/>
                    <a:pt x="12004" y="11658"/>
                  </a:cubicBezTo>
                  <a:lnTo>
                    <a:pt x="12004" y="10240"/>
                  </a:lnTo>
                  <a:cubicBezTo>
                    <a:pt x="12004" y="10051"/>
                    <a:pt x="11846" y="9893"/>
                    <a:pt x="11657" y="9893"/>
                  </a:cubicBezTo>
                  <a:lnTo>
                    <a:pt x="11311" y="9893"/>
                  </a:lnTo>
                  <a:lnTo>
                    <a:pt x="11311" y="2143"/>
                  </a:lnTo>
                  <a:lnTo>
                    <a:pt x="11657" y="2143"/>
                  </a:lnTo>
                  <a:cubicBezTo>
                    <a:pt x="11846" y="2143"/>
                    <a:pt x="12004" y="1986"/>
                    <a:pt x="12004" y="1797"/>
                  </a:cubicBezTo>
                  <a:lnTo>
                    <a:pt x="12004" y="348"/>
                  </a:lnTo>
                  <a:cubicBezTo>
                    <a:pt x="12004" y="159"/>
                    <a:pt x="11846" y="1"/>
                    <a:pt x="11657" y="1"/>
                  </a:cubicBezTo>
                  <a:lnTo>
                    <a:pt x="10239" y="1"/>
                  </a:lnTo>
                  <a:cubicBezTo>
                    <a:pt x="10050" y="1"/>
                    <a:pt x="9893" y="159"/>
                    <a:pt x="9893" y="348"/>
                  </a:cubicBezTo>
                  <a:lnTo>
                    <a:pt x="9893" y="726"/>
                  </a:lnTo>
                  <a:lnTo>
                    <a:pt x="2111" y="726"/>
                  </a:lnTo>
                  <a:lnTo>
                    <a:pt x="2111" y="348"/>
                  </a:lnTo>
                  <a:cubicBezTo>
                    <a:pt x="2111" y="159"/>
                    <a:pt x="1985" y="1"/>
                    <a:pt x="176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8306;p67">
              <a:extLst>
                <a:ext uri="{FF2B5EF4-FFF2-40B4-BE49-F238E27FC236}">
                  <a16:creationId xmlns:a16="http://schemas.microsoft.com/office/drawing/2014/main" id="{B11767D9-DC2B-AD63-835A-55A3CC2C7989}"/>
                </a:ext>
              </a:extLst>
            </p:cNvPr>
            <p:cNvSpPr/>
            <p:nvPr/>
          </p:nvSpPr>
          <p:spPr>
            <a:xfrm>
              <a:off x="-50054825" y="3603750"/>
              <a:ext cx="141800" cy="194575"/>
            </a:xfrm>
            <a:custGeom>
              <a:avLst/>
              <a:gdLst/>
              <a:ahLst/>
              <a:cxnLst/>
              <a:rect l="l" t="t" r="r" b="b"/>
              <a:pathLst>
                <a:path w="5672" h="7783" extrusionOk="0">
                  <a:moveTo>
                    <a:pt x="347" y="1"/>
                  </a:moveTo>
                  <a:cubicBezTo>
                    <a:pt x="158" y="1"/>
                    <a:pt x="0" y="158"/>
                    <a:pt x="0" y="347"/>
                  </a:cubicBezTo>
                  <a:lnTo>
                    <a:pt x="0" y="1765"/>
                  </a:lnTo>
                  <a:cubicBezTo>
                    <a:pt x="0" y="1873"/>
                    <a:pt x="74" y="1922"/>
                    <a:pt x="151" y="1922"/>
                  </a:cubicBezTo>
                  <a:cubicBezTo>
                    <a:pt x="186" y="1922"/>
                    <a:pt x="222" y="1911"/>
                    <a:pt x="252" y="1891"/>
                  </a:cubicBezTo>
                  <a:lnTo>
                    <a:pt x="725" y="1419"/>
                  </a:lnTo>
                  <a:lnTo>
                    <a:pt x="2143" y="1419"/>
                  </a:lnTo>
                  <a:lnTo>
                    <a:pt x="2143" y="7089"/>
                  </a:lnTo>
                  <a:lnTo>
                    <a:pt x="1670" y="7562"/>
                  </a:lnTo>
                  <a:cubicBezTo>
                    <a:pt x="1576" y="7625"/>
                    <a:pt x="1670" y="7782"/>
                    <a:pt x="1765" y="7782"/>
                  </a:cubicBezTo>
                  <a:lnTo>
                    <a:pt x="3907" y="7782"/>
                  </a:lnTo>
                  <a:cubicBezTo>
                    <a:pt x="4064" y="7782"/>
                    <a:pt x="4096" y="7625"/>
                    <a:pt x="4033" y="7562"/>
                  </a:cubicBezTo>
                  <a:lnTo>
                    <a:pt x="3560" y="7089"/>
                  </a:lnTo>
                  <a:lnTo>
                    <a:pt x="3560" y="1419"/>
                  </a:lnTo>
                  <a:lnTo>
                    <a:pt x="4978" y="1419"/>
                  </a:lnTo>
                  <a:lnTo>
                    <a:pt x="5451" y="1891"/>
                  </a:lnTo>
                  <a:cubicBezTo>
                    <a:pt x="5467" y="1908"/>
                    <a:pt x="5491" y="1916"/>
                    <a:pt x="5517" y="1916"/>
                  </a:cubicBezTo>
                  <a:cubicBezTo>
                    <a:pt x="5587" y="1916"/>
                    <a:pt x="5671" y="1857"/>
                    <a:pt x="5671" y="1765"/>
                  </a:cubicBezTo>
                  <a:lnTo>
                    <a:pt x="5671" y="347"/>
                  </a:lnTo>
                  <a:cubicBezTo>
                    <a:pt x="5671" y="158"/>
                    <a:pt x="5514" y="1"/>
                    <a:pt x="532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9" name="Google Shape;8307;p67">
            <a:extLst>
              <a:ext uri="{FF2B5EF4-FFF2-40B4-BE49-F238E27FC236}">
                <a16:creationId xmlns:a16="http://schemas.microsoft.com/office/drawing/2014/main" id="{FCAE591E-E825-A184-C1F9-E8FF5DCBCEF3}"/>
              </a:ext>
            </a:extLst>
          </p:cNvPr>
          <p:cNvGrpSpPr/>
          <p:nvPr/>
        </p:nvGrpSpPr>
        <p:grpSpPr>
          <a:xfrm>
            <a:off x="3057065" y="10065189"/>
            <a:ext cx="916286" cy="915750"/>
            <a:chOff x="-50134375" y="3920575"/>
            <a:chExt cx="300100" cy="299925"/>
          </a:xfrm>
          <a:solidFill>
            <a:srgbClr val="555559"/>
          </a:solidFill>
        </p:grpSpPr>
        <p:sp>
          <p:nvSpPr>
            <p:cNvPr id="1255" name="Google Shape;8308;p67">
              <a:extLst>
                <a:ext uri="{FF2B5EF4-FFF2-40B4-BE49-F238E27FC236}">
                  <a16:creationId xmlns:a16="http://schemas.microsoft.com/office/drawing/2014/main" id="{46BF3D76-F288-572A-7A9F-DAC1D059FBF7}"/>
                </a:ext>
              </a:extLst>
            </p:cNvPr>
            <p:cNvSpPr/>
            <p:nvPr/>
          </p:nvSpPr>
          <p:spPr>
            <a:xfrm>
              <a:off x="-49985525" y="3920575"/>
              <a:ext cx="151250" cy="151850"/>
            </a:xfrm>
            <a:custGeom>
              <a:avLst/>
              <a:gdLst/>
              <a:ahLst/>
              <a:cxnLst/>
              <a:rect l="l" t="t" r="r" b="b"/>
              <a:pathLst>
                <a:path w="6050" h="6074" extrusionOk="0">
                  <a:moveTo>
                    <a:pt x="1986" y="1"/>
                  </a:moveTo>
                  <a:cubicBezTo>
                    <a:pt x="1537" y="1"/>
                    <a:pt x="1088" y="166"/>
                    <a:pt x="757" y="497"/>
                  </a:cubicBezTo>
                  <a:lnTo>
                    <a:pt x="1" y="1284"/>
                  </a:lnTo>
                  <a:lnTo>
                    <a:pt x="4758" y="6073"/>
                  </a:lnTo>
                  <a:lnTo>
                    <a:pt x="5546" y="5317"/>
                  </a:lnTo>
                  <a:cubicBezTo>
                    <a:pt x="5861" y="5002"/>
                    <a:pt x="6050" y="4529"/>
                    <a:pt x="6050" y="4057"/>
                  </a:cubicBezTo>
                  <a:cubicBezTo>
                    <a:pt x="6050" y="3616"/>
                    <a:pt x="5861" y="3143"/>
                    <a:pt x="5546" y="2828"/>
                  </a:cubicBezTo>
                  <a:lnTo>
                    <a:pt x="3214" y="497"/>
                  </a:lnTo>
                  <a:cubicBezTo>
                    <a:pt x="2883" y="166"/>
                    <a:pt x="2434" y="1"/>
                    <a:pt x="198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8309;p67">
              <a:extLst>
                <a:ext uri="{FF2B5EF4-FFF2-40B4-BE49-F238E27FC236}">
                  <a16:creationId xmlns:a16="http://schemas.microsoft.com/office/drawing/2014/main" id="{9D12459A-6333-944C-0034-1835D6E686BA}"/>
                </a:ext>
              </a:extLst>
            </p:cNvPr>
            <p:cNvSpPr/>
            <p:nvPr/>
          </p:nvSpPr>
          <p:spPr>
            <a:xfrm>
              <a:off x="-50134375" y="4069250"/>
              <a:ext cx="151250" cy="151250"/>
            </a:xfrm>
            <a:custGeom>
              <a:avLst/>
              <a:gdLst/>
              <a:ahLst/>
              <a:cxnLst/>
              <a:rect l="l" t="t" r="r" b="b"/>
              <a:pathLst>
                <a:path w="6050" h="6050" extrusionOk="0">
                  <a:moveTo>
                    <a:pt x="1292" y="0"/>
                  </a:moveTo>
                  <a:lnTo>
                    <a:pt x="504" y="756"/>
                  </a:lnTo>
                  <a:cubicBezTo>
                    <a:pt x="189" y="1071"/>
                    <a:pt x="0" y="1544"/>
                    <a:pt x="0" y="2016"/>
                  </a:cubicBezTo>
                  <a:cubicBezTo>
                    <a:pt x="0" y="2489"/>
                    <a:pt x="189" y="2899"/>
                    <a:pt x="504" y="3277"/>
                  </a:cubicBezTo>
                  <a:lnTo>
                    <a:pt x="2804" y="5545"/>
                  </a:lnTo>
                  <a:cubicBezTo>
                    <a:pt x="3119" y="5860"/>
                    <a:pt x="3592" y="6049"/>
                    <a:pt x="4064" y="6049"/>
                  </a:cubicBezTo>
                  <a:cubicBezTo>
                    <a:pt x="4537" y="6049"/>
                    <a:pt x="4947" y="5860"/>
                    <a:pt x="5325" y="5545"/>
                  </a:cubicBezTo>
                  <a:lnTo>
                    <a:pt x="6049" y="4757"/>
                  </a:lnTo>
                  <a:lnTo>
                    <a:pt x="129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8310;p67">
              <a:extLst>
                <a:ext uri="{FF2B5EF4-FFF2-40B4-BE49-F238E27FC236}">
                  <a16:creationId xmlns:a16="http://schemas.microsoft.com/office/drawing/2014/main" id="{7885E525-8268-0E95-354D-BFF5745E51C0}"/>
                </a:ext>
              </a:extLst>
            </p:cNvPr>
            <p:cNvSpPr/>
            <p:nvPr/>
          </p:nvSpPr>
          <p:spPr>
            <a:xfrm>
              <a:off x="-50090275" y="3964500"/>
              <a:ext cx="211100" cy="211100"/>
            </a:xfrm>
            <a:custGeom>
              <a:avLst/>
              <a:gdLst/>
              <a:ahLst/>
              <a:cxnLst/>
              <a:rect l="l" t="t" r="r" b="b"/>
              <a:pathLst>
                <a:path w="8444" h="8444" extrusionOk="0">
                  <a:moveTo>
                    <a:pt x="2446" y="4316"/>
                  </a:moveTo>
                  <a:cubicBezTo>
                    <a:pt x="2537" y="4316"/>
                    <a:pt x="2631" y="4348"/>
                    <a:pt x="2710" y="4411"/>
                  </a:cubicBezTo>
                  <a:lnTo>
                    <a:pt x="4033" y="5734"/>
                  </a:lnTo>
                  <a:cubicBezTo>
                    <a:pt x="4191" y="5828"/>
                    <a:pt x="4191" y="6080"/>
                    <a:pt x="4033" y="6238"/>
                  </a:cubicBezTo>
                  <a:cubicBezTo>
                    <a:pt x="3970" y="6301"/>
                    <a:pt x="3884" y="6332"/>
                    <a:pt x="3789" y="6332"/>
                  </a:cubicBezTo>
                  <a:cubicBezTo>
                    <a:pt x="3694" y="6332"/>
                    <a:pt x="3592" y="6301"/>
                    <a:pt x="3498" y="6238"/>
                  </a:cubicBezTo>
                  <a:lnTo>
                    <a:pt x="2206" y="4946"/>
                  </a:lnTo>
                  <a:cubicBezTo>
                    <a:pt x="2080" y="4820"/>
                    <a:pt x="2080" y="4568"/>
                    <a:pt x="2206" y="4411"/>
                  </a:cubicBezTo>
                  <a:cubicBezTo>
                    <a:pt x="2269" y="4348"/>
                    <a:pt x="2356" y="4316"/>
                    <a:pt x="2446" y="4316"/>
                  </a:cubicBezTo>
                  <a:close/>
                  <a:moveTo>
                    <a:pt x="3687" y="0"/>
                  </a:moveTo>
                  <a:lnTo>
                    <a:pt x="1" y="3686"/>
                  </a:lnTo>
                  <a:lnTo>
                    <a:pt x="4789" y="8443"/>
                  </a:lnTo>
                  <a:lnTo>
                    <a:pt x="8444" y="4789"/>
                  </a:lnTo>
                  <a:lnTo>
                    <a:pt x="3687"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0" name="Google Shape;8311;p67">
            <a:extLst>
              <a:ext uri="{FF2B5EF4-FFF2-40B4-BE49-F238E27FC236}">
                <a16:creationId xmlns:a16="http://schemas.microsoft.com/office/drawing/2014/main" id="{CC441F4D-82B9-4D2C-FF84-7521E525F89B}"/>
              </a:ext>
            </a:extLst>
          </p:cNvPr>
          <p:cNvGrpSpPr/>
          <p:nvPr/>
        </p:nvGrpSpPr>
        <p:grpSpPr>
          <a:xfrm>
            <a:off x="8758978" y="7866610"/>
            <a:ext cx="921093" cy="916286"/>
            <a:chOff x="-48262200" y="3200500"/>
            <a:chExt cx="301675" cy="300100"/>
          </a:xfrm>
          <a:solidFill>
            <a:srgbClr val="555559"/>
          </a:solidFill>
        </p:grpSpPr>
        <p:sp>
          <p:nvSpPr>
            <p:cNvPr id="1246" name="Google Shape;8312;p67">
              <a:extLst>
                <a:ext uri="{FF2B5EF4-FFF2-40B4-BE49-F238E27FC236}">
                  <a16:creationId xmlns:a16="http://schemas.microsoft.com/office/drawing/2014/main" id="{7A8CE312-EE29-2B88-56B9-BB0848D899FC}"/>
                </a:ext>
              </a:extLst>
            </p:cNvPr>
            <p:cNvSpPr/>
            <p:nvPr/>
          </p:nvSpPr>
          <p:spPr>
            <a:xfrm>
              <a:off x="-48191325" y="3288700"/>
              <a:ext cx="51225" cy="51225"/>
            </a:xfrm>
            <a:custGeom>
              <a:avLst/>
              <a:gdLst/>
              <a:ahLst/>
              <a:cxnLst/>
              <a:rect l="l" t="t" r="r" b="b"/>
              <a:pathLst>
                <a:path w="2049" h="2049" extrusionOk="0">
                  <a:moveTo>
                    <a:pt x="1072" y="1"/>
                  </a:moveTo>
                  <a:cubicBezTo>
                    <a:pt x="474" y="1"/>
                    <a:pt x="1" y="473"/>
                    <a:pt x="1" y="1041"/>
                  </a:cubicBezTo>
                  <a:cubicBezTo>
                    <a:pt x="1" y="1513"/>
                    <a:pt x="285" y="1891"/>
                    <a:pt x="726" y="2049"/>
                  </a:cubicBezTo>
                  <a:lnTo>
                    <a:pt x="726" y="1041"/>
                  </a:lnTo>
                  <a:cubicBezTo>
                    <a:pt x="726" y="852"/>
                    <a:pt x="883" y="694"/>
                    <a:pt x="1072" y="694"/>
                  </a:cubicBezTo>
                  <a:lnTo>
                    <a:pt x="2049" y="694"/>
                  </a:lnTo>
                  <a:cubicBezTo>
                    <a:pt x="1891" y="253"/>
                    <a:pt x="1513" y="1"/>
                    <a:pt x="107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8313;p67">
              <a:extLst>
                <a:ext uri="{FF2B5EF4-FFF2-40B4-BE49-F238E27FC236}">
                  <a16:creationId xmlns:a16="http://schemas.microsoft.com/office/drawing/2014/main" id="{E6144CCA-8D3F-D110-745A-5F3D8F995E19}"/>
                </a:ext>
              </a:extLst>
            </p:cNvPr>
            <p:cNvSpPr/>
            <p:nvPr/>
          </p:nvSpPr>
          <p:spPr>
            <a:xfrm>
              <a:off x="-48155875" y="3324150"/>
              <a:ext cx="15775" cy="15775"/>
            </a:xfrm>
            <a:custGeom>
              <a:avLst/>
              <a:gdLst/>
              <a:ahLst/>
              <a:cxnLst/>
              <a:rect l="l" t="t" r="r" b="b"/>
              <a:pathLst>
                <a:path w="631" h="631" extrusionOk="0">
                  <a:moveTo>
                    <a:pt x="1" y="1"/>
                  </a:moveTo>
                  <a:lnTo>
                    <a:pt x="1" y="631"/>
                  </a:lnTo>
                  <a:cubicBezTo>
                    <a:pt x="284" y="505"/>
                    <a:pt x="536" y="253"/>
                    <a:pt x="63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8314;p67">
              <a:extLst>
                <a:ext uri="{FF2B5EF4-FFF2-40B4-BE49-F238E27FC236}">
                  <a16:creationId xmlns:a16="http://schemas.microsoft.com/office/drawing/2014/main" id="{1AACE722-6A61-3109-EFB9-FE9A0889A33A}"/>
                </a:ext>
              </a:extLst>
            </p:cNvPr>
            <p:cNvSpPr/>
            <p:nvPr/>
          </p:nvSpPr>
          <p:spPr>
            <a:xfrm>
              <a:off x="-48085775" y="3206000"/>
              <a:ext cx="47275" cy="47300"/>
            </a:xfrm>
            <a:custGeom>
              <a:avLst/>
              <a:gdLst/>
              <a:ahLst/>
              <a:cxnLst/>
              <a:rect l="l" t="t" r="r" b="b"/>
              <a:pathLst>
                <a:path w="1891" h="1892" extrusionOk="0">
                  <a:moveTo>
                    <a:pt x="1" y="1"/>
                  </a:moveTo>
                  <a:lnTo>
                    <a:pt x="1" y="1891"/>
                  </a:lnTo>
                  <a:lnTo>
                    <a:pt x="1891" y="1891"/>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8315;p67">
              <a:extLst>
                <a:ext uri="{FF2B5EF4-FFF2-40B4-BE49-F238E27FC236}">
                  <a16:creationId xmlns:a16="http://schemas.microsoft.com/office/drawing/2014/main" id="{176D08AF-697A-1DF6-4595-3F940E01786B}"/>
                </a:ext>
              </a:extLst>
            </p:cNvPr>
            <p:cNvSpPr/>
            <p:nvPr/>
          </p:nvSpPr>
          <p:spPr>
            <a:xfrm>
              <a:off x="-48262200" y="3200500"/>
              <a:ext cx="228425" cy="300100"/>
            </a:xfrm>
            <a:custGeom>
              <a:avLst/>
              <a:gdLst/>
              <a:ahLst/>
              <a:cxnLst/>
              <a:rect l="l" t="t" r="r" b="b"/>
              <a:pathLst>
                <a:path w="9137" h="12004" extrusionOk="0">
                  <a:moveTo>
                    <a:pt x="3907" y="2773"/>
                  </a:moveTo>
                  <a:cubicBezTo>
                    <a:pt x="4789" y="2773"/>
                    <a:pt x="5482" y="3371"/>
                    <a:pt x="5640" y="4190"/>
                  </a:cubicBezTo>
                  <a:lnTo>
                    <a:pt x="6743" y="4190"/>
                  </a:lnTo>
                  <a:cubicBezTo>
                    <a:pt x="6900" y="4222"/>
                    <a:pt x="7058" y="4380"/>
                    <a:pt x="7058" y="4569"/>
                  </a:cubicBezTo>
                  <a:lnTo>
                    <a:pt x="7058" y="7372"/>
                  </a:lnTo>
                  <a:cubicBezTo>
                    <a:pt x="7058" y="7562"/>
                    <a:pt x="6900" y="7719"/>
                    <a:pt x="6711" y="7719"/>
                  </a:cubicBezTo>
                  <a:lnTo>
                    <a:pt x="3907" y="7719"/>
                  </a:lnTo>
                  <a:cubicBezTo>
                    <a:pt x="3718" y="7719"/>
                    <a:pt x="3561" y="7562"/>
                    <a:pt x="3561" y="7372"/>
                  </a:cubicBezTo>
                  <a:lnTo>
                    <a:pt x="3561" y="6270"/>
                  </a:lnTo>
                  <a:cubicBezTo>
                    <a:pt x="2773" y="6112"/>
                    <a:pt x="2143" y="5419"/>
                    <a:pt x="2143" y="4537"/>
                  </a:cubicBezTo>
                  <a:cubicBezTo>
                    <a:pt x="2143" y="3560"/>
                    <a:pt x="2931" y="2773"/>
                    <a:pt x="3907" y="2773"/>
                  </a:cubicBezTo>
                  <a:close/>
                  <a:moveTo>
                    <a:pt x="5293" y="8475"/>
                  </a:moveTo>
                  <a:cubicBezTo>
                    <a:pt x="5482" y="8475"/>
                    <a:pt x="5640" y="8633"/>
                    <a:pt x="5640" y="8822"/>
                  </a:cubicBezTo>
                  <a:cubicBezTo>
                    <a:pt x="5640" y="9042"/>
                    <a:pt x="5482" y="9200"/>
                    <a:pt x="5293" y="9200"/>
                  </a:cubicBezTo>
                  <a:lnTo>
                    <a:pt x="2489" y="9200"/>
                  </a:lnTo>
                  <a:cubicBezTo>
                    <a:pt x="2300" y="9200"/>
                    <a:pt x="2143" y="9042"/>
                    <a:pt x="2143" y="8822"/>
                  </a:cubicBezTo>
                  <a:cubicBezTo>
                    <a:pt x="2143" y="8633"/>
                    <a:pt x="2300" y="8475"/>
                    <a:pt x="2489" y="8475"/>
                  </a:cubicBezTo>
                  <a:close/>
                  <a:moveTo>
                    <a:pt x="6711" y="8475"/>
                  </a:moveTo>
                  <a:cubicBezTo>
                    <a:pt x="6900" y="8475"/>
                    <a:pt x="7058" y="8633"/>
                    <a:pt x="7058" y="8822"/>
                  </a:cubicBezTo>
                  <a:cubicBezTo>
                    <a:pt x="7058" y="9042"/>
                    <a:pt x="6900" y="9200"/>
                    <a:pt x="6711" y="9200"/>
                  </a:cubicBezTo>
                  <a:cubicBezTo>
                    <a:pt x="6522" y="9200"/>
                    <a:pt x="6365" y="9042"/>
                    <a:pt x="6365" y="8822"/>
                  </a:cubicBezTo>
                  <a:cubicBezTo>
                    <a:pt x="6365" y="8633"/>
                    <a:pt x="6522" y="8475"/>
                    <a:pt x="6711" y="8475"/>
                  </a:cubicBezTo>
                  <a:close/>
                  <a:moveTo>
                    <a:pt x="6711" y="9893"/>
                  </a:moveTo>
                  <a:cubicBezTo>
                    <a:pt x="6900" y="9893"/>
                    <a:pt x="7058" y="10050"/>
                    <a:pt x="7058" y="10239"/>
                  </a:cubicBezTo>
                  <a:cubicBezTo>
                    <a:pt x="7058" y="10428"/>
                    <a:pt x="6900" y="10617"/>
                    <a:pt x="6711" y="10617"/>
                  </a:cubicBezTo>
                  <a:lnTo>
                    <a:pt x="2489" y="10617"/>
                  </a:lnTo>
                  <a:cubicBezTo>
                    <a:pt x="2300" y="10617"/>
                    <a:pt x="2143" y="10460"/>
                    <a:pt x="2143" y="10239"/>
                  </a:cubicBezTo>
                  <a:cubicBezTo>
                    <a:pt x="2143" y="10050"/>
                    <a:pt x="2300" y="9893"/>
                    <a:pt x="2489" y="9893"/>
                  </a:cubicBezTo>
                  <a:close/>
                  <a:moveTo>
                    <a:pt x="379" y="0"/>
                  </a:moveTo>
                  <a:cubicBezTo>
                    <a:pt x="158" y="0"/>
                    <a:pt x="1" y="158"/>
                    <a:pt x="1" y="378"/>
                  </a:cubicBezTo>
                  <a:lnTo>
                    <a:pt x="1" y="11657"/>
                  </a:lnTo>
                  <a:cubicBezTo>
                    <a:pt x="1" y="11878"/>
                    <a:pt x="158" y="12004"/>
                    <a:pt x="379" y="12004"/>
                  </a:cubicBezTo>
                  <a:lnTo>
                    <a:pt x="8790" y="12004"/>
                  </a:lnTo>
                  <a:cubicBezTo>
                    <a:pt x="8979" y="12004"/>
                    <a:pt x="9137" y="11878"/>
                    <a:pt x="9137" y="11657"/>
                  </a:cubicBezTo>
                  <a:lnTo>
                    <a:pt x="9137" y="2804"/>
                  </a:lnTo>
                  <a:lnTo>
                    <a:pt x="6711" y="2804"/>
                  </a:lnTo>
                  <a:cubicBezTo>
                    <a:pt x="6522" y="2804"/>
                    <a:pt x="6365" y="2647"/>
                    <a:pt x="6365" y="2458"/>
                  </a:cubicBezTo>
                  <a:lnTo>
                    <a:pt x="6365"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8316;p67">
              <a:extLst>
                <a:ext uri="{FF2B5EF4-FFF2-40B4-BE49-F238E27FC236}">
                  <a16:creationId xmlns:a16="http://schemas.microsoft.com/office/drawing/2014/main" id="{130AEFB1-5F00-7CC8-1146-F8C870FFD654}"/>
                </a:ext>
              </a:extLst>
            </p:cNvPr>
            <p:cNvSpPr/>
            <p:nvPr/>
          </p:nvSpPr>
          <p:spPr>
            <a:xfrm>
              <a:off x="-48155075" y="3322575"/>
              <a:ext cx="52775" cy="53575"/>
            </a:xfrm>
            <a:custGeom>
              <a:avLst/>
              <a:gdLst/>
              <a:ahLst/>
              <a:cxnLst/>
              <a:rect l="l" t="t" r="r" b="b"/>
              <a:pathLst>
                <a:path w="2111" h="2143" extrusionOk="0">
                  <a:moveTo>
                    <a:pt x="1355" y="1"/>
                  </a:moveTo>
                  <a:cubicBezTo>
                    <a:pt x="1197" y="725"/>
                    <a:pt x="662" y="1261"/>
                    <a:pt x="0" y="1387"/>
                  </a:cubicBezTo>
                  <a:lnTo>
                    <a:pt x="0" y="2143"/>
                  </a:lnTo>
                  <a:lnTo>
                    <a:pt x="2111" y="2143"/>
                  </a:lnTo>
                  <a:lnTo>
                    <a:pt x="211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8317;p67">
              <a:extLst>
                <a:ext uri="{FF2B5EF4-FFF2-40B4-BE49-F238E27FC236}">
                  <a16:creationId xmlns:a16="http://schemas.microsoft.com/office/drawing/2014/main" id="{E446F369-5665-4AAE-8676-8F1AA57B239A}"/>
                </a:ext>
              </a:extLst>
            </p:cNvPr>
            <p:cNvSpPr/>
            <p:nvPr/>
          </p:nvSpPr>
          <p:spPr>
            <a:xfrm>
              <a:off x="-48014100" y="3417100"/>
              <a:ext cx="53575" cy="18125"/>
            </a:xfrm>
            <a:custGeom>
              <a:avLst/>
              <a:gdLst/>
              <a:ahLst/>
              <a:cxnLst/>
              <a:rect l="l" t="t" r="r" b="b"/>
              <a:pathLst>
                <a:path w="2143" h="725" extrusionOk="0">
                  <a:moveTo>
                    <a:pt x="1" y="0"/>
                  </a:moveTo>
                  <a:lnTo>
                    <a:pt x="1" y="725"/>
                  </a:lnTo>
                  <a:lnTo>
                    <a:pt x="2143" y="725"/>
                  </a:lnTo>
                  <a:lnTo>
                    <a:pt x="2143"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8318;p67">
              <a:extLst>
                <a:ext uri="{FF2B5EF4-FFF2-40B4-BE49-F238E27FC236}">
                  <a16:creationId xmlns:a16="http://schemas.microsoft.com/office/drawing/2014/main" id="{FEFA681A-37AD-BDAC-CCD6-7810B7438F8E}"/>
                </a:ext>
              </a:extLst>
            </p:cNvPr>
            <p:cNvSpPr/>
            <p:nvPr/>
          </p:nvSpPr>
          <p:spPr>
            <a:xfrm>
              <a:off x="-48014100" y="3289500"/>
              <a:ext cx="53575" cy="110300"/>
            </a:xfrm>
            <a:custGeom>
              <a:avLst/>
              <a:gdLst/>
              <a:ahLst/>
              <a:cxnLst/>
              <a:rect l="l" t="t" r="r" b="b"/>
              <a:pathLst>
                <a:path w="2143" h="4412" extrusionOk="0">
                  <a:moveTo>
                    <a:pt x="1" y="0"/>
                  </a:moveTo>
                  <a:lnTo>
                    <a:pt x="1" y="4411"/>
                  </a:lnTo>
                  <a:lnTo>
                    <a:pt x="2143" y="4411"/>
                  </a:lnTo>
                  <a:lnTo>
                    <a:pt x="2143"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8319;p67">
              <a:extLst>
                <a:ext uri="{FF2B5EF4-FFF2-40B4-BE49-F238E27FC236}">
                  <a16:creationId xmlns:a16="http://schemas.microsoft.com/office/drawing/2014/main" id="{FBABFE93-20CB-EFB4-39D5-F2E4560026CC}"/>
                </a:ext>
              </a:extLst>
            </p:cNvPr>
            <p:cNvSpPr/>
            <p:nvPr/>
          </p:nvSpPr>
          <p:spPr>
            <a:xfrm>
              <a:off x="-48014100" y="3451750"/>
              <a:ext cx="53575" cy="48075"/>
            </a:xfrm>
            <a:custGeom>
              <a:avLst/>
              <a:gdLst/>
              <a:ahLst/>
              <a:cxnLst/>
              <a:rect l="l" t="t" r="r" b="b"/>
              <a:pathLst>
                <a:path w="2143" h="1923" extrusionOk="0">
                  <a:moveTo>
                    <a:pt x="1" y="0"/>
                  </a:moveTo>
                  <a:lnTo>
                    <a:pt x="1" y="883"/>
                  </a:lnTo>
                  <a:cubicBezTo>
                    <a:pt x="1" y="1450"/>
                    <a:pt x="473" y="1922"/>
                    <a:pt x="1072" y="1922"/>
                  </a:cubicBezTo>
                  <a:cubicBezTo>
                    <a:pt x="1670" y="1922"/>
                    <a:pt x="2143" y="1450"/>
                    <a:pt x="2143" y="883"/>
                  </a:cubicBezTo>
                  <a:lnTo>
                    <a:pt x="2143"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8320;p67">
              <a:extLst>
                <a:ext uri="{FF2B5EF4-FFF2-40B4-BE49-F238E27FC236}">
                  <a16:creationId xmlns:a16="http://schemas.microsoft.com/office/drawing/2014/main" id="{043E8B74-91D4-7FDE-CC01-97D745B75EFE}"/>
                </a:ext>
              </a:extLst>
            </p:cNvPr>
            <p:cNvSpPr/>
            <p:nvPr/>
          </p:nvSpPr>
          <p:spPr>
            <a:xfrm>
              <a:off x="-48011725" y="3220375"/>
              <a:ext cx="48050" cy="51025"/>
            </a:xfrm>
            <a:custGeom>
              <a:avLst/>
              <a:gdLst/>
              <a:ahLst/>
              <a:cxnLst/>
              <a:rect l="l" t="t" r="r" b="b"/>
              <a:pathLst>
                <a:path w="1922" h="2041" extrusionOk="0">
                  <a:moveTo>
                    <a:pt x="985" y="1"/>
                  </a:moveTo>
                  <a:cubicBezTo>
                    <a:pt x="843" y="1"/>
                    <a:pt x="693" y="72"/>
                    <a:pt x="630" y="213"/>
                  </a:cubicBezTo>
                  <a:lnTo>
                    <a:pt x="0" y="2041"/>
                  </a:lnTo>
                  <a:lnTo>
                    <a:pt x="1922" y="2041"/>
                  </a:lnTo>
                  <a:lnTo>
                    <a:pt x="1292" y="213"/>
                  </a:lnTo>
                  <a:cubicBezTo>
                    <a:pt x="1260" y="72"/>
                    <a:pt x="1126" y="1"/>
                    <a:pt x="98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1" name="Google Shape;8321;p67">
            <a:extLst>
              <a:ext uri="{FF2B5EF4-FFF2-40B4-BE49-F238E27FC236}">
                <a16:creationId xmlns:a16="http://schemas.microsoft.com/office/drawing/2014/main" id="{8EDB5C66-734C-F433-9402-8A4E53F44868}"/>
              </a:ext>
            </a:extLst>
          </p:cNvPr>
          <p:cNvGrpSpPr/>
          <p:nvPr/>
        </p:nvGrpSpPr>
        <p:grpSpPr>
          <a:xfrm>
            <a:off x="8834736" y="8993951"/>
            <a:ext cx="769576" cy="914378"/>
            <a:chOff x="-48233050" y="3569725"/>
            <a:chExt cx="252050" cy="299475"/>
          </a:xfrm>
          <a:solidFill>
            <a:srgbClr val="555559"/>
          </a:solidFill>
        </p:grpSpPr>
        <p:sp>
          <p:nvSpPr>
            <p:cNvPr id="1243" name="Google Shape;8322;p67">
              <a:extLst>
                <a:ext uri="{FF2B5EF4-FFF2-40B4-BE49-F238E27FC236}">
                  <a16:creationId xmlns:a16="http://schemas.microsoft.com/office/drawing/2014/main" id="{8F01A639-A306-2592-4F6A-F58F124FB71D}"/>
                </a:ext>
              </a:extLst>
            </p:cNvPr>
            <p:cNvSpPr/>
            <p:nvPr/>
          </p:nvSpPr>
          <p:spPr>
            <a:xfrm>
              <a:off x="-48233050" y="3569725"/>
              <a:ext cx="252050" cy="299475"/>
            </a:xfrm>
            <a:custGeom>
              <a:avLst/>
              <a:gdLst/>
              <a:ahLst/>
              <a:cxnLst/>
              <a:rect l="l" t="t" r="r" b="b"/>
              <a:pathLst>
                <a:path w="10082" h="11979" extrusionOk="0">
                  <a:moveTo>
                    <a:pt x="5230" y="1393"/>
                  </a:moveTo>
                  <a:cubicBezTo>
                    <a:pt x="5419" y="1393"/>
                    <a:pt x="5577" y="1551"/>
                    <a:pt x="5577" y="1740"/>
                  </a:cubicBezTo>
                  <a:lnTo>
                    <a:pt x="5577" y="1960"/>
                  </a:lnTo>
                  <a:cubicBezTo>
                    <a:pt x="5703" y="2023"/>
                    <a:pt x="5829" y="2086"/>
                    <a:pt x="5923" y="2181"/>
                  </a:cubicBezTo>
                  <a:lnTo>
                    <a:pt x="6144" y="2055"/>
                  </a:lnTo>
                  <a:cubicBezTo>
                    <a:pt x="6194" y="2025"/>
                    <a:pt x="6251" y="2011"/>
                    <a:pt x="6308" y="2011"/>
                  </a:cubicBezTo>
                  <a:cubicBezTo>
                    <a:pt x="6430" y="2011"/>
                    <a:pt x="6552" y="2074"/>
                    <a:pt x="6616" y="2181"/>
                  </a:cubicBezTo>
                  <a:lnTo>
                    <a:pt x="7309" y="3410"/>
                  </a:lnTo>
                  <a:cubicBezTo>
                    <a:pt x="7467" y="3725"/>
                    <a:pt x="7246" y="3819"/>
                    <a:pt x="6963" y="3977"/>
                  </a:cubicBezTo>
                  <a:lnTo>
                    <a:pt x="6963" y="4386"/>
                  </a:lnTo>
                  <a:cubicBezTo>
                    <a:pt x="7246" y="4544"/>
                    <a:pt x="7467" y="4670"/>
                    <a:pt x="7309" y="4985"/>
                  </a:cubicBezTo>
                  <a:lnTo>
                    <a:pt x="6616" y="6182"/>
                  </a:lnTo>
                  <a:cubicBezTo>
                    <a:pt x="6531" y="6289"/>
                    <a:pt x="6417" y="6366"/>
                    <a:pt x="6303" y="6366"/>
                  </a:cubicBezTo>
                  <a:cubicBezTo>
                    <a:pt x="6249" y="6366"/>
                    <a:pt x="6195" y="6349"/>
                    <a:pt x="6144" y="6308"/>
                  </a:cubicBezTo>
                  <a:lnTo>
                    <a:pt x="5923" y="6182"/>
                  </a:lnTo>
                  <a:cubicBezTo>
                    <a:pt x="5829" y="6277"/>
                    <a:pt x="5703" y="6340"/>
                    <a:pt x="5577" y="6403"/>
                  </a:cubicBezTo>
                  <a:lnTo>
                    <a:pt x="5577" y="6623"/>
                  </a:lnTo>
                  <a:cubicBezTo>
                    <a:pt x="5577" y="6812"/>
                    <a:pt x="5419" y="6970"/>
                    <a:pt x="5230" y="6970"/>
                  </a:cubicBezTo>
                  <a:lnTo>
                    <a:pt x="3812" y="6970"/>
                  </a:lnTo>
                  <a:cubicBezTo>
                    <a:pt x="3623" y="6970"/>
                    <a:pt x="3466" y="6812"/>
                    <a:pt x="3466" y="6623"/>
                  </a:cubicBezTo>
                  <a:lnTo>
                    <a:pt x="3466" y="6403"/>
                  </a:lnTo>
                  <a:cubicBezTo>
                    <a:pt x="3340" y="6340"/>
                    <a:pt x="3214" y="6277"/>
                    <a:pt x="3119" y="6182"/>
                  </a:cubicBezTo>
                  <a:lnTo>
                    <a:pt x="2899" y="6308"/>
                  </a:lnTo>
                  <a:cubicBezTo>
                    <a:pt x="2848" y="6338"/>
                    <a:pt x="2791" y="6352"/>
                    <a:pt x="2734" y="6352"/>
                  </a:cubicBezTo>
                  <a:cubicBezTo>
                    <a:pt x="2613" y="6352"/>
                    <a:pt x="2490" y="6289"/>
                    <a:pt x="2426" y="6182"/>
                  </a:cubicBezTo>
                  <a:lnTo>
                    <a:pt x="1733" y="4985"/>
                  </a:lnTo>
                  <a:cubicBezTo>
                    <a:pt x="1638" y="4827"/>
                    <a:pt x="1670" y="4575"/>
                    <a:pt x="1859" y="4512"/>
                  </a:cubicBezTo>
                  <a:lnTo>
                    <a:pt x="2048" y="4386"/>
                  </a:lnTo>
                  <a:lnTo>
                    <a:pt x="2048" y="3977"/>
                  </a:lnTo>
                  <a:lnTo>
                    <a:pt x="1859" y="3882"/>
                  </a:lnTo>
                  <a:cubicBezTo>
                    <a:pt x="1702" y="3788"/>
                    <a:pt x="1607" y="3536"/>
                    <a:pt x="1733" y="3410"/>
                  </a:cubicBezTo>
                  <a:lnTo>
                    <a:pt x="2426" y="2181"/>
                  </a:lnTo>
                  <a:cubicBezTo>
                    <a:pt x="2490" y="2074"/>
                    <a:pt x="2612" y="1997"/>
                    <a:pt x="2733" y="1997"/>
                  </a:cubicBezTo>
                  <a:cubicBezTo>
                    <a:pt x="2790" y="1997"/>
                    <a:pt x="2848" y="2014"/>
                    <a:pt x="2899" y="2055"/>
                  </a:cubicBezTo>
                  <a:lnTo>
                    <a:pt x="3119" y="2181"/>
                  </a:lnTo>
                  <a:cubicBezTo>
                    <a:pt x="3214" y="2086"/>
                    <a:pt x="3340" y="2023"/>
                    <a:pt x="3466" y="1960"/>
                  </a:cubicBezTo>
                  <a:lnTo>
                    <a:pt x="3466" y="1740"/>
                  </a:lnTo>
                  <a:cubicBezTo>
                    <a:pt x="3466" y="1551"/>
                    <a:pt x="3623" y="1393"/>
                    <a:pt x="3812" y="1393"/>
                  </a:cubicBezTo>
                  <a:close/>
                  <a:moveTo>
                    <a:pt x="4547" y="0"/>
                  </a:moveTo>
                  <a:cubicBezTo>
                    <a:pt x="3499" y="0"/>
                    <a:pt x="2484" y="337"/>
                    <a:pt x="1670" y="984"/>
                  </a:cubicBezTo>
                  <a:cubicBezTo>
                    <a:pt x="630" y="1866"/>
                    <a:pt x="0" y="3158"/>
                    <a:pt x="0" y="4544"/>
                  </a:cubicBezTo>
                  <a:cubicBezTo>
                    <a:pt x="0" y="5804"/>
                    <a:pt x="504" y="6970"/>
                    <a:pt x="1418" y="7852"/>
                  </a:cubicBezTo>
                  <a:lnTo>
                    <a:pt x="1418" y="11632"/>
                  </a:lnTo>
                  <a:cubicBezTo>
                    <a:pt x="1418" y="11821"/>
                    <a:pt x="1575" y="11979"/>
                    <a:pt x="1765" y="11979"/>
                  </a:cubicBezTo>
                  <a:lnTo>
                    <a:pt x="5986" y="11979"/>
                  </a:lnTo>
                  <a:cubicBezTo>
                    <a:pt x="6175" y="11979"/>
                    <a:pt x="6333" y="11821"/>
                    <a:pt x="6333" y="11632"/>
                  </a:cubicBezTo>
                  <a:lnTo>
                    <a:pt x="6333" y="10530"/>
                  </a:lnTo>
                  <a:lnTo>
                    <a:pt x="8097" y="10530"/>
                  </a:lnTo>
                  <a:cubicBezTo>
                    <a:pt x="8286" y="10530"/>
                    <a:pt x="8444" y="10372"/>
                    <a:pt x="8444" y="10183"/>
                  </a:cubicBezTo>
                  <a:lnTo>
                    <a:pt x="8444" y="8387"/>
                  </a:lnTo>
                  <a:lnTo>
                    <a:pt x="9042" y="8387"/>
                  </a:lnTo>
                  <a:cubicBezTo>
                    <a:pt x="9389" y="8387"/>
                    <a:pt x="9767" y="8198"/>
                    <a:pt x="9956" y="7883"/>
                  </a:cubicBezTo>
                  <a:cubicBezTo>
                    <a:pt x="10082" y="7568"/>
                    <a:pt x="10082" y="7190"/>
                    <a:pt x="9924" y="6875"/>
                  </a:cubicBezTo>
                  <a:lnTo>
                    <a:pt x="9042" y="5237"/>
                  </a:lnTo>
                  <a:cubicBezTo>
                    <a:pt x="9137" y="4701"/>
                    <a:pt x="9137" y="4134"/>
                    <a:pt x="9011" y="3599"/>
                  </a:cubicBezTo>
                  <a:cubicBezTo>
                    <a:pt x="8664" y="1866"/>
                    <a:pt x="7246" y="480"/>
                    <a:pt x="5545" y="102"/>
                  </a:cubicBezTo>
                  <a:cubicBezTo>
                    <a:pt x="5213" y="34"/>
                    <a:pt x="4878" y="0"/>
                    <a:pt x="45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8323;p67">
              <a:extLst>
                <a:ext uri="{FF2B5EF4-FFF2-40B4-BE49-F238E27FC236}">
                  <a16:creationId xmlns:a16="http://schemas.microsoft.com/office/drawing/2014/main" id="{17F05695-F1D5-08CC-E22C-2B6A185B4318}"/>
                </a:ext>
              </a:extLst>
            </p:cNvPr>
            <p:cNvSpPr/>
            <p:nvPr/>
          </p:nvSpPr>
          <p:spPr>
            <a:xfrm>
              <a:off x="-48170050" y="3622650"/>
              <a:ext cx="100050" cy="103225"/>
            </a:xfrm>
            <a:custGeom>
              <a:avLst/>
              <a:gdLst/>
              <a:ahLst/>
              <a:cxnLst/>
              <a:rect l="l" t="t" r="r" b="b"/>
              <a:pathLst>
                <a:path w="4002" h="4129" extrusionOk="0">
                  <a:moveTo>
                    <a:pt x="1985" y="1009"/>
                  </a:moveTo>
                  <a:cubicBezTo>
                    <a:pt x="2584" y="1009"/>
                    <a:pt x="3057" y="1482"/>
                    <a:pt x="3057" y="2080"/>
                  </a:cubicBezTo>
                  <a:cubicBezTo>
                    <a:pt x="3057" y="2647"/>
                    <a:pt x="2584" y="3120"/>
                    <a:pt x="1985" y="3120"/>
                  </a:cubicBezTo>
                  <a:cubicBezTo>
                    <a:pt x="1418" y="3120"/>
                    <a:pt x="946" y="2647"/>
                    <a:pt x="946" y="2080"/>
                  </a:cubicBezTo>
                  <a:cubicBezTo>
                    <a:pt x="946" y="1482"/>
                    <a:pt x="1418" y="1009"/>
                    <a:pt x="1985" y="1009"/>
                  </a:cubicBezTo>
                  <a:close/>
                  <a:moveTo>
                    <a:pt x="1639" y="1"/>
                  </a:moveTo>
                  <a:lnTo>
                    <a:pt x="1639" y="127"/>
                  </a:lnTo>
                  <a:cubicBezTo>
                    <a:pt x="1639" y="284"/>
                    <a:pt x="1576" y="410"/>
                    <a:pt x="1418" y="442"/>
                  </a:cubicBezTo>
                  <a:cubicBezTo>
                    <a:pt x="1198" y="537"/>
                    <a:pt x="1009" y="631"/>
                    <a:pt x="851" y="757"/>
                  </a:cubicBezTo>
                  <a:cubicBezTo>
                    <a:pt x="770" y="818"/>
                    <a:pt x="689" y="853"/>
                    <a:pt x="607" y="853"/>
                  </a:cubicBezTo>
                  <a:cubicBezTo>
                    <a:pt x="562" y="853"/>
                    <a:pt x="518" y="842"/>
                    <a:pt x="473" y="820"/>
                  </a:cubicBezTo>
                  <a:lnTo>
                    <a:pt x="347" y="726"/>
                  </a:lnTo>
                  <a:lnTo>
                    <a:pt x="1" y="1324"/>
                  </a:lnTo>
                  <a:lnTo>
                    <a:pt x="127" y="1387"/>
                  </a:lnTo>
                  <a:cubicBezTo>
                    <a:pt x="221" y="1482"/>
                    <a:pt x="316" y="1639"/>
                    <a:pt x="253" y="1765"/>
                  </a:cubicBezTo>
                  <a:cubicBezTo>
                    <a:pt x="221" y="1986"/>
                    <a:pt x="221" y="2143"/>
                    <a:pt x="253" y="2395"/>
                  </a:cubicBezTo>
                  <a:cubicBezTo>
                    <a:pt x="316" y="2553"/>
                    <a:pt x="221" y="2647"/>
                    <a:pt x="127" y="2742"/>
                  </a:cubicBezTo>
                  <a:lnTo>
                    <a:pt x="1" y="2805"/>
                  </a:lnTo>
                  <a:lnTo>
                    <a:pt x="347" y="3403"/>
                  </a:lnTo>
                  <a:lnTo>
                    <a:pt x="473" y="3340"/>
                  </a:lnTo>
                  <a:cubicBezTo>
                    <a:pt x="532" y="3297"/>
                    <a:pt x="590" y="3273"/>
                    <a:pt x="649" y="3273"/>
                  </a:cubicBezTo>
                  <a:cubicBezTo>
                    <a:pt x="716" y="3273"/>
                    <a:pt x="784" y="3304"/>
                    <a:pt x="851" y="3372"/>
                  </a:cubicBezTo>
                  <a:cubicBezTo>
                    <a:pt x="1009" y="3529"/>
                    <a:pt x="1198" y="3592"/>
                    <a:pt x="1418" y="3687"/>
                  </a:cubicBezTo>
                  <a:cubicBezTo>
                    <a:pt x="1576" y="3718"/>
                    <a:pt x="1639" y="3876"/>
                    <a:pt x="1639" y="4002"/>
                  </a:cubicBezTo>
                  <a:lnTo>
                    <a:pt x="1639" y="4128"/>
                  </a:lnTo>
                  <a:lnTo>
                    <a:pt x="2364" y="4128"/>
                  </a:lnTo>
                  <a:lnTo>
                    <a:pt x="2364" y="4002"/>
                  </a:lnTo>
                  <a:cubicBezTo>
                    <a:pt x="2364" y="3845"/>
                    <a:pt x="2427" y="3718"/>
                    <a:pt x="2584" y="3687"/>
                  </a:cubicBezTo>
                  <a:cubicBezTo>
                    <a:pt x="2805" y="3592"/>
                    <a:pt x="2994" y="3498"/>
                    <a:pt x="3151" y="3372"/>
                  </a:cubicBezTo>
                  <a:cubicBezTo>
                    <a:pt x="3224" y="3317"/>
                    <a:pt x="3298" y="3283"/>
                    <a:pt x="3371" y="3283"/>
                  </a:cubicBezTo>
                  <a:cubicBezTo>
                    <a:pt x="3424" y="3283"/>
                    <a:pt x="3476" y="3301"/>
                    <a:pt x="3529" y="3340"/>
                  </a:cubicBezTo>
                  <a:lnTo>
                    <a:pt x="3655" y="3403"/>
                  </a:lnTo>
                  <a:lnTo>
                    <a:pt x="4002" y="2805"/>
                  </a:lnTo>
                  <a:lnTo>
                    <a:pt x="3876" y="2742"/>
                  </a:lnTo>
                  <a:cubicBezTo>
                    <a:pt x="3781" y="2647"/>
                    <a:pt x="3687" y="2490"/>
                    <a:pt x="3750" y="2395"/>
                  </a:cubicBezTo>
                  <a:cubicBezTo>
                    <a:pt x="3781" y="2143"/>
                    <a:pt x="3781" y="1986"/>
                    <a:pt x="3750" y="1765"/>
                  </a:cubicBezTo>
                  <a:cubicBezTo>
                    <a:pt x="3687" y="1608"/>
                    <a:pt x="3781" y="1482"/>
                    <a:pt x="3876" y="1387"/>
                  </a:cubicBezTo>
                  <a:lnTo>
                    <a:pt x="4002" y="1324"/>
                  </a:lnTo>
                  <a:lnTo>
                    <a:pt x="3655" y="726"/>
                  </a:lnTo>
                  <a:lnTo>
                    <a:pt x="3529" y="820"/>
                  </a:lnTo>
                  <a:cubicBezTo>
                    <a:pt x="3477" y="846"/>
                    <a:pt x="3425" y="861"/>
                    <a:pt x="3373" y="861"/>
                  </a:cubicBezTo>
                  <a:cubicBezTo>
                    <a:pt x="3299" y="861"/>
                    <a:pt x="3225" y="831"/>
                    <a:pt x="3151" y="757"/>
                  </a:cubicBezTo>
                  <a:cubicBezTo>
                    <a:pt x="2994" y="600"/>
                    <a:pt x="2805" y="537"/>
                    <a:pt x="2584" y="442"/>
                  </a:cubicBezTo>
                  <a:cubicBezTo>
                    <a:pt x="2427" y="410"/>
                    <a:pt x="2364" y="253"/>
                    <a:pt x="2364" y="127"/>
                  </a:cubicBezTo>
                  <a:lnTo>
                    <a:pt x="2364"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8324;p67">
              <a:extLst>
                <a:ext uri="{FF2B5EF4-FFF2-40B4-BE49-F238E27FC236}">
                  <a16:creationId xmlns:a16="http://schemas.microsoft.com/office/drawing/2014/main" id="{97BFE15F-9131-87AB-D454-EDEE0AE1CAC7}"/>
                </a:ext>
              </a:extLst>
            </p:cNvPr>
            <p:cNvSpPr/>
            <p:nvPr/>
          </p:nvSpPr>
          <p:spPr>
            <a:xfrm>
              <a:off x="-48129100" y="3665200"/>
              <a:ext cx="18150" cy="18125"/>
            </a:xfrm>
            <a:custGeom>
              <a:avLst/>
              <a:gdLst/>
              <a:ahLst/>
              <a:cxnLst/>
              <a:rect l="l" t="t" r="r" b="b"/>
              <a:pathLst>
                <a:path w="726" h="725" extrusionOk="0">
                  <a:moveTo>
                    <a:pt x="347" y="0"/>
                  </a:moveTo>
                  <a:cubicBezTo>
                    <a:pt x="158" y="0"/>
                    <a:pt x="1" y="158"/>
                    <a:pt x="1" y="378"/>
                  </a:cubicBezTo>
                  <a:cubicBezTo>
                    <a:pt x="1" y="567"/>
                    <a:pt x="158" y="725"/>
                    <a:pt x="347" y="725"/>
                  </a:cubicBezTo>
                  <a:cubicBezTo>
                    <a:pt x="568" y="725"/>
                    <a:pt x="726" y="567"/>
                    <a:pt x="726" y="378"/>
                  </a:cubicBezTo>
                  <a:cubicBezTo>
                    <a:pt x="726" y="158"/>
                    <a:pt x="568"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2" name="Google Shape;8325;p67">
            <a:extLst>
              <a:ext uri="{FF2B5EF4-FFF2-40B4-BE49-F238E27FC236}">
                <a16:creationId xmlns:a16="http://schemas.microsoft.com/office/drawing/2014/main" id="{6699D647-0A74-A843-74AD-5000B222B56A}"/>
              </a:ext>
            </a:extLst>
          </p:cNvPr>
          <p:cNvGrpSpPr/>
          <p:nvPr/>
        </p:nvGrpSpPr>
        <p:grpSpPr>
          <a:xfrm>
            <a:off x="8896031" y="10112665"/>
            <a:ext cx="646987" cy="923537"/>
            <a:chOff x="-48216525" y="3936125"/>
            <a:chExt cx="211900" cy="302475"/>
          </a:xfrm>
          <a:solidFill>
            <a:srgbClr val="555559"/>
          </a:solidFill>
        </p:grpSpPr>
        <p:sp>
          <p:nvSpPr>
            <p:cNvPr id="1239" name="Google Shape;8326;p67">
              <a:extLst>
                <a:ext uri="{FF2B5EF4-FFF2-40B4-BE49-F238E27FC236}">
                  <a16:creationId xmlns:a16="http://schemas.microsoft.com/office/drawing/2014/main" id="{CE8B2DF2-F45E-0351-B21A-1FA0116D9892}"/>
                </a:ext>
              </a:extLst>
            </p:cNvPr>
            <p:cNvSpPr/>
            <p:nvPr/>
          </p:nvSpPr>
          <p:spPr>
            <a:xfrm>
              <a:off x="-48207850" y="3955825"/>
              <a:ext cx="105550" cy="158325"/>
            </a:xfrm>
            <a:custGeom>
              <a:avLst/>
              <a:gdLst/>
              <a:ahLst/>
              <a:cxnLst/>
              <a:rect l="l" t="t" r="r" b="b"/>
              <a:pathLst>
                <a:path w="4222" h="6333" extrusionOk="0">
                  <a:moveTo>
                    <a:pt x="2080" y="2080"/>
                  </a:moveTo>
                  <a:cubicBezTo>
                    <a:pt x="2300" y="2080"/>
                    <a:pt x="2458" y="2237"/>
                    <a:pt x="2458" y="2458"/>
                  </a:cubicBezTo>
                  <a:lnTo>
                    <a:pt x="2458" y="3151"/>
                  </a:lnTo>
                  <a:cubicBezTo>
                    <a:pt x="2458" y="3340"/>
                    <a:pt x="2300" y="3497"/>
                    <a:pt x="2080" y="3497"/>
                  </a:cubicBezTo>
                  <a:cubicBezTo>
                    <a:pt x="1891" y="3497"/>
                    <a:pt x="1733" y="3340"/>
                    <a:pt x="1733" y="3151"/>
                  </a:cubicBezTo>
                  <a:lnTo>
                    <a:pt x="1733" y="2458"/>
                  </a:lnTo>
                  <a:cubicBezTo>
                    <a:pt x="1733" y="2237"/>
                    <a:pt x="1891" y="2080"/>
                    <a:pt x="2080" y="2080"/>
                  </a:cubicBezTo>
                  <a:close/>
                  <a:moveTo>
                    <a:pt x="2080" y="4222"/>
                  </a:moveTo>
                  <a:cubicBezTo>
                    <a:pt x="2300" y="4222"/>
                    <a:pt x="2458" y="4380"/>
                    <a:pt x="2458" y="4569"/>
                  </a:cubicBezTo>
                  <a:lnTo>
                    <a:pt x="2458" y="5293"/>
                  </a:lnTo>
                  <a:cubicBezTo>
                    <a:pt x="2458" y="5482"/>
                    <a:pt x="2300" y="5640"/>
                    <a:pt x="2080" y="5640"/>
                  </a:cubicBezTo>
                  <a:cubicBezTo>
                    <a:pt x="1891" y="5640"/>
                    <a:pt x="1733" y="5482"/>
                    <a:pt x="1733" y="5293"/>
                  </a:cubicBezTo>
                  <a:lnTo>
                    <a:pt x="1733" y="4569"/>
                  </a:lnTo>
                  <a:cubicBezTo>
                    <a:pt x="1733" y="4380"/>
                    <a:pt x="1891" y="4222"/>
                    <a:pt x="2080" y="4222"/>
                  </a:cubicBezTo>
                  <a:close/>
                  <a:moveTo>
                    <a:pt x="2111" y="0"/>
                  </a:moveTo>
                  <a:cubicBezTo>
                    <a:pt x="1891" y="0"/>
                    <a:pt x="1733" y="158"/>
                    <a:pt x="1733" y="347"/>
                  </a:cubicBezTo>
                  <a:lnTo>
                    <a:pt x="1733" y="757"/>
                  </a:lnTo>
                  <a:cubicBezTo>
                    <a:pt x="1544" y="788"/>
                    <a:pt x="1355" y="914"/>
                    <a:pt x="1198" y="1072"/>
                  </a:cubicBezTo>
                  <a:lnTo>
                    <a:pt x="883" y="757"/>
                  </a:lnTo>
                  <a:cubicBezTo>
                    <a:pt x="820" y="694"/>
                    <a:pt x="733" y="662"/>
                    <a:pt x="642" y="662"/>
                  </a:cubicBezTo>
                  <a:cubicBezTo>
                    <a:pt x="552" y="662"/>
                    <a:pt x="457" y="694"/>
                    <a:pt x="378" y="757"/>
                  </a:cubicBezTo>
                  <a:cubicBezTo>
                    <a:pt x="252" y="883"/>
                    <a:pt x="252" y="1103"/>
                    <a:pt x="378" y="1261"/>
                  </a:cubicBezTo>
                  <a:lnTo>
                    <a:pt x="788" y="1702"/>
                  </a:lnTo>
                  <a:cubicBezTo>
                    <a:pt x="757" y="1859"/>
                    <a:pt x="725" y="2017"/>
                    <a:pt x="725" y="2174"/>
                  </a:cubicBezTo>
                  <a:lnTo>
                    <a:pt x="378" y="2174"/>
                  </a:lnTo>
                  <a:cubicBezTo>
                    <a:pt x="158" y="2174"/>
                    <a:pt x="0" y="2332"/>
                    <a:pt x="0" y="2521"/>
                  </a:cubicBezTo>
                  <a:cubicBezTo>
                    <a:pt x="0" y="2710"/>
                    <a:pt x="158" y="2867"/>
                    <a:pt x="378" y="2867"/>
                  </a:cubicBezTo>
                  <a:lnTo>
                    <a:pt x="725" y="2867"/>
                  </a:lnTo>
                  <a:lnTo>
                    <a:pt x="725" y="3592"/>
                  </a:lnTo>
                  <a:lnTo>
                    <a:pt x="378" y="3592"/>
                  </a:lnTo>
                  <a:cubicBezTo>
                    <a:pt x="158" y="3592"/>
                    <a:pt x="0" y="3750"/>
                    <a:pt x="0" y="3939"/>
                  </a:cubicBezTo>
                  <a:cubicBezTo>
                    <a:pt x="0" y="4128"/>
                    <a:pt x="158" y="4285"/>
                    <a:pt x="378" y="4285"/>
                  </a:cubicBezTo>
                  <a:lnTo>
                    <a:pt x="725" y="4285"/>
                  </a:lnTo>
                  <a:lnTo>
                    <a:pt x="725" y="5010"/>
                  </a:lnTo>
                  <a:lnTo>
                    <a:pt x="347" y="5010"/>
                  </a:lnTo>
                  <a:lnTo>
                    <a:pt x="347" y="4915"/>
                  </a:lnTo>
                  <a:cubicBezTo>
                    <a:pt x="158" y="4915"/>
                    <a:pt x="0" y="5073"/>
                    <a:pt x="0" y="5293"/>
                  </a:cubicBezTo>
                  <a:cubicBezTo>
                    <a:pt x="0" y="5482"/>
                    <a:pt x="158" y="5640"/>
                    <a:pt x="347" y="5640"/>
                  </a:cubicBezTo>
                  <a:lnTo>
                    <a:pt x="725" y="5640"/>
                  </a:lnTo>
                  <a:lnTo>
                    <a:pt x="725" y="6333"/>
                  </a:lnTo>
                  <a:lnTo>
                    <a:pt x="3497" y="6333"/>
                  </a:lnTo>
                  <a:lnTo>
                    <a:pt x="3497" y="5640"/>
                  </a:lnTo>
                  <a:lnTo>
                    <a:pt x="3876" y="5640"/>
                  </a:lnTo>
                  <a:cubicBezTo>
                    <a:pt x="4065" y="5640"/>
                    <a:pt x="4222" y="5482"/>
                    <a:pt x="4222" y="5293"/>
                  </a:cubicBezTo>
                  <a:cubicBezTo>
                    <a:pt x="4222" y="5073"/>
                    <a:pt x="4065" y="4915"/>
                    <a:pt x="3876" y="4915"/>
                  </a:cubicBezTo>
                  <a:lnTo>
                    <a:pt x="3497" y="4915"/>
                  </a:lnTo>
                  <a:lnTo>
                    <a:pt x="3497" y="4222"/>
                  </a:lnTo>
                  <a:lnTo>
                    <a:pt x="3876" y="4222"/>
                  </a:lnTo>
                  <a:cubicBezTo>
                    <a:pt x="4065" y="4222"/>
                    <a:pt x="4222" y="4065"/>
                    <a:pt x="4222" y="3876"/>
                  </a:cubicBezTo>
                  <a:cubicBezTo>
                    <a:pt x="4222" y="3655"/>
                    <a:pt x="4065" y="3497"/>
                    <a:pt x="3876" y="3497"/>
                  </a:cubicBezTo>
                  <a:lnTo>
                    <a:pt x="3497" y="3497"/>
                  </a:lnTo>
                  <a:lnTo>
                    <a:pt x="3497" y="2804"/>
                  </a:lnTo>
                  <a:lnTo>
                    <a:pt x="3876" y="2804"/>
                  </a:lnTo>
                  <a:cubicBezTo>
                    <a:pt x="4065" y="2804"/>
                    <a:pt x="4222" y="2647"/>
                    <a:pt x="4222" y="2458"/>
                  </a:cubicBezTo>
                  <a:cubicBezTo>
                    <a:pt x="4222" y="2237"/>
                    <a:pt x="4065" y="2080"/>
                    <a:pt x="3876" y="2080"/>
                  </a:cubicBezTo>
                  <a:lnTo>
                    <a:pt x="3497" y="2080"/>
                  </a:lnTo>
                  <a:cubicBezTo>
                    <a:pt x="3497" y="1418"/>
                    <a:pt x="3088" y="914"/>
                    <a:pt x="2458" y="757"/>
                  </a:cubicBezTo>
                  <a:lnTo>
                    <a:pt x="2458" y="347"/>
                  </a:lnTo>
                  <a:cubicBezTo>
                    <a:pt x="2458" y="158"/>
                    <a:pt x="2300" y="0"/>
                    <a:pt x="211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8327;p67">
              <a:extLst>
                <a:ext uri="{FF2B5EF4-FFF2-40B4-BE49-F238E27FC236}">
                  <a16:creationId xmlns:a16="http://schemas.microsoft.com/office/drawing/2014/main" id="{A5431C3A-FFE1-0C3B-18EA-C4DDEB921ED8}"/>
                </a:ext>
              </a:extLst>
            </p:cNvPr>
            <p:cNvSpPr/>
            <p:nvPr/>
          </p:nvSpPr>
          <p:spPr>
            <a:xfrm>
              <a:off x="-48192100" y="4184225"/>
              <a:ext cx="163850" cy="54375"/>
            </a:xfrm>
            <a:custGeom>
              <a:avLst/>
              <a:gdLst/>
              <a:ahLst/>
              <a:cxnLst/>
              <a:rect l="l" t="t" r="r" b="b"/>
              <a:pathLst>
                <a:path w="6554" h="2175" extrusionOk="0">
                  <a:moveTo>
                    <a:pt x="0" y="1"/>
                  </a:moveTo>
                  <a:lnTo>
                    <a:pt x="442" y="1891"/>
                  </a:lnTo>
                  <a:cubicBezTo>
                    <a:pt x="473" y="2049"/>
                    <a:pt x="631" y="2175"/>
                    <a:pt x="788" y="2175"/>
                  </a:cubicBezTo>
                  <a:lnTo>
                    <a:pt x="5703" y="2175"/>
                  </a:lnTo>
                  <a:cubicBezTo>
                    <a:pt x="5860" y="2175"/>
                    <a:pt x="6018" y="2049"/>
                    <a:pt x="6081" y="1891"/>
                  </a:cubicBezTo>
                  <a:lnTo>
                    <a:pt x="6554"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8328;p67">
              <a:extLst>
                <a:ext uri="{FF2B5EF4-FFF2-40B4-BE49-F238E27FC236}">
                  <a16:creationId xmlns:a16="http://schemas.microsoft.com/office/drawing/2014/main" id="{6D7193A1-885F-66E9-FDDB-D1EEA59F16B9}"/>
                </a:ext>
              </a:extLst>
            </p:cNvPr>
            <p:cNvSpPr/>
            <p:nvPr/>
          </p:nvSpPr>
          <p:spPr>
            <a:xfrm>
              <a:off x="-48216525" y="4131475"/>
              <a:ext cx="211900" cy="34675"/>
            </a:xfrm>
            <a:custGeom>
              <a:avLst/>
              <a:gdLst/>
              <a:ahLst/>
              <a:cxnLst/>
              <a:rect l="l" t="t" r="r" b="b"/>
              <a:pathLst>
                <a:path w="8476" h="1387" extrusionOk="0">
                  <a:moveTo>
                    <a:pt x="347" y="0"/>
                  </a:moveTo>
                  <a:cubicBezTo>
                    <a:pt x="158" y="0"/>
                    <a:pt x="1" y="126"/>
                    <a:pt x="1" y="347"/>
                  </a:cubicBezTo>
                  <a:cubicBezTo>
                    <a:pt x="1" y="914"/>
                    <a:pt x="473" y="1386"/>
                    <a:pt x="1072" y="1386"/>
                  </a:cubicBezTo>
                  <a:lnTo>
                    <a:pt x="7405" y="1386"/>
                  </a:lnTo>
                  <a:cubicBezTo>
                    <a:pt x="8003" y="1386"/>
                    <a:pt x="8476" y="914"/>
                    <a:pt x="8476" y="347"/>
                  </a:cubicBezTo>
                  <a:cubicBezTo>
                    <a:pt x="8413" y="158"/>
                    <a:pt x="8255" y="0"/>
                    <a:pt x="806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8329;p67">
              <a:extLst>
                <a:ext uri="{FF2B5EF4-FFF2-40B4-BE49-F238E27FC236}">
                  <a16:creationId xmlns:a16="http://schemas.microsoft.com/office/drawing/2014/main" id="{18DE2413-C7D0-AF4B-73C5-F5F8EA7A3D0F}"/>
                </a:ext>
              </a:extLst>
            </p:cNvPr>
            <p:cNvSpPr/>
            <p:nvPr/>
          </p:nvSpPr>
          <p:spPr>
            <a:xfrm>
              <a:off x="-48113350" y="3936125"/>
              <a:ext cx="98475" cy="178025"/>
            </a:xfrm>
            <a:custGeom>
              <a:avLst/>
              <a:gdLst/>
              <a:ahLst/>
              <a:cxnLst/>
              <a:rect l="l" t="t" r="r" b="b"/>
              <a:pathLst>
                <a:path w="3939" h="7121" extrusionOk="0">
                  <a:moveTo>
                    <a:pt x="1860" y="2175"/>
                  </a:moveTo>
                  <a:cubicBezTo>
                    <a:pt x="2049" y="2175"/>
                    <a:pt x="2206" y="2332"/>
                    <a:pt x="2206" y="2521"/>
                  </a:cubicBezTo>
                  <a:lnTo>
                    <a:pt x="2206" y="3246"/>
                  </a:lnTo>
                  <a:cubicBezTo>
                    <a:pt x="2206" y="3435"/>
                    <a:pt x="2049" y="3592"/>
                    <a:pt x="1860" y="3592"/>
                  </a:cubicBezTo>
                  <a:cubicBezTo>
                    <a:pt x="1671" y="3592"/>
                    <a:pt x="1513" y="3435"/>
                    <a:pt x="1513" y="3246"/>
                  </a:cubicBezTo>
                  <a:lnTo>
                    <a:pt x="1513" y="2521"/>
                  </a:lnTo>
                  <a:cubicBezTo>
                    <a:pt x="1513" y="2332"/>
                    <a:pt x="1671" y="2175"/>
                    <a:pt x="1860" y="2175"/>
                  </a:cubicBezTo>
                  <a:close/>
                  <a:moveTo>
                    <a:pt x="1860" y="4285"/>
                  </a:moveTo>
                  <a:cubicBezTo>
                    <a:pt x="2049" y="4285"/>
                    <a:pt x="2206" y="4443"/>
                    <a:pt x="2206" y="4632"/>
                  </a:cubicBezTo>
                  <a:lnTo>
                    <a:pt x="2206" y="5357"/>
                  </a:lnTo>
                  <a:cubicBezTo>
                    <a:pt x="2206" y="5546"/>
                    <a:pt x="2049" y="5703"/>
                    <a:pt x="1860" y="5703"/>
                  </a:cubicBezTo>
                  <a:cubicBezTo>
                    <a:pt x="1671" y="5703"/>
                    <a:pt x="1513" y="5546"/>
                    <a:pt x="1513" y="5357"/>
                  </a:cubicBezTo>
                  <a:lnTo>
                    <a:pt x="1513" y="4632"/>
                  </a:lnTo>
                  <a:cubicBezTo>
                    <a:pt x="1513" y="4443"/>
                    <a:pt x="1671" y="4285"/>
                    <a:pt x="1860" y="4285"/>
                  </a:cubicBezTo>
                  <a:close/>
                  <a:moveTo>
                    <a:pt x="1860" y="1"/>
                  </a:moveTo>
                  <a:cubicBezTo>
                    <a:pt x="1671" y="1"/>
                    <a:pt x="1513" y="158"/>
                    <a:pt x="1513" y="347"/>
                  </a:cubicBezTo>
                  <a:lnTo>
                    <a:pt x="1513" y="757"/>
                  </a:lnTo>
                  <a:cubicBezTo>
                    <a:pt x="1324" y="788"/>
                    <a:pt x="1104" y="914"/>
                    <a:pt x="946" y="1072"/>
                  </a:cubicBezTo>
                  <a:lnTo>
                    <a:pt x="631" y="757"/>
                  </a:lnTo>
                  <a:cubicBezTo>
                    <a:pt x="584" y="694"/>
                    <a:pt x="497" y="662"/>
                    <a:pt x="403" y="662"/>
                  </a:cubicBezTo>
                  <a:cubicBezTo>
                    <a:pt x="308" y="662"/>
                    <a:pt x="206" y="694"/>
                    <a:pt x="127" y="757"/>
                  </a:cubicBezTo>
                  <a:cubicBezTo>
                    <a:pt x="1" y="883"/>
                    <a:pt x="1" y="1104"/>
                    <a:pt x="127" y="1261"/>
                  </a:cubicBezTo>
                  <a:lnTo>
                    <a:pt x="505" y="1702"/>
                  </a:lnTo>
                  <a:cubicBezTo>
                    <a:pt x="474" y="1860"/>
                    <a:pt x="442" y="2017"/>
                    <a:pt x="442" y="2175"/>
                  </a:cubicBezTo>
                  <a:lnTo>
                    <a:pt x="442" y="2238"/>
                  </a:lnTo>
                  <a:cubicBezTo>
                    <a:pt x="820" y="2395"/>
                    <a:pt x="1135" y="2742"/>
                    <a:pt x="1135" y="3214"/>
                  </a:cubicBezTo>
                  <a:cubicBezTo>
                    <a:pt x="1135" y="3498"/>
                    <a:pt x="1041" y="3750"/>
                    <a:pt x="883" y="3939"/>
                  </a:cubicBezTo>
                  <a:cubicBezTo>
                    <a:pt x="1041" y="4128"/>
                    <a:pt x="1135" y="4380"/>
                    <a:pt x="1135" y="4632"/>
                  </a:cubicBezTo>
                  <a:cubicBezTo>
                    <a:pt x="1135" y="4916"/>
                    <a:pt x="1041" y="5168"/>
                    <a:pt x="883" y="5357"/>
                  </a:cubicBezTo>
                  <a:cubicBezTo>
                    <a:pt x="1041" y="5546"/>
                    <a:pt x="1135" y="5798"/>
                    <a:pt x="1135" y="6081"/>
                  </a:cubicBezTo>
                  <a:cubicBezTo>
                    <a:pt x="1135" y="6554"/>
                    <a:pt x="883" y="6932"/>
                    <a:pt x="442" y="7058"/>
                  </a:cubicBezTo>
                  <a:lnTo>
                    <a:pt x="442" y="7121"/>
                  </a:lnTo>
                  <a:lnTo>
                    <a:pt x="3246" y="7121"/>
                  </a:lnTo>
                  <a:lnTo>
                    <a:pt x="3246" y="5703"/>
                  </a:lnTo>
                  <a:lnTo>
                    <a:pt x="3593" y="5703"/>
                  </a:lnTo>
                  <a:cubicBezTo>
                    <a:pt x="3782" y="5703"/>
                    <a:pt x="3939" y="5546"/>
                    <a:pt x="3939" y="5357"/>
                  </a:cubicBezTo>
                  <a:cubicBezTo>
                    <a:pt x="3939" y="5168"/>
                    <a:pt x="3782" y="5010"/>
                    <a:pt x="3593" y="5010"/>
                  </a:cubicBezTo>
                  <a:lnTo>
                    <a:pt x="3246" y="5010"/>
                  </a:lnTo>
                  <a:lnTo>
                    <a:pt x="3246" y="4285"/>
                  </a:lnTo>
                  <a:lnTo>
                    <a:pt x="3593" y="4285"/>
                  </a:lnTo>
                  <a:cubicBezTo>
                    <a:pt x="3782" y="4285"/>
                    <a:pt x="3939" y="4128"/>
                    <a:pt x="3939" y="3939"/>
                  </a:cubicBezTo>
                  <a:cubicBezTo>
                    <a:pt x="3939" y="3750"/>
                    <a:pt x="3782" y="3592"/>
                    <a:pt x="3593" y="3592"/>
                  </a:cubicBezTo>
                  <a:lnTo>
                    <a:pt x="3246" y="3592"/>
                  </a:lnTo>
                  <a:lnTo>
                    <a:pt x="3246" y="2868"/>
                  </a:lnTo>
                  <a:lnTo>
                    <a:pt x="3593" y="2868"/>
                  </a:lnTo>
                  <a:cubicBezTo>
                    <a:pt x="3782" y="2868"/>
                    <a:pt x="3939" y="2710"/>
                    <a:pt x="3939" y="2521"/>
                  </a:cubicBezTo>
                  <a:cubicBezTo>
                    <a:pt x="3939" y="2332"/>
                    <a:pt x="3782" y="2175"/>
                    <a:pt x="3593" y="2175"/>
                  </a:cubicBezTo>
                  <a:lnTo>
                    <a:pt x="3246" y="2175"/>
                  </a:lnTo>
                  <a:cubicBezTo>
                    <a:pt x="3246" y="2017"/>
                    <a:pt x="3183" y="1860"/>
                    <a:pt x="3151" y="1702"/>
                  </a:cubicBezTo>
                  <a:lnTo>
                    <a:pt x="3593" y="1261"/>
                  </a:lnTo>
                  <a:cubicBezTo>
                    <a:pt x="3719" y="1135"/>
                    <a:pt x="3719" y="914"/>
                    <a:pt x="3593" y="757"/>
                  </a:cubicBezTo>
                  <a:cubicBezTo>
                    <a:pt x="3530" y="694"/>
                    <a:pt x="3443" y="662"/>
                    <a:pt x="3352" y="662"/>
                  </a:cubicBezTo>
                  <a:cubicBezTo>
                    <a:pt x="3262" y="662"/>
                    <a:pt x="3167" y="694"/>
                    <a:pt x="3088" y="757"/>
                  </a:cubicBezTo>
                  <a:lnTo>
                    <a:pt x="2773" y="1072"/>
                  </a:lnTo>
                  <a:cubicBezTo>
                    <a:pt x="2616" y="946"/>
                    <a:pt x="2427" y="820"/>
                    <a:pt x="2206" y="757"/>
                  </a:cubicBezTo>
                  <a:lnTo>
                    <a:pt x="2206" y="347"/>
                  </a:lnTo>
                  <a:cubicBezTo>
                    <a:pt x="2206" y="158"/>
                    <a:pt x="2049" y="1"/>
                    <a:pt x="186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3" name="Google Shape;8330;p67">
            <a:extLst>
              <a:ext uri="{FF2B5EF4-FFF2-40B4-BE49-F238E27FC236}">
                <a16:creationId xmlns:a16="http://schemas.microsoft.com/office/drawing/2014/main" id="{47A167AF-E786-BAF8-697A-E30E37E00B96}"/>
              </a:ext>
            </a:extLst>
          </p:cNvPr>
          <p:cNvGrpSpPr/>
          <p:nvPr/>
        </p:nvGrpSpPr>
        <p:grpSpPr>
          <a:xfrm>
            <a:off x="14444750" y="7868976"/>
            <a:ext cx="916286" cy="916360"/>
            <a:chOff x="-46410500" y="3201275"/>
            <a:chExt cx="300100" cy="300125"/>
          </a:xfrm>
          <a:solidFill>
            <a:srgbClr val="555559"/>
          </a:solidFill>
        </p:grpSpPr>
        <p:sp>
          <p:nvSpPr>
            <p:cNvPr id="1234" name="Google Shape;8331;p67">
              <a:extLst>
                <a:ext uri="{FF2B5EF4-FFF2-40B4-BE49-F238E27FC236}">
                  <a16:creationId xmlns:a16="http://schemas.microsoft.com/office/drawing/2014/main" id="{8F6AE57B-1D97-6F18-53BF-87907055AC94}"/>
                </a:ext>
              </a:extLst>
            </p:cNvPr>
            <p:cNvSpPr/>
            <p:nvPr/>
          </p:nvSpPr>
          <p:spPr>
            <a:xfrm>
              <a:off x="-46358500" y="3201275"/>
              <a:ext cx="37825" cy="87450"/>
            </a:xfrm>
            <a:custGeom>
              <a:avLst/>
              <a:gdLst/>
              <a:ahLst/>
              <a:cxnLst/>
              <a:rect l="l" t="t" r="r" b="b"/>
              <a:pathLst>
                <a:path w="1513" h="3498" extrusionOk="0">
                  <a:moveTo>
                    <a:pt x="768" y="1"/>
                  </a:moveTo>
                  <a:cubicBezTo>
                    <a:pt x="677" y="1"/>
                    <a:pt x="583" y="32"/>
                    <a:pt x="504" y="95"/>
                  </a:cubicBezTo>
                  <a:cubicBezTo>
                    <a:pt x="0" y="599"/>
                    <a:pt x="0" y="1482"/>
                    <a:pt x="504" y="1986"/>
                  </a:cubicBezTo>
                  <a:cubicBezTo>
                    <a:pt x="725" y="2238"/>
                    <a:pt x="725" y="2616"/>
                    <a:pt x="504" y="2899"/>
                  </a:cubicBezTo>
                  <a:cubicBezTo>
                    <a:pt x="378" y="3025"/>
                    <a:pt x="378" y="3246"/>
                    <a:pt x="504" y="3403"/>
                  </a:cubicBezTo>
                  <a:cubicBezTo>
                    <a:pt x="567" y="3466"/>
                    <a:pt x="654" y="3498"/>
                    <a:pt x="744" y="3498"/>
                  </a:cubicBezTo>
                  <a:cubicBezTo>
                    <a:pt x="835" y="3498"/>
                    <a:pt x="929" y="3466"/>
                    <a:pt x="1008" y="3403"/>
                  </a:cubicBezTo>
                  <a:cubicBezTo>
                    <a:pt x="1512" y="2899"/>
                    <a:pt x="1512" y="2017"/>
                    <a:pt x="1008" y="1513"/>
                  </a:cubicBezTo>
                  <a:cubicBezTo>
                    <a:pt x="788" y="1293"/>
                    <a:pt x="788" y="851"/>
                    <a:pt x="1008" y="599"/>
                  </a:cubicBezTo>
                  <a:cubicBezTo>
                    <a:pt x="1134" y="505"/>
                    <a:pt x="1134" y="253"/>
                    <a:pt x="1008" y="95"/>
                  </a:cubicBezTo>
                  <a:cubicBezTo>
                    <a:pt x="945" y="32"/>
                    <a:pt x="859" y="1"/>
                    <a:pt x="76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8332;p67">
              <a:extLst>
                <a:ext uri="{FF2B5EF4-FFF2-40B4-BE49-F238E27FC236}">
                  <a16:creationId xmlns:a16="http://schemas.microsoft.com/office/drawing/2014/main" id="{9AE4520A-8BCF-3135-914B-350D801D54CD}"/>
                </a:ext>
              </a:extLst>
            </p:cNvPr>
            <p:cNvSpPr/>
            <p:nvPr/>
          </p:nvSpPr>
          <p:spPr>
            <a:xfrm>
              <a:off x="-46307325" y="3201275"/>
              <a:ext cx="38625" cy="88250"/>
            </a:xfrm>
            <a:custGeom>
              <a:avLst/>
              <a:gdLst/>
              <a:ahLst/>
              <a:cxnLst/>
              <a:rect l="l" t="t" r="r" b="b"/>
              <a:pathLst>
                <a:path w="1545" h="3530" extrusionOk="0">
                  <a:moveTo>
                    <a:pt x="781" y="1"/>
                  </a:moveTo>
                  <a:cubicBezTo>
                    <a:pt x="686" y="1"/>
                    <a:pt x="584" y="32"/>
                    <a:pt x="505" y="95"/>
                  </a:cubicBezTo>
                  <a:cubicBezTo>
                    <a:pt x="1" y="599"/>
                    <a:pt x="1" y="1482"/>
                    <a:pt x="505" y="1986"/>
                  </a:cubicBezTo>
                  <a:cubicBezTo>
                    <a:pt x="788" y="2238"/>
                    <a:pt x="788" y="2616"/>
                    <a:pt x="536" y="2899"/>
                  </a:cubicBezTo>
                  <a:cubicBezTo>
                    <a:pt x="410" y="3025"/>
                    <a:pt x="410" y="3246"/>
                    <a:pt x="536" y="3403"/>
                  </a:cubicBezTo>
                  <a:cubicBezTo>
                    <a:pt x="631" y="3498"/>
                    <a:pt x="694" y="3529"/>
                    <a:pt x="788" y="3529"/>
                  </a:cubicBezTo>
                  <a:cubicBezTo>
                    <a:pt x="851" y="3529"/>
                    <a:pt x="978" y="3498"/>
                    <a:pt x="1009" y="3403"/>
                  </a:cubicBezTo>
                  <a:cubicBezTo>
                    <a:pt x="1545" y="2899"/>
                    <a:pt x="1545" y="2017"/>
                    <a:pt x="1009" y="1513"/>
                  </a:cubicBezTo>
                  <a:cubicBezTo>
                    <a:pt x="788" y="1293"/>
                    <a:pt x="788" y="851"/>
                    <a:pt x="1009" y="599"/>
                  </a:cubicBezTo>
                  <a:cubicBezTo>
                    <a:pt x="1135" y="505"/>
                    <a:pt x="1135" y="253"/>
                    <a:pt x="1009" y="95"/>
                  </a:cubicBezTo>
                  <a:cubicBezTo>
                    <a:pt x="962" y="32"/>
                    <a:pt x="875" y="1"/>
                    <a:pt x="78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8333;p67">
              <a:extLst>
                <a:ext uri="{FF2B5EF4-FFF2-40B4-BE49-F238E27FC236}">
                  <a16:creationId xmlns:a16="http://schemas.microsoft.com/office/drawing/2014/main" id="{FEC12948-0338-451A-3141-E769B2FF618E}"/>
                </a:ext>
              </a:extLst>
            </p:cNvPr>
            <p:cNvSpPr/>
            <p:nvPr/>
          </p:nvSpPr>
          <p:spPr>
            <a:xfrm>
              <a:off x="-46253750" y="3201275"/>
              <a:ext cx="38600" cy="87450"/>
            </a:xfrm>
            <a:custGeom>
              <a:avLst/>
              <a:gdLst/>
              <a:ahLst/>
              <a:cxnLst/>
              <a:rect l="l" t="t" r="r" b="b"/>
              <a:pathLst>
                <a:path w="1544" h="3498" extrusionOk="0">
                  <a:moveTo>
                    <a:pt x="800" y="1"/>
                  </a:moveTo>
                  <a:cubicBezTo>
                    <a:pt x="709" y="1"/>
                    <a:pt x="615" y="32"/>
                    <a:pt x="536" y="95"/>
                  </a:cubicBezTo>
                  <a:cubicBezTo>
                    <a:pt x="0" y="599"/>
                    <a:pt x="0" y="1482"/>
                    <a:pt x="536" y="1986"/>
                  </a:cubicBezTo>
                  <a:cubicBezTo>
                    <a:pt x="756" y="2238"/>
                    <a:pt x="756" y="2616"/>
                    <a:pt x="536" y="2899"/>
                  </a:cubicBezTo>
                  <a:cubicBezTo>
                    <a:pt x="410" y="3025"/>
                    <a:pt x="410" y="3246"/>
                    <a:pt x="536" y="3403"/>
                  </a:cubicBezTo>
                  <a:cubicBezTo>
                    <a:pt x="599" y="3466"/>
                    <a:pt x="685" y="3498"/>
                    <a:pt x="776" y="3498"/>
                  </a:cubicBezTo>
                  <a:cubicBezTo>
                    <a:pt x="867" y="3498"/>
                    <a:pt x="961" y="3466"/>
                    <a:pt x="1040" y="3403"/>
                  </a:cubicBezTo>
                  <a:cubicBezTo>
                    <a:pt x="1544" y="2899"/>
                    <a:pt x="1544" y="2017"/>
                    <a:pt x="1040" y="1513"/>
                  </a:cubicBezTo>
                  <a:cubicBezTo>
                    <a:pt x="788" y="1293"/>
                    <a:pt x="788" y="851"/>
                    <a:pt x="1040" y="599"/>
                  </a:cubicBezTo>
                  <a:cubicBezTo>
                    <a:pt x="1166" y="505"/>
                    <a:pt x="1166" y="253"/>
                    <a:pt x="1040" y="95"/>
                  </a:cubicBezTo>
                  <a:cubicBezTo>
                    <a:pt x="977" y="32"/>
                    <a:pt x="890" y="1"/>
                    <a:pt x="80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8334;p67">
              <a:extLst>
                <a:ext uri="{FF2B5EF4-FFF2-40B4-BE49-F238E27FC236}">
                  <a16:creationId xmlns:a16="http://schemas.microsoft.com/office/drawing/2014/main" id="{B0BC529C-1851-A394-51E6-A94219917CCF}"/>
                </a:ext>
              </a:extLst>
            </p:cNvPr>
            <p:cNvSpPr/>
            <p:nvPr/>
          </p:nvSpPr>
          <p:spPr>
            <a:xfrm>
              <a:off x="-46410500" y="3306025"/>
              <a:ext cx="300100" cy="141025"/>
            </a:xfrm>
            <a:custGeom>
              <a:avLst/>
              <a:gdLst/>
              <a:ahLst/>
              <a:cxnLst/>
              <a:rect l="l" t="t" r="r" b="b"/>
              <a:pathLst>
                <a:path w="12004" h="5641" extrusionOk="0">
                  <a:moveTo>
                    <a:pt x="10933" y="1419"/>
                  </a:moveTo>
                  <a:cubicBezTo>
                    <a:pt x="11122" y="1419"/>
                    <a:pt x="11279" y="1576"/>
                    <a:pt x="11279" y="1765"/>
                  </a:cubicBezTo>
                  <a:cubicBezTo>
                    <a:pt x="11248" y="3057"/>
                    <a:pt x="10208" y="4128"/>
                    <a:pt x="8980" y="4223"/>
                  </a:cubicBezTo>
                  <a:cubicBezTo>
                    <a:pt x="9389" y="3404"/>
                    <a:pt x="9673" y="2458"/>
                    <a:pt x="9799" y="1419"/>
                  </a:cubicBezTo>
                  <a:close/>
                  <a:moveTo>
                    <a:pt x="347" y="1"/>
                  </a:moveTo>
                  <a:cubicBezTo>
                    <a:pt x="158" y="1"/>
                    <a:pt x="1" y="159"/>
                    <a:pt x="1" y="348"/>
                  </a:cubicBezTo>
                  <a:cubicBezTo>
                    <a:pt x="1" y="2458"/>
                    <a:pt x="694" y="4412"/>
                    <a:pt x="1923" y="5640"/>
                  </a:cubicBezTo>
                  <a:lnTo>
                    <a:pt x="7971" y="5640"/>
                  </a:lnTo>
                  <a:cubicBezTo>
                    <a:pt x="8192" y="5420"/>
                    <a:pt x="8381" y="5168"/>
                    <a:pt x="8539" y="4916"/>
                  </a:cubicBezTo>
                  <a:lnTo>
                    <a:pt x="8854" y="4916"/>
                  </a:lnTo>
                  <a:cubicBezTo>
                    <a:pt x="10586" y="4916"/>
                    <a:pt x="12004" y="3498"/>
                    <a:pt x="12004" y="1765"/>
                  </a:cubicBezTo>
                  <a:cubicBezTo>
                    <a:pt x="11941" y="1198"/>
                    <a:pt x="11469" y="726"/>
                    <a:pt x="10933" y="726"/>
                  </a:cubicBezTo>
                  <a:lnTo>
                    <a:pt x="9862" y="726"/>
                  </a:lnTo>
                  <a:lnTo>
                    <a:pt x="9862" y="348"/>
                  </a:lnTo>
                  <a:cubicBezTo>
                    <a:pt x="9862" y="159"/>
                    <a:pt x="9704" y="1"/>
                    <a:pt x="951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8335;p67">
              <a:extLst>
                <a:ext uri="{FF2B5EF4-FFF2-40B4-BE49-F238E27FC236}">
                  <a16:creationId xmlns:a16="http://schemas.microsoft.com/office/drawing/2014/main" id="{D1AFE577-C913-3AF1-DC1C-523291A448E0}"/>
                </a:ext>
              </a:extLst>
            </p:cNvPr>
            <p:cNvSpPr/>
            <p:nvPr/>
          </p:nvSpPr>
          <p:spPr>
            <a:xfrm>
              <a:off x="-46401050" y="3465925"/>
              <a:ext cx="226075" cy="35475"/>
            </a:xfrm>
            <a:custGeom>
              <a:avLst/>
              <a:gdLst/>
              <a:ahLst/>
              <a:cxnLst/>
              <a:rect l="l" t="t" r="r" b="b"/>
              <a:pathLst>
                <a:path w="9043" h="1419" extrusionOk="0">
                  <a:moveTo>
                    <a:pt x="473" y="0"/>
                  </a:moveTo>
                  <a:cubicBezTo>
                    <a:pt x="158" y="0"/>
                    <a:pt x="1" y="379"/>
                    <a:pt x="221" y="631"/>
                  </a:cubicBezTo>
                  <a:cubicBezTo>
                    <a:pt x="757" y="1135"/>
                    <a:pt x="1450" y="1418"/>
                    <a:pt x="2206" y="1418"/>
                  </a:cubicBezTo>
                  <a:lnTo>
                    <a:pt x="6837" y="1418"/>
                  </a:lnTo>
                  <a:cubicBezTo>
                    <a:pt x="7593" y="1418"/>
                    <a:pt x="8318" y="1135"/>
                    <a:pt x="8822" y="631"/>
                  </a:cubicBezTo>
                  <a:cubicBezTo>
                    <a:pt x="9043" y="379"/>
                    <a:pt x="8948" y="0"/>
                    <a:pt x="860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4" name="Google Shape;8336;p67">
            <a:extLst>
              <a:ext uri="{FF2B5EF4-FFF2-40B4-BE49-F238E27FC236}">
                <a16:creationId xmlns:a16="http://schemas.microsoft.com/office/drawing/2014/main" id="{775D86FA-11E7-F56C-43F8-4D5CDF65DDBC}"/>
              </a:ext>
            </a:extLst>
          </p:cNvPr>
          <p:cNvGrpSpPr/>
          <p:nvPr/>
        </p:nvGrpSpPr>
        <p:grpSpPr>
          <a:xfrm>
            <a:off x="14444750" y="8992043"/>
            <a:ext cx="916286" cy="918727"/>
            <a:chOff x="-46409700" y="3569100"/>
            <a:chExt cx="300100" cy="300900"/>
          </a:xfrm>
          <a:solidFill>
            <a:srgbClr val="555559"/>
          </a:solidFill>
        </p:grpSpPr>
        <p:sp>
          <p:nvSpPr>
            <p:cNvPr id="1229" name="Google Shape;8337;p67">
              <a:extLst>
                <a:ext uri="{FF2B5EF4-FFF2-40B4-BE49-F238E27FC236}">
                  <a16:creationId xmlns:a16="http://schemas.microsoft.com/office/drawing/2014/main" id="{E0A51BC8-9382-B82C-50AC-EBB3D40AF75C}"/>
                </a:ext>
              </a:extLst>
            </p:cNvPr>
            <p:cNvSpPr/>
            <p:nvPr/>
          </p:nvSpPr>
          <p:spPr>
            <a:xfrm>
              <a:off x="-46234850" y="3569100"/>
              <a:ext cx="18125" cy="52800"/>
            </a:xfrm>
            <a:custGeom>
              <a:avLst/>
              <a:gdLst/>
              <a:ahLst/>
              <a:cxnLst/>
              <a:rect l="l" t="t" r="r" b="b"/>
              <a:pathLst>
                <a:path w="725" h="2112" extrusionOk="0">
                  <a:moveTo>
                    <a:pt x="0" y="1"/>
                  </a:moveTo>
                  <a:lnTo>
                    <a:pt x="0" y="2111"/>
                  </a:lnTo>
                  <a:lnTo>
                    <a:pt x="725" y="2111"/>
                  </a:lnTo>
                  <a:lnTo>
                    <a:pt x="725"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8338;p67">
              <a:extLst>
                <a:ext uri="{FF2B5EF4-FFF2-40B4-BE49-F238E27FC236}">
                  <a16:creationId xmlns:a16="http://schemas.microsoft.com/office/drawing/2014/main" id="{EE05160E-6424-BFE0-97A5-E39D2CF3AD7D}"/>
                </a:ext>
              </a:extLst>
            </p:cNvPr>
            <p:cNvSpPr/>
            <p:nvPr/>
          </p:nvSpPr>
          <p:spPr>
            <a:xfrm>
              <a:off x="-46270300" y="3745525"/>
              <a:ext cx="18150" cy="17350"/>
            </a:xfrm>
            <a:custGeom>
              <a:avLst/>
              <a:gdLst/>
              <a:ahLst/>
              <a:cxnLst/>
              <a:rect l="l" t="t" r="r" b="b"/>
              <a:pathLst>
                <a:path w="726" h="694" extrusionOk="0">
                  <a:moveTo>
                    <a:pt x="347" y="1"/>
                  </a:moveTo>
                  <a:cubicBezTo>
                    <a:pt x="158" y="1"/>
                    <a:pt x="1" y="158"/>
                    <a:pt x="1" y="347"/>
                  </a:cubicBezTo>
                  <a:cubicBezTo>
                    <a:pt x="1" y="536"/>
                    <a:pt x="158" y="694"/>
                    <a:pt x="347" y="694"/>
                  </a:cubicBezTo>
                  <a:cubicBezTo>
                    <a:pt x="568" y="694"/>
                    <a:pt x="725" y="536"/>
                    <a:pt x="725" y="347"/>
                  </a:cubicBezTo>
                  <a:cubicBezTo>
                    <a:pt x="725" y="158"/>
                    <a:pt x="568"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8339;p67">
              <a:extLst>
                <a:ext uri="{FF2B5EF4-FFF2-40B4-BE49-F238E27FC236}">
                  <a16:creationId xmlns:a16="http://schemas.microsoft.com/office/drawing/2014/main" id="{FB21805A-7295-D470-63AA-52069C0E412F}"/>
                </a:ext>
              </a:extLst>
            </p:cNvPr>
            <p:cNvSpPr/>
            <p:nvPr/>
          </p:nvSpPr>
          <p:spPr>
            <a:xfrm>
              <a:off x="-46305750" y="3710875"/>
              <a:ext cx="89025" cy="88225"/>
            </a:xfrm>
            <a:custGeom>
              <a:avLst/>
              <a:gdLst/>
              <a:ahLst/>
              <a:cxnLst/>
              <a:rect l="l" t="t" r="r" b="b"/>
              <a:pathLst>
                <a:path w="3561" h="3529" extrusionOk="0">
                  <a:moveTo>
                    <a:pt x="1765" y="662"/>
                  </a:moveTo>
                  <a:cubicBezTo>
                    <a:pt x="2364" y="662"/>
                    <a:pt x="2836" y="1135"/>
                    <a:pt x="2836" y="1733"/>
                  </a:cubicBezTo>
                  <a:cubicBezTo>
                    <a:pt x="2836" y="2332"/>
                    <a:pt x="2364" y="2804"/>
                    <a:pt x="1765" y="2804"/>
                  </a:cubicBezTo>
                  <a:cubicBezTo>
                    <a:pt x="1198" y="2804"/>
                    <a:pt x="725" y="2332"/>
                    <a:pt x="725" y="1733"/>
                  </a:cubicBezTo>
                  <a:cubicBezTo>
                    <a:pt x="725" y="1135"/>
                    <a:pt x="1198" y="662"/>
                    <a:pt x="1765" y="662"/>
                  </a:cubicBezTo>
                  <a:close/>
                  <a:moveTo>
                    <a:pt x="1765" y="0"/>
                  </a:moveTo>
                  <a:cubicBezTo>
                    <a:pt x="788" y="0"/>
                    <a:pt x="1" y="788"/>
                    <a:pt x="1" y="1765"/>
                  </a:cubicBezTo>
                  <a:cubicBezTo>
                    <a:pt x="1" y="2741"/>
                    <a:pt x="788" y="3529"/>
                    <a:pt x="1765" y="3529"/>
                  </a:cubicBezTo>
                  <a:cubicBezTo>
                    <a:pt x="2773" y="3529"/>
                    <a:pt x="3561" y="2741"/>
                    <a:pt x="3561" y="1765"/>
                  </a:cubicBezTo>
                  <a:cubicBezTo>
                    <a:pt x="3561" y="788"/>
                    <a:pt x="2773" y="0"/>
                    <a:pt x="17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8340;p67">
              <a:extLst>
                <a:ext uri="{FF2B5EF4-FFF2-40B4-BE49-F238E27FC236}">
                  <a16:creationId xmlns:a16="http://schemas.microsoft.com/office/drawing/2014/main" id="{54D2618E-9BAB-A156-5C86-3F9B6C7D9404}"/>
                </a:ext>
              </a:extLst>
            </p:cNvPr>
            <p:cNvSpPr/>
            <p:nvPr/>
          </p:nvSpPr>
          <p:spPr>
            <a:xfrm>
              <a:off x="-46409700" y="3569900"/>
              <a:ext cx="300100" cy="300100"/>
            </a:xfrm>
            <a:custGeom>
              <a:avLst/>
              <a:gdLst/>
              <a:ahLst/>
              <a:cxnLst/>
              <a:rect l="l" t="t" r="r" b="b"/>
              <a:pathLst>
                <a:path w="12004" h="12004" extrusionOk="0">
                  <a:moveTo>
                    <a:pt x="5923" y="4978"/>
                  </a:moveTo>
                  <a:cubicBezTo>
                    <a:pt x="7278" y="4978"/>
                    <a:pt x="8381" y="6081"/>
                    <a:pt x="8381" y="7404"/>
                  </a:cubicBezTo>
                  <a:cubicBezTo>
                    <a:pt x="8412" y="8758"/>
                    <a:pt x="7309" y="9830"/>
                    <a:pt x="5923" y="9830"/>
                  </a:cubicBezTo>
                  <a:cubicBezTo>
                    <a:pt x="4600" y="9830"/>
                    <a:pt x="3497" y="8727"/>
                    <a:pt x="3497" y="7404"/>
                  </a:cubicBezTo>
                  <a:cubicBezTo>
                    <a:pt x="3497" y="6081"/>
                    <a:pt x="4600" y="4978"/>
                    <a:pt x="5923" y="4978"/>
                  </a:cubicBezTo>
                  <a:close/>
                  <a:moveTo>
                    <a:pt x="2426" y="9861"/>
                  </a:moveTo>
                  <a:cubicBezTo>
                    <a:pt x="2647" y="9861"/>
                    <a:pt x="2773" y="10019"/>
                    <a:pt x="2773" y="10208"/>
                  </a:cubicBezTo>
                  <a:cubicBezTo>
                    <a:pt x="2773" y="10397"/>
                    <a:pt x="2647" y="10554"/>
                    <a:pt x="2426" y="10554"/>
                  </a:cubicBezTo>
                  <a:lnTo>
                    <a:pt x="1733" y="10554"/>
                  </a:lnTo>
                  <a:cubicBezTo>
                    <a:pt x="1512" y="10554"/>
                    <a:pt x="1386" y="10397"/>
                    <a:pt x="1386" y="10208"/>
                  </a:cubicBezTo>
                  <a:cubicBezTo>
                    <a:pt x="1386" y="10019"/>
                    <a:pt x="1512" y="9861"/>
                    <a:pt x="1733" y="9861"/>
                  </a:cubicBezTo>
                  <a:close/>
                  <a:moveTo>
                    <a:pt x="347" y="0"/>
                  </a:moveTo>
                  <a:cubicBezTo>
                    <a:pt x="158" y="0"/>
                    <a:pt x="0" y="158"/>
                    <a:pt x="0" y="347"/>
                  </a:cubicBezTo>
                  <a:lnTo>
                    <a:pt x="0" y="11657"/>
                  </a:lnTo>
                  <a:cubicBezTo>
                    <a:pt x="0" y="11846"/>
                    <a:pt x="158" y="12003"/>
                    <a:pt x="347" y="12003"/>
                  </a:cubicBezTo>
                  <a:lnTo>
                    <a:pt x="11657" y="12003"/>
                  </a:lnTo>
                  <a:cubicBezTo>
                    <a:pt x="11846" y="12003"/>
                    <a:pt x="12004" y="11846"/>
                    <a:pt x="12004" y="11657"/>
                  </a:cubicBezTo>
                  <a:lnTo>
                    <a:pt x="12004" y="2489"/>
                  </a:lnTo>
                  <a:cubicBezTo>
                    <a:pt x="11909" y="2331"/>
                    <a:pt x="11878" y="2237"/>
                    <a:pt x="11846" y="2205"/>
                  </a:cubicBezTo>
                  <a:lnTo>
                    <a:pt x="9830" y="189"/>
                  </a:lnTo>
                  <a:lnTo>
                    <a:pt x="9830" y="3875"/>
                  </a:lnTo>
                  <a:cubicBezTo>
                    <a:pt x="9830" y="4064"/>
                    <a:pt x="9672" y="4222"/>
                    <a:pt x="9483" y="4222"/>
                  </a:cubicBezTo>
                  <a:lnTo>
                    <a:pt x="2458" y="4222"/>
                  </a:lnTo>
                  <a:cubicBezTo>
                    <a:pt x="2269" y="4222"/>
                    <a:pt x="2111" y="4064"/>
                    <a:pt x="2111" y="3875"/>
                  </a:cubicBezTo>
                  <a:lnTo>
                    <a:pt x="211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8341;p67">
              <a:extLst>
                <a:ext uri="{FF2B5EF4-FFF2-40B4-BE49-F238E27FC236}">
                  <a16:creationId xmlns:a16="http://schemas.microsoft.com/office/drawing/2014/main" id="{24DC5E83-C68D-4003-289C-3B938AD160E3}"/>
                </a:ext>
              </a:extLst>
            </p:cNvPr>
            <p:cNvSpPr/>
            <p:nvPr/>
          </p:nvSpPr>
          <p:spPr>
            <a:xfrm>
              <a:off x="-46341175" y="3569100"/>
              <a:ext cx="159125" cy="87450"/>
            </a:xfrm>
            <a:custGeom>
              <a:avLst/>
              <a:gdLst/>
              <a:ahLst/>
              <a:cxnLst/>
              <a:rect l="l" t="t" r="r" b="b"/>
              <a:pathLst>
                <a:path w="6365" h="3498" extrusionOk="0">
                  <a:moveTo>
                    <a:pt x="0" y="1"/>
                  </a:moveTo>
                  <a:lnTo>
                    <a:pt x="0" y="3498"/>
                  </a:lnTo>
                  <a:lnTo>
                    <a:pt x="6364" y="3498"/>
                  </a:lnTo>
                  <a:lnTo>
                    <a:pt x="6364" y="1"/>
                  </a:lnTo>
                  <a:lnTo>
                    <a:pt x="5640" y="1"/>
                  </a:lnTo>
                  <a:lnTo>
                    <a:pt x="5640" y="2426"/>
                  </a:lnTo>
                  <a:cubicBezTo>
                    <a:pt x="5640" y="2647"/>
                    <a:pt x="5482" y="2773"/>
                    <a:pt x="5293" y="2773"/>
                  </a:cubicBezTo>
                  <a:lnTo>
                    <a:pt x="3875" y="2773"/>
                  </a:lnTo>
                  <a:cubicBezTo>
                    <a:pt x="3655" y="2773"/>
                    <a:pt x="3497" y="2647"/>
                    <a:pt x="3497" y="2426"/>
                  </a:cubicBezTo>
                  <a:lnTo>
                    <a:pt x="3497"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5" name="Google Shape;8342;p67">
            <a:extLst>
              <a:ext uri="{FF2B5EF4-FFF2-40B4-BE49-F238E27FC236}">
                <a16:creationId xmlns:a16="http://schemas.microsoft.com/office/drawing/2014/main" id="{DC142356-268D-4313-5AC5-956E3F39ABB7}"/>
              </a:ext>
            </a:extLst>
          </p:cNvPr>
          <p:cNvGrpSpPr/>
          <p:nvPr/>
        </p:nvGrpSpPr>
        <p:grpSpPr>
          <a:xfrm>
            <a:off x="14413494" y="10115109"/>
            <a:ext cx="978801" cy="923537"/>
            <a:chOff x="-46422300" y="3936925"/>
            <a:chExt cx="320575" cy="302475"/>
          </a:xfrm>
          <a:solidFill>
            <a:srgbClr val="555559"/>
          </a:solidFill>
        </p:grpSpPr>
        <p:sp>
          <p:nvSpPr>
            <p:cNvPr id="1227" name="Google Shape;8343;p67">
              <a:extLst>
                <a:ext uri="{FF2B5EF4-FFF2-40B4-BE49-F238E27FC236}">
                  <a16:creationId xmlns:a16="http://schemas.microsoft.com/office/drawing/2014/main" id="{040E41DD-465E-F11B-23AD-62BC4B7767AB}"/>
                </a:ext>
              </a:extLst>
            </p:cNvPr>
            <p:cNvSpPr/>
            <p:nvPr/>
          </p:nvSpPr>
          <p:spPr>
            <a:xfrm>
              <a:off x="-46254550" y="3936925"/>
              <a:ext cx="152825" cy="300900"/>
            </a:xfrm>
            <a:custGeom>
              <a:avLst/>
              <a:gdLst/>
              <a:ahLst/>
              <a:cxnLst/>
              <a:rect l="l" t="t" r="r" b="b"/>
              <a:pathLst>
                <a:path w="6113" h="12036" extrusionOk="0">
                  <a:moveTo>
                    <a:pt x="1418" y="0"/>
                  </a:moveTo>
                  <a:cubicBezTo>
                    <a:pt x="631" y="0"/>
                    <a:pt x="1" y="630"/>
                    <a:pt x="1" y="1418"/>
                  </a:cubicBezTo>
                  <a:lnTo>
                    <a:pt x="1" y="10617"/>
                  </a:lnTo>
                  <a:cubicBezTo>
                    <a:pt x="1" y="11405"/>
                    <a:pt x="631" y="12035"/>
                    <a:pt x="1418" y="12035"/>
                  </a:cubicBezTo>
                  <a:cubicBezTo>
                    <a:pt x="2332" y="12035"/>
                    <a:pt x="3120" y="11405"/>
                    <a:pt x="3403" y="10554"/>
                  </a:cubicBezTo>
                  <a:lnTo>
                    <a:pt x="3403" y="10554"/>
                  </a:lnTo>
                  <a:cubicBezTo>
                    <a:pt x="3309" y="10554"/>
                    <a:pt x="3246" y="10617"/>
                    <a:pt x="3151" y="10617"/>
                  </a:cubicBezTo>
                  <a:cubicBezTo>
                    <a:pt x="2332" y="10617"/>
                    <a:pt x="1513" y="10302"/>
                    <a:pt x="914" y="9672"/>
                  </a:cubicBezTo>
                  <a:cubicBezTo>
                    <a:pt x="788" y="9546"/>
                    <a:pt x="788" y="9294"/>
                    <a:pt x="914" y="9137"/>
                  </a:cubicBezTo>
                  <a:cubicBezTo>
                    <a:pt x="1024" y="9095"/>
                    <a:pt x="1128" y="9072"/>
                    <a:pt x="1221" y="9072"/>
                  </a:cubicBezTo>
                  <a:cubicBezTo>
                    <a:pt x="1341" y="9072"/>
                    <a:pt x="1442" y="9111"/>
                    <a:pt x="1513" y="9200"/>
                  </a:cubicBezTo>
                  <a:cubicBezTo>
                    <a:pt x="1998" y="9685"/>
                    <a:pt x="2614" y="9906"/>
                    <a:pt x="3224" y="9906"/>
                  </a:cubicBezTo>
                  <a:cubicBezTo>
                    <a:pt x="4477" y="9906"/>
                    <a:pt x="5703" y="8971"/>
                    <a:pt x="5703" y="7467"/>
                  </a:cubicBezTo>
                  <a:cubicBezTo>
                    <a:pt x="5703" y="7215"/>
                    <a:pt x="5672" y="6994"/>
                    <a:pt x="5609" y="6742"/>
                  </a:cubicBezTo>
                  <a:cubicBezTo>
                    <a:pt x="5010" y="7372"/>
                    <a:pt x="4191" y="7814"/>
                    <a:pt x="3246" y="7814"/>
                  </a:cubicBezTo>
                  <a:cubicBezTo>
                    <a:pt x="3025" y="7814"/>
                    <a:pt x="2868" y="7656"/>
                    <a:pt x="2868" y="7467"/>
                  </a:cubicBezTo>
                  <a:cubicBezTo>
                    <a:pt x="2868" y="7246"/>
                    <a:pt x="3025" y="7089"/>
                    <a:pt x="3246" y="7089"/>
                  </a:cubicBezTo>
                  <a:cubicBezTo>
                    <a:pt x="4065" y="7089"/>
                    <a:pt x="4821" y="6679"/>
                    <a:pt x="5231" y="6049"/>
                  </a:cubicBezTo>
                  <a:cubicBezTo>
                    <a:pt x="6113" y="4789"/>
                    <a:pt x="5640" y="3088"/>
                    <a:pt x="4254" y="2426"/>
                  </a:cubicBezTo>
                  <a:cubicBezTo>
                    <a:pt x="4128" y="3844"/>
                    <a:pt x="2931" y="4978"/>
                    <a:pt x="1450" y="4978"/>
                  </a:cubicBezTo>
                  <a:cubicBezTo>
                    <a:pt x="1261" y="4978"/>
                    <a:pt x="1103" y="4821"/>
                    <a:pt x="1103" y="4632"/>
                  </a:cubicBezTo>
                  <a:cubicBezTo>
                    <a:pt x="1103" y="4411"/>
                    <a:pt x="1261" y="4253"/>
                    <a:pt x="1450" y="4253"/>
                  </a:cubicBezTo>
                  <a:cubicBezTo>
                    <a:pt x="2616" y="4253"/>
                    <a:pt x="3561" y="3308"/>
                    <a:pt x="3561" y="2174"/>
                  </a:cubicBezTo>
                  <a:lnTo>
                    <a:pt x="3561" y="2143"/>
                  </a:lnTo>
                  <a:cubicBezTo>
                    <a:pt x="3561" y="945"/>
                    <a:pt x="2616" y="0"/>
                    <a:pt x="141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8344;p67">
              <a:extLst>
                <a:ext uri="{FF2B5EF4-FFF2-40B4-BE49-F238E27FC236}">
                  <a16:creationId xmlns:a16="http://schemas.microsoft.com/office/drawing/2014/main" id="{5988BC3A-7C1C-2FC5-A47F-5D09422979F0}"/>
                </a:ext>
              </a:extLst>
            </p:cNvPr>
            <p:cNvSpPr/>
            <p:nvPr/>
          </p:nvSpPr>
          <p:spPr>
            <a:xfrm>
              <a:off x="-46422300" y="3938500"/>
              <a:ext cx="152025" cy="300900"/>
            </a:xfrm>
            <a:custGeom>
              <a:avLst/>
              <a:gdLst/>
              <a:ahLst/>
              <a:cxnLst/>
              <a:rect l="l" t="t" r="r" b="b"/>
              <a:pathLst>
                <a:path w="6081" h="12036" extrusionOk="0">
                  <a:moveTo>
                    <a:pt x="4726" y="0"/>
                  </a:moveTo>
                  <a:cubicBezTo>
                    <a:pt x="3529" y="0"/>
                    <a:pt x="2584" y="977"/>
                    <a:pt x="2584" y="2111"/>
                  </a:cubicBezTo>
                  <a:lnTo>
                    <a:pt x="2584" y="2143"/>
                  </a:lnTo>
                  <a:cubicBezTo>
                    <a:pt x="2584" y="3308"/>
                    <a:pt x="3529" y="4253"/>
                    <a:pt x="4663" y="4253"/>
                  </a:cubicBezTo>
                  <a:cubicBezTo>
                    <a:pt x="4883" y="4253"/>
                    <a:pt x="5041" y="4411"/>
                    <a:pt x="5041" y="4600"/>
                  </a:cubicBezTo>
                  <a:cubicBezTo>
                    <a:pt x="5041" y="4789"/>
                    <a:pt x="4883" y="4947"/>
                    <a:pt x="4663" y="4947"/>
                  </a:cubicBezTo>
                  <a:cubicBezTo>
                    <a:pt x="3214" y="4947"/>
                    <a:pt x="2048" y="3812"/>
                    <a:pt x="1890" y="2395"/>
                  </a:cubicBezTo>
                  <a:cubicBezTo>
                    <a:pt x="441" y="3056"/>
                    <a:pt x="0" y="4758"/>
                    <a:pt x="882" y="6018"/>
                  </a:cubicBezTo>
                  <a:cubicBezTo>
                    <a:pt x="1323" y="6648"/>
                    <a:pt x="2111" y="7057"/>
                    <a:pt x="2930" y="7057"/>
                  </a:cubicBezTo>
                  <a:cubicBezTo>
                    <a:pt x="3151" y="7057"/>
                    <a:pt x="3277" y="7215"/>
                    <a:pt x="3277" y="7435"/>
                  </a:cubicBezTo>
                  <a:cubicBezTo>
                    <a:pt x="3277" y="7625"/>
                    <a:pt x="3151" y="7782"/>
                    <a:pt x="2930" y="7782"/>
                  </a:cubicBezTo>
                  <a:cubicBezTo>
                    <a:pt x="1985" y="7782"/>
                    <a:pt x="1166" y="7341"/>
                    <a:pt x="567" y="6711"/>
                  </a:cubicBezTo>
                  <a:cubicBezTo>
                    <a:pt x="504" y="6963"/>
                    <a:pt x="441" y="7183"/>
                    <a:pt x="441" y="7435"/>
                  </a:cubicBezTo>
                  <a:cubicBezTo>
                    <a:pt x="441" y="8940"/>
                    <a:pt x="1695" y="9874"/>
                    <a:pt x="2958" y="9874"/>
                  </a:cubicBezTo>
                  <a:cubicBezTo>
                    <a:pt x="3572" y="9874"/>
                    <a:pt x="4188" y="9653"/>
                    <a:pt x="4663" y="9168"/>
                  </a:cubicBezTo>
                  <a:cubicBezTo>
                    <a:pt x="4726" y="9105"/>
                    <a:pt x="4813" y="9074"/>
                    <a:pt x="4903" y="9074"/>
                  </a:cubicBezTo>
                  <a:cubicBezTo>
                    <a:pt x="4994" y="9074"/>
                    <a:pt x="5088" y="9105"/>
                    <a:pt x="5167" y="9168"/>
                  </a:cubicBezTo>
                  <a:cubicBezTo>
                    <a:pt x="5293" y="9263"/>
                    <a:pt x="5293" y="9515"/>
                    <a:pt x="5167" y="9672"/>
                  </a:cubicBezTo>
                  <a:cubicBezTo>
                    <a:pt x="4600" y="10271"/>
                    <a:pt x="3812" y="10617"/>
                    <a:pt x="2930" y="10617"/>
                  </a:cubicBezTo>
                  <a:cubicBezTo>
                    <a:pt x="2867" y="10617"/>
                    <a:pt x="2773" y="10617"/>
                    <a:pt x="2710" y="10586"/>
                  </a:cubicBezTo>
                  <a:lnTo>
                    <a:pt x="2710" y="10586"/>
                  </a:lnTo>
                  <a:cubicBezTo>
                    <a:pt x="2962" y="11405"/>
                    <a:pt x="3749" y="12035"/>
                    <a:pt x="4663" y="12035"/>
                  </a:cubicBezTo>
                  <a:cubicBezTo>
                    <a:pt x="5450" y="12035"/>
                    <a:pt x="6081" y="11405"/>
                    <a:pt x="6081" y="10617"/>
                  </a:cubicBezTo>
                  <a:lnTo>
                    <a:pt x="6081" y="1450"/>
                  </a:lnTo>
                  <a:cubicBezTo>
                    <a:pt x="6081" y="599"/>
                    <a:pt x="5450" y="0"/>
                    <a:pt x="472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6" name="Google Shape;8345;p67">
            <a:extLst>
              <a:ext uri="{FF2B5EF4-FFF2-40B4-BE49-F238E27FC236}">
                <a16:creationId xmlns:a16="http://schemas.microsoft.com/office/drawing/2014/main" id="{3A7FEF32-B8A3-7E5F-1228-1F86B83C71C2}"/>
              </a:ext>
            </a:extLst>
          </p:cNvPr>
          <p:cNvGrpSpPr/>
          <p:nvPr/>
        </p:nvGrpSpPr>
        <p:grpSpPr>
          <a:xfrm>
            <a:off x="18998236" y="8965633"/>
            <a:ext cx="918727" cy="916286"/>
            <a:chOff x="-44914800" y="3560450"/>
            <a:chExt cx="300900" cy="300100"/>
          </a:xfrm>
          <a:solidFill>
            <a:srgbClr val="555559"/>
          </a:solidFill>
        </p:grpSpPr>
        <p:sp>
          <p:nvSpPr>
            <p:cNvPr id="1222" name="Google Shape;8346;p67">
              <a:extLst>
                <a:ext uri="{FF2B5EF4-FFF2-40B4-BE49-F238E27FC236}">
                  <a16:creationId xmlns:a16="http://schemas.microsoft.com/office/drawing/2014/main" id="{663971BB-EE56-B4FB-12D3-776404F55203}"/>
                </a:ext>
              </a:extLst>
            </p:cNvPr>
            <p:cNvSpPr/>
            <p:nvPr/>
          </p:nvSpPr>
          <p:spPr>
            <a:xfrm>
              <a:off x="-44914800" y="3560450"/>
              <a:ext cx="300900" cy="300100"/>
            </a:xfrm>
            <a:custGeom>
              <a:avLst/>
              <a:gdLst/>
              <a:ahLst/>
              <a:cxnLst/>
              <a:rect l="l" t="t" r="r" b="b"/>
              <a:pathLst>
                <a:path w="12036" h="12004" extrusionOk="0">
                  <a:moveTo>
                    <a:pt x="9893" y="1418"/>
                  </a:moveTo>
                  <a:lnTo>
                    <a:pt x="9893" y="1764"/>
                  </a:lnTo>
                  <a:cubicBezTo>
                    <a:pt x="9893" y="1953"/>
                    <a:pt x="10051" y="2111"/>
                    <a:pt x="10240" y="2111"/>
                  </a:cubicBezTo>
                  <a:lnTo>
                    <a:pt x="10618" y="2111"/>
                  </a:lnTo>
                  <a:lnTo>
                    <a:pt x="10618" y="9924"/>
                  </a:lnTo>
                  <a:lnTo>
                    <a:pt x="10240" y="9924"/>
                  </a:lnTo>
                  <a:cubicBezTo>
                    <a:pt x="10051" y="9924"/>
                    <a:pt x="9893" y="10082"/>
                    <a:pt x="9893" y="10271"/>
                  </a:cubicBezTo>
                  <a:lnTo>
                    <a:pt x="9893" y="10617"/>
                  </a:lnTo>
                  <a:lnTo>
                    <a:pt x="2143" y="10617"/>
                  </a:lnTo>
                  <a:lnTo>
                    <a:pt x="2143" y="10271"/>
                  </a:lnTo>
                  <a:cubicBezTo>
                    <a:pt x="2143" y="10082"/>
                    <a:pt x="1985" y="9924"/>
                    <a:pt x="1796" y="9924"/>
                  </a:cubicBezTo>
                  <a:lnTo>
                    <a:pt x="1450" y="9924"/>
                  </a:lnTo>
                  <a:lnTo>
                    <a:pt x="1450" y="2142"/>
                  </a:lnTo>
                  <a:lnTo>
                    <a:pt x="1796" y="2142"/>
                  </a:lnTo>
                  <a:cubicBezTo>
                    <a:pt x="1985" y="2142"/>
                    <a:pt x="2143" y="1985"/>
                    <a:pt x="2143" y="1796"/>
                  </a:cubicBezTo>
                  <a:lnTo>
                    <a:pt x="2143" y="1418"/>
                  </a:lnTo>
                  <a:close/>
                  <a:moveTo>
                    <a:pt x="379" y="0"/>
                  </a:moveTo>
                  <a:cubicBezTo>
                    <a:pt x="158" y="0"/>
                    <a:pt x="1" y="158"/>
                    <a:pt x="1" y="347"/>
                  </a:cubicBezTo>
                  <a:lnTo>
                    <a:pt x="1" y="1764"/>
                  </a:lnTo>
                  <a:cubicBezTo>
                    <a:pt x="1" y="1953"/>
                    <a:pt x="158" y="2111"/>
                    <a:pt x="379" y="2111"/>
                  </a:cubicBezTo>
                  <a:lnTo>
                    <a:pt x="725" y="2111"/>
                  </a:lnTo>
                  <a:lnTo>
                    <a:pt x="725" y="9861"/>
                  </a:lnTo>
                  <a:lnTo>
                    <a:pt x="379" y="9861"/>
                  </a:lnTo>
                  <a:cubicBezTo>
                    <a:pt x="158" y="9861"/>
                    <a:pt x="1" y="10019"/>
                    <a:pt x="1" y="10208"/>
                  </a:cubicBezTo>
                  <a:lnTo>
                    <a:pt x="1" y="11657"/>
                  </a:lnTo>
                  <a:cubicBezTo>
                    <a:pt x="1" y="11846"/>
                    <a:pt x="158" y="12003"/>
                    <a:pt x="379" y="12003"/>
                  </a:cubicBezTo>
                  <a:lnTo>
                    <a:pt x="1796" y="12003"/>
                  </a:lnTo>
                  <a:cubicBezTo>
                    <a:pt x="1985" y="12003"/>
                    <a:pt x="2143" y="11846"/>
                    <a:pt x="2143" y="11657"/>
                  </a:cubicBezTo>
                  <a:lnTo>
                    <a:pt x="2143" y="11279"/>
                  </a:lnTo>
                  <a:lnTo>
                    <a:pt x="9893" y="11279"/>
                  </a:lnTo>
                  <a:lnTo>
                    <a:pt x="9893" y="11657"/>
                  </a:lnTo>
                  <a:cubicBezTo>
                    <a:pt x="9893" y="11846"/>
                    <a:pt x="10051" y="12003"/>
                    <a:pt x="10240" y="12003"/>
                  </a:cubicBezTo>
                  <a:lnTo>
                    <a:pt x="11657" y="12003"/>
                  </a:lnTo>
                  <a:cubicBezTo>
                    <a:pt x="11878" y="12003"/>
                    <a:pt x="12036" y="11846"/>
                    <a:pt x="12036" y="11657"/>
                  </a:cubicBezTo>
                  <a:lnTo>
                    <a:pt x="12036" y="10208"/>
                  </a:lnTo>
                  <a:cubicBezTo>
                    <a:pt x="12036" y="10019"/>
                    <a:pt x="11878" y="9861"/>
                    <a:pt x="11657" y="9861"/>
                  </a:cubicBezTo>
                  <a:lnTo>
                    <a:pt x="11311" y="9861"/>
                  </a:lnTo>
                  <a:lnTo>
                    <a:pt x="11311" y="2111"/>
                  </a:lnTo>
                  <a:lnTo>
                    <a:pt x="11657" y="2111"/>
                  </a:lnTo>
                  <a:cubicBezTo>
                    <a:pt x="11878" y="2111"/>
                    <a:pt x="12036" y="1953"/>
                    <a:pt x="12036" y="1764"/>
                  </a:cubicBezTo>
                  <a:lnTo>
                    <a:pt x="12036" y="347"/>
                  </a:lnTo>
                  <a:cubicBezTo>
                    <a:pt x="12036" y="158"/>
                    <a:pt x="11878" y="0"/>
                    <a:pt x="11657" y="0"/>
                  </a:cubicBezTo>
                  <a:lnTo>
                    <a:pt x="10240" y="0"/>
                  </a:lnTo>
                  <a:cubicBezTo>
                    <a:pt x="10051" y="0"/>
                    <a:pt x="9893" y="158"/>
                    <a:pt x="9893" y="347"/>
                  </a:cubicBezTo>
                  <a:lnTo>
                    <a:pt x="9893" y="693"/>
                  </a:lnTo>
                  <a:lnTo>
                    <a:pt x="2143" y="693"/>
                  </a:lnTo>
                  <a:lnTo>
                    <a:pt x="2143" y="347"/>
                  </a:lnTo>
                  <a:cubicBezTo>
                    <a:pt x="2143" y="158"/>
                    <a:pt x="1985" y="0"/>
                    <a:pt x="179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8347;p67">
              <a:extLst>
                <a:ext uri="{FF2B5EF4-FFF2-40B4-BE49-F238E27FC236}">
                  <a16:creationId xmlns:a16="http://schemas.microsoft.com/office/drawing/2014/main" id="{A7E17461-BE7F-DA59-748E-83A60008034C}"/>
                </a:ext>
              </a:extLst>
            </p:cNvPr>
            <p:cNvSpPr/>
            <p:nvPr/>
          </p:nvSpPr>
          <p:spPr>
            <a:xfrm>
              <a:off x="-44861250" y="3632100"/>
              <a:ext cx="193800" cy="146525"/>
            </a:xfrm>
            <a:custGeom>
              <a:avLst/>
              <a:gdLst/>
              <a:ahLst/>
              <a:cxnLst/>
              <a:rect l="l" t="t" r="r" b="b"/>
              <a:pathLst>
                <a:path w="7752" h="5861" extrusionOk="0">
                  <a:moveTo>
                    <a:pt x="3845" y="1009"/>
                  </a:moveTo>
                  <a:cubicBezTo>
                    <a:pt x="4443" y="1009"/>
                    <a:pt x="4916" y="1482"/>
                    <a:pt x="4916" y="2080"/>
                  </a:cubicBezTo>
                  <a:cubicBezTo>
                    <a:pt x="4916" y="2679"/>
                    <a:pt x="4443" y="3151"/>
                    <a:pt x="3845" y="3151"/>
                  </a:cubicBezTo>
                  <a:cubicBezTo>
                    <a:pt x="3277" y="3151"/>
                    <a:pt x="2805" y="2679"/>
                    <a:pt x="2805" y="2080"/>
                  </a:cubicBezTo>
                  <a:cubicBezTo>
                    <a:pt x="2805" y="1482"/>
                    <a:pt x="3277" y="1009"/>
                    <a:pt x="3845" y="1009"/>
                  </a:cubicBezTo>
                  <a:close/>
                  <a:moveTo>
                    <a:pt x="348" y="1"/>
                  </a:moveTo>
                  <a:cubicBezTo>
                    <a:pt x="158" y="1"/>
                    <a:pt x="1" y="159"/>
                    <a:pt x="1" y="348"/>
                  </a:cubicBezTo>
                  <a:lnTo>
                    <a:pt x="1" y="5829"/>
                  </a:lnTo>
                  <a:lnTo>
                    <a:pt x="2206" y="3624"/>
                  </a:lnTo>
                  <a:cubicBezTo>
                    <a:pt x="2269" y="3561"/>
                    <a:pt x="2356" y="3530"/>
                    <a:pt x="2447" y="3530"/>
                  </a:cubicBezTo>
                  <a:cubicBezTo>
                    <a:pt x="2537" y="3530"/>
                    <a:pt x="2632" y="3561"/>
                    <a:pt x="2710" y="3624"/>
                  </a:cubicBezTo>
                  <a:lnTo>
                    <a:pt x="3939" y="4821"/>
                  </a:lnTo>
                  <a:lnTo>
                    <a:pt x="5042" y="3656"/>
                  </a:lnTo>
                  <a:cubicBezTo>
                    <a:pt x="5136" y="3561"/>
                    <a:pt x="5199" y="3530"/>
                    <a:pt x="5294" y="3530"/>
                  </a:cubicBezTo>
                  <a:cubicBezTo>
                    <a:pt x="5388" y="3530"/>
                    <a:pt x="5483" y="3561"/>
                    <a:pt x="5546" y="3656"/>
                  </a:cubicBezTo>
                  <a:lnTo>
                    <a:pt x="7751" y="5861"/>
                  </a:lnTo>
                  <a:lnTo>
                    <a:pt x="7751" y="379"/>
                  </a:lnTo>
                  <a:cubicBezTo>
                    <a:pt x="7720" y="159"/>
                    <a:pt x="7562" y="1"/>
                    <a:pt x="737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8348;p67">
              <a:extLst>
                <a:ext uri="{FF2B5EF4-FFF2-40B4-BE49-F238E27FC236}">
                  <a16:creationId xmlns:a16="http://schemas.microsoft.com/office/drawing/2014/main" id="{F51B5B69-796F-06E8-1641-CB6D72F29163}"/>
                </a:ext>
              </a:extLst>
            </p:cNvPr>
            <p:cNvSpPr/>
            <p:nvPr/>
          </p:nvSpPr>
          <p:spPr>
            <a:xfrm>
              <a:off x="-44773800" y="3675425"/>
              <a:ext cx="18125" cy="17350"/>
            </a:xfrm>
            <a:custGeom>
              <a:avLst/>
              <a:gdLst/>
              <a:ahLst/>
              <a:cxnLst/>
              <a:rect l="l" t="t" r="r" b="b"/>
              <a:pathLst>
                <a:path w="725" h="694" extrusionOk="0">
                  <a:moveTo>
                    <a:pt x="347" y="1"/>
                  </a:moveTo>
                  <a:cubicBezTo>
                    <a:pt x="158" y="1"/>
                    <a:pt x="0" y="158"/>
                    <a:pt x="0" y="347"/>
                  </a:cubicBezTo>
                  <a:cubicBezTo>
                    <a:pt x="0" y="536"/>
                    <a:pt x="158" y="694"/>
                    <a:pt x="347" y="694"/>
                  </a:cubicBezTo>
                  <a:cubicBezTo>
                    <a:pt x="567" y="694"/>
                    <a:pt x="725" y="536"/>
                    <a:pt x="725" y="347"/>
                  </a:cubicBezTo>
                  <a:cubicBezTo>
                    <a:pt x="725" y="158"/>
                    <a:pt x="567"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8349;p67">
              <a:extLst>
                <a:ext uri="{FF2B5EF4-FFF2-40B4-BE49-F238E27FC236}">
                  <a16:creationId xmlns:a16="http://schemas.microsoft.com/office/drawing/2014/main" id="{009CE222-DB33-6D07-54EC-ADAE00DEDBF7}"/>
                </a:ext>
              </a:extLst>
            </p:cNvPr>
            <p:cNvSpPr/>
            <p:nvPr/>
          </p:nvSpPr>
          <p:spPr>
            <a:xfrm>
              <a:off x="-44750975" y="3741600"/>
              <a:ext cx="70900" cy="48050"/>
            </a:xfrm>
            <a:custGeom>
              <a:avLst/>
              <a:gdLst/>
              <a:ahLst/>
              <a:cxnLst/>
              <a:rect l="l" t="t" r="r" b="b"/>
              <a:pathLst>
                <a:path w="2836" h="1922" extrusionOk="0">
                  <a:moveTo>
                    <a:pt x="883" y="0"/>
                  </a:moveTo>
                  <a:lnTo>
                    <a:pt x="1" y="945"/>
                  </a:lnTo>
                  <a:lnTo>
                    <a:pt x="1009" y="1922"/>
                  </a:lnTo>
                  <a:lnTo>
                    <a:pt x="2836" y="1922"/>
                  </a:lnTo>
                  <a:lnTo>
                    <a:pt x="883"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8350;p67">
              <a:extLst>
                <a:ext uri="{FF2B5EF4-FFF2-40B4-BE49-F238E27FC236}">
                  <a16:creationId xmlns:a16="http://schemas.microsoft.com/office/drawing/2014/main" id="{465DCA2D-1E07-1232-CDE7-9EED3F60AD97}"/>
                </a:ext>
              </a:extLst>
            </p:cNvPr>
            <p:cNvSpPr/>
            <p:nvPr/>
          </p:nvSpPr>
          <p:spPr>
            <a:xfrm>
              <a:off x="-44848625" y="3740025"/>
              <a:ext cx="97675" cy="49625"/>
            </a:xfrm>
            <a:custGeom>
              <a:avLst/>
              <a:gdLst/>
              <a:ahLst/>
              <a:cxnLst/>
              <a:rect l="l" t="t" r="r" b="b"/>
              <a:pathLst>
                <a:path w="3907" h="1985" extrusionOk="0">
                  <a:moveTo>
                    <a:pt x="1985" y="0"/>
                  </a:moveTo>
                  <a:lnTo>
                    <a:pt x="0" y="1985"/>
                  </a:lnTo>
                  <a:lnTo>
                    <a:pt x="3907" y="1985"/>
                  </a:lnTo>
                  <a:lnTo>
                    <a:pt x="1985"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7" name="Google Shape;8351;p67">
            <a:extLst>
              <a:ext uri="{FF2B5EF4-FFF2-40B4-BE49-F238E27FC236}">
                <a16:creationId xmlns:a16="http://schemas.microsoft.com/office/drawing/2014/main" id="{7D14DE06-E29C-1A70-FEB7-B99CC369A3FB}"/>
              </a:ext>
            </a:extLst>
          </p:cNvPr>
          <p:cNvGrpSpPr/>
          <p:nvPr/>
        </p:nvGrpSpPr>
        <p:grpSpPr>
          <a:xfrm>
            <a:off x="4192152" y="7814323"/>
            <a:ext cx="913842" cy="913309"/>
            <a:chOff x="-49764975" y="3183375"/>
            <a:chExt cx="299300" cy="299125"/>
          </a:xfrm>
          <a:solidFill>
            <a:srgbClr val="555559"/>
          </a:solidFill>
        </p:grpSpPr>
        <p:sp>
          <p:nvSpPr>
            <p:cNvPr id="1213" name="Google Shape;8352;p67">
              <a:extLst>
                <a:ext uri="{FF2B5EF4-FFF2-40B4-BE49-F238E27FC236}">
                  <a16:creationId xmlns:a16="http://schemas.microsoft.com/office/drawing/2014/main" id="{7DDB4093-BFD8-AA77-6CE2-E243DA11ECFB}"/>
                </a:ext>
              </a:extLst>
            </p:cNvPr>
            <p:cNvSpPr/>
            <p:nvPr/>
          </p:nvSpPr>
          <p:spPr>
            <a:xfrm>
              <a:off x="-49606675" y="3233575"/>
              <a:ext cx="70125" cy="103200"/>
            </a:xfrm>
            <a:custGeom>
              <a:avLst/>
              <a:gdLst/>
              <a:ahLst/>
              <a:cxnLst/>
              <a:rect l="l" t="t" r="r" b="b"/>
              <a:pathLst>
                <a:path w="2805" h="4128" extrusionOk="0">
                  <a:moveTo>
                    <a:pt x="2805" y="1"/>
                  </a:moveTo>
                  <a:lnTo>
                    <a:pt x="1" y="1355"/>
                  </a:lnTo>
                  <a:lnTo>
                    <a:pt x="1" y="4128"/>
                  </a:lnTo>
                  <a:lnTo>
                    <a:pt x="2805" y="2710"/>
                  </a:lnTo>
                  <a:lnTo>
                    <a:pt x="2805"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8353;p67">
              <a:extLst>
                <a:ext uri="{FF2B5EF4-FFF2-40B4-BE49-F238E27FC236}">
                  <a16:creationId xmlns:a16="http://schemas.microsoft.com/office/drawing/2014/main" id="{8882C786-E335-67DE-F5D5-8B3F4DA42575}"/>
                </a:ext>
              </a:extLst>
            </p:cNvPr>
            <p:cNvSpPr/>
            <p:nvPr/>
          </p:nvSpPr>
          <p:spPr>
            <a:xfrm>
              <a:off x="-49676775" y="3364325"/>
              <a:ext cx="52000" cy="118175"/>
            </a:xfrm>
            <a:custGeom>
              <a:avLst/>
              <a:gdLst/>
              <a:ahLst/>
              <a:cxnLst/>
              <a:rect l="l" t="t" r="r" b="b"/>
              <a:pathLst>
                <a:path w="2080" h="4727" extrusionOk="0">
                  <a:moveTo>
                    <a:pt x="2080" y="0"/>
                  </a:moveTo>
                  <a:lnTo>
                    <a:pt x="1" y="1072"/>
                  </a:lnTo>
                  <a:lnTo>
                    <a:pt x="1" y="4726"/>
                  </a:lnTo>
                  <a:lnTo>
                    <a:pt x="2080" y="3529"/>
                  </a:lnTo>
                  <a:lnTo>
                    <a:pt x="208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8354;p67">
              <a:extLst>
                <a:ext uri="{FF2B5EF4-FFF2-40B4-BE49-F238E27FC236}">
                  <a16:creationId xmlns:a16="http://schemas.microsoft.com/office/drawing/2014/main" id="{075154DC-C5A7-0EEF-5E27-95A8A8272F3E}"/>
                </a:ext>
              </a:extLst>
            </p:cNvPr>
            <p:cNvSpPr/>
            <p:nvPr/>
          </p:nvSpPr>
          <p:spPr>
            <a:xfrm>
              <a:off x="-49694100" y="3233575"/>
              <a:ext cx="69325" cy="103200"/>
            </a:xfrm>
            <a:custGeom>
              <a:avLst/>
              <a:gdLst/>
              <a:ahLst/>
              <a:cxnLst/>
              <a:rect l="l" t="t" r="r" b="b"/>
              <a:pathLst>
                <a:path w="2773" h="4128" extrusionOk="0">
                  <a:moveTo>
                    <a:pt x="1" y="1"/>
                  </a:moveTo>
                  <a:lnTo>
                    <a:pt x="1" y="2710"/>
                  </a:lnTo>
                  <a:lnTo>
                    <a:pt x="2773" y="4128"/>
                  </a:lnTo>
                  <a:lnTo>
                    <a:pt x="2773" y="1355"/>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8355;p67">
              <a:extLst>
                <a:ext uri="{FF2B5EF4-FFF2-40B4-BE49-F238E27FC236}">
                  <a16:creationId xmlns:a16="http://schemas.microsoft.com/office/drawing/2014/main" id="{0E9FCF4C-3A2F-9E01-0418-6C75FE300D9F}"/>
                </a:ext>
              </a:extLst>
            </p:cNvPr>
            <p:cNvSpPr/>
            <p:nvPr/>
          </p:nvSpPr>
          <p:spPr>
            <a:xfrm>
              <a:off x="-49756325" y="3314700"/>
              <a:ext cx="121325" cy="61450"/>
            </a:xfrm>
            <a:custGeom>
              <a:avLst/>
              <a:gdLst/>
              <a:ahLst/>
              <a:cxnLst/>
              <a:rect l="l" t="t" r="r" b="b"/>
              <a:pathLst>
                <a:path w="4853" h="2458" extrusionOk="0">
                  <a:moveTo>
                    <a:pt x="2048" y="1"/>
                  </a:moveTo>
                  <a:lnTo>
                    <a:pt x="1" y="1040"/>
                  </a:lnTo>
                  <a:lnTo>
                    <a:pt x="2836" y="2458"/>
                  </a:lnTo>
                  <a:lnTo>
                    <a:pt x="4852" y="1418"/>
                  </a:lnTo>
                  <a:lnTo>
                    <a:pt x="2048"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8356;p67">
              <a:extLst>
                <a:ext uri="{FF2B5EF4-FFF2-40B4-BE49-F238E27FC236}">
                  <a16:creationId xmlns:a16="http://schemas.microsoft.com/office/drawing/2014/main" id="{0F0F5637-A378-924E-C28A-1B8FA62766BD}"/>
                </a:ext>
              </a:extLst>
            </p:cNvPr>
            <p:cNvSpPr/>
            <p:nvPr/>
          </p:nvSpPr>
          <p:spPr>
            <a:xfrm>
              <a:off x="-49606675" y="3364325"/>
              <a:ext cx="52000" cy="118175"/>
            </a:xfrm>
            <a:custGeom>
              <a:avLst/>
              <a:gdLst/>
              <a:ahLst/>
              <a:cxnLst/>
              <a:rect l="l" t="t" r="r" b="b"/>
              <a:pathLst>
                <a:path w="2080" h="4727" extrusionOk="0">
                  <a:moveTo>
                    <a:pt x="1" y="0"/>
                  </a:moveTo>
                  <a:lnTo>
                    <a:pt x="1" y="3529"/>
                  </a:lnTo>
                  <a:lnTo>
                    <a:pt x="2080" y="4726"/>
                  </a:lnTo>
                  <a:lnTo>
                    <a:pt x="2080" y="1072"/>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8357;p67">
              <a:extLst>
                <a:ext uri="{FF2B5EF4-FFF2-40B4-BE49-F238E27FC236}">
                  <a16:creationId xmlns:a16="http://schemas.microsoft.com/office/drawing/2014/main" id="{5B010B16-0BB6-8B6C-7489-9D60EF3F3977}"/>
                </a:ext>
              </a:extLst>
            </p:cNvPr>
            <p:cNvSpPr/>
            <p:nvPr/>
          </p:nvSpPr>
          <p:spPr>
            <a:xfrm>
              <a:off x="-49595650" y="3314700"/>
              <a:ext cx="121325" cy="61450"/>
            </a:xfrm>
            <a:custGeom>
              <a:avLst/>
              <a:gdLst/>
              <a:ahLst/>
              <a:cxnLst/>
              <a:rect l="l" t="t" r="r" b="b"/>
              <a:pathLst>
                <a:path w="4853" h="2458" extrusionOk="0">
                  <a:moveTo>
                    <a:pt x="2773" y="1"/>
                  </a:moveTo>
                  <a:lnTo>
                    <a:pt x="1" y="1418"/>
                  </a:lnTo>
                  <a:lnTo>
                    <a:pt x="1985" y="2458"/>
                  </a:lnTo>
                  <a:lnTo>
                    <a:pt x="4852" y="1040"/>
                  </a:lnTo>
                  <a:lnTo>
                    <a:pt x="2773"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8358;p67">
              <a:extLst>
                <a:ext uri="{FF2B5EF4-FFF2-40B4-BE49-F238E27FC236}">
                  <a16:creationId xmlns:a16="http://schemas.microsoft.com/office/drawing/2014/main" id="{BEAE5406-A08C-3CC7-6FC7-0B2398B7775B}"/>
                </a:ext>
              </a:extLst>
            </p:cNvPr>
            <p:cNvSpPr/>
            <p:nvPr/>
          </p:nvSpPr>
          <p:spPr>
            <a:xfrm>
              <a:off x="-49764975" y="3355650"/>
              <a:ext cx="70100" cy="126850"/>
            </a:xfrm>
            <a:custGeom>
              <a:avLst/>
              <a:gdLst/>
              <a:ahLst/>
              <a:cxnLst/>
              <a:rect l="l" t="t" r="r" b="b"/>
              <a:pathLst>
                <a:path w="2804" h="5074" extrusionOk="0">
                  <a:moveTo>
                    <a:pt x="0" y="1"/>
                  </a:moveTo>
                  <a:lnTo>
                    <a:pt x="0" y="3309"/>
                  </a:lnTo>
                  <a:cubicBezTo>
                    <a:pt x="0" y="3403"/>
                    <a:pt x="63" y="3529"/>
                    <a:pt x="189" y="3624"/>
                  </a:cubicBezTo>
                  <a:lnTo>
                    <a:pt x="2804" y="5073"/>
                  </a:lnTo>
                  <a:lnTo>
                    <a:pt x="2804" y="1419"/>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8359;p67">
              <a:extLst>
                <a:ext uri="{FF2B5EF4-FFF2-40B4-BE49-F238E27FC236}">
                  <a16:creationId xmlns:a16="http://schemas.microsoft.com/office/drawing/2014/main" id="{EFF72E0D-474B-C741-DF49-9F74DB2442A2}"/>
                </a:ext>
              </a:extLst>
            </p:cNvPr>
            <p:cNvSpPr/>
            <p:nvPr/>
          </p:nvSpPr>
          <p:spPr>
            <a:xfrm>
              <a:off x="-49535775" y="3355650"/>
              <a:ext cx="70100" cy="126850"/>
            </a:xfrm>
            <a:custGeom>
              <a:avLst/>
              <a:gdLst/>
              <a:ahLst/>
              <a:cxnLst/>
              <a:rect l="l" t="t" r="r" b="b"/>
              <a:pathLst>
                <a:path w="2804" h="5074" extrusionOk="0">
                  <a:moveTo>
                    <a:pt x="2804" y="1"/>
                  </a:moveTo>
                  <a:lnTo>
                    <a:pt x="0" y="1419"/>
                  </a:lnTo>
                  <a:lnTo>
                    <a:pt x="0" y="5073"/>
                  </a:lnTo>
                  <a:lnTo>
                    <a:pt x="2583" y="3624"/>
                  </a:lnTo>
                  <a:cubicBezTo>
                    <a:pt x="2709" y="3529"/>
                    <a:pt x="2804" y="3403"/>
                    <a:pt x="2804" y="3309"/>
                  </a:cubicBezTo>
                  <a:lnTo>
                    <a:pt x="2804"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8360;p67">
              <a:extLst>
                <a:ext uri="{FF2B5EF4-FFF2-40B4-BE49-F238E27FC236}">
                  <a16:creationId xmlns:a16="http://schemas.microsoft.com/office/drawing/2014/main" id="{D3B6318E-22D9-842D-D90E-1DEFFFC6F760}"/>
                </a:ext>
              </a:extLst>
            </p:cNvPr>
            <p:cNvSpPr/>
            <p:nvPr/>
          </p:nvSpPr>
          <p:spPr>
            <a:xfrm>
              <a:off x="-49685425" y="3183375"/>
              <a:ext cx="140200" cy="69925"/>
            </a:xfrm>
            <a:custGeom>
              <a:avLst/>
              <a:gdLst/>
              <a:ahLst/>
              <a:cxnLst/>
              <a:rect l="l" t="t" r="r" b="b"/>
              <a:pathLst>
                <a:path w="5608" h="2797" extrusionOk="0">
                  <a:moveTo>
                    <a:pt x="2792" y="0"/>
                  </a:moveTo>
                  <a:cubicBezTo>
                    <a:pt x="2741" y="0"/>
                    <a:pt x="2694" y="8"/>
                    <a:pt x="2647" y="24"/>
                  </a:cubicBezTo>
                  <a:lnTo>
                    <a:pt x="0" y="1378"/>
                  </a:lnTo>
                  <a:lnTo>
                    <a:pt x="2804" y="2796"/>
                  </a:lnTo>
                  <a:lnTo>
                    <a:pt x="5608" y="1378"/>
                  </a:lnTo>
                  <a:lnTo>
                    <a:pt x="2962" y="24"/>
                  </a:lnTo>
                  <a:cubicBezTo>
                    <a:pt x="2899" y="8"/>
                    <a:pt x="2843" y="0"/>
                    <a:pt x="279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8" name="Google Shape;8361;p67">
            <a:extLst>
              <a:ext uri="{FF2B5EF4-FFF2-40B4-BE49-F238E27FC236}">
                <a16:creationId xmlns:a16="http://schemas.microsoft.com/office/drawing/2014/main" id="{19A3D844-DD31-8BDB-7634-201C65313915}"/>
              </a:ext>
            </a:extLst>
          </p:cNvPr>
          <p:cNvGrpSpPr/>
          <p:nvPr/>
        </p:nvGrpSpPr>
        <p:grpSpPr>
          <a:xfrm>
            <a:off x="4192152" y="8937466"/>
            <a:ext cx="913842" cy="917965"/>
            <a:chOff x="-49764975" y="3551225"/>
            <a:chExt cx="299300" cy="300650"/>
          </a:xfrm>
          <a:solidFill>
            <a:srgbClr val="555559"/>
          </a:solidFill>
        </p:grpSpPr>
        <p:sp>
          <p:nvSpPr>
            <p:cNvPr id="1202" name="Google Shape;8362;p67">
              <a:extLst>
                <a:ext uri="{FF2B5EF4-FFF2-40B4-BE49-F238E27FC236}">
                  <a16:creationId xmlns:a16="http://schemas.microsoft.com/office/drawing/2014/main" id="{C441B5A9-20EA-6679-7DE6-41A504C99226}"/>
                </a:ext>
              </a:extLst>
            </p:cNvPr>
            <p:cNvSpPr/>
            <p:nvPr/>
          </p:nvSpPr>
          <p:spPr>
            <a:xfrm>
              <a:off x="-49764975" y="3657325"/>
              <a:ext cx="35450" cy="18125"/>
            </a:xfrm>
            <a:custGeom>
              <a:avLst/>
              <a:gdLst/>
              <a:ahLst/>
              <a:cxnLst/>
              <a:rect l="l" t="t" r="r" b="b"/>
              <a:pathLst>
                <a:path w="1418" h="725" extrusionOk="0">
                  <a:moveTo>
                    <a:pt x="347" y="0"/>
                  </a:moveTo>
                  <a:cubicBezTo>
                    <a:pt x="158" y="0"/>
                    <a:pt x="0" y="158"/>
                    <a:pt x="0" y="378"/>
                  </a:cubicBezTo>
                  <a:cubicBezTo>
                    <a:pt x="0" y="567"/>
                    <a:pt x="158" y="725"/>
                    <a:pt x="347" y="725"/>
                  </a:cubicBezTo>
                  <a:lnTo>
                    <a:pt x="1040" y="725"/>
                  </a:lnTo>
                  <a:cubicBezTo>
                    <a:pt x="1260" y="725"/>
                    <a:pt x="1418" y="567"/>
                    <a:pt x="1418" y="378"/>
                  </a:cubicBezTo>
                  <a:cubicBezTo>
                    <a:pt x="1386" y="158"/>
                    <a:pt x="1197" y="0"/>
                    <a:pt x="104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8363;p67">
              <a:extLst>
                <a:ext uri="{FF2B5EF4-FFF2-40B4-BE49-F238E27FC236}">
                  <a16:creationId xmlns:a16="http://schemas.microsoft.com/office/drawing/2014/main" id="{375D34CB-DFEA-FCBA-4A2B-E2EBD4E664BC}"/>
                </a:ext>
              </a:extLst>
            </p:cNvPr>
            <p:cNvSpPr/>
            <p:nvPr/>
          </p:nvSpPr>
          <p:spPr>
            <a:xfrm>
              <a:off x="-49763400" y="3598250"/>
              <a:ext cx="31525" cy="29950"/>
            </a:xfrm>
            <a:custGeom>
              <a:avLst/>
              <a:gdLst/>
              <a:ahLst/>
              <a:cxnLst/>
              <a:rect l="l" t="t" r="r" b="b"/>
              <a:pathLst>
                <a:path w="1261" h="1198" extrusionOk="0">
                  <a:moveTo>
                    <a:pt x="390" y="0"/>
                  </a:moveTo>
                  <a:cubicBezTo>
                    <a:pt x="299" y="0"/>
                    <a:pt x="205" y="32"/>
                    <a:pt x="126" y="95"/>
                  </a:cubicBezTo>
                  <a:cubicBezTo>
                    <a:pt x="0" y="221"/>
                    <a:pt x="0" y="441"/>
                    <a:pt x="126" y="599"/>
                  </a:cubicBezTo>
                  <a:lnTo>
                    <a:pt x="630" y="1103"/>
                  </a:lnTo>
                  <a:cubicBezTo>
                    <a:pt x="693" y="1166"/>
                    <a:pt x="780" y="1197"/>
                    <a:pt x="870" y="1197"/>
                  </a:cubicBezTo>
                  <a:cubicBezTo>
                    <a:pt x="961" y="1197"/>
                    <a:pt x="1056" y="1166"/>
                    <a:pt x="1134" y="1103"/>
                  </a:cubicBezTo>
                  <a:cubicBezTo>
                    <a:pt x="1260" y="1008"/>
                    <a:pt x="1260" y="756"/>
                    <a:pt x="1134" y="599"/>
                  </a:cubicBezTo>
                  <a:lnTo>
                    <a:pt x="630" y="95"/>
                  </a:lnTo>
                  <a:cubicBezTo>
                    <a:pt x="567" y="32"/>
                    <a:pt x="481" y="0"/>
                    <a:pt x="3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8364;p67">
              <a:extLst>
                <a:ext uri="{FF2B5EF4-FFF2-40B4-BE49-F238E27FC236}">
                  <a16:creationId xmlns:a16="http://schemas.microsoft.com/office/drawing/2014/main" id="{F5D6D03A-4CB2-B1E5-C64A-518AF84BC2BC}"/>
                </a:ext>
              </a:extLst>
            </p:cNvPr>
            <p:cNvSpPr/>
            <p:nvPr/>
          </p:nvSpPr>
          <p:spPr>
            <a:xfrm>
              <a:off x="-49763400" y="3703975"/>
              <a:ext cx="31525" cy="30550"/>
            </a:xfrm>
            <a:custGeom>
              <a:avLst/>
              <a:gdLst/>
              <a:ahLst/>
              <a:cxnLst/>
              <a:rect l="l" t="t" r="r" b="b"/>
              <a:pathLst>
                <a:path w="1261" h="1222" extrusionOk="0">
                  <a:moveTo>
                    <a:pt x="882" y="1"/>
                  </a:moveTo>
                  <a:cubicBezTo>
                    <a:pt x="796" y="1"/>
                    <a:pt x="709" y="40"/>
                    <a:pt x="630" y="119"/>
                  </a:cubicBezTo>
                  <a:lnTo>
                    <a:pt x="126" y="623"/>
                  </a:lnTo>
                  <a:cubicBezTo>
                    <a:pt x="0" y="749"/>
                    <a:pt x="0" y="970"/>
                    <a:pt x="126" y="1127"/>
                  </a:cubicBezTo>
                  <a:cubicBezTo>
                    <a:pt x="189" y="1190"/>
                    <a:pt x="276" y="1222"/>
                    <a:pt x="366" y="1222"/>
                  </a:cubicBezTo>
                  <a:cubicBezTo>
                    <a:pt x="457" y="1222"/>
                    <a:pt x="551" y="1190"/>
                    <a:pt x="630" y="1127"/>
                  </a:cubicBezTo>
                  <a:lnTo>
                    <a:pt x="1134" y="623"/>
                  </a:lnTo>
                  <a:cubicBezTo>
                    <a:pt x="1260" y="497"/>
                    <a:pt x="1260" y="276"/>
                    <a:pt x="1134" y="119"/>
                  </a:cubicBezTo>
                  <a:cubicBezTo>
                    <a:pt x="1056" y="40"/>
                    <a:pt x="969" y="1"/>
                    <a:pt x="88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8365;p67">
              <a:extLst>
                <a:ext uri="{FF2B5EF4-FFF2-40B4-BE49-F238E27FC236}">
                  <a16:creationId xmlns:a16="http://schemas.microsoft.com/office/drawing/2014/main" id="{FB8F7BF0-E6EB-4561-FB7D-CD71CD621CF9}"/>
                </a:ext>
              </a:extLst>
            </p:cNvPr>
            <p:cNvSpPr/>
            <p:nvPr/>
          </p:nvSpPr>
          <p:spPr>
            <a:xfrm>
              <a:off x="-49501125" y="3657325"/>
              <a:ext cx="35450" cy="18125"/>
            </a:xfrm>
            <a:custGeom>
              <a:avLst/>
              <a:gdLst/>
              <a:ahLst/>
              <a:cxnLst/>
              <a:rect l="l" t="t" r="r" b="b"/>
              <a:pathLst>
                <a:path w="1418" h="725" extrusionOk="0">
                  <a:moveTo>
                    <a:pt x="347" y="0"/>
                  </a:moveTo>
                  <a:cubicBezTo>
                    <a:pt x="158" y="0"/>
                    <a:pt x="0" y="158"/>
                    <a:pt x="0" y="378"/>
                  </a:cubicBezTo>
                  <a:cubicBezTo>
                    <a:pt x="0" y="567"/>
                    <a:pt x="158" y="725"/>
                    <a:pt x="347" y="725"/>
                  </a:cubicBezTo>
                  <a:lnTo>
                    <a:pt x="1071" y="725"/>
                  </a:lnTo>
                  <a:cubicBezTo>
                    <a:pt x="1260" y="725"/>
                    <a:pt x="1418" y="567"/>
                    <a:pt x="1418" y="378"/>
                  </a:cubicBezTo>
                  <a:cubicBezTo>
                    <a:pt x="1418" y="158"/>
                    <a:pt x="1260" y="0"/>
                    <a:pt x="107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8366;p67">
              <a:extLst>
                <a:ext uri="{FF2B5EF4-FFF2-40B4-BE49-F238E27FC236}">
                  <a16:creationId xmlns:a16="http://schemas.microsoft.com/office/drawing/2014/main" id="{3227637C-68C8-B91D-D234-3D1E7BA10BB8}"/>
                </a:ext>
              </a:extLst>
            </p:cNvPr>
            <p:cNvSpPr/>
            <p:nvPr/>
          </p:nvSpPr>
          <p:spPr>
            <a:xfrm>
              <a:off x="-49499550" y="3598250"/>
              <a:ext cx="31525" cy="30550"/>
            </a:xfrm>
            <a:custGeom>
              <a:avLst/>
              <a:gdLst/>
              <a:ahLst/>
              <a:cxnLst/>
              <a:rect l="l" t="t" r="r" b="b"/>
              <a:pathLst>
                <a:path w="1261" h="1222" extrusionOk="0">
                  <a:moveTo>
                    <a:pt x="906" y="0"/>
                  </a:moveTo>
                  <a:cubicBezTo>
                    <a:pt x="812" y="0"/>
                    <a:pt x="709" y="32"/>
                    <a:pt x="630" y="95"/>
                  </a:cubicBezTo>
                  <a:lnTo>
                    <a:pt x="126" y="599"/>
                  </a:lnTo>
                  <a:cubicBezTo>
                    <a:pt x="0" y="725"/>
                    <a:pt x="0" y="945"/>
                    <a:pt x="126" y="1103"/>
                  </a:cubicBezTo>
                  <a:cubicBezTo>
                    <a:pt x="205" y="1182"/>
                    <a:pt x="292" y="1221"/>
                    <a:pt x="378" y="1221"/>
                  </a:cubicBezTo>
                  <a:cubicBezTo>
                    <a:pt x="465" y="1221"/>
                    <a:pt x="552" y="1182"/>
                    <a:pt x="630" y="1103"/>
                  </a:cubicBezTo>
                  <a:lnTo>
                    <a:pt x="1134" y="599"/>
                  </a:lnTo>
                  <a:cubicBezTo>
                    <a:pt x="1260" y="473"/>
                    <a:pt x="1260" y="252"/>
                    <a:pt x="1134" y="95"/>
                  </a:cubicBezTo>
                  <a:cubicBezTo>
                    <a:pt x="1087" y="32"/>
                    <a:pt x="1001" y="0"/>
                    <a:pt x="90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8367;p67">
              <a:extLst>
                <a:ext uri="{FF2B5EF4-FFF2-40B4-BE49-F238E27FC236}">
                  <a16:creationId xmlns:a16="http://schemas.microsoft.com/office/drawing/2014/main" id="{F345E79B-E34E-B4D8-1347-53B8494B5C9B}"/>
                </a:ext>
              </a:extLst>
            </p:cNvPr>
            <p:cNvSpPr/>
            <p:nvPr/>
          </p:nvSpPr>
          <p:spPr>
            <a:xfrm>
              <a:off x="-49499550" y="3704575"/>
              <a:ext cx="31525" cy="29950"/>
            </a:xfrm>
            <a:custGeom>
              <a:avLst/>
              <a:gdLst/>
              <a:ahLst/>
              <a:cxnLst/>
              <a:rect l="l" t="t" r="r" b="b"/>
              <a:pathLst>
                <a:path w="1261" h="1198" extrusionOk="0">
                  <a:moveTo>
                    <a:pt x="390" y="0"/>
                  </a:moveTo>
                  <a:cubicBezTo>
                    <a:pt x="300" y="0"/>
                    <a:pt x="205" y="32"/>
                    <a:pt x="126" y="95"/>
                  </a:cubicBezTo>
                  <a:cubicBezTo>
                    <a:pt x="0" y="221"/>
                    <a:pt x="0" y="441"/>
                    <a:pt x="126" y="599"/>
                  </a:cubicBezTo>
                  <a:lnTo>
                    <a:pt x="630" y="1103"/>
                  </a:lnTo>
                  <a:cubicBezTo>
                    <a:pt x="693" y="1166"/>
                    <a:pt x="780" y="1198"/>
                    <a:pt x="871" y="1198"/>
                  </a:cubicBezTo>
                  <a:cubicBezTo>
                    <a:pt x="961" y="1198"/>
                    <a:pt x="1056" y="1166"/>
                    <a:pt x="1134" y="1103"/>
                  </a:cubicBezTo>
                  <a:cubicBezTo>
                    <a:pt x="1260" y="1009"/>
                    <a:pt x="1260" y="757"/>
                    <a:pt x="1134" y="599"/>
                  </a:cubicBezTo>
                  <a:lnTo>
                    <a:pt x="630" y="95"/>
                  </a:lnTo>
                  <a:cubicBezTo>
                    <a:pt x="567" y="32"/>
                    <a:pt x="481" y="0"/>
                    <a:pt x="3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8368;p67">
              <a:extLst>
                <a:ext uri="{FF2B5EF4-FFF2-40B4-BE49-F238E27FC236}">
                  <a16:creationId xmlns:a16="http://schemas.microsoft.com/office/drawing/2014/main" id="{F0350299-BC9D-357D-CFD3-E1144427A71A}"/>
                </a:ext>
              </a:extLst>
            </p:cNvPr>
            <p:cNvSpPr/>
            <p:nvPr/>
          </p:nvSpPr>
          <p:spPr>
            <a:xfrm>
              <a:off x="-49725600" y="3551225"/>
              <a:ext cx="215050" cy="210875"/>
            </a:xfrm>
            <a:custGeom>
              <a:avLst/>
              <a:gdLst/>
              <a:ahLst/>
              <a:cxnLst/>
              <a:rect l="l" t="t" r="r" b="b"/>
              <a:pathLst>
                <a:path w="8602" h="8435" extrusionOk="0">
                  <a:moveTo>
                    <a:pt x="4354" y="0"/>
                  </a:moveTo>
                  <a:cubicBezTo>
                    <a:pt x="4070" y="0"/>
                    <a:pt x="3783" y="28"/>
                    <a:pt x="3497" y="86"/>
                  </a:cubicBezTo>
                  <a:cubicBezTo>
                    <a:pt x="1922" y="401"/>
                    <a:pt x="630" y="1724"/>
                    <a:pt x="252" y="3299"/>
                  </a:cubicBezTo>
                  <a:cubicBezTo>
                    <a:pt x="0" y="4654"/>
                    <a:pt x="347" y="6040"/>
                    <a:pt x="1261" y="7017"/>
                  </a:cubicBezTo>
                  <a:cubicBezTo>
                    <a:pt x="1607" y="7395"/>
                    <a:pt x="1828" y="7930"/>
                    <a:pt x="1922" y="8434"/>
                  </a:cubicBezTo>
                  <a:lnTo>
                    <a:pt x="3025" y="8434"/>
                  </a:lnTo>
                  <a:lnTo>
                    <a:pt x="3025" y="5284"/>
                  </a:lnTo>
                  <a:cubicBezTo>
                    <a:pt x="3025" y="5158"/>
                    <a:pt x="4064" y="3141"/>
                    <a:pt x="4127" y="3047"/>
                  </a:cubicBezTo>
                  <a:cubicBezTo>
                    <a:pt x="4190" y="2921"/>
                    <a:pt x="4317" y="2858"/>
                    <a:pt x="4443" y="2858"/>
                  </a:cubicBezTo>
                  <a:cubicBezTo>
                    <a:pt x="4569" y="2858"/>
                    <a:pt x="4695" y="2921"/>
                    <a:pt x="4758" y="3047"/>
                  </a:cubicBezTo>
                  <a:cubicBezTo>
                    <a:pt x="4852" y="3141"/>
                    <a:pt x="5860" y="5158"/>
                    <a:pt x="5860" y="5284"/>
                  </a:cubicBezTo>
                  <a:lnTo>
                    <a:pt x="5860" y="8434"/>
                  </a:lnTo>
                  <a:lnTo>
                    <a:pt x="6963" y="8434"/>
                  </a:lnTo>
                  <a:cubicBezTo>
                    <a:pt x="7057" y="7930"/>
                    <a:pt x="7278" y="7395"/>
                    <a:pt x="7625" y="6985"/>
                  </a:cubicBezTo>
                  <a:cubicBezTo>
                    <a:pt x="8255" y="6260"/>
                    <a:pt x="8601" y="5284"/>
                    <a:pt x="8601" y="4244"/>
                  </a:cubicBezTo>
                  <a:cubicBezTo>
                    <a:pt x="8601" y="2984"/>
                    <a:pt x="8066" y="1787"/>
                    <a:pt x="7026" y="936"/>
                  </a:cubicBezTo>
                  <a:cubicBezTo>
                    <a:pt x="6270" y="327"/>
                    <a:pt x="5327" y="0"/>
                    <a:pt x="435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8369;p67">
              <a:extLst>
                <a:ext uri="{FF2B5EF4-FFF2-40B4-BE49-F238E27FC236}">
                  <a16:creationId xmlns:a16="http://schemas.microsoft.com/office/drawing/2014/main" id="{1D137A70-F6B9-AAD4-6757-94D55A17503C}"/>
                </a:ext>
              </a:extLst>
            </p:cNvPr>
            <p:cNvSpPr/>
            <p:nvPr/>
          </p:nvSpPr>
          <p:spPr>
            <a:xfrm>
              <a:off x="-49633450" y="3697475"/>
              <a:ext cx="35475" cy="65400"/>
            </a:xfrm>
            <a:custGeom>
              <a:avLst/>
              <a:gdLst/>
              <a:ahLst/>
              <a:cxnLst/>
              <a:rect l="l" t="t" r="r" b="b"/>
              <a:pathLst>
                <a:path w="1419" h="2616" extrusionOk="0">
                  <a:moveTo>
                    <a:pt x="0" y="1"/>
                  </a:moveTo>
                  <a:lnTo>
                    <a:pt x="0" y="2616"/>
                  </a:lnTo>
                  <a:lnTo>
                    <a:pt x="1418" y="2616"/>
                  </a:lnTo>
                  <a:lnTo>
                    <a:pt x="1418" y="1"/>
                  </a:lnTo>
                  <a:cubicBezTo>
                    <a:pt x="1198" y="95"/>
                    <a:pt x="946" y="127"/>
                    <a:pt x="725" y="127"/>
                  </a:cubicBezTo>
                  <a:cubicBezTo>
                    <a:pt x="473" y="127"/>
                    <a:pt x="252" y="95"/>
                    <a:pt x="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8370;p67">
              <a:extLst>
                <a:ext uri="{FF2B5EF4-FFF2-40B4-BE49-F238E27FC236}">
                  <a16:creationId xmlns:a16="http://schemas.microsoft.com/office/drawing/2014/main" id="{EFE3166A-64C6-05E0-6250-249CD452ED0E}"/>
                </a:ext>
              </a:extLst>
            </p:cNvPr>
            <p:cNvSpPr/>
            <p:nvPr/>
          </p:nvSpPr>
          <p:spPr>
            <a:xfrm>
              <a:off x="-49676775" y="3780975"/>
              <a:ext cx="123675" cy="34675"/>
            </a:xfrm>
            <a:custGeom>
              <a:avLst/>
              <a:gdLst/>
              <a:ahLst/>
              <a:cxnLst/>
              <a:rect l="l" t="t" r="r" b="b"/>
              <a:pathLst>
                <a:path w="4947" h="1387" extrusionOk="0">
                  <a:moveTo>
                    <a:pt x="1" y="0"/>
                  </a:moveTo>
                  <a:lnTo>
                    <a:pt x="1" y="347"/>
                  </a:lnTo>
                  <a:cubicBezTo>
                    <a:pt x="1" y="946"/>
                    <a:pt x="473" y="1387"/>
                    <a:pt x="1072" y="1387"/>
                  </a:cubicBezTo>
                  <a:lnTo>
                    <a:pt x="3876" y="1387"/>
                  </a:lnTo>
                  <a:cubicBezTo>
                    <a:pt x="4474" y="1387"/>
                    <a:pt x="4947" y="946"/>
                    <a:pt x="4947" y="347"/>
                  </a:cubicBezTo>
                  <a:lnTo>
                    <a:pt x="4947"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8371;p67">
              <a:extLst>
                <a:ext uri="{FF2B5EF4-FFF2-40B4-BE49-F238E27FC236}">
                  <a16:creationId xmlns:a16="http://schemas.microsoft.com/office/drawing/2014/main" id="{BCDF7F5D-3C09-C3F4-E16C-6C1713F01AEA}"/>
                </a:ext>
              </a:extLst>
            </p:cNvPr>
            <p:cNvSpPr/>
            <p:nvPr/>
          </p:nvSpPr>
          <p:spPr>
            <a:xfrm>
              <a:off x="-49630300" y="3651800"/>
              <a:ext cx="29150" cy="31325"/>
            </a:xfrm>
            <a:custGeom>
              <a:avLst/>
              <a:gdLst/>
              <a:ahLst/>
              <a:cxnLst/>
              <a:rect l="l" t="t" r="r" b="b"/>
              <a:pathLst>
                <a:path w="1166" h="1253" extrusionOk="0">
                  <a:moveTo>
                    <a:pt x="599" y="1"/>
                  </a:moveTo>
                  <a:lnTo>
                    <a:pt x="0" y="1135"/>
                  </a:lnTo>
                  <a:cubicBezTo>
                    <a:pt x="189" y="1214"/>
                    <a:pt x="386" y="1253"/>
                    <a:pt x="583" y="1253"/>
                  </a:cubicBezTo>
                  <a:cubicBezTo>
                    <a:pt x="780" y="1253"/>
                    <a:pt x="977" y="1214"/>
                    <a:pt x="1166" y="1135"/>
                  </a:cubicBezTo>
                  <a:lnTo>
                    <a:pt x="599"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8372;p67">
              <a:extLst>
                <a:ext uri="{FF2B5EF4-FFF2-40B4-BE49-F238E27FC236}">
                  <a16:creationId xmlns:a16="http://schemas.microsoft.com/office/drawing/2014/main" id="{6A954B74-E156-0B34-10EA-F8AA96D10C5C}"/>
                </a:ext>
              </a:extLst>
            </p:cNvPr>
            <p:cNvSpPr/>
            <p:nvPr/>
          </p:nvSpPr>
          <p:spPr>
            <a:xfrm>
              <a:off x="-49657875" y="3833750"/>
              <a:ext cx="85100" cy="18125"/>
            </a:xfrm>
            <a:custGeom>
              <a:avLst/>
              <a:gdLst/>
              <a:ahLst/>
              <a:cxnLst/>
              <a:rect l="l" t="t" r="r" b="b"/>
              <a:pathLst>
                <a:path w="3404" h="725" extrusionOk="0">
                  <a:moveTo>
                    <a:pt x="1" y="0"/>
                  </a:moveTo>
                  <a:cubicBezTo>
                    <a:pt x="158" y="410"/>
                    <a:pt x="536" y="725"/>
                    <a:pt x="977" y="725"/>
                  </a:cubicBezTo>
                  <a:lnTo>
                    <a:pt x="2395" y="725"/>
                  </a:lnTo>
                  <a:cubicBezTo>
                    <a:pt x="2868" y="725"/>
                    <a:pt x="3246" y="410"/>
                    <a:pt x="340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9" name="Google Shape;8373;p67">
            <a:extLst>
              <a:ext uri="{FF2B5EF4-FFF2-40B4-BE49-F238E27FC236}">
                <a16:creationId xmlns:a16="http://schemas.microsoft.com/office/drawing/2014/main" id="{BAD36E39-A52E-BE84-711F-AF3AB12D8434}"/>
              </a:ext>
            </a:extLst>
          </p:cNvPr>
          <p:cNvGrpSpPr/>
          <p:nvPr/>
        </p:nvGrpSpPr>
        <p:grpSpPr>
          <a:xfrm>
            <a:off x="4186124" y="10063968"/>
            <a:ext cx="925904" cy="916970"/>
            <a:chOff x="-49766550" y="3920175"/>
            <a:chExt cx="303250" cy="300325"/>
          </a:xfrm>
          <a:solidFill>
            <a:srgbClr val="555559"/>
          </a:solidFill>
        </p:grpSpPr>
        <p:sp>
          <p:nvSpPr>
            <p:cNvPr id="1198" name="Google Shape;8374;p67">
              <a:extLst>
                <a:ext uri="{FF2B5EF4-FFF2-40B4-BE49-F238E27FC236}">
                  <a16:creationId xmlns:a16="http://schemas.microsoft.com/office/drawing/2014/main" id="{F629948D-812A-3D84-B951-EA04C212DA17}"/>
                </a:ext>
              </a:extLst>
            </p:cNvPr>
            <p:cNvSpPr/>
            <p:nvPr/>
          </p:nvSpPr>
          <p:spPr>
            <a:xfrm>
              <a:off x="-49764975" y="3920175"/>
              <a:ext cx="228425" cy="89225"/>
            </a:xfrm>
            <a:custGeom>
              <a:avLst/>
              <a:gdLst/>
              <a:ahLst/>
              <a:cxnLst/>
              <a:rect l="l" t="t" r="r" b="b"/>
              <a:pathLst>
                <a:path w="9137" h="3569" extrusionOk="0">
                  <a:moveTo>
                    <a:pt x="4568" y="1"/>
                  </a:moveTo>
                  <a:cubicBezTo>
                    <a:pt x="2284" y="1"/>
                    <a:pt x="0" y="592"/>
                    <a:pt x="0" y="1773"/>
                  </a:cubicBezTo>
                  <a:cubicBezTo>
                    <a:pt x="0" y="2970"/>
                    <a:pt x="2300" y="3569"/>
                    <a:pt x="4568" y="3569"/>
                  </a:cubicBezTo>
                  <a:cubicBezTo>
                    <a:pt x="6837" y="3569"/>
                    <a:pt x="9137" y="2970"/>
                    <a:pt x="9137" y="1773"/>
                  </a:cubicBezTo>
                  <a:cubicBezTo>
                    <a:pt x="9137" y="592"/>
                    <a:pt x="6852" y="1"/>
                    <a:pt x="456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8375;p67">
              <a:extLst>
                <a:ext uri="{FF2B5EF4-FFF2-40B4-BE49-F238E27FC236}">
                  <a16:creationId xmlns:a16="http://schemas.microsoft.com/office/drawing/2014/main" id="{E28B0C06-891F-94F5-EB30-E00A5DCB75AE}"/>
                </a:ext>
              </a:extLst>
            </p:cNvPr>
            <p:cNvSpPr/>
            <p:nvPr/>
          </p:nvSpPr>
          <p:spPr>
            <a:xfrm>
              <a:off x="-49764975" y="3998350"/>
              <a:ext cx="141775" cy="115800"/>
            </a:xfrm>
            <a:custGeom>
              <a:avLst/>
              <a:gdLst/>
              <a:ahLst/>
              <a:cxnLst/>
              <a:rect l="l" t="t" r="r" b="b"/>
              <a:pathLst>
                <a:path w="5671" h="4632" extrusionOk="0">
                  <a:moveTo>
                    <a:pt x="0" y="1"/>
                  </a:moveTo>
                  <a:lnTo>
                    <a:pt x="0" y="3939"/>
                  </a:lnTo>
                  <a:cubicBezTo>
                    <a:pt x="0" y="4317"/>
                    <a:pt x="315" y="4632"/>
                    <a:pt x="693" y="4632"/>
                  </a:cubicBezTo>
                  <a:cubicBezTo>
                    <a:pt x="1103" y="4632"/>
                    <a:pt x="1418" y="4317"/>
                    <a:pt x="1418" y="3939"/>
                  </a:cubicBezTo>
                  <a:lnTo>
                    <a:pt x="1418" y="2868"/>
                  </a:lnTo>
                  <a:cubicBezTo>
                    <a:pt x="1418" y="2269"/>
                    <a:pt x="1890" y="1796"/>
                    <a:pt x="2457" y="1796"/>
                  </a:cubicBezTo>
                  <a:cubicBezTo>
                    <a:pt x="3056" y="1796"/>
                    <a:pt x="3529" y="2269"/>
                    <a:pt x="3529" y="2868"/>
                  </a:cubicBezTo>
                  <a:lnTo>
                    <a:pt x="3529" y="3592"/>
                  </a:lnTo>
                  <a:cubicBezTo>
                    <a:pt x="3529" y="3781"/>
                    <a:pt x="3686" y="3939"/>
                    <a:pt x="3875" y="3939"/>
                  </a:cubicBezTo>
                  <a:cubicBezTo>
                    <a:pt x="4096" y="3939"/>
                    <a:pt x="4253" y="3781"/>
                    <a:pt x="4253" y="3592"/>
                  </a:cubicBezTo>
                  <a:lnTo>
                    <a:pt x="4253" y="2868"/>
                  </a:lnTo>
                  <a:cubicBezTo>
                    <a:pt x="4253" y="2427"/>
                    <a:pt x="4568" y="1954"/>
                    <a:pt x="5041" y="1828"/>
                  </a:cubicBezTo>
                  <a:cubicBezTo>
                    <a:pt x="5104" y="1796"/>
                    <a:pt x="5198" y="1796"/>
                    <a:pt x="5293" y="1796"/>
                  </a:cubicBezTo>
                  <a:cubicBezTo>
                    <a:pt x="5513" y="1796"/>
                    <a:pt x="5671" y="1639"/>
                    <a:pt x="5671" y="1450"/>
                  </a:cubicBezTo>
                  <a:lnTo>
                    <a:pt x="5671" y="1040"/>
                  </a:lnTo>
                  <a:cubicBezTo>
                    <a:pt x="5293" y="1103"/>
                    <a:pt x="4946" y="1103"/>
                    <a:pt x="4600" y="1103"/>
                  </a:cubicBezTo>
                  <a:cubicBezTo>
                    <a:pt x="2899" y="1103"/>
                    <a:pt x="1008" y="788"/>
                    <a:pt x="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8376;p67">
              <a:extLst>
                <a:ext uri="{FF2B5EF4-FFF2-40B4-BE49-F238E27FC236}">
                  <a16:creationId xmlns:a16="http://schemas.microsoft.com/office/drawing/2014/main" id="{A01791F9-BC81-2F09-AF28-417360CAD4C6}"/>
                </a:ext>
              </a:extLst>
            </p:cNvPr>
            <p:cNvSpPr/>
            <p:nvPr/>
          </p:nvSpPr>
          <p:spPr>
            <a:xfrm>
              <a:off x="-49627150" y="3996000"/>
              <a:ext cx="163850" cy="148100"/>
            </a:xfrm>
            <a:custGeom>
              <a:avLst/>
              <a:gdLst/>
              <a:ahLst/>
              <a:cxnLst/>
              <a:rect l="l" t="t" r="r" b="b"/>
              <a:pathLst>
                <a:path w="6554" h="5924" extrusionOk="0">
                  <a:moveTo>
                    <a:pt x="3655" y="725"/>
                  </a:moveTo>
                  <a:cubicBezTo>
                    <a:pt x="4348" y="1040"/>
                    <a:pt x="5041" y="1544"/>
                    <a:pt x="5451" y="2206"/>
                  </a:cubicBezTo>
                  <a:cubicBezTo>
                    <a:pt x="5766" y="2678"/>
                    <a:pt x="5860" y="3308"/>
                    <a:pt x="5671" y="3875"/>
                  </a:cubicBezTo>
                  <a:cubicBezTo>
                    <a:pt x="5451" y="4411"/>
                    <a:pt x="5041" y="4852"/>
                    <a:pt x="4443" y="5041"/>
                  </a:cubicBezTo>
                  <a:cubicBezTo>
                    <a:pt x="4171" y="5132"/>
                    <a:pt x="3899" y="5193"/>
                    <a:pt x="3655" y="5198"/>
                  </a:cubicBezTo>
                  <a:lnTo>
                    <a:pt x="3655" y="5198"/>
                  </a:lnTo>
                  <a:lnTo>
                    <a:pt x="3655" y="725"/>
                  </a:lnTo>
                  <a:close/>
                  <a:moveTo>
                    <a:pt x="3718" y="0"/>
                  </a:moveTo>
                  <a:cubicBezTo>
                    <a:pt x="3088" y="599"/>
                    <a:pt x="1985" y="914"/>
                    <a:pt x="820" y="1071"/>
                  </a:cubicBezTo>
                  <a:lnTo>
                    <a:pt x="820" y="1544"/>
                  </a:lnTo>
                  <a:cubicBezTo>
                    <a:pt x="820" y="2048"/>
                    <a:pt x="473" y="2489"/>
                    <a:pt x="0" y="2584"/>
                  </a:cubicBezTo>
                  <a:lnTo>
                    <a:pt x="1009" y="3938"/>
                  </a:lnTo>
                  <a:cubicBezTo>
                    <a:pt x="1619" y="4793"/>
                    <a:pt x="2554" y="5263"/>
                    <a:pt x="3557" y="5263"/>
                  </a:cubicBezTo>
                  <a:cubicBezTo>
                    <a:pt x="3579" y="5263"/>
                    <a:pt x="3601" y="5263"/>
                    <a:pt x="3624" y="5262"/>
                  </a:cubicBezTo>
                  <a:lnTo>
                    <a:pt x="3624" y="5262"/>
                  </a:lnTo>
                  <a:lnTo>
                    <a:pt x="3624" y="5923"/>
                  </a:lnTo>
                  <a:cubicBezTo>
                    <a:pt x="3970" y="5923"/>
                    <a:pt x="4317" y="5829"/>
                    <a:pt x="4632" y="5734"/>
                  </a:cubicBezTo>
                  <a:cubicBezTo>
                    <a:pt x="5419" y="5451"/>
                    <a:pt x="6018" y="4852"/>
                    <a:pt x="6301" y="4096"/>
                  </a:cubicBezTo>
                  <a:cubicBezTo>
                    <a:pt x="6553" y="3371"/>
                    <a:pt x="6459" y="2521"/>
                    <a:pt x="6018" y="1859"/>
                  </a:cubicBezTo>
                  <a:cubicBezTo>
                    <a:pt x="5451" y="1040"/>
                    <a:pt x="4632" y="410"/>
                    <a:pt x="371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8377;p67">
              <a:extLst>
                <a:ext uri="{FF2B5EF4-FFF2-40B4-BE49-F238E27FC236}">
                  <a16:creationId xmlns:a16="http://schemas.microsoft.com/office/drawing/2014/main" id="{27AB2687-4A9F-6229-64EA-C81CBEF65BFF}"/>
                </a:ext>
              </a:extLst>
            </p:cNvPr>
            <p:cNvSpPr/>
            <p:nvPr/>
          </p:nvSpPr>
          <p:spPr>
            <a:xfrm>
              <a:off x="-49766550" y="4061375"/>
              <a:ext cx="230000" cy="159125"/>
            </a:xfrm>
            <a:custGeom>
              <a:avLst/>
              <a:gdLst/>
              <a:ahLst/>
              <a:cxnLst/>
              <a:rect l="l" t="t" r="r" b="b"/>
              <a:pathLst>
                <a:path w="9200" h="6365" extrusionOk="0">
                  <a:moveTo>
                    <a:pt x="2489" y="0"/>
                  </a:moveTo>
                  <a:cubicBezTo>
                    <a:pt x="2300" y="0"/>
                    <a:pt x="2142" y="158"/>
                    <a:pt x="2142" y="347"/>
                  </a:cubicBezTo>
                  <a:lnTo>
                    <a:pt x="2142" y="1418"/>
                  </a:lnTo>
                  <a:cubicBezTo>
                    <a:pt x="2142" y="2205"/>
                    <a:pt x="1481" y="2836"/>
                    <a:pt x="725" y="2836"/>
                  </a:cubicBezTo>
                  <a:cubicBezTo>
                    <a:pt x="441" y="2836"/>
                    <a:pt x="221" y="2741"/>
                    <a:pt x="0" y="2647"/>
                  </a:cubicBezTo>
                  <a:lnTo>
                    <a:pt x="0" y="4600"/>
                  </a:lnTo>
                  <a:cubicBezTo>
                    <a:pt x="0" y="5734"/>
                    <a:pt x="2331" y="6364"/>
                    <a:pt x="4631" y="6364"/>
                  </a:cubicBezTo>
                  <a:cubicBezTo>
                    <a:pt x="6900" y="6364"/>
                    <a:pt x="9200" y="5797"/>
                    <a:pt x="9200" y="4600"/>
                  </a:cubicBezTo>
                  <a:lnTo>
                    <a:pt x="9200" y="3340"/>
                  </a:lnTo>
                  <a:cubicBezTo>
                    <a:pt x="9121" y="3353"/>
                    <a:pt x="9033" y="3360"/>
                    <a:pt x="8938" y="3360"/>
                  </a:cubicBezTo>
                  <a:cubicBezTo>
                    <a:pt x="8153" y="3360"/>
                    <a:pt x="6857" y="2888"/>
                    <a:pt x="5986" y="1764"/>
                  </a:cubicBezTo>
                  <a:lnTo>
                    <a:pt x="4978" y="378"/>
                  </a:lnTo>
                  <a:lnTo>
                    <a:pt x="4978" y="1071"/>
                  </a:lnTo>
                  <a:cubicBezTo>
                    <a:pt x="4978" y="1638"/>
                    <a:pt x="4505" y="2111"/>
                    <a:pt x="3907" y="2111"/>
                  </a:cubicBezTo>
                  <a:cubicBezTo>
                    <a:pt x="3308" y="2111"/>
                    <a:pt x="2836" y="1638"/>
                    <a:pt x="2836" y="1071"/>
                  </a:cubicBezTo>
                  <a:lnTo>
                    <a:pt x="2836" y="347"/>
                  </a:lnTo>
                  <a:cubicBezTo>
                    <a:pt x="2836" y="158"/>
                    <a:pt x="2678" y="0"/>
                    <a:pt x="248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0" name="Google Shape;8378;p67">
            <a:extLst>
              <a:ext uri="{FF2B5EF4-FFF2-40B4-BE49-F238E27FC236}">
                <a16:creationId xmlns:a16="http://schemas.microsoft.com/office/drawing/2014/main" id="{0311BAD1-8026-9A12-D29E-5E94D85B696E}"/>
              </a:ext>
            </a:extLst>
          </p:cNvPr>
          <p:cNvGrpSpPr/>
          <p:nvPr/>
        </p:nvGrpSpPr>
        <p:grpSpPr>
          <a:xfrm>
            <a:off x="9900432" y="7866610"/>
            <a:ext cx="921093" cy="913919"/>
            <a:chOff x="-47892800" y="3200500"/>
            <a:chExt cx="301675" cy="299325"/>
          </a:xfrm>
          <a:solidFill>
            <a:srgbClr val="555559"/>
          </a:solidFill>
        </p:grpSpPr>
        <p:sp>
          <p:nvSpPr>
            <p:cNvPr id="1192" name="Google Shape;8379;p67">
              <a:extLst>
                <a:ext uri="{FF2B5EF4-FFF2-40B4-BE49-F238E27FC236}">
                  <a16:creationId xmlns:a16="http://schemas.microsoft.com/office/drawing/2014/main" id="{63970F8F-1BDC-E858-667B-CBD56FA7E224}"/>
                </a:ext>
              </a:extLst>
            </p:cNvPr>
            <p:cNvSpPr/>
            <p:nvPr/>
          </p:nvSpPr>
          <p:spPr>
            <a:xfrm>
              <a:off x="-47892800" y="3200500"/>
              <a:ext cx="301675" cy="177225"/>
            </a:xfrm>
            <a:custGeom>
              <a:avLst/>
              <a:gdLst/>
              <a:ahLst/>
              <a:cxnLst/>
              <a:rect l="l" t="t" r="r" b="b"/>
              <a:pathLst>
                <a:path w="12067" h="7089" extrusionOk="0">
                  <a:moveTo>
                    <a:pt x="347" y="0"/>
                  </a:moveTo>
                  <a:cubicBezTo>
                    <a:pt x="158" y="0"/>
                    <a:pt x="0" y="158"/>
                    <a:pt x="0" y="378"/>
                  </a:cubicBezTo>
                  <a:lnTo>
                    <a:pt x="0" y="1796"/>
                  </a:lnTo>
                  <a:cubicBezTo>
                    <a:pt x="0" y="1985"/>
                    <a:pt x="158" y="2143"/>
                    <a:pt x="347" y="2143"/>
                  </a:cubicBezTo>
                  <a:lnTo>
                    <a:pt x="1765" y="2143"/>
                  </a:lnTo>
                  <a:cubicBezTo>
                    <a:pt x="1985" y="2143"/>
                    <a:pt x="2143" y="1985"/>
                    <a:pt x="2143" y="1796"/>
                  </a:cubicBezTo>
                  <a:lnTo>
                    <a:pt x="2143" y="1418"/>
                  </a:lnTo>
                  <a:lnTo>
                    <a:pt x="5010" y="1418"/>
                  </a:lnTo>
                  <a:cubicBezTo>
                    <a:pt x="4915" y="1576"/>
                    <a:pt x="3277" y="4506"/>
                    <a:pt x="3182" y="4663"/>
                  </a:cubicBezTo>
                  <a:lnTo>
                    <a:pt x="4821" y="7089"/>
                  </a:lnTo>
                  <a:lnTo>
                    <a:pt x="5671" y="7089"/>
                  </a:lnTo>
                  <a:lnTo>
                    <a:pt x="5671" y="5577"/>
                  </a:lnTo>
                  <a:cubicBezTo>
                    <a:pt x="5293" y="5419"/>
                    <a:pt x="4978" y="5010"/>
                    <a:pt x="4978" y="4569"/>
                  </a:cubicBezTo>
                  <a:cubicBezTo>
                    <a:pt x="4978" y="4001"/>
                    <a:pt x="5451" y="3529"/>
                    <a:pt x="6018" y="3529"/>
                  </a:cubicBezTo>
                  <a:cubicBezTo>
                    <a:pt x="6616" y="3529"/>
                    <a:pt x="7089" y="4001"/>
                    <a:pt x="7089" y="4569"/>
                  </a:cubicBezTo>
                  <a:cubicBezTo>
                    <a:pt x="7089" y="5041"/>
                    <a:pt x="6805" y="5419"/>
                    <a:pt x="6396" y="5577"/>
                  </a:cubicBezTo>
                  <a:lnTo>
                    <a:pt x="6396" y="7026"/>
                  </a:lnTo>
                  <a:lnTo>
                    <a:pt x="7247" y="7026"/>
                  </a:lnTo>
                  <a:lnTo>
                    <a:pt x="8853" y="4569"/>
                  </a:lnTo>
                  <a:cubicBezTo>
                    <a:pt x="8790" y="4411"/>
                    <a:pt x="7120" y="1513"/>
                    <a:pt x="7057" y="1355"/>
                  </a:cubicBezTo>
                  <a:lnTo>
                    <a:pt x="9924" y="1355"/>
                  </a:lnTo>
                  <a:lnTo>
                    <a:pt x="9924" y="1702"/>
                  </a:lnTo>
                  <a:cubicBezTo>
                    <a:pt x="9924" y="1891"/>
                    <a:pt x="10082" y="2048"/>
                    <a:pt x="10271" y="2048"/>
                  </a:cubicBezTo>
                  <a:lnTo>
                    <a:pt x="11689" y="2048"/>
                  </a:lnTo>
                  <a:cubicBezTo>
                    <a:pt x="11909" y="2048"/>
                    <a:pt x="12067" y="1891"/>
                    <a:pt x="12067" y="1702"/>
                  </a:cubicBezTo>
                  <a:lnTo>
                    <a:pt x="12067" y="284"/>
                  </a:lnTo>
                  <a:cubicBezTo>
                    <a:pt x="12004" y="158"/>
                    <a:pt x="11846" y="0"/>
                    <a:pt x="11657" y="0"/>
                  </a:cubicBezTo>
                  <a:lnTo>
                    <a:pt x="10239" y="0"/>
                  </a:lnTo>
                  <a:cubicBezTo>
                    <a:pt x="10050" y="0"/>
                    <a:pt x="9893" y="158"/>
                    <a:pt x="9893" y="378"/>
                  </a:cubicBezTo>
                  <a:lnTo>
                    <a:pt x="9893" y="725"/>
                  </a:lnTo>
                  <a:lnTo>
                    <a:pt x="6616" y="725"/>
                  </a:lnTo>
                  <a:lnTo>
                    <a:pt x="6301" y="221"/>
                  </a:lnTo>
                  <a:cubicBezTo>
                    <a:pt x="6238" y="95"/>
                    <a:pt x="6120" y="32"/>
                    <a:pt x="6002" y="32"/>
                  </a:cubicBezTo>
                  <a:cubicBezTo>
                    <a:pt x="5884" y="32"/>
                    <a:pt x="5766" y="95"/>
                    <a:pt x="5703" y="221"/>
                  </a:cubicBezTo>
                  <a:lnTo>
                    <a:pt x="5388" y="725"/>
                  </a:lnTo>
                  <a:lnTo>
                    <a:pt x="2143" y="725"/>
                  </a:lnTo>
                  <a:lnTo>
                    <a:pt x="2143" y="378"/>
                  </a:lnTo>
                  <a:cubicBezTo>
                    <a:pt x="2143" y="158"/>
                    <a:pt x="1985" y="0"/>
                    <a:pt x="17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8380;p67">
              <a:extLst>
                <a:ext uri="{FF2B5EF4-FFF2-40B4-BE49-F238E27FC236}">
                  <a16:creationId xmlns:a16="http://schemas.microsoft.com/office/drawing/2014/main" id="{AA9B9872-2132-EC43-8ACD-EE1849CE71A8}"/>
                </a:ext>
              </a:extLst>
            </p:cNvPr>
            <p:cNvSpPr/>
            <p:nvPr/>
          </p:nvSpPr>
          <p:spPr>
            <a:xfrm>
              <a:off x="-47751825" y="3306025"/>
              <a:ext cx="17350" cy="18150"/>
            </a:xfrm>
            <a:custGeom>
              <a:avLst/>
              <a:gdLst/>
              <a:ahLst/>
              <a:cxnLst/>
              <a:rect l="l" t="t" r="r" b="b"/>
              <a:pathLst>
                <a:path w="694" h="726" extrusionOk="0">
                  <a:moveTo>
                    <a:pt x="347" y="1"/>
                  </a:moveTo>
                  <a:cubicBezTo>
                    <a:pt x="158" y="1"/>
                    <a:pt x="1" y="159"/>
                    <a:pt x="1" y="348"/>
                  </a:cubicBezTo>
                  <a:cubicBezTo>
                    <a:pt x="1" y="568"/>
                    <a:pt x="158" y="726"/>
                    <a:pt x="347" y="726"/>
                  </a:cubicBezTo>
                  <a:cubicBezTo>
                    <a:pt x="536" y="726"/>
                    <a:pt x="694" y="568"/>
                    <a:pt x="694" y="348"/>
                  </a:cubicBezTo>
                  <a:cubicBezTo>
                    <a:pt x="694" y="159"/>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8381;p67">
              <a:extLst>
                <a:ext uri="{FF2B5EF4-FFF2-40B4-BE49-F238E27FC236}">
                  <a16:creationId xmlns:a16="http://schemas.microsoft.com/office/drawing/2014/main" id="{468A4F26-BC6C-C33B-17B6-9CDC344158FE}"/>
                </a:ext>
              </a:extLst>
            </p:cNvPr>
            <p:cNvSpPr/>
            <p:nvPr/>
          </p:nvSpPr>
          <p:spPr>
            <a:xfrm>
              <a:off x="-47786475" y="3395050"/>
              <a:ext cx="87450" cy="17350"/>
            </a:xfrm>
            <a:custGeom>
              <a:avLst/>
              <a:gdLst/>
              <a:ahLst/>
              <a:cxnLst/>
              <a:rect l="l" t="t" r="r" b="b"/>
              <a:pathLst>
                <a:path w="3498" h="694" extrusionOk="0">
                  <a:moveTo>
                    <a:pt x="347" y="0"/>
                  </a:moveTo>
                  <a:cubicBezTo>
                    <a:pt x="158" y="0"/>
                    <a:pt x="1" y="158"/>
                    <a:pt x="1" y="347"/>
                  </a:cubicBezTo>
                  <a:lnTo>
                    <a:pt x="1" y="693"/>
                  </a:lnTo>
                  <a:lnTo>
                    <a:pt x="3498" y="693"/>
                  </a:lnTo>
                  <a:lnTo>
                    <a:pt x="3498" y="347"/>
                  </a:lnTo>
                  <a:cubicBezTo>
                    <a:pt x="3498" y="158"/>
                    <a:pt x="3372" y="0"/>
                    <a:pt x="315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8382;p67">
              <a:extLst>
                <a:ext uri="{FF2B5EF4-FFF2-40B4-BE49-F238E27FC236}">
                  <a16:creationId xmlns:a16="http://schemas.microsoft.com/office/drawing/2014/main" id="{225D24E9-A8E1-86A7-1043-2360233BFD01}"/>
                </a:ext>
              </a:extLst>
            </p:cNvPr>
            <p:cNvSpPr/>
            <p:nvPr/>
          </p:nvSpPr>
          <p:spPr>
            <a:xfrm>
              <a:off x="-47692750" y="3271375"/>
              <a:ext cx="101625" cy="140225"/>
            </a:xfrm>
            <a:custGeom>
              <a:avLst/>
              <a:gdLst/>
              <a:ahLst/>
              <a:cxnLst/>
              <a:rect l="l" t="t" r="r" b="b"/>
              <a:pathLst>
                <a:path w="4065" h="5609" extrusionOk="0">
                  <a:moveTo>
                    <a:pt x="631" y="1"/>
                  </a:moveTo>
                  <a:lnTo>
                    <a:pt x="1576" y="1639"/>
                  </a:lnTo>
                  <a:cubicBezTo>
                    <a:pt x="1639" y="1734"/>
                    <a:pt x="1639" y="1891"/>
                    <a:pt x="1576" y="1986"/>
                  </a:cubicBezTo>
                  <a:lnTo>
                    <a:pt x="1" y="4348"/>
                  </a:lnTo>
                  <a:cubicBezTo>
                    <a:pt x="316" y="4537"/>
                    <a:pt x="505" y="4853"/>
                    <a:pt x="505" y="5262"/>
                  </a:cubicBezTo>
                  <a:lnTo>
                    <a:pt x="505" y="5609"/>
                  </a:lnTo>
                  <a:lnTo>
                    <a:pt x="4065" y="5609"/>
                  </a:lnTo>
                  <a:lnTo>
                    <a:pt x="4065" y="1040"/>
                  </a:lnTo>
                  <a:cubicBezTo>
                    <a:pt x="4002" y="473"/>
                    <a:pt x="3561" y="1"/>
                    <a:pt x="29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8383;p67">
              <a:extLst>
                <a:ext uri="{FF2B5EF4-FFF2-40B4-BE49-F238E27FC236}">
                  <a16:creationId xmlns:a16="http://schemas.microsoft.com/office/drawing/2014/main" id="{88D9211B-BC90-0599-7555-323261384A8A}"/>
                </a:ext>
              </a:extLst>
            </p:cNvPr>
            <p:cNvSpPr/>
            <p:nvPr/>
          </p:nvSpPr>
          <p:spPr>
            <a:xfrm>
              <a:off x="-47891225" y="3272950"/>
              <a:ext cx="100050" cy="140225"/>
            </a:xfrm>
            <a:custGeom>
              <a:avLst/>
              <a:gdLst/>
              <a:ahLst/>
              <a:cxnLst/>
              <a:rect l="l" t="t" r="r" b="b"/>
              <a:pathLst>
                <a:path w="4002" h="5609" extrusionOk="0">
                  <a:moveTo>
                    <a:pt x="1040" y="1"/>
                  </a:moveTo>
                  <a:cubicBezTo>
                    <a:pt x="473" y="1"/>
                    <a:pt x="0" y="442"/>
                    <a:pt x="0" y="1040"/>
                  </a:cubicBezTo>
                  <a:lnTo>
                    <a:pt x="0" y="5609"/>
                  </a:lnTo>
                  <a:lnTo>
                    <a:pt x="3529" y="5609"/>
                  </a:lnTo>
                  <a:lnTo>
                    <a:pt x="3529" y="5231"/>
                  </a:lnTo>
                  <a:lnTo>
                    <a:pt x="3497" y="5231"/>
                  </a:lnTo>
                  <a:cubicBezTo>
                    <a:pt x="3497" y="4821"/>
                    <a:pt x="3686" y="4506"/>
                    <a:pt x="4002" y="4317"/>
                  </a:cubicBezTo>
                  <a:lnTo>
                    <a:pt x="2426" y="1954"/>
                  </a:lnTo>
                  <a:cubicBezTo>
                    <a:pt x="2363" y="1828"/>
                    <a:pt x="2363" y="1734"/>
                    <a:pt x="2426" y="1608"/>
                  </a:cubicBezTo>
                  <a:lnTo>
                    <a:pt x="337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8384;p67">
              <a:extLst>
                <a:ext uri="{FF2B5EF4-FFF2-40B4-BE49-F238E27FC236}">
                  <a16:creationId xmlns:a16="http://schemas.microsoft.com/office/drawing/2014/main" id="{00DB610B-7396-907F-6BE2-156B627A2763}"/>
                </a:ext>
              </a:extLst>
            </p:cNvPr>
            <p:cNvSpPr/>
            <p:nvPr/>
          </p:nvSpPr>
          <p:spPr>
            <a:xfrm>
              <a:off x="-47892800" y="3428900"/>
              <a:ext cx="300100" cy="70925"/>
            </a:xfrm>
            <a:custGeom>
              <a:avLst/>
              <a:gdLst/>
              <a:ahLst/>
              <a:cxnLst/>
              <a:rect l="l" t="t" r="r" b="b"/>
              <a:pathLst>
                <a:path w="12004" h="2837" extrusionOk="0">
                  <a:moveTo>
                    <a:pt x="0" y="1"/>
                  </a:moveTo>
                  <a:lnTo>
                    <a:pt x="0" y="379"/>
                  </a:lnTo>
                  <a:cubicBezTo>
                    <a:pt x="0" y="946"/>
                    <a:pt x="473" y="1418"/>
                    <a:pt x="1072" y="1418"/>
                  </a:cubicBezTo>
                  <a:lnTo>
                    <a:pt x="4978" y="1418"/>
                  </a:lnTo>
                  <a:lnTo>
                    <a:pt x="4978" y="2143"/>
                  </a:lnTo>
                  <a:lnTo>
                    <a:pt x="3907" y="2143"/>
                  </a:lnTo>
                  <a:cubicBezTo>
                    <a:pt x="3718" y="2143"/>
                    <a:pt x="3560" y="2301"/>
                    <a:pt x="3560" y="2490"/>
                  </a:cubicBezTo>
                  <a:cubicBezTo>
                    <a:pt x="3560" y="2679"/>
                    <a:pt x="3718" y="2836"/>
                    <a:pt x="3907" y="2836"/>
                  </a:cubicBezTo>
                  <a:lnTo>
                    <a:pt x="8129" y="2836"/>
                  </a:lnTo>
                  <a:cubicBezTo>
                    <a:pt x="8318" y="2836"/>
                    <a:pt x="8475" y="2679"/>
                    <a:pt x="8475" y="2490"/>
                  </a:cubicBezTo>
                  <a:cubicBezTo>
                    <a:pt x="8475" y="2301"/>
                    <a:pt x="8318" y="2143"/>
                    <a:pt x="8129" y="2143"/>
                  </a:cubicBezTo>
                  <a:lnTo>
                    <a:pt x="7057" y="2143"/>
                  </a:lnTo>
                  <a:lnTo>
                    <a:pt x="7057" y="1418"/>
                  </a:lnTo>
                  <a:lnTo>
                    <a:pt x="10964" y="1418"/>
                  </a:lnTo>
                  <a:cubicBezTo>
                    <a:pt x="11531" y="1418"/>
                    <a:pt x="12004" y="946"/>
                    <a:pt x="12004" y="379"/>
                  </a:cubicBezTo>
                  <a:lnTo>
                    <a:pt x="12004"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1" name="Google Shape;8385;p67">
            <a:extLst>
              <a:ext uri="{FF2B5EF4-FFF2-40B4-BE49-F238E27FC236}">
                <a16:creationId xmlns:a16="http://schemas.microsoft.com/office/drawing/2014/main" id="{04736C15-18A4-0EB3-4E29-4CC45DB04935}"/>
              </a:ext>
            </a:extLst>
          </p:cNvPr>
          <p:cNvGrpSpPr/>
          <p:nvPr/>
        </p:nvGrpSpPr>
        <p:grpSpPr>
          <a:xfrm>
            <a:off x="10065157" y="8992043"/>
            <a:ext cx="591646" cy="916286"/>
            <a:chOff x="-47839250" y="3569100"/>
            <a:chExt cx="193775" cy="300100"/>
          </a:xfrm>
          <a:solidFill>
            <a:srgbClr val="555559"/>
          </a:solidFill>
        </p:grpSpPr>
        <p:sp>
          <p:nvSpPr>
            <p:cNvPr id="1186" name="Google Shape;8386;p67">
              <a:extLst>
                <a:ext uri="{FF2B5EF4-FFF2-40B4-BE49-F238E27FC236}">
                  <a16:creationId xmlns:a16="http://schemas.microsoft.com/office/drawing/2014/main" id="{589FCD37-BA6C-A9ED-9D9B-DA29D5C3F418}"/>
                </a:ext>
              </a:extLst>
            </p:cNvPr>
            <p:cNvSpPr/>
            <p:nvPr/>
          </p:nvSpPr>
          <p:spPr>
            <a:xfrm>
              <a:off x="-47786475" y="3657325"/>
              <a:ext cx="51225" cy="51200"/>
            </a:xfrm>
            <a:custGeom>
              <a:avLst/>
              <a:gdLst/>
              <a:ahLst/>
              <a:cxnLst/>
              <a:rect l="l" t="t" r="r" b="b"/>
              <a:pathLst>
                <a:path w="2049" h="2048" extrusionOk="0">
                  <a:moveTo>
                    <a:pt x="1072" y="0"/>
                  </a:moveTo>
                  <a:cubicBezTo>
                    <a:pt x="473" y="0"/>
                    <a:pt x="1" y="473"/>
                    <a:pt x="1" y="1071"/>
                  </a:cubicBezTo>
                  <a:cubicBezTo>
                    <a:pt x="1" y="1544"/>
                    <a:pt x="284" y="1890"/>
                    <a:pt x="725" y="2048"/>
                  </a:cubicBezTo>
                  <a:lnTo>
                    <a:pt x="725" y="1071"/>
                  </a:lnTo>
                  <a:cubicBezTo>
                    <a:pt x="725" y="882"/>
                    <a:pt x="883" y="725"/>
                    <a:pt x="1072" y="725"/>
                  </a:cubicBezTo>
                  <a:lnTo>
                    <a:pt x="2048" y="725"/>
                  </a:lnTo>
                  <a:cubicBezTo>
                    <a:pt x="1891" y="315"/>
                    <a:pt x="1513" y="0"/>
                    <a:pt x="107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8387;p67">
              <a:extLst>
                <a:ext uri="{FF2B5EF4-FFF2-40B4-BE49-F238E27FC236}">
                  <a16:creationId xmlns:a16="http://schemas.microsoft.com/office/drawing/2014/main" id="{246AFF63-5466-D001-82EE-ACBA19F11FFB}"/>
                </a:ext>
              </a:extLst>
            </p:cNvPr>
            <p:cNvSpPr/>
            <p:nvPr/>
          </p:nvSpPr>
          <p:spPr>
            <a:xfrm>
              <a:off x="-47751025" y="3692750"/>
              <a:ext cx="15775" cy="15775"/>
            </a:xfrm>
            <a:custGeom>
              <a:avLst/>
              <a:gdLst/>
              <a:ahLst/>
              <a:cxnLst/>
              <a:rect l="l" t="t" r="r" b="b"/>
              <a:pathLst>
                <a:path w="631" h="631" extrusionOk="0">
                  <a:moveTo>
                    <a:pt x="0" y="1"/>
                  </a:moveTo>
                  <a:lnTo>
                    <a:pt x="0" y="631"/>
                  </a:lnTo>
                  <a:cubicBezTo>
                    <a:pt x="315" y="536"/>
                    <a:pt x="504" y="284"/>
                    <a:pt x="63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8388;p67">
              <a:extLst>
                <a:ext uri="{FF2B5EF4-FFF2-40B4-BE49-F238E27FC236}">
                  <a16:creationId xmlns:a16="http://schemas.microsoft.com/office/drawing/2014/main" id="{8CE1F5DF-F70F-2CEA-6111-D12A4FFE5340}"/>
                </a:ext>
              </a:extLst>
            </p:cNvPr>
            <p:cNvSpPr/>
            <p:nvPr/>
          </p:nvSpPr>
          <p:spPr>
            <a:xfrm>
              <a:off x="-47838450" y="3569100"/>
              <a:ext cx="192975" cy="35475"/>
            </a:xfrm>
            <a:custGeom>
              <a:avLst/>
              <a:gdLst/>
              <a:ahLst/>
              <a:cxnLst/>
              <a:rect l="l" t="t" r="r" b="b"/>
              <a:pathLst>
                <a:path w="7719" h="1419" extrusionOk="0">
                  <a:moveTo>
                    <a:pt x="347" y="1"/>
                  </a:moveTo>
                  <a:cubicBezTo>
                    <a:pt x="158" y="1"/>
                    <a:pt x="0" y="158"/>
                    <a:pt x="0" y="347"/>
                  </a:cubicBezTo>
                  <a:lnTo>
                    <a:pt x="0" y="1418"/>
                  </a:lnTo>
                  <a:lnTo>
                    <a:pt x="7719" y="1418"/>
                  </a:lnTo>
                  <a:lnTo>
                    <a:pt x="7719" y="347"/>
                  </a:lnTo>
                  <a:cubicBezTo>
                    <a:pt x="7719" y="158"/>
                    <a:pt x="7561" y="1"/>
                    <a:pt x="737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8389;p67">
              <a:extLst>
                <a:ext uri="{FF2B5EF4-FFF2-40B4-BE49-F238E27FC236}">
                  <a16:creationId xmlns:a16="http://schemas.microsoft.com/office/drawing/2014/main" id="{67C5AE46-DAA5-E5E4-F887-267C749BDA42}"/>
                </a:ext>
              </a:extLst>
            </p:cNvPr>
            <p:cNvSpPr/>
            <p:nvPr/>
          </p:nvSpPr>
          <p:spPr>
            <a:xfrm>
              <a:off x="-47751025" y="3691975"/>
              <a:ext cx="53575" cy="53575"/>
            </a:xfrm>
            <a:custGeom>
              <a:avLst/>
              <a:gdLst/>
              <a:ahLst/>
              <a:cxnLst/>
              <a:rect l="l" t="t" r="r" b="b"/>
              <a:pathLst>
                <a:path w="2143" h="2143" extrusionOk="0">
                  <a:moveTo>
                    <a:pt x="1386" y="0"/>
                  </a:moveTo>
                  <a:cubicBezTo>
                    <a:pt x="1229" y="662"/>
                    <a:pt x="725" y="1229"/>
                    <a:pt x="0" y="1387"/>
                  </a:cubicBezTo>
                  <a:lnTo>
                    <a:pt x="0" y="2143"/>
                  </a:lnTo>
                  <a:lnTo>
                    <a:pt x="2143" y="2143"/>
                  </a:lnTo>
                  <a:lnTo>
                    <a:pt x="2143"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8390;p67">
              <a:extLst>
                <a:ext uri="{FF2B5EF4-FFF2-40B4-BE49-F238E27FC236}">
                  <a16:creationId xmlns:a16="http://schemas.microsoft.com/office/drawing/2014/main" id="{600A88EB-BA1D-86EE-43BC-3D897A8FEB32}"/>
                </a:ext>
              </a:extLst>
            </p:cNvPr>
            <p:cNvSpPr/>
            <p:nvPr/>
          </p:nvSpPr>
          <p:spPr>
            <a:xfrm>
              <a:off x="-47839250" y="3621875"/>
              <a:ext cx="193000" cy="159125"/>
            </a:xfrm>
            <a:custGeom>
              <a:avLst/>
              <a:gdLst/>
              <a:ahLst/>
              <a:cxnLst/>
              <a:rect l="l" t="t" r="r" b="b"/>
              <a:pathLst>
                <a:path w="7720" h="6365" extrusionOk="0">
                  <a:moveTo>
                    <a:pt x="3183" y="725"/>
                  </a:moveTo>
                  <a:cubicBezTo>
                    <a:pt x="4033" y="725"/>
                    <a:pt x="4758" y="1324"/>
                    <a:pt x="4915" y="2143"/>
                  </a:cubicBezTo>
                  <a:lnTo>
                    <a:pt x="6018" y="2143"/>
                  </a:lnTo>
                  <a:cubicBezTo>
                    <a:pt x="6207" y="2143"/>
                    <a:pt x="6365" y="2300"/>
                    <a:pt x="6365" y="2489"/>
                  </a:cubicBezTo>
                  <a:lnTo>
                    <a:pt x="6365" y="5293"/>
                  </a:lnTo>
                  <a:cubicBezTo>
                    <a:pt x="6365" y="5482"/>
                    <a:pt x="6207" y="5640"/>
                    <a:pt x="6018" y="5640"/>
                  </a:cubicBezTo>
                  <a:lnTo>
                    <a:pt x="3214" y="5640"/>
                  </a:lnTo>
                  <a:cubicBezTo>
                    <a:pt x="3025" y="5640"/>
                    <a:pt x="2868" y="5482"/>
                    <a:pt x="2868" y="5293"/>
                  </a:cubicBezTo>
                  <a:lnTo>
                    <a:pt x="2868" y="4191"/>
                  </a:lnTo>
                  <a:cubicBezTo>
                    <a:pt x="2080" y="4033"/>
                    <a:pt x="1450" y="3308"/>
                    <a:pt x="1450" y="2458"/>
                  </a:cubicBezTo>
                  <a:cubicBezTo>
                    <a:pt x="1418" y="1513"/>
                    <a:pt x="2206" y="725"/>
                    <a:pt x="3183" y="725"/>
                  </a:cubicBezTo>
                  <a:close/>
                  <a:moveTo>
                    <a:pt x="1" y="0"/>
                  </a:moveTo>
                  <a:lnTo>
                    <a:pt x="1" y="6364"/>
                  </a:lnTo>
                  <a:lnTo>
                    <a:pt x="7719" y="6364"/>
                  </a:lnTo>
                  <a:lnTo>
                    <a:pt x="7719"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8391;p67">
              <a:extLst>
                <a:ext uri="{FF2B5EF4-FFF2-40B4-BE49-F238E27FC236}">
                  <a16:creationId xmlns:a16="http://schemas.microsoft.com/office/drawing/2014/main" id="{2A20425C-3C17-3E12-AC83-574F78A8BAE1}"/>
                </a:ext>
              </a:extLst>
            </p:cNvPr>
            <p:cNvSpPr/>
            <p:nvPr/>
          </p:nvSpPr>
          <p:spPr>
            <a:xfrm>
              <a:off x="-47839250" y="3799075"/>
              <a:ext cx="193000" cy="70125"/>
            </a:xfrm>
            <a:custGeom>
              <a:avLst/>
              <a:gdLst/>
              <a:ahLst/>
              <a:cxnLst/>
              <a:rect l="l" t="t" r="r" b="b"/>
              <a:pathLst>
                <a:path w="7720" h="2805" extrusionOk="0">
                  <a:moveTo>
                    <a:pt x="4600" y="663"/>
                  </a:moveTo>
                  <a:cubicBezTo>
                    <a:pt x="4789" y="663"/>
                    <a:pt x="4947" y="820"/>
                    <a:pt x="4947" y="1041"/>
                  </a:cubicBezTo>
                  <a:cubicBezTo>
                    <a:pt x="4947" y="1230"/>
                    <a:pt x="4789" y="1387"/>
                    <a:pt x="4600" y="1387"/>
                  </a:cubicBezTo>
                  <a:lnTo>
                    <a:pt x="3183" y="1387"/>
                  </a:lnTo>
                  <a:cubicBezTo>
                    <a:pt x="2994" y="1387"/>
                    <a:pt x="2836" y="1230"/>
                    <a:pt x="2836" y="1041"/>
                  </a:cubicBezTo>
                  <a:cubicBezTo>
                    <a:pt x="2836" y="852"/>
                    <a:pt x="2994" y="663"/>
                    <a:pt x="3183" y="663"/>
                  </a:cubicBezTo>
                  <a:close/>
                  <a:moveTo>
                    <a:pt x="1" y="1"/>
                  </a:moveTo>
                  <a:lnTo>
                    <a:pt x="1" y="2458"/>
                  </a:lnTo>
                  <a:cubicBezTo>
                    <a:pt x="1" y="2647"/>
                    <a:pt x="158" y="2805"/>
                    <a:pt x="347" y="2805"/>
                  </a:cubicBezTo>
                  <a:lnTo>
                    <a:pt x="7341" y="2805"/>
                  </a:lnTo>
                  <a:cubicBezTo>
                    <a:pt x="7562" y="2805"/>
                    <a:pt x="7719" y="2647"/>
                    <a:pt x="7719" y="2458"/>
                  </a:cubicBezTo>
                  <a:lnTo>
                    <a:pt x="7719"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2" name="Google Shape;8392;p67">
            <a:extLst>
              <a:ext uri="{FF2B5EF4-FFF2-40B4-BE49-F238E27FC236}">
                <a16:creationId xmlns:a16="http://schemas.microsoft.com/office/drawing/2014/main" id="{0DDDBD30-26E2-99D6-741C-CEA4C7DA22F9}"/>
              </a:ext>
            </a:extLst>
          </p:cNvPr>
          <p:cNvGrpSpPr/>
          <p:nvPr/>
        </p:nvGrpSpPr>
        <p:grpSpPr>
          <a:xfrm>
            <a:off x="9902837" y="10117475"/>
            <a:ext cx="916286" cy="918727"/>
            <a:chOff x="-47892800" y="3937700"/>
            <a:chExt cx="300100" cy="300900"/>
          </a:xfrm>
          <a:solidFill>
            <a:srgbClr val="555559"/>
          </a:solidFill>
        </p:grpSpPr>
        <p:sp>
          <p:nvSpPr>
            <p:cNvPr id="1178" name="Google Shape;8393;p67">
              <a:extLst>
                <a:ext uri="{FF2B5EF4-FFF2-40B4-BE49-F238E27FC236}">
                  <a16:creationId xmlns:a16="http://schemas.microsoft.com/office/drawing/2014/main" id="{34495E30-CCFE-EF67-1CB1-A686E4F36DAB}"/>
                </a:ext>
              </a:extLst>
            </p:cNvPr>
            <p:cNvSpPr/>
            <p:nvPr/>
          </p:nvSpPr>
          <p:spPr>
            <a:xfrm>
              <a:off x="-47858150" y="3937700"/>
              <a:ext cx="70900" cy="44150"/>
            </a:xfrm>
            <a:custGeom>
              <a:avLst/>
              <a:gdLst/>
              <a:ahLst/>
              <a:cxnLst/>
              <a:rect l="l" t="t" r="r" b="b"/>
              <a:pathLst>
                <a:path w="2836" h="1766" extrusionOk="0">
                  <a:moveTo>
                    <a:pt x="1418" y="1"/>
                  </a:moveTo>
                  <a:cubicBezTo>
                    <a:pt x="631" y="1"/>
                    <a:pt x="1" y="694"/>
                    <a:pt x="1" y="1419"/>
                  </a:cubicBezTo>
                  <a:lnTo>
                    <a:pt x="1" y="1765"/>
                  </a:lnTo>
                  <a:cubicBezTo>
                    <a:pt x="442" y="1545"/>
                    <a:pt x="914" y="1419"/>
                    <a:pt x="1418" y="1419"/>
                  </a:cubicBezTo>
                  <a:cubicBezTo>
                    <a:pt x="1922" y="1419"/>
                    <a:pt x="2395" y="1545"/>
                    <a:pt x="2836" y="1765"/>
                  </a:cubicBezTo>
                  <a:lnTo>
                    <a:pt x="2836" y="1419"/>
                  </a:lnTo>
                  <a:cubicBezTo>
                    <a:pt x="2836" y="631"/>
                    <a:pt x="2206" y="1"/>
                    <a:pt x="141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8394;p67">
              <a:extLst>
                <a:ext uri="{FF2B5EF4-FFF2-40B4-BE49-F238E27FC236}">
                  <a16:creationId xmlns:a16="http://schemas.microsoft.com/office/drawing/2014/main" id="{D9788131-4DA1-6DD2-33FB-2894EEEA939F}"/>
                </a:ext>
              </a:extLst>
            </p:cNvPr>
            <p:cNvSpPr/>
            <p:nvPr/>
          </p:nvSpPr>
          <p:spPr>
            <a:xfrm>
              <a:off x="-47892800" y="3991275"/>
              <a:ext cx="141000" cy="105550"/>
            </a:xfrm>
            <a:custGeom>
              <a:avLst/>
              <a:gdLst/>
              <a:ahLst/>
              <a:cxnLst/>
              <a:rect l="l" t="t" r="r" b="b"/>
              <a:pathLst>
                <a:path w="5640" h="4222" extrusionOk="0">
                  <a:moveTo>
                    <a:pt x="2836" y="0"/>
                  </a:moveTo>
                  <a:cubicBezTo>
                    <a:pt x="1292" y="0"/>
                    <a:pt x="32" y="1260"/>
                    <a:pt x="32" y="2804"/>
                  </a:cubicBezTo>
                  <a:lnTo>
                    <a:pt x="32" y="3875"/>
                  </a:lnTo>
                  <a:cubicBezTo>
                    <a:pt x="0" y="4064"/>
                    <a:pt x="158" y="4222"/>
                    <a:pt x="347" y="4222"/>
                  </a:cubicBezTo>
                  <a:lnTo>
                    <a:pt x="5293" y="4222"/>
                  </a:lnTo>
                  <a:cubicBezTo>
                    <a:pt x="5482" y="4222"/>
                    <a:pt x="5640" y="4064"/>
                    <a:pt x="5640" y="3875"/>
                  </a:cubicBezTo>
                  <a:lnTo>
                    <a:pt x="5640" y="2804"/>
                  </a:lnTo>
                  <a:cubicBezTo>
                    <a:pt x="5640" y="1260"/>
                    <a:pt x="4380" y="0"/>
                    <a:pt x="283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8395;p67">
              <a:extLst>
                <a:ext uri="{FF2B5EF4-FFF2-40B4-BE49-F238E27FC236}">
                  <a16:creationId xmlns:a16="http://schemas.microsoft.com/office/drawing/2014/main" id="{DA5EDFF8-132D-FC0B-9340-9B25E911D9C2}"/>
                </a:ext>
              </a:extLst>
            </p:cNvPr>
            <p:cNvSpPr/>
            <p:nvPr/>
          </p:nvSpPr>
          <p:spPr>
            <a:xfrm>
              <a:off x="-47773875" y="3956600"/>
              <a:ext cx="119750" cy="89025"/>
            </a:xfrm>
            <a:custGeom>
              <a:avLst/>
              <a:gdLst/>
              <a:ahLst/>
              <a:cxnLst/>
              <a:rect l="l" t="t" r="r" b="b"/>
              <a:pathLst>
                <a:path w="4790" h="3561" extrusionOk="0">
                  <a:moveTo>
                    <a:pt x="1" y="1"/>
                  </a:moveTo>
                  <a:cubicBezTo>
                    <a:pt x="95" y="253"/>
                    <a:pt x="127" y="474"/>
                    <a:pt x="127" y="726"/>
                  </a:cubicBezTo>
                  <a:lnTo>
                    <a:pt x="127" y="1419"/>
                  </a:lnTo>
                  <a:lnTo>
                    <a:pt x="158" y="1419"/>
                  </a:lnTo>
                  <a:cubicBezTo>
                    <a:pt x="442" y="1639"/>
                    <a:pt x="694" y="1860"/>
                    <a:pt x="883" y="2143"/>
                  </a:cubicBezTo>
                  <a:cubicBezTo>
                    <a:pt x="1702" y="2301"/>
                    <a:pt x="2427" y="2805"/>
                    <a:pt x="2805" y="3561"/>
                  </a:cubicBezTo>
                  <a:cubicBezTo>
                    <a:pt x="3214" y="3120"/>
                    <a:pt x="3750" y="2805"/>
                    <a:pt x="4380" y="2805"/>
                  </a:cubicBezTo>
                  <a:cubicBezTo>
                    <a:pt x="4506" y="2805"/>
                    <a:pt x="4663" y="2805"/>
                    <a:pt x="4789" y="2836"/>
                  </a:cubicBezTo>
                  <a:cubicBezTo>
                    <a:pt x="4033" y="1167"/>
                    <a:pt x="2332" y="1"/>
                    <a:pt x="41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8396;p67">
              <a:extLst>
                <a:ext uri="{FF2B5EF4-FFF2-40B4-BE49-F238E27FC236}">
                  <a16:creationId xmlns:a16="http://schemas.microsoft.com/office/drawing/2014/main" id="{7F50D903-722C-39DB-7C81-20BE508804E4}"/>
                </a:ext>
              </a:extLst>
            </p:cNvPr>
            <p:cNvSpPr/>
            <p:nvPr/>
          </p:nvSpPr>
          <p:spPr>
            <a:xfrm>
              <a:off x="-47699050" y="4043250"/>
              <a:ext cx="71700" cy="70900"/>
            </a:xfrm>
            <a:custGeom>
              <a:avLst/>
              <a:gdLst/>
              <a:ahLst/>
              <a:cxnLst/>
              <a:rect l="l" t="t" r="r" b="b"/>
              <a:pathLst>
                <a:path w="2868" h="2836" extrusionOk="0">
                  <a:moveTo>
                    <a:pt x="1450" y="0"/>
                  </a:moveTo>
                  <a:cubicBezTo>
                    <a:pt x="662" y="0"/>
                    <a:pt x="1" y="694"/>
                    <a:pt x="1" y="1418"/>
                  </a:cubicBezTo>
                  <a:cubicBezTo>
                    <a:pt x="1" y="2206"/>
                    <a:pt x="662" y="2836"/>
                    <a:pt x="1450" y="2836"/>
                  </a:cubicBezTo>
                  <a:cubicBezTo>
                    <a:pt x="2237" y="2836"/>
                    <a:pt x="2868" y="2206"/>
                    <a:pt x="2868" y="1418"/>
                  </a:cubicBezTo>
                  <a:cubicBezTo>
                    <a:pt x="2868" y="631"/>
                    <a:pt x="2237" y="0"/>
                    <a:pt x="145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8397;p67">
              <a:extLst>
                <a:ext uri="{FF2B5EF4-FFF2-40B4-BE49-F238E27FC236}">
                  <a16:creationId xmlns:a16="http://schemas.microsoft.com/office/drawing/2014/main" id="{BA8ECD07-9227-7856-03B0-7C7F27216A7E}"/>
                </a:ext>
              </a:extLst>
            </p:cNvPr>
            <p:cNvSpPr/>
            <p:nvPr/>
          </p:nvSpPr>
          <p:spPr>
            <a:xfrm>
              <a:off x="-47770725" y="4124375"/>
              <a:ext cx="178025" cy="114225"/>
            </a:xfrm>
            <a:custGeom>
              <a:avLst/>
              <a:gdLst/>
              <a:ahLst/>
              <a:cxnLst/>
              <a:rect l="l" t="t" r="r" b="b"/>
              <a:pathLst>
                <a:path w="7121" h="4569" extrusionOk="0">
                  <a:moveTo>
                    <a:pt x="3183" y="0"/>
                  </a:moveTo>
                  <a:lnTo>
                    <a:pt x="3183" y="2426"/>
                  </a:lnTo>
                  <a:lnTo>
                    <a:pt x="2490" y="2426"/>
                  </a:lnTo>
                  <a:lnTo>
                    <a:pt x="2490" y="2080"/>
                  </a:lnTo>
                  <a:cubicBezTo>
                    <a:pt x="2490" y="1891"/>
                    <a:pt x="2332" y="1733"/>
                    <a:pt x="2143" y="1733"/>
                  </a:cubicBezTo>
                  <a:cubicBezTo>
                    <a:pt x="1954" y="1733"/>
                    <a:pt x="1796" y="1891"/>
                    <a:pt x="1796" y="2080"/>
                  </a:cubicBezTo>
                  <a:lnTo>
                    <a:pt x="1796" y="2426"/>
                  </a:lnTo>
                  <a:cubicBezTo>
                    <a:pt x="788" y="2426"/>
                    <a:pt x="1" y="3214"/>
                    <a:pt x="1" y="4222"/>
                  </a:cubicBezTo>
                  <a:cubicBezTo>
                    <a:pt x="1" y="4411"/>
                    <a:pt x="158" y="4569"/>
                    <a:pt x="379" y="4569"/>
                  </a:cubicBezTo>
                  <a:lnTo>
                    <a:pt x="6711" y="4569"/>
                  </a:lnTo>
                  <a:cubicBezTo>
                    <a:pt x="6900" y="4569"/>
                    <a:pt x="7058" y="4411"/>
                    <a:pt x="7058" y="4222"/>
                  </a:cubicBezTo>
                  <a:cubicBezTo>
                    <a:pt x="7121" y="3214"/>
                    <a:pt x="6302" y="2426"/>
                    <a:pt x="5325" y="2426"/>
                  </a:cubicBezTo>
                  <a:lnTo>
                    <a:pt x="5325" y="0"/>
                  </a:lnTo>
                  <a:cubicBezTo>
                    <a:pt x="5010" y="190"/>
                    <a:pt x="4663" y="284"/>
                    <a:pt x="4254" y="284"/>
                  </a:cubicBezTo>
                  <a:cubicBezTo>
                    <a:pt x="3876" y="284"/>
                    <a:pt x="3529" y="158"/>
                    <a:pt x="318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8398;p67">
              <a:extLst>
                <a:ext uri="{FF2B5EF4-FFF2-40B4-BE49-F238E27FC236}">
                  <a16:creationId xmlns:a16="http://schemas.microsoft.com/office/drawing/2014/main" id="{DF2BB6F8-C790-03E7-8218-E5AABDBD25A8}"/>
                </a:ext>
              </a:extLst>
            </p:cNvPr>
            <p:cNvSpPr/>
            <p:nvPr/>
          </p:nvSpPr>
          <p:spPr>
            <a:xfrm>
              <a:off x="-47830575" y="4132250"/>
              <a:ext cx="17350" cy="44125"/>
            </a:xfrm>
            <a:custGeom>
              <a:avLst/>
              <a:gdLst/>
              <a:ahLst/>
              <a:cxnLst/>
              <a:rect l="l" t="t" r="r" b="b"/>
              <a:pathLst>
                <a:path w="694" h="1765" extrusionOk="0">
                  <a:moveTo>
                    <a:pt x="347" y="1"/>
                  </a:moveTo>
                  <a:cubicBezTo>
                    <a:pt x="158" y="1"/>
                    <a:pt x="0" y="158"/>
                    <a:pt x="0" y="347"/>
                  </a:cubicBezTo>
                  <a:lnTo>
                    <a:pt x="0" y="1418"/>
                  </a:lnTo>
                  <a:cubicBezTo>
                    <a:pt x="0" y="1607"/>
                    <a:pt x="158" y="1765"/>
                    <a:pt x="347" y="1765"/>
                  </a:cubicBezTo>
                  <a:cubicBezTo>
                    <a:pt x="536" y="1765"/>
                    <a:pt x="693" y="1607"/>
                    <a:pt x="693" y="1418"/>
                  </a:cubicBezTo>
                  <a:lnTo>
                    <a:pt x="693" y="347"/>
                  </a:lnTo>
                  <a:cubicBezTo>
                    <a:pt x="693"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8399;p67">
              <a:extLst>
                <a:ext uri="{FF2B5EF4-FFF2-40B4-BE49-F238E27FC236}">
                  <a16:creationId xmlns:a16="http://schemas.microsoft.com/office/drawing/2014/main" id="{89E3D02D-9D95-1471-B9ED-E7FF80B7FC63}"/>
                </a:ext>
              </a:extLst>
            </p:cNvPr>
            <p:cNvSpPr/>
            <p:nvPr/>
          </p:nvSpPr>
          <p:spPr>
            <a:xfrm>
              <a:off x="-47785675" y="4112375"/>
              <a:ext cx="37825" cy="36250"/>
            </a:xfrm>
            <a:custGeom>
              <a:avLst/>
              <a:gdLst/>
              <a:ahLst/>
              <a:cxnLst/>
              <a:rect l="l" t="t" r="r" b="b"/>
              <a:pathLst>
                <a:path w="1513" h="1450" extrusionOk="0">
                  <a:moveTo>
                    <a:pt x="402" y="0"/>
                  </a:moveTo>
                  <a:cubicBezTo>
                    <a:pt x="307" y="0"/>
                    <a:pt x="205" y="24"/>
                    <a:pt x="126" y="71"/>
                  </a:cubicBezTo>
                  <a:cubicBezTo>
                    <a:pt x="0" y="197"/>
                    <a:pt x="0" y="449"/>
                    <a:pt x="126" y="607"/>
                  </a:cubicBezTo>
                  <a:lnTo>
                    <a:pt x="882" y="1331"/>
                  </a:lnTo>
                  <a:cubicBezTo>
                    <a:pt x="961" y="1410"/>
                    <a:pt x="1055" y="1449"/>
                    <a:pt x="1146" y="1449"/>
                  </a:cubicBezTo>
                  <a:cubicBezTo>
                    <a:pt x="1237" y="1449"/>
                    <a:pt x="1323" y="1410"/>
                    <a:pt x="1386" y="1331"/>
                  </a:cubicBezTo>
                  <a:cubicBezTo>
                    <a:pt x="1512" y="1237"/>
                    <a:pt x="1512" y="985"/>
                    <a:pt x="1386" y="827"/>
                  </a:cubicBezTo>
                  <a:lnTo>
                    <a:pt x="630" y="71"/>
                  </a:lnTo>
                  <a:cubicBezTo>
                    <a:pt x="583" y="24"/>
                    <a:pt x="496" y="0"/>
                    <a:pt x="40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8400;p67">
              <a:extLst>
                <a:ext uri="{FF2B5EF4-FFF2-40B4-BE49-F238E27FC236}">
                  <a16:creationId xmlns:a16="http://schemas.microsoft.com/office/drawing/2014/main" id="{7A13B699-3E25-9F2B-458E-B841C27CA5E4}"/>
                </a:ext>
              </a:extLst>
            </p:cNvPr>
            <p:cNvSpPr/>
            <p:nvPr/>
          </p:nvSpPr>
          <p:spPr>
            <a:xfrm>
              <a:off x="-47892800" y="4112750"/>
              <a:ext cx="37825" cy="36250"/>
            </a:xfrm>
            <a:custGeom>
              <a:avLst/>
              <a:gdLst/>
              <a:ahLst/>
              <a:cxnLst/>
              <a:rect l="l" t="t" r="r" b="b"/>
              <a:pathLst>
                <a:path w="1513" h="1450" extrusionOk="0">
                  <a:moveTo>
                    <a:pt x="1111" y="1"/>
                  </a:moveTo>
                  <a:cubicBezTo>
                    <a:pt x="1016" y="1"/>
                    <a:pt x="930" y="40"/>
                    <a:pt x="883" y="119"/>
                  </a:cubicBezTo>
                  <a:lnTo>
                    <a:pt x="126" y="844"/>
                  </a:lnTo>
                  <a:cubicBezTo>
                    <a:pt x="0" y="970"/>
                    <a:pt x="0" y="1222"/>
                    <a:pt x="126" y="1379"/>
                  </a:cubicBezTo>
                  <a:cubicBezTo>
                    <a:pt x="189" y="1426"/>
                    <a:pt x="276" y="1450"/>
                    <a:pt x="367" y="1450"/>
                  </a:cubicBezTo>
                  <a:cubicBezTo>
                    <a:pt x="457" y="1450"/>
                    <a:pt x="552" y="1426"/>
                    <a:pt x="630" y="1379"/>
                  </a:cubicBezTo>
                  <a:lnTo>
                    <a:pt x="1387" y="623"/>
                  </a:lnTo>
                  <a:cubicBezTo>
                    <a:pt x="1513" y="497"/>
                    <a:pt x="1513" y="276"/>
                    <a:pt x="1387" y="119"/>
                  </a:cubicBezTo>
                  <a:cubicBezTo>
                    <a:pt x="1308" y="40"/>
                    <a:pt x="1205" y="1"/>
                    <a:pt x="111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3" name="Google Shape;8401;p67">
            <a:extLst>
              <a:ext uri="{FF2B5EF4-FFF2-40B4-BE49-F238E27FC236}">
                <a16:creationId xmlns:a16="http://schemas.microsoft.com/office/drawing/2014/main" id="{A0A89C32-2F46-B81D-2E59-5A456102D3B9}"/>
              </a:ext>
            </a:extLst>
          </p:cNvPr>
          <p:cNvGrpSpPr/>
          <p:nvPr/>
        </p:nvGrpSpPr>
        <p:grpSpPr>
          <a:xfrm>
            <a:off x="15579426" y="7921873"/>
            <a:ext cx="916286" cy="803315"/>
            <a:chOff x="-46042675" y="3218600"/>
            <a:chExt cx="300100" cy="263100"/>
          </a:xfrm>
          <a:solidFill>
            <a:srgbClr val="555559"/>
          </a:solidFill>
        </p:grpSpPr>
        <p:sp>
          <p:nvSpPr>
            <p:cNvPr id="1172" name="Google Shape;8402;p67">
              <a:extLst>
                <a:ext uri="{FF2B5EF4-FFF2-40B4-BE49-F238E27FC236}">
                  <a16:creationId xmlns:a16="http://schemas.microsoft.com/office/drawing/2014/main" id="{2AEBBD8A-7332-8D0A-6194-4C2A3E1D4886}"/>
                </a:ext>
              </a:extLst>
            </p:cNvPr>
            <p:cNvSpPr/>
            <p:nvPr/>
          </p:nvSpPr>
          <p:spPr>
            <a:xfrm>
              <a:off x="-46042675" y="3302875"/>
              <a:ext cx="35475" cy="130000"/>
            </a:xfrm>
            <a:custGeom>
              <a:avLst/>
              <a:gdLst/>
              <a:ahLst/>
              <a:cxnLst/>
              <a:rect l="l" t="t" r="r" b="b"/>
              <a:pathLst>
                <a:path w="1419" h="5200" extrusionOk="0">
                  <a:moveTo>
                    <a:pt x="1" y="1"/>
                  </a:moveTo>
                  <a:lnTo>
                    <a:pt x="1" y="5199"/>
                  </a:lnTo>
                  <a:lnTo>
                    <a:pt x="1418" y="4506"/>
                  </a:lnTo>
                  <a:lnTo>
                    <a:pt x="1418" y="726"/>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8403;p67">
              <a:extLst>
                <a:ext uri="{FF2B5EF4-FFF2-40B4-BE49-F238E27FC236}">
                  <a16:creationId xmlns:a16="http://schemas.microsoft.com/office/drawing/2014/main" id="{49608FCF-E1B8-6625-1272-99A7A71F71DA}"/>
                </a:ext>
              </a:extLst>
            </p:cNvPr>
            <p:cNvSpPr/>
            <p:nvPr/>
          </p:nvSpPr>
          <p:spPr>
            <a:xfrm>
              <a:off x="-45919025" y="3341475"/>
              <a:ext cx="53600" cy="52800"/>
            </a:xfrm>
            <a:custGeom>
              <a:avLst/>
              <a:gdLst/>
              <a:ahLst/>
              <a:cxnLst/>
              <a:rect l="l" t="t" r="r" b="b"/>
              <a:pathLst>
                <a:path w="2144" h="2112" extrusionOk="0">
                  <a:moveTo>
                    <a:pt x="1072" y="1"/>
                  </a:moveTo>
                  <a:cubicBezTo>
                    <a:pt x="473" y="1"/>
                    <a:pt x="1" y="473"/>
                    <a:pt x="1" y="1072"/>
                  </a:cubicBezTo>
                  <a:cubicBezTo>
                    <a:pt x="1" y="1639"/>
                    <a:pt x="473" y="2112"/>
                    <a:pt x="1072" y="2112"/>
                  </a:cubicBezTo>
                  <a:cubicBezTo>
                    <a:pt x="1671" y="2112"/>
                    <a:pt x="2143" y="1639"/>
                    <a:pt x="2143" y="1072"/>
                  </a:cubicBezTo>
                  <a:cubicBezTo>
                    <a:pt x="2143" y="473"/>
                    <a:pt x="1639" y="1"/>
                    <a:pt x="107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8404;p67">
              <a:extLst>
                <a:ext uri="{FF2B5EF4-FFF2-40B4-BE49-F238E27FC236}">
                  <a16:creationId xmlns:a16="http://schemas.microsoft.com/office/drawing/2014/main" id="{838482AC-ED86-5BEB-D1E7-EE1976453F6E}"/>
                </a:ext>
              </a:extLst>
            </p:cNvPr>
            <p:cNvSpPr/>
            <p:nvPr/>
          </p:nvSpPr>
          <p:spPr>
            <a:xfrm>
              <a:off x="-45778025" y="3302875"/>
              <a:ext cx="35450" cy="130000"/>
            </a:xfrm>
            <a:custGeom>
              <a:avLst/>
              <a:gdLst/>
              <a:ahLst/>
              <a:cxnLst/>
              <a:rect l="l" t="t" r="r" b="b"/>
              <a:pathLst>
                <a:path w="1418" h="5200" extrusionOk="0">
                  <a:moveTo>
                    <a:pt x="1418" y="1"/>
                  </a:moveTo>
                  <a:lnTo>
                    <a:pt x="0" y="726"/>
                  </a:lnTo>
                  <a:lnTo>
                    <a:pt x="0" y="4506"/>
                  </a:lnTo>
                  <a:lnTo>
                    <a:pt x="1418" y="5199"/>
                  </a:lnTo>
                  <a:lnTo>
                    <a:pt x="1418"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8405;p67">
              <a:extLst>
                <a:ext uri="{FF2B5EF4-FFF2-40B4-BE49-F238E27FC236}">
                  <a16:creationId xmlns:a16="http://schemas.microsoft.com/office/drawing/2014/main" id="{7B896973-6E1D-AA3D-AD09-D7CABE62B7C9}"/>
                </a:ext>
              </a:extLst>
            </p:cNvPr>
            <p:cNvSpPr/>
            <p:nvPr/>
          </p:nvSpPr>
          <p:spPr>
            <a:xfrm>
              <a:off x="-46042675" y="3235950"/>
              <a:ext cx="300100" cy="245750"/>
            </a:xfrm>
            <a:custGeom>
              <a:avLst/>
              <a:gdLst/>
              <a:ahLst/>
              <a:cxnLst/>
              <a:rect l="l" t="t" r="r" b="b"/>
              <a:pathLst>
                <a:path w="12004" h="9830" extrusionOk="0">
                  <a:moveTo>
                    <a:pt x="6018" y="2142"/>
                  </a:moveTo>
                  <a:cubicBezTo>
                    <a:pt x="7751" y="2142"/>
                    <a:pt x="9168" y="3560"/>
                    <a:pt x="9168" y="5293"/>
                  </a:cubicBezTo>
                  <a:cubicBezTo>
                    <a:pt x="9168" y="7026"/>
                    <a:pt x="7751" y="8443"/>
                    <a:pt x="6018" y="8443"/>
                  </a:cubicBezTo>
                  <a:cubicBezTo>
                    <a:pt x="4285" y="8443"/>
                    <a:pt x="2867" y="7026"/>
                    <a:pt x="2867" y="5293"/>
                  </a:cubicBezTo>
                  <a:cubicBezTo>
                    <a:pt x="2867" y="3560"/>
                    <a:pt x="4285" y="2142"/>
                    <a:pt x="6018" y="2142"/>
                  </a:cubicBezTo>
                  <a:close/>
                  <a:moveTo>
                    <a:pt x="1765" y="0"/>
                  </a:moveTo>
                  <a:cubicBezTo>
                    <a:pt x="1576" y="0"/>
                    <a:pt x="1418" y="158"/>
                    <a:pt x="1418" y="378"/>
                  </a:cubicBezTo>
                  <a:lnTo>
                    <a:pt x="1418" y="725"/>
                  </a:lnTo>
                  <a:lnTo>
                    <a:pt x="1072" y="725"/>
                  </a:lnTo>
                  <a:cubicBezTo>
                    <a:pt x="473" y="725"/>
                    <a:pt x="1" y="1197"/>
                    <a:pt x="1" y="1796"/>
                  </a:cubicBezTo>
                  <a:lnTo>
                    <a:pt x="1" y="1890"/>
                  </a:lnTo>
                  <a:lnTo>
                    <a:pt x="1922" y="2835"/>
                  </a:lnTo>
                  <a:cubicBezTo>
                    <a:pt x="2048" y="2930"/>
                    <a:pt x="2143" y="3056"/>
                    <a:pt x="2143" y="3151"/>
                  </a:cubicBezTo>
                  <a:lnTo>
                    <a:pt x="2143" y="7372"/>
                  </a:lnTo>
                  <a:cubicBezTo>
                    <a:pt x="2143" y="7498"/>
                    <a:pt x="2048" y="7624"/>
                    <a:pt x="1922" y="7687"/>
                  </a:cubicBezTo>
                  <a:lnTo>
                    <a:pt x="1" y="8632"/>
                  </a:lnTo>
                  <a:lnTo>
                    <a:pt x="1" y="8758"/>
                  </a:lnTo>
                  <a:cubicBezTo>
                    <a:pt x="1" y="9357"/>
                    <a:pt x="473" y="9830"/>
                    <a:pt x="1072" y="9830"/>
                  </a:cubicBezTo>
                  <a:lnTo>
                    <a:pt x="10964" y="9830"/>
                  </a:lnTo>
                  <a:cubicBezTo>
                    <a:pt x="11531" y="9830"/>
                    <a:pt x="12004" y="9357"/>
                    <a:pt x="12004" y="8758"/>
                  </a:cubicBezTo>
                  <a:lnTo>
                    <a:pt x="12004" y="8632"/>
                  </a:lnTo>
                  <a:lnTo>
                    <a:pt x="10082" y="7687"/>
                  </a:lnTo>
                  <a:cubicBezTo>
                    <a:pt x="9956" y="7624"/>
                    <a:pt x="9893" y="7498"/>
                    <a:pt x="9893" y="7372"/>
                  </a:cubicBezTo>
                  <a:lnTo>
                    <a:pt x="9893" y="3151"/>
                  </a:lnTo>
                  <a:cubicBezTo>
                    <a:pt x="9893" y="3056"/>
                    <a:pt x="9956" y="2930"/>
                    <a:pt x="10082" y="2835"/>
                  </a:cubicBezTo>
                  <a:lnTo>
                    <a:pt x="12004" y="1890"/>
                  </a:lnTo>
                  <a:lnTo>
                    <a:pt x="12004" y="1796"/>
                  </a:lnTo>
                  <a:cubicBezTo>
                    <a:pt x="12004" y="1197"/>
                    <a:pt x="11531" y="725"/>
                    <a:pt x="10933" y="725"/>
                  </a:cubicBezTo>
                  <a:lnTo>
                    <a:pt x="2143" y="725"/>
                  </a:lnTo>
                  <a:lnTo>
                    <a:pt x="2143" y="378"/>
                  </a:lnTo>
                  <a:cubicBezTo>
                    <a:pt x="2143" y="158"/>
                    <a:pt x="1985" y="0"/>
                    <a:pt x="17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8406;p67">
              <a:extLst>
                <a:ext uri="{FF2B5EF4-FFF2-40B4-BE49-F238E27FC236}">
                  <a16:creationId xmlns:a16="http://schemas.microsoft.com/office/drawing/2014/main" id="{853655B4-2CCD-D659-4E3C-1A08B913FB78}"/>
                </a:ext>
              </a:extLst>
            </p:cNvPr>
            <p:cNvSpPr/>
            <p:nvPr/>
          </p:nvSpPr>
          <p:spPr>
            <a:xfrm>
              <a:off x="-45952875" y="3306025"/>
              <a:ext cx="122100" cy="122125"/>
            </a:xfrm>
            <a:custGeom>
              <a:avLst/>
              <a:gdLst/>
              <a:ahLst/>
              <a:cxnLst/>
              <a:rect l="l" t="t" r="r" b="b"/>
              <a:pathLst>
                <a:path w="4884" h="4885" extrusionOk="0">
                  <a:moveTo>
                    <a:pt x="2426" y="663"/>
                  </a:moveTo>
                  <a:cubicBezTo>
                    <a:pt x="3403" y="663"/>
                    <a:pt x="4190" y="1450"/>
                    <a:pt x="4190" y="2458"/>
                  </a:cubicBezTo>
                  <a:cubicBezTo>
                    <a:pt x="4159" y="3435"/>
                    <a:pt x="3371" y="4223"/>
                    <a:pt x="2426" y="4223"/>
                  </a:cubicBezTo>
                  <a:cubicBezTo>
                    <a:pt x="1449" y="4223"/>
                    <a:pt x="662" y="3435"/>
                    <a:pt x="662" y="2458"/>
                  </a:cubicBezTo>
                  <a:cubicBezTo>
                    <a:pt x="662" y="1450"/>
                    <a:pt x="1449" y="663"/>
                    <a:pt x="2426" y="663"/>
                  </a:cubicBezTo>
                  <a:close/>
                  <a:moveTo>
                    <a:pt x="2426" y="1"/>
                  </a:moveTo>
                  <a:cubicBezTo>
                    <a:pt x="1103" y="1"/>
                    <a:pt x="0" y="1104"/>
                    <a:pt x="0" y="2458"/>
                  </a:cubicBezTo>
                  <a:cubicBezTo>
                    <a:pt x="0" y="3782"/>
                    <a:pt x="1103" y="4884"/>
                    <a:pt x="2426" y="4884"/>
                  </a:cubicBezTo>
                  <a:cubicBezTo>
                    <a:pt x="3781" y="4884"/>
                    <a:pt x="4883" y="3782"/>
                    <a:pt x="4883" y="2458"/>
                  </a:cubicBezTo>
                  <a:cubicBezTo>
                    <a:pt x="4883" y="1104"/>
                    <a:pt x="3781" y="1"/>
                    <a:pt x="242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8407;p67">
              <a:extLst>
                <a:ext uri="{FF2B5EF4-FFF2-40B4-BE49-F238E27FC236}">
                  <a16:creationId xmlns:a16="http://schemas.microsoft.com/office/drawing/2014/main" id="{39D0D028-10E7-CFD6-566B-7489BEA11FCE}"/>
                </a:ext>
              </a:extLst>
            </p:cNvPr>
            <p:cNvSpPr/>
            <p:nvPr/>
          </p:nvSpPr>
          <p:spPr>
            <a:xfrm>
              <a:off x="-45941075" y="3218600"/>
              <a:ext cx="98475" cy="17375"/>
            </a:xfrm>
            <a:custGeom>
              <a:avLst/>
              <a:gdLst/>
              <a:ahLst/>
              <a:cxnLst/>
              <a:rect l="l" t="t" r="r" b="b"/>
              <a:pathLst>
                <a:path w="3939" h="695" extrusionOk="0">
                  <a:moveTo>
                    <a:pt x="536" y="1"/>
                  </a:moveTo>
                  <a:cubicBezTo>
                    <a:pt x="410" y="1"/>
                    <a:pt x="316" y="64"/>
                    <a:pt x="221" y="190"/>
                  </a:cubicBezTo>
                  <a:lnTo>
                    <a:pt x="1" y="694"/>
                  </a:lnTo>
                  <a:lnTo>
                    <a:pt x="3939" y="694"/>
                  </a:lnTo>
                  <a:lnTo>
                    <a:pt x="3655" y="190"/>
                  </a:lnTo>
                  <a:cubicBezTo>
                    <a:pt x="3592" y="64"/>
                    <a:pt x="3466" y="1"/>
                    <a:pt x="334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4" name="Google Shape;8408;p67">
            <a:extLst>
              <a:ext uri="{FF2B5EF4-FFF2-40B4-BE49-F238E27FC236}">
                <a16:creationId xmlns:a16="http://schemas.microsoft.com/office/drawing/2014/main" id="{47B57BCA-133C-FC01-0AE2-32507AC8388F}"/>
              </a:ext>
            </a:extLst>
          </p:cNvPr>
          <p:cNvGrpSpPr/>
          <p:nvPr/>
        </p:nvGrpSpPr>
        <p:grpSpPr>
          <a:xfrm>
            <a:off x="15579426" y="8990822"/>
            <a:ext cx="916286" cy="833389"/>
            <a:chOff x="-46042675" y="3568700"/>
            <a:chExt cx="300100" cy="272950"/>
          </a:xfrm>
          <a:solidFill>
            <a:srgbClr val="555559"/>
          </a:solidFill>
        </p:grpSpPr>
        <p:sp>
          <p:nvSpPr>
            <p:cNvPr id="1168" name="Google Shape;8409;p67">
              <a:extLst>
                <a:ext uri="{FF2B5EF4-FFF2-40B4-BE49-F238E27FC236}">
                  <a16:creationId xmlns:a16="http://schemas.microsoft.com/office/drawing/2014/main" id="{4B6AAEC3-7709-50F8-4215-0F967E64555B}"/>
                </a:ext>
              </a:extLst>
            </p:cNvPr>
            <p:cNvSpPr/>
            <p:nvPr/>
          </p:nvSpPr>
          <p:spPr>
            <a:xfrm>
              <a:off x="-46042675" y="3758125"/>
              <a:ext cx="115025" cy="83525"/>
            </a:xfrm>
            <a:custGeom>
              <a:avLst/>
              <a:gdLst/>
              <a:ahLst/>
              <a:cxnLst/>
              <a:rect l="l" t="t" r="r" b="b"/>
              <a:pathLst>
                <a:path w="4601" h="3341" extrusionOk="0">
                  <a:moveTo>
                    <a:pt x="1985" y="1"/>
                  </a:moveTo>
                  <a:lnTo>
                    <a:pt x="127" y="1797"/>
                  </a:lnTo>
                  <a:cubicBezTo>
                    <a:pt x="32" y="1891"/>
                    <a:pt x="1" y="2017"/>
                    <a:pt x="32" y="2112"/>
                  </a:cubicBezTo>
                  <a:cubicBezTo>
                    <a:pt x="95" y="2238"/>
                    <a:pt x="158" y="2332"/>
                    <a:pt x="284" y="2364"/>
                  </a:cubicBezTo>
                  <a:lnTo>
                    <a:pt x="3277" y="3340"/>
                  </a:lnTo>
                  <a:lnTo>
                    <a:pt x="3403" y="3340"/>
                  </a:lnTo>
                  <a:cubicBezTo>
                    <a:pt x="3466" y="3340"/>
                    <a:pt x="3592" y="3309"/>
                    <a:pt x="3624" y="3214"/>
                  </a:cubicBezTo>
                  <a:lnTo>
                    <a:pt x="4600" y="2238"/>
                  </a:lnTo>
                  <a:lnTo>
                    <a:pt x="2395" y="1639"/>
                  </a:lnTo>
                  <a:cubicBezTo>
                    <a:pt x="2367" y="1650"/>
                    <a:pt x="2340" y="1656"/>
                    <a:pt x="2316" y="1656"/>
                  </a:cubicBezTo>
                  <a:cubicBezTo>
                    <a:pt x="2206" y="1656"/>
                    <a:pt x="2143" y="1548"/>
                    <a:pt x="2143" y="1418"/>
                  </a:cubicBezTo>
                  <a:lnTo>
                    <a:pt x="1985"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8410;p67">
              <a:extLst>
                <a:ext uri="{FF2B5EF4-FFF2-40B4-BE49-F238E27FC236}">
                  <a16:creationId xmlns:a16="http://schemas.microsoft.com/office/drawing/2014/main" id="{4CA895BD-9E62-E299-B4F6-304152992DAD}"/>
                </a:ext>
              </a:extLst>
            </p:cNvPr>
            <p:cNvSpPr/>
            <p:nvPr/>
          </p:nvSpPr>
          <p:spPr>
            <a:xfrm>
              <a:off x="-45866250" y="3654175"/>
              <a:ext cx="37825" cy="37825"/>
            </a:xfrm>
            <a:custGeom>
              <a:avLst/>
              <a:gdLst/>
              <a:ahLst/>
              <a:cxnLst/>
              <a:rect l="l" t="t" r="r" b="b"/>
              <a:pathLst>
                <a:path w="1513" h="1513" extrusionOk="0">
                  <a:moveTo>
                    <a:pt x="1009" y="0"/>
                  </a:moveTo>
                  <a:lnTo>
                    <a:pt x="1" y="1008"/>
                  </a:lnTo>
                  <a:lnTo>
                    <a:pt x="505" y="1512"/>
                  </a:lnTo>
                  <a:lnTo>
                    <a:pt x="1513" y="504"/>
                  </a:lnTo>
                  <a:lnTo>
                    <a:pt x="1009"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8411;p67">
              <a:extLst>
                <a:ext uri="{FF2B5EF4-FFF2-40B4-BE49-F238E27FC236}">
                  <a16:creationId xmlns:a16="http://schemas.microsoft.com/office/drawing/2014/main" id="{DC487FB9-C440-D6F8-CACA-F2F5FF3C19AF}"/>
                </a:ext>
              </a:extLst>
            </p:cNvPr>
            <p:cNvSpPr/>
            <p:nvPr/>
          </p:nvSpPr>
          <p:spPr>
            <a:xfrm>
              <a:off x="-45828450" y="3629750"/>
              <a:ext cx="25225" cy="25225"/>
            </a:xfrm>
            <a:custGeom>
              <a:avLst/>
              <a:gdLst/>
              <a:ahLst/>
              <a:cxnLst/>
              <a:rect l="l" t="t" r="r" b="b"/>
              <a:pathLst>
                <a:path w="1009" h="1009" extrusionOk="0">
                  <a:moveTo>
                    <a:pt x="505" y="0"/>
                  </a:moveTo>
                  <a:lnTo>
                    <a:pt x="1" y="505"/>
                  </a:lnTo>
                  <a:lnTo>
                    <a:pt x="505" y="1009"/>
                  </a:lnTo>
                  <a:lnTo>
                    <a:pt x="1009" y="505"/>
                  </a:lnTo>
                  <a:lnTo>
                    <a:pt x="505"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8412;p67">
              <a:extLst>
                <a:ext uri="{FF2B5EF4-FFF2-40B4-BE49-F238E27FC236}">
                  <a16:creationId xmlns:a16="http://schemas.microsoft.com/office/drawing/2014/main" id="{03C0696F-95F3-2EB3-CC8F-01FAE13E1DCE}"/>
                </a:ext>
              </a:extLst>
            </p:cNvPr>
            <p:cNvSpPr/>
            <p:nvPr/>
          </p:nvSpPr>
          <p:spPr>
            <a:xfrm>
              <a:off x="-45979675" y="3568700"/>
              <a:ext cx="237100" cy="237800"/>
            </a:xfrm>
            <a:custGeom>
              <a:avLst/>
              <a:gdLst/>
              <a:ahLst/>
              <a:cxnLst/>
              <a:rect l="l" t="t" r="r" b="b"/>
              <a:pathLst>
                <a:path w="9484" h="9512" extrusionOk="0">
                  <a:moveTo>
                    <a:pt x="6499" y="1615"/>
                  </a:moveTo>
                  <a:cubicBezTo>
                    <a:pt x="6593" y="1615"/>
                    <a:pt x="6696" y="1639"/>
                    <a:pt x="6774" y="1686"/>
                  </a:cubicBezTo>
                  <a:lnTo>
                    <a:pt x="7751" y="2695"/>
                  </a:lnTo>
                  <a:cubicBezTo>
                    <a:pt x="7909" y="2852"/>
                    <a:pt x="7909" y="3073"/>
                    <a:pt x="7751" y="3199"/>
                  </a:cubicBezTo>
                  <a:lnTo>
                    <a:pt x="5262" y="5687"/>
                  </a:lnTo>
                  <a:cubicBezTo>
                    <a:pt x="5215" y="5750"/>
                    <a:pt x="5128" y="5782"/>
                    <a:pt x="5034" y="5782"/>
                  </a:cubicBezTo>
                  <a:cubicBezTo>
                    <a:pt x="4939" y="5782"/>
                    <a:pt x="4837" y="5750"/>
                    <a:pt x="4758" y="5687"/>
                  </a:cubicBezTo>
                  <a:lnTo>
                    <a:pt x="3782" y="4711"/>
                  </a:lnTo>
                  <a:cubicBezTo>
                    <a:pt x="3656" y="4585"/>
                    <a:pt x="3656" y="4333"/>
                    <a:pt x="3782" y="4175"/>
                  </a:cubicBezTo>
                  <a:lnTo>
                    <a:pt x="6270" y="1686"/>
                  </a:lnTo>
                  <a:cubicBezTo>
                    <a:pt x="6318" y="1639"/>
                    <a:pt x="6404" y="1615"/>
                    <a:pt x="6499" y="1615"/>
                  </a:cubicBezTo>
                  <a:close/>
                  <a:moveTo>
                    <a:pt x="3506" y="5593"/>
                  </a:moveTo>
                  <a:cubicBezTo>
                    <a:pt x="3600" y="5593"/>
                    <a:pt x="3703" y="5624"/>
                    <a:pt x="3782" y="5687"/>
                  </a:cubicBezTo>
                  <a:cubicBezTo>
                    <a:pt x="3939" y="5845"/>
                    <a:pt x="3939" y="6034"/>
                    <a:pt x="3782" y="6192"/>
                  </a:cubicBezTo>
                  <a:lnTo>
                    <a:pt x="2553" y="7420"/>
                  </a:lnTo>
                  <a:cubicBezTo>
                    <a:pt x="2490" y="7483"/>
                    <a:pt x="2403" y="7515"/>
                    <a:pt x="2313" y="7515"/>
                  </a:cubicBezTo>
                  <a:cubicBezTo>
                    <a:pt x="2222" y="7515"/>
                    <a:pt x="2128" y="7483"/>
                    <a:pt x="2049" y="7420"/>
                  </a:cubicBezTo>
                  <a:cubicBezTo>
                    <a:pt x="1923" y="7294"/>
                    <a:pt x="1923" y="7074"/>
                    <a:pt x="2049" y="6916"/>
                  </a:cubicBezTo>
                  <a:lnTo>
                    <a:pt x="3277" y="5687"/>
                  </a:lnTo>
                  <a:cubicBezTo>
                    <a:pt x="3325" y="5624"/>
                    <a:pt x="3411" y="5593"/>
                    <a:pt x="3506" y="5593"/>
                  </a:cubicBezTo>
                  <a:close/>
                  <a:moveTo>
                    <a:pt x="7034" y="1"/>
                  </a:moveTo>
                  <a:cubicBezTo>
                    <a:pt x="6396" y="1"/>
                    <a:pt x="5766" y="237"/>
                    <a:pt x="5325" y="710"/>
                  </a:cubicBezTo>
                  <a:lnTo>
                    <a:pt x="127" y="5908"/>
                  </a:lnTo>
                  <a:cubicBezTo>
                    <a:pt x="32" y="6003"/>
                    <a:pt x="1" y="6129"/>
                    <a:pt x="1" y="6192"/>
                  </a:cubicBezTo>
                  <a:lnTo>
                    <a:pt x="221" y="8428"/>
                  </a:lnTo>
                  <a:cubicBezTo>
                    <a:pt x="221" y="8586"/>
                    <a:pt x="347" y="8712"/>
                    <a:pt x="505" y="8743"/>
                  </a:cubicBezTo>
                  <a:lnTo>
                    <a:pt x="3214" y="9500"/>
                  </a:lnTo>
                  <a:cubicBezTo>
                    <a:pt x="3248" y="9508"/>
                    <a:pt x="3282" y="9512"/>
                    <a:pt x="3316" y="9512"/>
                  </a:cubicBezTo>
                  <a:cubicBezTo>
                    <a:pt x="3408" y="9512"/>
                    <a:pt x="3500" y="9483"/>
                    <a:pt x="3592" y="9437"/>
                  </a:cubicBezTo>
                  <a:lnTo>
                    <a:pt x="8791" y="4238"/>
                  </a:lnTo>
                  <a:cubicBezTo>
                    <a:pt x="9263" y="3766"/>
                    <a:pt x="9484" y="3167"/>
                    <a:pt x="9484" y="2505"/>
                  </a:cubicBezTo>
                  <a:cubicBezTo>
                    <a:pt x="9484" y="1812"/>
                    <a:pt x="9200" y="1182"/>
                    <a:pt x="8791" y="710"/>
                  </a:cubicBezTo>
                  <a:cubicBezTo>
                    <a:pt x="8318" y="237"/>
                    <a:pt x="7672" y="1"/>
                    <a:pt x="703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5" name="Google Shape;8413;p67">
            <a:extLst>
              <a:ext uri="{FF2B5EF4-FFF2-40B4-BE49-F238E27FC236}">
                <a16:creationId xmlns:a16="http://schemas.microsoft.com/office/drawing/2014/main" id="{41067104-1331-7A97-DF16-15624C959000}"/>
              </a:ext>
            </a:extLst>
          </p:cNvPr>
          <p:cNvGrpSpPr/>
          <p:nvPr/>
        </p:nvGrpSpPr>
        <p:grpSpPr>
          <a:xfrm>
            <a:off x="15687625" y="10117857"/>
            <a:ext cx="699884" cy="918346"/>
            <a:chOff x="-46007225" y="3937825"/>
            <a:chExt cx="229225" cy="300775"/>
          </a:xfrm>
          <a:solidFill>
            <a:srgbClr val="555559"/>
          </a:solidFill>
        </p:grpSpPr>
        <p:sp>
          <p:nvSpPr>
            <p:cNvPr id="1158" name="Google Shape;8414;p67">
              <a:extLst>
                <a:ext uri="{FF2B5EF4-FFF2-40B4-BE49-F238E27FC236}">
                  <a16:creationId xmlns:a16="http://schemas.microsoft.com/office/drawing/2014/main" id="{2C3D08FD-38B6-E3B4-6032-219467F714AA}"/>
                </a:ext>
              </a:extLst>
            </p:cNvPr>
            <p:cNvSpPr/>
            <p:nvPr/>
          </p:nvSpPr>
          <p:spPr>
            <a:xfrm>
              <a:off x="-45813475" y="3990475"/>
              <a:ext cx="35475" cy="17350"/>
            </a:xfrm>
            <a:custGeom>
              <a:avLst/>
              <a:gdLst/>
              <a:ahLst/>
              <a:cxnLst/>
              <a:rect l="l" t="t" r="r" b="b"/>
              <a:pathLst>
                <a:path w="1419" h="694" extrusionOk="0">
                  <a:moveTo>
                    <a:pt x="347" y="1"/>
                  </a:moveTo>
                  <a:cubicBezTo>
                    <a:pt x="158" y="1"/>
                    <a:pt x="0" y="158"/>
                    <a:pt x="0" y="347"/>
                  </a:cubicBezTo>
                  <a:cubicBezTo>
                    <a:pt x="0" y="536"/>
                    <a:pt x="158" y="694"/>
                    <a:pt x="347" y="694"/>
                  </a:cubicBezTo>
                  <a:lnTo>
                    <a:pt x="1072" y="694"/>
                  </a:lnTo>
                  <a:cubicBezTo>
                    <a:pt x="1261" y="694"/>
                    <a:pt x="1418" y="536"/>
                    <a:pt x="1418" y="347"/>
                  </a:cubicBezTo>
                  <a:cubicBezTo>
                    <a:pt x="1418" y="158"/>
                    <a:pt x="1261" y="1"/>
                    <a:pt x="107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8415;p67">
              <a:extLst>
                <a:ext uri="{FF2B5EF4-FFF2-40B4-BE49-F238E27FC236}">
                  <a16:creationId xmlns:a16="http://schemas.microsoft.com/office/drawing/2014/main" id="{0B0D813C-9F89-C2B0-8ECB-C8BF84081C1E}"/>
                </a:ext>
              </a:extLst>
            </p:cNvPr>
            <p:cNvSpPr/>
            <p:nvPr/>
          </p:nvSpPr>
          <p:spPr>
            <a:xfrm>
              <a:off x="-46007225" y="3990475"/>
              <a:ext cx="35450" cy="17350"/>
            </a:xfrm>
            <a:custGeom>
              <a:avLst/>
              <a:gdLst/>
              <a:ahLst/>
              <a:cxnLst/>
              <a:rect l="l" t="t" r="r" b="b"/>
              <a:pathLst>
                <a:path w="1418" h="694" extrusionOk="0">
                  <a:moveTo>
                    <a:pt x="347" y="1"/>
                  </a:moveTo>
                  <a:cubicBezTo>
                    <a:pt x="158" y="1"/>
                    <a:pt x="0" y="158"/>
                    <a:pt x="0" y="347"/>
                  </a:cubicBezTo>
                  <a:cubicBezTo>
                    <a:pt x="0" y="536"/>
                    <a:pt x="158" y="694"/>
                    <a:pt x="347" y="694"/>
                  </a:cubicBezTo>
                  <a:lnTo>
                    <a:pt x="1071" y="694"/>
                  </a:lnTo>
                  <a:cubicBezTo>
                    <a:pt x="1260" y="694"/>
                    <a:pt x="1418" y="536"/>
                    <a:pt x="1418" y="347"/>
                  </a:cubicBezTo>
                  <a:cubicBezTo>
                    <a:pt x="1418" y="158"/>
                    <a:pt x="1260" y="1"/>
                    <a:pt x="107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8416;p67">
              <a:extLst>
                <a:ext uri="{FF2B5EF4-FFF2-40B4-BE49-F238E27FC236}">
                  <a16:creationId xmlns:a16="http://schemas.microsoft.com/office/drawing/2014/main" id="{3634CA16-281A-3F84-9A91-31B1211B417E}"/>
                </a:ext>
              </a:extLst>
            </p:cNvPr>
            <p:cNvSpPr/>
            <p:nvPr/>
          </p:nvSpPr>
          <p:spPr>
            <a:xfrm>
              <a:off x="-45826875" y="3937825"/>
              <a:ext cx="35475" cy="26750"/>
            </a:xfrm>
            <a:custGeom>
              <a:avLst/>
              <a:gdLst/>
              <a:ahLst/>
              <a:cxnLst/>
              <a:rect l="l" t="t" r="r" b="b"/>
              <a:pathLst>
                <a:path w="1419" h="1070" extrusionOk="0">
                  <a:moveTo>
                    <a:pt x="993" y="0"/>
                  </a:moveTo>
                  <a:cubicBezTo>
                    <a:pt x="932" y="0"/>
                    <a:pt x="871" y="18"/>
                    <a:pt x="820" y="59"/>
                  </a:cubicBezTo>
                  <a:lnTo>
                    <a:pt x="221" y="405"/>
                  </a:lnTo>
                  <a:cubicBezTo>
                    <a:pt x="64" y="500"/>
                    <a:pt x="1" y="720"/>
                    <a:pt x="127" y="878"/>
                  </a:cubicBezTo>
                  <a:cubicBezTo>
                    <a:pt x="188" y="1000"/>
                    <a:pt x="288" y="1070"/>
                    <a:pt x="403" y="1070"/>
                  </a:cubicBezTo>
                  <a:cubicBezTo>
                    <a:pt x="466" y="1070"/>
                    <a:pt x="533" y="1049"/>
                    <a:pt x="599" y="1004"/>
                  </a:cubicBezTo>
                  <a:lnTo>
                    <a:pt x="1167" y="657"/>
                  </a:lnTo>
                  <a:cubicBezTo>
                    <a:pt x="1324" y="563"/>
                    <a:pt x="1419" y="342"/>
                    <a:pt x="1293" y="185"/>
                  </a:cubicBezTo>
                  <a:cubicBezTo>
                    <a:pt x="1250" y="78"/>
                    <a:pt x="1121" y="0"/>
                    <a:pt x="99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8417;p67">
              <a:extLst>
                <a:ext uri="{FF2B5EF4-FFF2-40B4-BE49-F238E27FC236}">
                  <a16:creationId xmlns:a16="http://schemas.microsoft.com/office/drawing/2014/main" id="{B4BEDCC2-9BFF-128F-126F-5B212CF2611F}"/>
                </a:ext>
              </a:extLst>
            </p:cNvPr>
            <p:cNvSpPr/>
            <p:nvPr/>
          </p:nvSpPr>
          <p:spPr>
            <a:xfrm>
              <a:off x="-45993850" y="4034625"/>
              <a:ext cx="35475" cy="25850"/>
            </a:xfrm>
            <a:custGeom>
              <a:avLst/>
              <a:gdLst/>
              <a:ahLst/>
              <a:cxnLst/>
              <a:rect l="l" t="t" r="r" b="b"/>
              <a:pathLst>
                <a:path w="1419" h="1034" extrusionOk="0">
                  <a:moveTo>
                    <a:pt x="1014" y="0"/>
                  </a:moveTo>
                  <a:cubicBezTo>
                    <a:pt x="958" y="0"/>
                    <a:pt x="901" y="10"/>
                    <a:pt x="851" y="30"/>
                  </a:cubicBezTo>
                  <a:lnTo>
                    <a:pt x="253" y="377"/>
                  </a:lnTo>
                  <a:cubicBezTo>
                    <a:pt x="95" y="472"/>
                    <a:pt x="1" y="692"/>
                    <a:pt x="127" y="850"/>
                  </a:cubicBezTo>
                  <a:cubicBezTo>
                    <a:pt x="191" y="956"/>
                    <a:pt x="313" y="1034"/>
                    <a:pt x="433" y="1034"/>
                  </a:cubicBezTo>
                  <a:cubicBezTo>
                    <a:pt x="491" y="1034"/>
                    <a:pt x="549" y="1016"/>
                    <a:pt x="599" y="976"/>
                  </a:cubicBezTo>
                  <a:lnTo>
                    <a:pt x="1198" y="629"/>
                  </a:lnTo>
                  <a:cubicBezTo>
                    <a:pt x="1356" y="566"/>
                    <a:pt x="1419" y="314"/>
                    <a:pt x="1324" y="156"/>
                  </a:cubicBezTo>
                  <a:cubicBezTo>
                    <a:pt x="1259" y="49"/>
                    <a:pt x="1136" y="0"/>
                    <a:pt x="101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8418;p67">
              <a:extLst>
                <a:ext uri="{FF2B5EF4-FFF2-40B4-BE49-F238E27FC236}">
                  <a16:creationId xmlns:a16="http://schemas.microsoft.com/office/drawing/2014/main" id="{95A30C81-D9DD-D46A-C8C3-8B650824815D}"/>
                </a:ext>
              </a:extLst>
            </p:cNvPr>
            <p:cNvSpPr/>
            <p:nvPr/>
          </p:nvSpPr>
          <p:spPr>
            <a:xfrm>
              <a:off x="-45825300" y="4034625"/>
              <a:ext cx="34675" cy="25725"/>
            </a:xfrm>
            <a:custGeom>
              <a:avLst/>
              <a:gdLst/>
              <a:ahLst/>
              <a:cxnLst/>
              <a:rect l="l" t="t" r="r" b="b"/>
              <a:pathLst>
                <a:path w="1387" h="1029" extrusionOk="0">
                  <a:moveTo>
                    <a:pt x="399" y="0"/>
                  </a:moveTo>
                  <a:cubicBezTo>
                    <a:pt x="270" y="0"/>
                    <a:pt x="138" y="49"/>
                    <a:pt x="95" y="156"/>
                  </a:cubicBezTo>
                  <a:cubicBezTo>
                    <a:pt x="1" y="314"/>
                    <a:pt x="32" y="566"/>
                    <a:pt x="190" y="629"/>
                  </a:cubicBezTo>
                  <a:lnTo>
                    <a:pt x="789" y="976"/>
                  </a:lnTo>
                  <a:cubicBezTo>
                    <a:pt x="848" y="1011"/>
                    <a:pt x="920" y="1029"/>
                    <a:pt x="991" y="1029"/>
                  </a:cubicBezTo>
                  <a:cubicBezTo>
                    <a:pt x="1108" y="1029"/>
                    <a:pt x="1222" y="980"/>
                    <a:pt x="1261" y="881"/>
                  </a:cubicBezTo>
                  <a:cubicBezTo>
                    <a:pt x="1387" y="692"/>
                    <a:pt x="1324" y="503"/>
                    <a:pt x="1135" y="408"/>
                  </a:cubicBezTo>
                  <a:lnTo>
                    <a:pt x="568" y="30"/>
                  </a:lnTo>
                  <a:cubicBezTo>
                    <a:pt x="518" y="10"/>
                    <a:pt x="459" y="0"/>
                    <a:pt x="39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8419;p67">
              <a:extLst>
                <a:ext uri="{FF2B5EF4-FFF2-40B4-BE49-F238E27FC236}">
                  <a16:creationId xmlns:a16="http://schemas.microsoft.com/office/drawing/2014/main" id="{A08FB843-D193-9B68-B789-188F6F5A57D0}"/>
                </a:ext>
              </a:extLst>
            </p:cNvPr>
            <p:cNvSpPr/>
            <p:nvPr/>
          </p:nvSpPr>
          <p:spPr>
            <a:xfrm>
              <a:off x="-45992275" y="3938175"/>
              <a:ext cx="33900" cy="25525"/>
            </a:xfrm>
            <a:custGeom>
              <a:avLst/>
              <a:gdLst/>
              <a:ahLst/>
              <a:cxnLst/>
              <a:rect l="l" t="t" r="r" b="b"/>
              <a:pathLst>
                <a:path w="1356" h="1021" extrusionOk="0">
                  <a:moveTo>
                    <a:pt x="372" y="0"/>
                  </a:moveTo>
                  <a:cubicBezTo>
                    <a:pt x="250" y="0"/>
                    <a:pt x="128" y="64"/>
                    <a:pt x="64" y="171"/>
                  </a:cubicBezTo>
                  <a:cubicBezTo>
                    <a:pt x="1" y="328"/>
                    <a:pt x="32" y="549"/>
                    <a:pt x="190" y="643"/>
                  </a:cubicBezTo>
                  <a:lnTo>
                    <a:pt x="788" y="990"/>
                  </a:lnTo>
                  <a:cubicBezTo>
                    <a:pt x="838" y="1010"/>
                    <a:pt x="895" y="1020"/>
                    <a:pt x="951" y="1020"/>
                  </a:cubicBezTo>
                  <a:cubicBezTo>
                    <a:pt x="1073" y="1020"/>
                    <a:pt x="1196" y="972"/>
                    <a:pt x="1261" y="864"/>
                  </a:cubicBezTo>
                  <a:cubicBezTo>
                    <a:pt x="1356" y="706"/>
                    <a:pt x="1293" y="517"/>
                    <a:pt x="1135" y="391"/>
                  </a:cubicBezTo>
                  <a:lnTo>
                    <a:pt x="536" y="45"/>
                  </a:lnTo>
                  <a:cubicBezTo>
                    <a:pt x="486" y="15"/>
                    <a:pt x="429" y="0"/>
                    <a:pt x="37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8420;p67">
              <a:extLst>
                <a:ext uri="{FF2B5EF4-FFF2-40B4-BE49-F238E27FC236}">
                  <a16:creationId xmlns:a16="http://schemas.microsoft.com/office/drawing/2014/main" id="{7CB9D05E-B84A-DB79-89DA-60AAC370CB91}"/>
                </a:ext>
              </a:extLst>
            </p:cNvPr>
            <p:cNvSpPr/>
            <p:nvPr/>
          </p:nvSpPr>
          <p:spPr>
            <a:xfrm>
              <a:off x="-45953675" y="4078700"/>
              <a:ext cx="122900" cy="35450"/>
            </a:xfrm>
            <a:custGeom>
              <a:avLst/>
              <a:gdLst/>
              <a:ahLst/>
              <a:cxnLst/>
              <a:rect l="l" t="t" r="r" b="b"/>
              <a:pathLst>
                <a:path w="4916" h="1418" extrusionOk="0">
                  <a:moveTo>
                    <a:pt x="347" y="0"/>
                  </a:moveTo>
                  <a:cubicBezTo>
                    <a:pt x="158" y="0"/>
                    <a:pt x="1" y="158"/>
                    <a:pt x="1" y="378"/>
                  </a:cubicBezTo>
                  <a:cubicBezTo>
                    <a:pt x="1" y="567"/>
                    <a:pt x="158" y="725"/>
                    <a:pt x="347" y="725"/>
                  </a:cubicBezTo>
                  <a:lnTo>
                    <a:pt x="1040" y="725"/>
                  </a:lnTo>
                  <a:lnTo>
                    <a:pt x="1040" y="1418"/>
                  </a:lnTo>
                  <a:lnTo>
                    <a:pt x="3844" y="1418"/>
                  </a:lnTo>
                  <a:lnTo>
                    <a:pt x="3844" y="725"/>
                  </a:lnTo>
                  <a:lnTo>
                    <a:pt x="4569" y="725"/>
                  </a:lnTo>
                  <a:cubicBezTo>
                    <a:pt x="4758" y="725"/>
                    <a:pt x="4915" y="567"/>
                    <a:pt x="4915" y="378"/>
                  </a:cubicBezTo>
                  <a:cubicBezTo>
                    <a:pt x="4915" y="158"/>
                    <a:pt x="4758" y="0"/>
                    <a:pt x="453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8421;p67">
              <a:extLst>
                <a:ext uri="{FF2B5EF4-FFF2-40B4-BE49-F238E27FC236}">
                  <a16:creationId xmlns:a16="http://schemas.microsoft.com/office/drawing/2014/main" id="{7D171D27-C79B-CDB5-8503-925BA0E4C2DC}"/>
                </a:ext>
              </a:extLst>
            </p:cNvPr>
            <p:cNvSpPr/>
            <p:nvPr/>
          </p:nvSpPr>
          <p:spPr>
            <a:xfrm>
              <a:off x="-45956025" y="3938325"/>
              <a:ext cx="126025" cy="123075"/>
            </a:xfrm>
            <a:custGeom>
              <a:avLst/>
              <a:gdLst/>
              <a:ahLst/>
              <a:cxnLst/>
              <a:rect l="l" t="t" r="r" b="b"/>
              <a:pathLst>
                <a:path w="5041" h="4923" extrusionOk="0">
                  <a:moveTo>
                    <a:pt x="2557" y="1"/>
                  </a:moveTo>
                  <a:cubicBezTo>
                    <a:pt x="2408" y="1"/>
                    <a:pt x="2259" y="13"/>
                    <a:pt x="2111" y="39"/>
                  </a:cubicBezTo>
                  <a:cubicBezTo>
                    <a:pt x="1134" y="196"/>
                    <a:pt x="315" y="1016"/>
                    <a:pt x="158" y="1992"/>
                  </a:cubicBezTo>
                  <a:cubicBezTo>
                    <a:pt x="0" y="2874"/>
                    <a:pt x="284" y="3410"/>
                    <a:pt x="693" y="4103"/>
                  </a:cubicBezTo>
                  <a:cubicBezTo>
                    <a:pt x="914" y="4355"/>
                    <a:pt x="1071" y="4639"/>
                    <a:pt x="1134" y="4922"/>
                  </a:cubicBezTo>
                  <a:lnTo>
                    <a:pt x="2237" y="4922"/>
                  </a:lnTo>
                  <a:lnTo>
                    <a:pt x="2237" y="2780"/>
                  </a:lnTo>
                  <a:lnTo>
                    <a:pt x="1890" y="2780"/>
                  </a:lnTo>
                  <a:cubicBezTo>
                    <a:pt x="1701" y="2780"/>
                    <a:pt x="1544" y="2622"/>
                    <a:pt x="1544" y="2433"/>
                  </a:cubicBezTo>
                  <a:cubicBezTo>
                    <a:pt x="1544" y="2244"/>
                    <a:pt x="1701" y="2087"/>
                    <a:pt x="1890" y="2087"/>
                  </a:cubicBezTo>
                  <a:lnTo>
                    <a:pt x="3308" y="2087"/>
                  </a:lnTo>
                  <a:cubicBezTo>
                    <a:pt x="3497" y="2087"/>
                    <a:pt x="3655" y="2244"/>
                    <a:pt x="3655" y="2433"/>
                  </a:cubicBezTo>
                  <a:cubicBezTo>
                    <a:pt x="3655" y="2622"/>
                    <a:pt x="3497" y="2780"/>
                    <a:pt x="3308" y="2780"/>
                  </a:cubicBezTo>
                  <a:lnTo>
                    <a:pt x="2962" y="2780"/>
                  </a:lnTo>
                  <a:lnTo>
                    <a:pt x="2962" y="4922"/>
                  </a:lnTo>
                  <a:lnTo>
                    <a:pt x="4064" y="4922"/>
                  </a:lnTo>
                  <a:cubicBezTo>
                    <a:pt x="4127" y="4639"/>
                    <a:pt x="4348" y="4355"/>
                    <a:pt x="4505" y="4040"/>
                  </a:cubicBezTo>
                  <a:cubicBezTo>
                    <a:pt x="4820" y="3536"/>
                    <a:pt x="5041" y="3158"/>
                    <a:pt x="5041" y="2433"/>
                  </a:cubicBezTo>
                  <a:cubicBezTo>
                    <a:pt x="5041" y="1740"/>
                    <a:pt x="4726" y="1016"/>
                    <a:pt x="4190" y="543"/>
                  </a:cubicBezTo>
                  <a:cubicBezTo>
                    <a:pt x="3714" y="192"/>
                    <a:pt x="3138" y="1"/>
                    <a:pt x="255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8422;p67">
              <a:extLst>
                <a:ext uri="{FF2B5EF4-FFF2-40B4-BE49-F238E27FC236}">
                  <a16:creationId xmlns:a16="http://schemas.microsoft.com/office/drawing/2014/main" id="{C9BE35B4-285C-F738-206B-4E0FE588F16C}"/>
                </a:ext>
              </a:extLst>
            </p:cNvPr>
            <p:cNvSpPr/>
            <p:nvPr/>
          </p:nvSpPr>
          <p:spPr>
            <a:xfrm>
              <a:off x="-45927675" y="4132250"/>
              <a:ext cx="70125" cy="39400"/>
            </a:xfrm>
            <a:custGeom>
              <a:avLst/>
              <a:gdLst/>
              <a:ahLst/>
              <a:cxnLst/>
              <a:rect l="l" t="t" r="r" b="b"/>
              <a:pathLst>
                <a:path w="2805" h="1576" extrusionOk="0">
                  <a:moveTo>
                    <a:pt x="0" y="1"/>
                  </a:moveTo>
                  <a:lnTo>
                    <a:pt x="0" y="1576"/>
                  </a:lnTo>
                  <a:lnTo>
                    <a:pt x="158" y="1450"/>
                  </a:lnTo>
                  <a:cubicBezTo>
                    <a:pt x="536" y="1198"/>
                    <a:pt x="969" y="1072"/>
                    <a:pt x="1402" y="1072"/>
                  </a:cubicBezTo>
                  <a:cubicBezTo>
                    <a:pt x="1835" y="1072"/>
                    <a:pt x="2269" y="1198"/>
                    <a:pt x="2647" y="1450"/>
                  </a:cubicBezTo>
                  <a:lnTo>
                    <a:pt x="2804" y="1576"/>
                  </a:lnTo>
                  <a:lnTo>
                    <a:pt x="2804"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8423;p67">
              <a:extLst>
                <a:ext uri="{FF2B5EF4-FFF2-40B4-BE49-F238E27FC236}">
                  <a16:creationId xmlns:a16="http://schemas.microsoft.com/office/drawing/2014/main" id="{2A896106-F9F3-7E52-C47A-710245E1F4BD}"/>
                </a:ext>
              </a:extLst>
            </p:cNvPr>
            <p:cNvSpPr/>
            <p:nvPr/>
          </p:nvSpPr>
          <p:spPr>
            <a:xfrm>
              <a:off x="-45921375" y="4176950"/>
              <a:ext cx="59100" cy="61650"/>
            </a:xfrm>
            <a:custGeom>
              <a:avLst/>
              <a:gdLst/>
              <a:ahLst/>
              <a:cxnLst/>
              <a:rect l="l" t="t" r="r" b="b"/>
              <a:pathLst>
                <a:path w="2364" h="2466" extrusionOk="0">
                  <a:moveTo>
                    <a:pt x="1158" y="0"/>
                  </a:moveTo>
                  <a:cubicBezTo>
                    <a:pt x="859" y="0"/>
                    <a:pt x="567" y="87"/>
                    <a:pt x="315" y="260"/>
                  </a:cubicBezTo>
                  <a:lnTo>
                    <a:pt x="0" y="481"/>
                  </a:lnTo>
                  <a:lnTo>
                    <a:pt x="851" y="2277"/>
                  </a:lnTo>
                  <a:cubicBezTo>
                    <a:pt x="945" y="2371"/>
                    <a:pt x="1040" y="2466"/>
                    <a:pt x="1166" y="2466"/>
                  </a:cubicBezTo>
                  <a:cubicBezTo>
                    <a:pt x="1292" y="2466"/>
                    <a:pt x="1418" y="2371"/>
                    <a:pt x="1481" y="2277"/>
                  </a:cubicBezTo>
                  <a:lnTo>
                    <a:pt x="2363" y="481"/>
                  </a:lnTo>
                  <a:lnTo>
                    <a:pt x="2048" y="260"/>
                  </a:lnTo>
                  <a:cubicBezTo>
                    <a:pt x="1765" y="87"/>
                    <a:pt x="1457" y="0"/>
                    <a:pt x="115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6" name="Google Shape;8424;p67">
            <a:extLst>
              <a:ext uri="{FF2B5EF4-FFF2-40B4-BE49-F238E27FC236}">
                <a16:creationId xmlns:a16="http://schemas.microsoft.com/office/drawing/2014/main" id="{E3645FA3-42D6-7699-66D9-911423E63015}"/>
              </a:ext>
            </a:extLst>
          </p:cNvPr>
          <p:cNvGrpSpPr/>
          <p:nvPr/>
        </p:nvGrpSpPr>
        <p:grpSpPr>
          <a:xfrm>
            <a:off x="19054759" y="10092286"/>
            <a:ext cx="805681" cy="922314"/>
            <a:chOff x="-44895900" y="3929450"/>
            <a:chExt cx="263875" cy="302075"/>
          </a:xfrm>
          <a:solidFill>
            <a:srgbClr val="555559"/>
          </a:solidFill>
        </p:grpSpPr>
        <p:sp>
          <p:nvSpPr>
            <p:cNvPr id="1152" name="Google Shape;8425;p67">
              <a:extLst>
                <a:ext uri="{FF2B5EF4-FFF2-40B4-BE49-F238E27FC236}">
                  <a16:creationId xmlns:a16="http://schemas.microsoft.com/office/drawing/2014/main" id="{E6FB0628-6C21-F517-2E27-05E3FABFA921}"/>
                </a:ext>
              </a:extLst>
            </p:cNvPr>
            <p:cNvSpPr/>
            <p:nvPr/>
          </p:nvSpPr>
          <p:spPr>
            <a:xfrm>
              <a:off x="-44813975" y="4100750"/>
              <a:ext cx="101625" cy="50425"/>
            </a:xfrm>
            <a:custGeom>
              <a:avLst/>
              <a:gdLst/>
              <a:ahLst/>
              <a:cxnLst/>
              <a:rect l="l" t="t" r="r" b="b"/>
              <a:pathLst>
                <a:path w="4065" h="2017" extrusionOk="0">
                  <a:moveTo>
                    <a:pt x="2017" y="0"/>
                  </a:moveTo>
                  <a:lnTo>
                    <a:pt x="0" y="977"/>
                  </a:lnTo>
                  <a:lnTo>
                    <a:pt x="2017" y="2017"/>
                  </a:lnTo>
                  <a:lnTo>
                    <a:pt x="4064" y="977"/>
                  </a:lnTo>
                  <a:lnTo>
                    <a:pt x="2017"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8426;p67">
              <a:extLst>
                <a:ext uri="{FF2B5EF4-FFF2-40B4-BE49-F238E27FC236}">
                  <a16:creationId xmlns:a16="http://schemas.microsoft.com/office/drawing/2014/main" id="{A1945DEA-58A3-674F-28D7-3062CA1EFED0}"/>
                </a:ext>
              </a:extLst>
            </p:cNvPr>
            <p:cNvSpPr/>
            <p:nvPr/>
          </p:nvSpPr>
          <p:spPr>
            <a:xfrm>
              <a:off x="-44885650" y="3929450"/>
              <a:ext cx="244175" cy="87825"/>
            </a:xfrm>
            <a:custGeom>
              <a:avLst/>
              <a:gdLst/>
              <a:ahLst/>
              <a:cxnLst/>
              <a:rect l="l" t="t" r="r" b="b"/>
              <a:pathLst>
                <a:path w="9767" h="3513" extrusionOk="0">
                  <a:moveTo>
                    <a:pt x="4832" y="0"/>
                  </a:moveTo>
                  <a:cubicBezTo>
                    <a:pt x="4781" y="0"/>
                    <a:pt x="4726" y="16"/>
                    <a:pt x="4663" y="47"/>
                  </a:cubicBezTo>
                  <a:lnTo>
                    <a:pt x="0" y="2410"/>
                  </a:lnTo>
                  <a:lnTo>
                    <a:pt x="2080" y="3513"/>
                  </a:lnTo>
                  <a:lnTo>
                    <a:pt x="4726" y="2158"/>
                  </a:lnTo>
                  <a:cubicBezTo>
                    <a:pt x="4758" y="2142"/>
                    <a:pt x="4805" y="2134"/>
                    <a:pt x="4852" y="2134"/>
                  </a:cubicBezTo>
                  <a:cubicBezTo>
                    <a:pt x="4899" y="2134"/>
                    <a:pt x="4947" y="2142"/>
                    <a:pt x="4978" y="2158"/>
                  </a:cubicBezTo>
                  <a:lnTo>
                    <a:pt x="7625" y="3513"/>
                  </a:lnTo>
                  <a:lnTo>
                    <a:pt x="9767" y="2442"/>
                  </a:lnTo>
                  <a:lnTo>
                    <a:pt x="4978" y="47"/>
                  </a:lnTo>
                  <a:cubicBezTo>
                    <a:pt x="4931" y="16"/>
                    <a:pt x="4884" y="0"/>
                    <a:pt x="483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8427;p67">
              <a:extLst>
                <a:ext uri="{FF2B5EF4-FFF2-40B4-BE49-F238E27FC236}">
                  <a16:creationId xmlns:a16="http://schemas.microsoft.com/office/drawing/2014/main" id="{AEB33140-067C-4F09-360E-C5B7BD33A4B1}"/>
                </a:ext>
              </a:extLst>
            </p:cNvPr>
            <p:cNvSpPr/>
            <p:nvPr/>
          </p:nvSpPr>
          <p:spPr>
            <a:xfrm>
              <a:off x="-44825000" y="4006225"/>
              <a:ext cx="52000" cy="105575"/>
            </a:xfrm>
            <a:custGeom>
              <a:avLst/>
              <a:gdLst/>
              <a:ahLst/>
              <a:cxnLst/>
              <a:rect l="l" t="t" r="r" b="b"/>
              <a:pathLst>
                <a:path w="2080" h="4223" extrusionOk="0">
                  <a:moveTo>
                    <a:pt x="2080" y="1"/>
                  </a:moveTo>
                  <a:lnTo>
                    <a:pt x="0" y="1009"/>
                  </a:lnTo>
                  <a:lnTo>
                    <a:pt x="0" y="4222"/>
                  </a:lnTo>
                  <a:lnTo>
                    <a:pt x="2080" y="3151"/>
                  </a:lnTo>
                  <a:lnTo>
                    <a:pt x="208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8428;p67">
              <a:extLst>
                <a:ext uri="{FF2B5EF4-FFF2-40B4-BE49-F238E27FC236}">
                  <a16:creationId xmlns:a16="http://schemas.microsoft.com/office/drawing/2014/main" id="{3AC52954-E4F6-DB69-ED02-86EE009CC84F}"/>
                </a:ext>
              </a:extLst>
            </p:cNvPr>
            <p:cNvSpPr/>
            <p:nvPr/>
          </p:nvSpPr>
          <p:spPr>
            <a:xfrm>
              <a:off x="-44754900" y="4005450"/>
              <a:ext cx="122875" cy="222925"/>
            </a:xfrm>
            <a:custGeom>
              <a:avLst/>
              <a:gdLst/>
              <a:ahLst/>
              <a:cxnLst/>
              <a:rect l="l" t="t" r="r" b="b"/>
              <a:pathLst>
                <a:path w="4915" h="8917" extrusionOk="0">
                  <a:moveTo>
                    <a:pt x="4915" y="0"/>
                  </a:moveTo>
                  <a:lnTo>
                    <a:pt x="2804" y="1040"/>
                  </a:lnTo>
                  <a:lnTo>
                    <a:pt x="2804" y="4789"/>
                  </a:lnTo>
                  <a:cubicBezTo>
                    <a:pt x="2804" y="4915"/>
                    <a:pt x="2710" y="5041"/>
                    <a:pt x="2615" y="5104"/>
                  </a:cubicBezTo>
                  <a:lnTo>
                    <a:pt x="0" y="6396"/>
                  </a:lnTo>
                  <a:lnTo>
                    <a:pt x="0" y="8916"/>
                  </a:lnTo>
                  <a:lnTo>
                    <a:pt x="4726" y="6396"/>
                  </a:lnTo>
                  <a:cubicBezTo>
                    <a:pt x="4852" y="6333"/>
                    <a:pt x="4915" y="6207"/>
                    <a:pt x="4915" y="6081"/>
                  </a:cubicBezTo>
                  <a:lnTo>
                    <a:pt x="4915"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8429;p67">
              <a:extLst>
                <a:ext uri="{FF2B5EF4-FFF2-40B4-BE49-F238E27FC236}">
                  <a16:creationId xmlns:a16="http://schemas.microsoft.com/office/drawing/2014/main" id="{A234D1D4-0DF3-A3E7-40F9-1EC4A073F537}"/>
                </a:ext>
              </a:extLst>
            </p:cNvPr>
            <p:cNvSpPr/>
            <p:nvPr/>
          </p:nvSpPr>
          <p:spPr>
            <a:xfrm>
              <a:off x="-44754900" y="4006225"/>
              <a:ext cx="52775" cy="105575"/>
            </a:xfrm>
            <a:custGeom>
              <a:avLst/>
              <a:gdLst/>
              <a:ahLst/>
              <a:cxnLst/>
              <a:rect l="l" t="t" r="r" b="b"/>
              <a:pathLst>
                <a:path w="2111" h="4223" extrusionOk="0">
                  <a:moveTo>
                    <a:pt x="0" y="1"/>
                  </a:moveTo>
                  <a:lnTo>
                    <a:pt x="0" y="3151"/>
                  </a:lnTo>
                  <a:lnTo>
                    <a:pt x="2111" y="4222"/>
                  </a:lnTo>
                  <a:lnTo>
                    <a:pt x="2111" y="1009"/>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8430;p67">
              <a:extLst>
                <a:ext uri="{FF2B5EF4-FFF2-40B4-BE49-F238E27FC236}">
                  <a16:creationId xmlns:a16="http://schemas.microsoft.com/office/drawing/2014/main" id="{B51AB2D1-0F8D-A3B6-6FF4-0FB6E0FF7021}"/>
                </a:ext>
              </a:extLst>
            </p:cNvPr>
            <p:cNvSpPr/>
            <p:nvPr/>
          </p:nvSpPr>
          <p:spPr>
            <a:xfrm>
              <a:off x="-44895900" y="4006225"/>
              <a:ext cx="122900" cy="225300"/>
            </a:xfrm>
            <a:custGeom>
              <a:avLst/>
              <a:gdLst/>
              <a:ahLst/>
              <a:cxnLst/>
              <a:rect l="l" t="t" r="r" b="b"/>
              <a:pathLst>
                <a:path w="4916" h="9012" extrusionOk="0">
                  <a:moveTo>
                    <a:pt x="1" y="1"/>
                  </a:moveTo>
                  <a:lnTo>
                    <a:pt x="1" y="6176"/>
                  </a:lnTo>
                  <a:cubicBezTo>
                    <a:pt x="1" y="6302"/>
                    <a:pt x="95" y="6428"/>
                    <a:pt x="190" y="6491"/>
                  </a:cubicBezTo>
                  <a:lnTo>
                    <a:pt x="4916" y="9011"/>
                  </a:lnTo>
                  <a:lnTo>
                    <a:pt x="4916" y="6428"/>
                  </a:lnTo>
                  <a:lnTo>
                    <a:pt x="2332" y="5105"/>
                  </a:lnTo>
                  <a:lnTo>
                    <a:pt x="2301" y="5105"/>
                  </a:lnTo>
                  <a:cubicBezTo>
                    <a:pt x="2206" y="5073"/>
                    <a:pt x="2143" y="4947"/>
                    <a:pt x="2143" y="4853"/>
                  </a:cubicBezTo>
                  <a:lnTo>
                    <a:pt x="2143" y="1103"/>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7" name="Google Shape;8431;p67">
            <a:extLst>
              <a:ext uri="{FF2B5EF4-FFF2-40B4-BE49-F238E27FC236}">
                <a16:creationId xmlns:a16="http://schemas.microsoft.com/office/drawing/2014/main" id="{C6F4023B-B2A4-55B6-1C88-1C6DE3AB2914}"/>
              </a:ext>
            </a:extLst>
          </p:cNvPr>
          <p:cNvGrpSpPr/>
          <p:nvPr/>
        </p:nvGrpSpPr>
        <p:grpSpPr>
          <a:xfrm>
            <a:off x="5328763" y="7842563"/>
            <a:ext cx="918727" cy="858578"/>
            <a:chOff x="-49397175" y="3192625"/>
            <a:chExt cx="300900" cy="281200"/>
          </a:xfrm>
          <a:solidFill>
            <a:srgbClr val="555559"/>
          </a:solidFill>
        </p:grpSpPr>
        <p:sp>
          <p:nvSpPr>
            <p:cNvPr id="1145" name="Google Shape;8432;p67">
              <a:extLst>
                <a:ext uri="{FF2B5EF4-FFF2-40B4-BE49-F238E27FC236}">
                  <a16:creationId xmlns:a16="http://schemas.microsoft.com/office/drawing/2014/main" id="{ADB8B4A0-42A1-9C9D-8875-C0A523086D1A}"/>
                </a:ext>
              </a:extLst>
            </p:cNvPr>
            <p:cNvSpPr/>
            <p:nvPr/>
          </p:nvSpPr>
          <p:spPr>
            <a:xfrm>
              <a:off x="-49325500" y="3297975"/>
              <a:ext cx="64625" cy="58500"/>
            </a:xfrm>
            <a:custGeom>
              <a:avLst/>
              <a:gdLst/>
              <a:ahLst/>
              <a:cxnLst/>
              <a:rect l="l" t="t" r="r" b="b"/>
              <a:pathLst>
                <a:path w="2585" h="2340" extrusionOk="0">
                  <a:moveTo>
                    <a:pt x="1045" y="1"/>
                  </a:moveTo>
                  <a:cubicBezTo>
                    <a:pt x="692" y="1"/>
                    <a:pt x="336" y="54"/>
                    <a:pt x="1" y="165"/>
                  </a:cubicBezTo>
                  <a:cubicBezTo>
                    <a:pt x="158" y="1079"/>
                    <a:pt x="694" y="1867"/>
                    <a:pt x="1482" y="2339"/>
                  </a:cubicBezTo>
                  <a:cubicBezTo>
                    <a:pt x="1639" y="1583"/>
                    <a:pt x="2017" y="890"/>
                    <a:pt x="2584" y="354"/>
                  </a:cubicBezTo>
                  <a:cubicBezTo>
                    <a:pt x="2126" y="126"/>
                    <a:pt x="1588" y="1"/>
                    <a:pt x="104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8433;p67">
              <a:extLst>
                <a:ext uri="{FF2B5EF4-FFF2-40B4-BE49-F238E27FC236}">
                  <a16:creationId xmlns:a16="http://schemas.microsoft.com/office/drawing/2014/main" id="{BEF0E8F0-0861-5473-212A-C3365F55B03A}"/>
                </a:ext>
              </a:extLst>
            </p:cNvPr>
            <p:cNvSpPr/>
            <p:nvPr/>
          </p:nvSpPr>
          <p:spPr>
            <a:xfrm>
              <a:off x="-49345975" y="3192625"/>
              <a:ext cx="199300" cy="103975"/>
            </a:xfrm>
            <a:custGeom>
              <a:avLst/>
              <a:gdLst/>
              <a:ahLst/>
              <a:cxnLst/>
              <a:rect l="l" t="t" r="r" b="b"/>
              <a:pathLst>
                <a:path w="7972" h="4159" extrusionOk="0">
                  <a:moveTo>
                    <a:pt x="3970" y="0"/>
                  </a:moveTo>
                  <a:cubicBezTo>
                    <a:pt x="1670" y="0"/>
                    <a:pt x="1" y="2048"/>
                    <a:pt x="127" y="3907"/>
                  </a:cubicBezTo>
                  <a:cubicBezTo>
                    <a:pt x="743" y="3639"/>
                    <a:pt x="1342" y="3513"/>
                    <a:pt x="1908" y="3513"/>
                  </a:cubicBezTo>
                  <a:cubicBezTo>
                    <a:pt x="2671" y="3513"/>
                    <a:pt x="3373" y="3743"/>
                    <a:pt x="3970" y="4159"/>
                  </a:cubicBezTo>
                  <a:cubicBezTo>
                    <a:pt x="4586" y="3743"/>
                    <a:pt x="5274" y="3513"/>
                    <a:pt x="6036" y="3513"/>
                  </a:cubicBezTo>
                  <a:cubicBezTo>
                    <a:pt x="6599" y="3513"/>
                    <a:pt x="7202" y="3639"/>
                    <a:pt x="7845" y="3907"/>
                  </a:cubicBezTo>
                  <a:cubicBezTo>
                    <a:pt x="7971" y="2048"/>
                    <a:pt x="6302" y="0"/>
                    <a:pt x="397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8434;p67">
              <a:extLst>
                <a:ext uri="{FF2B5EF4-FFF2-40B4-BE49-F238E27FC236}">
                  <a16:creationId xmlns:a16="http://schemas.microsoft.com/office/drawing/2014/main" id="{A6B0927C-BAF3-6D03-E8DC-9C46FDE939B1}"/>
                </a:ext>
              </a:extLst>
            </p:cNvPr>
            <p:cNvSpPr/>
            <p:nvPr/>
          </p:nvSpPr>
          <p:spPr>
            <a:xfrm>
              <a:off x="-49272725" y="3381650"/>
              <a:ext cx="52800" cy="53575"/>
            </a:xfrm>
            <a:custGeom>
              <a:avLst/>
              <a:gdLst/>
              <a:ahLst/>
              <a:cxnLst/>
              <a:rect l="l" t="t" r="r" b="b"/>
              <a:pathLst>
                <a:path w="2112" h="2143" extrusionOk="0">
                  <a:moveTo>
                    <a:pt x="2112" y="0"/>
                  </a:moveTo>
                  <a:cubicBezTo>
                    <a:pt x="1765" y="111"/>
                    <a:pt x="1403" y="166"/>
                    <a:pt x="1044" y="166"/>
                  </a:cubicBezTo>
                  <a:cubicBezTo>
                    <a:pt x="686" y="166"/>
                    <a:pt x="331" y="111"/>
                    <a:pt x="1" y="0"/>
                  </a:cubicBezTo>
                  <a:lnTo>
                    <a:pt x="1" y="0"/>
                  </a:lnTo>
                  <a:cubicBezTo>
                    <a:pt x="32" y="851"/>
                    <a:pt x="442" y="1576"/>
                    <a:pt x="1040" y="2143"/>
                  </a:cubicBezTo>
                  <a:cubicBezTo>
                    <a:pt x="1702" y="1576"/>
                    <a:pt x="2049" y="788"/>
                    <a:pt x="211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8435;p67">
              <a:extLst>
                <a:ext uri="{FF2B5EF4-FFF2-40B4-BE49-F238E27FC236}">
                  <a16:creationId xmlns:a16="http://schemas.microsoft.com/office/drawing/2014/main" id="{D4F7BCB9-6005-FB7B-3097-015651F4EED8}"/>
                </a:ext>
              </a:extLst>
            </p:cNvPr>
            <p:cNvSpPr/>
            <p:nvPr/>
          </p:nvSpPr>
          <p:spPr>
            <a:xfrm>
              <a:off x="-49231775" y="3298075"/>
              <a:ext cx="63050" cy="58400"/>
            </a:xfrm>
            <a:custGeom>
              <a:avLst/>
              <a:gdLst/>
              <a:ahLst/>
              <a:cxnLst/>
              <a:rect l="l" t="t" r="r" b="b"/>
              <a:pathLst>
                <a:path w="2522" h="2336" extrusionOk="0">
                  <a:moveTo>
                    <a:pt x="1547" y="0"/>
                  </a:moveTo>
                  <a:cubicBezTo>
                    <a:pt x="1009" y="0"/>
                    <a:pt x="469" y="141"/>
                    <a:pt x="1" y="414"/>
                  </a:cubicBezTo>
                  <a:cubicBezTo>
                    <a:pt x="568" y="918"/>
                    <a:pt x="915" y="1611"/>
                    <a:pt x="1072" y="2335"/>
                  </a:cubicBezTo>
                  <a:cubicBezTo>
                    <a:pt x="1860" y="1863"/>
                    <a:pt x="2364" y="1075"/>
                    <a:pt x="2521" y="161"/>
                  </a:cubicBezTo>
                  <a:cubicBezTo>
                    <a:pt x="2209" y="53"/>
                    <a:pt x="1879" y="0"/>
                    <a:pt x="15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8436;p67">
              <a:extLst>
                <a:ext uri="{FF2B5EF4-FFF2-40B4-BE49-F238E27FC236}">
                  <a16:creationId xmlns:a16="http://schemas.microsoft.com/office/drawing/2014/main" id="{31E0405B-EE4E-4CA0-850B-8398593C509D}"/>
                </a:ext>
              </a:extLst>
            </p:cNvPr>
            <p:cNvSpPr/>
            <p:nvPr/>
          </p:nvSpPr>
          <p:spPr>
            <a:xfrm>
              <a:off x="-49271925" y="3317850"/>
              <a:ext cx="48850" cy="49850"/>
            </a:xfrm>
            <a:custGeom>
              <a:avLst/>
              <a:gdLst/>
              <a:ahLst/>
              <a:cxnLst/>
              <a:rect l="l" t="t" r="r" b="b"/>
              <a:pathLst>
                <a:path w="1954" h="1994" extrusionOk="0">
                  <a:moveTo>
                    <a:pt x="977" y="1"/>
                  </a:moveTo>
                  <a:cubicBezTo>
                    <a:pt x="441" y="505"/>
                    <a:pt x="158" y="1040"/>
                    <a:pt x="0" y="1828"/>
                  </a:cubicBezTo>
                  <a:cubicBezTo>
                    <a:pt x="347" y="1938"/>
                    <a:pt x="670" y="1993"/>
                    <a:pt x="989" y="1993"/>
                  </a:cubicBezTo>
                  <a:cubicBezTo>
                    <a:pt x="1308" y="1993"/>
                    <a:pt x="1623" y="1938"/>
                    <a:pt x="1953" y="1828"/>
                  </a:cubicBezTo>
                  <a:cubicBezTo>
                    <a:pt x="1859" y="1103"/>
                    <a:pt x="1607" y="568"/>
                    <a:pt x="97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8437;p67">
              <a:extLst>
                <a:ext uri="{FF2B5EF4-FFF2-40B4-BE49-F238E27FC236}">
                  <a16:creationId xmlns:a16="http://schemas.microsoft.com/office/drawing/2014/main" id="{A2D1DFE3-DDF2-4A84-5DD2-B1052487FC06}"/>
                </a:ext>
              </a:extLst>
            </p:cNvPr>
            <p:cNvSpPr/>
            <p:nvPr/>
          </p:nvSpPr>
          <p:spPr>
            <a:xfrm>
              <a:off x="-49245950" y="3291075"/>
              <a:ext cx="149675" cy="182750"/>
            </a:xfrm>
            <a:custGeom>
              <a:avLst/>
              <a:gdLst/>
              <a:ahLst/>
              <a:cxnLst/>
              <a:rect l="l" t="t" r="r" b="b"/>
              <a:pathLst>
                <a:path w="5987" h="7310" extrusionOk="0">
                  <a:moveTo>
                    <a:pt x="3844" y="0"/>
                  </a:moveTo>
                  <a:cubicBezTo>
                    <a:pt x="3718" y="1670"/>
                    <a:pt x="2899" y="2773"/>
                    <a:pt x="1734" y="3371"/>
                  </a:cubicBezTo>
                  <a:cubicBezTo>
                    <a:pt x="1765" y="4537"/>
                    <a:pt x="1261" y="5734"/>
                    <a:pt x="1" y="6679"/>
                  </a:cubicBezTo>
                  <a:cubicBezTo>
                    <a:pt x="631" y="7057"/>
                    <a:pt x="1324" y="7310"/>
                    <a:pt x="2080" y="7310"/>
                  </a:cubicBezTo>
                  <a:cubicBezTo>
                    <a:pt x="4191" y="7310"/>
                    <a:pt x="5987" y="5577"/>
                    <a:pt x="5987" y="3434"/>
                  </a:cubicBezTo>
                  <a:cubicBezTo>
                    <a:pt x="5955" y="1985"/>
                    <a:pt x="5105" y="630"/>
                    <a:pt x="384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8438;p67">
              <a:extLst>
                <a:ext uri="{FF2B5EF4-FFF2-40B4-BE49-F238E27FC236}">
                  <a16:creationId xmlns:a16="http://schemas.microsoft.com/office/drawing/2014/main" id="{97BEB46C-021F-D71E-F5B3-C42C01950911}"/>
                </a:ext>
              </a:extLst>
            </p:cNvPr>
            <p:cNvSpPr/>
            <p:nvPr/>
          </p:nvSpPr>
          <p:spPr>
            <a:xfrm>
              <a:off x="-49397175" y="3291075"/>
              <a:ext cx="149675" cy="182750"/>
            </a:xfrm>
            <a:custGeom>
              <a:avLst/>
              <a:gdLst/>
              <a:ahLst/>
              <a:cxnLst/>
              <a:rect l="l" t="t" r="r" b="b"/>
              <a:pathLst>
                <a:path w="5987" h="7310" extrusionOk="0">
                  <a:moveTo>
                    <a:pt x="2143" y="0"/>
                  </a:moveTo>
                  <a:cubicBezTo>
                    <a:pt x="852" y="694"/>
                    <a:pt x="1" y="1985"/>
                    <a:pt x="1" y="3434"/>
                  </a:cubicBezTo>
                  <a:cubicBezTo>
                    <a:pt x="1" y="5577"/>
                    <a:pt x="1797" y="7310"/>
                    <a:pt x="3908" y="7310"/>
                  </a:cubicBezTo>
                  <a:cubicBezTo>
                    <a:pt x="4664" y="7310"/>
                    <a:pt x="5357" y="7057"/>
                    <a:pt x="5987" y="6679"/>
                  </a:cubicBezTo>
                  <a:cubicBezTo>
                    <a:pt x="4727" y="5734"/>
                    <a:pt x="4223" y="4537"/>
                    <a:pt x="4254" y="3371"/>
                  </a:cubicBezTo>
                  <a:cubicBezTo>
                    <a:pt x="3088" y="2773"/>
                    <a:pt x="2301" y="1670"/>
                    <a:pt x="214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8" name="Google Shape;8439;p67">
            <a:extLst>
              <a:ext uri="{FF2B5EF4-FFF2-40B4-BE49-F238E27FC236}">
                <a16:creationId xmlns:a16="http://schemas.microsoft.com/office/drawing/2014/main" id="{7D21A3A4-2AD8-1EAF-8EDF-0D33EED25401}"/>
              </a:ext>
            </a:extLst>
          </p:cNvPr>
          <p:cNvGrpSpPr/>
          <p:nvPr/>
        </p:nvGrpSpPr>
        <p:grpSpPr>
          <a:xfrm>
            <a:off x="5396085" y="8936702"/>
            <a:ext cx="784079" cy="918727"/>
            <a:chOff x="-49375900" y="3550975"/>
            <a:chExt cx="256800" cy="300900"/>
          </a:xfrm>
          <a:solidFill>
            <a:srgbClr val="555559"/>
          </a:solidFill>
        </p:grpSpPr>
        <p:sp>
          <p:nvSpPr>
            <p:cNvPr id="1134" name="Google Shape;8440;p67">
              <a:extLst>
                <a:ext uri="{FF2B5EF4-FFF2-40B4-BE49-F238E27FC236}">
                  <a16:creationId xmlns:a16="http://schemas.microsoft.com/office/drawing/2014/main" id="{CA312C85-6A29-207D-6E5B-DCCD40E7356C}"/>
                </a:ext>
              </a:extLst>
            </p:cNvPr>
            <p:cNvSpPr/>
            <p:nvPr/>
          </p:nvSpPr>
          <p:spPr>
            <a:xfrm>
              <a:off x="-49231775" y="3638425"/>
              <a:ext cx="59100" cy="59075"/>
            </a:xfrm>
            <a:custGeom>
              <a:avLst/>
              <a:gdLst/>
              <a:ahLst/>
              <a:cxnLst/>
              <a:rect l="l" t="t" r="r" b="b"/>
              <a:pathLst>
                <a:path w="2364" h="2363" extrusionOk="0">
                  <a:moveTo>
                    <a:pt x="1" y="0"/>
                  </a:moveTo>
                  <a:lnTo>
                    <a:pt x="1513" y="2363"/>
                  </a:lnTo>
                  <a:lnTo>
                    <a:pt x="2364"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8441;p67">
              <a:extLst>
                <a:ext uri="{FF2B5EF4-FFF2-40B4-BE49-F238E27FC236}">
                  <a16:creationId xmlns:a16="http://schemas.microsoft.com/office/drawing/2014/main" id="{6870E144-D20D-5A5A-A616-070EC33A802D}"/>
                </a:ext>
              </a:extLst>
            </p:cNvPr>
            <p:cNvSpPr/>
            <p:nvPr/>
          </p:nvSpPr>
          <p:spPr>
            <a:xfrm>
              <a:off x="-49291625" y="3726625"/>
              <a:ext cx="87450" cy="123675"/>
            </a:xfrm>
            <a:custGeom>
              <a:avLst/>
              <a:gdLst/>
              <a:ahLst/>
              <a:cxnLst/>
              <a:rect l="l" t="t" r="r" b="b"/>
              <a:pathLst>
                <a:path w="3498" h="4947" extrusionOk="0">
                  <a:moveTo>
                    <a:pt x="1" y="1"/>
                  </a:moveTo>
                  <a:lnTo>
                    <a:pt x="1733" y="4947"/>
                  </a:lnTo>
                  <a:lnTo>
                    <a:pt x="3498"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8442;p67">
              <a:extLst>
                <a:ext uri="{FF2B5EF4-FFF2-40B4-BE49-F238E27FC236}">
                  <a16:creationId xmlns:a16="http://schemas.microsoft.com/office/drawing/2014/main" id="{4CDEB8A8-A60E-4FE5-F53A-2682588E6BC0}"/>
                </a:ext>
              </a:extLst>
            </p:cNvPr>
            <p:cNvSpPr/>
            <p:nvPr/>
          </p:nvSpPr>
          <p:spPr>
            <a:xfrm>
              <a:off x="-49288475" y="3647075"/>
              <a:ext cx="81150" cy="61450"/>
            </a:xfrm>
            <a:custGeom>
              <a:avLst/>
              <a:gdLst/>
              <a:ahLst/>
              <a:cxnLst/>
              <a:rect l="l" t="t" r="r" b="b"/>
              <a:pathLst>
                <a:path w="3246" h="2458" extrusionOk="0">
                  <a:moveTo>
                    <a:pt x="1607" y="1"/>
                  </a:moveTo>
                  <a:lnTo>
                    <a:pt x="1" y="2458"/>
                  </a:lnTo>
                  <a:lnTo>
                    <a:pt x="3246" y="2458"/>
                  </a:lnTo>
                  <a:lnTo>
                    <a:pt x="1607"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8443;p67">
              <a:extLst>
                <a:ext uri="{FF2B5EF4-FFF2-40B4-BE49-F238E27FC236}">
                  <a16:creationId xmlns:a16="http://schemas.microsoft.com/office/drawing/2014/main" id="{904FCDF2-0141-4B4A-ED9B-C7B3DA21428F}"/>
                </a:ext>
              </a:extLst>
            </p:cNvPr>
            <p:cNvSpPr/>
            <p:nvPr/>
          </p:nvSpPr>
          <p:spPr>
            <a:xfrm>
              <a:off x="-49375900" y="3648650"/>
              <a:ext cx="59100" cy="59875"/>
            </a:xfrm>
            <a:custGeom>
              <a:avLst/>
              <a:gdLst/>
              <a:ahLst/>
              <a:cxnLst/>
              <a:rect l="l" t="t" r="r" b="b"/>
              <a:pathLst>
                <a:path w="2364" h="2395" extrusionOk="0">
                  <a:moveTo>
                    <a:pt x="1513" y="1"/>
                  </a:moveTo>
                  <a:lnTo>
                    <a:pt x="1" y="2395"/>
                  </a:lnTo>
                  <a:lnTo>
                    <a:pt x="2363" y="2395"/>
                  </a:lnTo>
                  <a:lnTo>
                    <a:pt x="1513"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8444;p67">
              <a:extLst>
                <a:ext uri="{FF2B5EF4-FFF2-40B4-BE49-F238E27FC236}">
                  <a16:creationId xmlns:a16="http://schemas.microsoft.com/office/drawing/2014/main" id="{960CA38C-F352-BAE4-69BD-3E4F5B4745F2}"/>
                </a:ext>
              </a:extLst>
            </p:cNvPr>
            <p:cNvSpPr/>
            <p:nvPr/>
          </p:nvSpPr>
          <p:spPr>
            <a:xfrm>
              <a:off x="-49229400" y="3726625"/>
              <a:ext cx="109500" cy="125250"/>
            </a:xfrm>
            <a:custGeom>
              <a:avLst/>
              <a:gdLst/>
              <a:ahLst/>
              <a:cxnLst/>
              <a:rect l="l" t="t" r="r" b="b"/>
              <a:pathLst>
                <a:path w="4380" h="5010" extrusionOk="0">
                  <a:moveTo>
                    <a:pt x="1765" y="1"/>
                  </a:moveTo>
                  <a:lnTo>
                    <a:pt x="0" y="5010"/>
                  </a:lnTo>
                  <a:lnTo>
                    <a:pt x="438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8445;p67">
              <a:extLst>
                <a:ext uri="{FF2B5EF4-FFF2-40B4-BE49-F238E27FC236}">
                  <a16:creationId xmlns:a16="http://schemas.microsoft.com/office/drawing/2014/main" id="{40411055-7B66-DE9A-7B1C-3B3D801D7C8D}"/>
                </a:ext>
              </a:extLst>
            </p:cNvPr>
            <p:cNvSpPr/>
            <p:nvPr/>
          </p:nvSpPr>
          <p:spPr>
            <a:xfrm>
              <a:off x="-49179000" y="3648650"/>
              <a:ext cx="59900" cy="59875"/>
            </a:xfrm>
            <a:custGeom>
              <a:avLst/>
              <a:gdLst/>
              <a:ahLst/>
              <a:cxnLst/>
              <a:rect l="l" t="t" r="r" b="b"/>
              <a:pathLst>
                <a:path w="2396" h="2395" extrusionOk="0">
                  <a:moveTo>
                    <a:pt x="851" y="1"/>
                  </a:moveTo>
                  <a:lnTo>
                    <a:pt x="1" y="2395"/>
                  </a:lnTo>
                  <a:lnTo>
                    <a:pt x="2395" y="2395"/>
                  </a:lnTo>
                  <a:lnTo>
                    <a:pt x="85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8446;p67">
              <a:extLst>
                <a:ext uri="{FF2B5EF4-FFF2-40B4-BE49-F238E27FC236}">
                  <a16:creationId xmlns:a16="http://schemas.microsoft.com/office/drawing/2014/main" id="{40247A72-68CF-B656-1060-5F3136A1A4A4}"/>
                </a:ext>
              </a:extLst>
            </p:cNvPr>
            <p:cNvSpPr/>
            <p:nvPr/>
          </p:nvSpPr>
          <p:spPr>
            <a:xfrm>
              <a:off x="-49323125" y="3638425"/>
              <a:ext cx="59100" cy="59075"/>
            </a:xfrm>
            <a:custGeom>
              <a:avLst/>
              <a:gdLst/>
              <a:ahLst/>
              <a:cxnLst/>
              <a:rect l="l" t="t" r="r" b="b"/>
              <a:pathLst>
                <a:path w="2364" h="2363" extrusionOk="0">
                  <a:moveTo>
                    <a:pt x="0" y="0"/>
                  </a:moveTo>
                  <a:lnTo>
                    <a:pt x="819" y="2363"/>
                  </a:lnTo>
                  <a:lnTo>
                    <a:pt x="2363"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8447;p67">
              <a:extLst>
                <a:ext uri="{FF2B5EF4-FFF2-40B4-BE49-F238E27FC236}">
                  <a16:creationId xmlns:a16="http://schemas.microsoft.com/office/drawing/2014/main" id="{13AD8134-EB92-ECB8-3412-971989F50D39}"/>
                </a:ext>
              </a:extLst>
            </p:cNvPr>
            <p:cNvSpPr/>
            <p:nvPr/>
          </p:nvSpPr>
          <p:spPr>
            <a:xfrm>
              <a:off x="-49375100" y="3726625"/>
              <a:ext cx="108700" cy="125250"/>
            </a:xfrm>
            <a:custGeom>
              <a:avLst/>
              <a:gdLst/>
              <a:ahLst/>
              <a:cxnLst/>
              <a:rect l="l" t="t" r="r" b="b"/>
              <a:pathLst>
                <a:path w="4348" h="5010" extrusionOk="0">
                  <a:moveTo>
                    <a:pt x="0" y="1"/>
                  </a:moveTo>
                  <a:lnTo>
                    <a:pt x="4348" y="5010"/>
                  </a:lnTo>
                  <a:lnTo>
                    <a:pt x="2583"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8448;p67">
              <a:extLst>
                <a:ext uri="{FF2B5EF4-FFF2-40B4-BE49-F238E27FC236}">
                  <a16:creationId xmlns:a16="http://schemas.microsoft.com/office/drawing/2014/main" id="{0F27CC17-344C-70AA-3396-0279C2E75982}"/>
                </a:ext>
              </a:extLst>
            </p:cNvPr>
            <p:cNvSpPr/>
            <p:nvPr/>
          </p:nvSpPr>
          <p:spPr>
            <a:xfrm>
              <a:off x="-49256975" y="3550975"/>
              <a:ext cx="17350" cy="53600"/>
            </a:xfrm>
            <a:custGeom>
              <a:avLst/>
              <a:gdLst/>
              <a:ahLst/>
              <a:cxnLst/>
              <a:rect l="l" t="t" r="r" b="b"/>
              <a:pathLst>
                <a:path w="694" h="2144" extrusionOk="0">
                  <a:moveTo>
                    <a:pt x="347" y="1"/>
                  </a:moveTo>
                  <a:cubicBezTo>
                    <a:pt x="158" y="1"/>
                    <a:pt x="1" y="159"/>
                    <a:pt x="1" y="348"/>
                  </a:cubicBezTo>
                  <a:lnTo>
                    <a:pt x="1" y="1797"/>
                  </a:lnTo>
                  <a:cubicBezTo>
                    <a:pt x="1" y="1986"/>
                    <a:pt x="158" y="2143"/>
                    <a:pt x="347" y="2143"/>
                  </a:cubicBezTo>
                  <a:cubicBezTo>
                    <a:pt x="536" y="2143"/>
                    <a:pt x="694" y="1986"/>
                    <a:pt x="694" y="1797"/>
                  </a:cubicBezTo>
                  <a:lnTo>
                    <a:pt x="694" y="348"/>
                  </a:lnTo>
                  <a:cubicBezTo>
                    <a:pt x="694" y="159"/>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8449;p67">
              <a:extLst>
                <a:ext uri="{FF2B5EF4-FFF2-40B4-BE49-F238E27FC236}">
                  <a16:creationId xmlns:a16="http://schemas.microsoft.com/office/drawing/2014/main" id="{38C48046-FDFF-A9F0-3AB4-F6D23BBAB9E5}"/>
                </a:ext>
              </a:extLst>
            </p:cNvPr>
            <p:cNvSpPr/>
            <p:nvPr/>
          </p:nvSpPr>
          <p:spPr>
            <a:xfrm>
              <a:off x="-49323125" y="3575850"/>
              <a:ext cx="43350" cy="32650"/>
            </a:xfrm>
            <a:custGeom>
              <a:avLst/>
              <a:gdLst/>
              <a:ahLst/>
              <a:cxnLst/>
              <a:rect l="l" t="t" r="r" b="b"/>
              <a:pathLst>
                <a:path w="1734" h="1306" extrusionOk="0">
                  <a:moveTo>
                    <a:pt x="371" y="0"/>
                  </a:moveTo>
                  <a:cubicBezTo>
                    <a:pt x="259" y="0"/>
                    <a:pt x="147" y="56"/>
                    <a:pt x="63" y="140"/>
                  </a:cubicBezTo>
                  <a:cubicBezTo>
                    <a:pt x="0" y="298"/>
                    <a:pt x="32" y="518"/>
                    <a:pt x="189" y="613"/>
                  </a:cubicBezTo>
                  <a:lnTo>
                    <a:pt x="1166" y="1274"/>
                  </a:lnTo>
                  <a:cubicBezTo>
                    <a:pt x="1261" y="1306"/>
                    <a:pt x="1292" y="1306"/>
                    <a:pt x="1387" y="1306"/>
                  </a:cubicBezTo>
                  <a:cubicBezTo>
                    <a:pt x="1481" y="1306"/>
                    <a:pt x="1607" y="1211"/>
                    <a:pt x="1639" y="1148"/>
                  </a:cubicBezTo>
                  <a:cubicBezTo>
                    <a:pt x="1733" y="991"/>
                    <a:pt x="1702" y="802"/>
                    <a:pt x="1544" y="676"/>
                  </a:cubicBezTo>
                  <a:lnTo>
                    <a:pt x="536" y="46"/>
                  </a:lnTo>
                  <a:cubicBezTo>
                    <a:pt x="483" y="14"/>
                    <a:pt x="427" y="0"/>
                    <a:pt x="37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8450;p67">
              <a:extLst>
                <a:ext uri="{FF2B5EF4-FFF2-40B4-BE49-F238E27FC236}">
                  <a16:creationId xmlns:a16="http://schemas.microsoft.com/office/drawing/2014/main" id="{AABD3B50-5D8E-FB3A-8E0D-89B4E7F4F017}"/>
                </a:ext>
              </a:extLst>
            </p:cNvPr>
            <p:cNvSpPr/>
            <p:nvPr/>
          </p:nvSpPr>
          <p:spPr>
            <a:xfrm>
              <a:off x="-49217575" y="3575525"/>
              <a:ext cx="44900" cy="32975"/>
            </a:xfrm>
            <a:custGeom>
              <a:avLst/>
              <a:gdLst/>
              <a:ahLst/>
              <a:cxnLst/>
              <a:rect l="l" t="t" r="r" b="b"/>
              <a:pathLst>
                <a:path w="1796" h="1319" extrusionOk="0">
                  <a:moveTo>
                    <a:pt x="1370" y="0"/>
                  </a:moveTo>
                  <a:cubicBezTo>
                    <a:pt x="1309" y="0"/>
                    <a:pt x="1248" y="18"/>
                    <a:pt x="1197" y="59"/>
                  </a:cubicBezTo>
                  <a:lnTo>
                    <a:pt x="221" y="689"/>
                  </a:lnTo>
                  <a:cubicBezTo>
                    <a:pt x="63" y="752"/>
                    <a:pt x="0" y="1004"/>
                    <a:pt x="95" y="1161"/>
                  </a:cubicBezTo>
                  <a:cubicBezTo>
                    <a:pt x="158" y="1287"/>
                    <a:pt x="252" y="1319"/>
                    <a:pt x="378" y="1319"/>
                  </a:cubicBezTo>
                  <a:cubicBezTo>
                    <a:pt x="473" y="1319"/>
                    <a:pt x="536" y="1287"/>
                    <a:pt x="567" y="1287"/>
                  </a:cubicBezTo>
                  <a:lnTo>
                    <a:pt x="1575" y="657"/>
                  </a:lnTo>
                  <a:cubicBezTo>
                    <a:pt x="1733" y="563"/>
                    <a:pt x="1796" y="342"/>
                    <a:pt x="1670" y="185"/>
                  </a:cubicBezTo>
                  <a:cubicBezTo>
                    <a:pt x="1627" y="78"/>
                    <a:pt x="1498" y="0"/>
                    <a:pt x="137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9" name="Google Shape;8451;p67">
            <a:extLst>
              <a:ext uri="{FF2B5EF4-FFF2-40B4-BE49-F238E27FC236}">
                <a16:creationId xmlns:a16="http://schemas.microsoft.com/office/drawing/2014/main" id="{F4B819DF-14C5-99DF-849A-A968A7B3653F}"/>
              </a:ext>
            </a:extLst>
          </p:cNvPr>
          <p:cNvGrpSpPr/>
          <p:nvPr/>
        </p:nvGrpSpPr>
        <p:grpSpPr>
          <a:xfrm>
            <a:off x="5384101" y="10064578"/>
            <a:ext cx="808048" cy="918727"/>
            <a:chOff x="-49378250" y="3920375"/>
            <a:chExt cx="264650" cy="300900"/>
          </a:xfrm>
          <a:solidFill>
            <a:srgbClr val="555559"/>
          </a:solidFill>
        </p:grpSpPr>
        <p:sp>
          <p:nvSpPr>
            <p:cNvPr id="1127" name="Google Shape;8452;p67">
              <a:extLst>
                <a:ext uri="{FF2B5EF4-FFF2-40B4-BE49-F238E27FC236}">
                  <a16:creationId xmlns:a16="http://schemas.microsoft.com/office/drawing/2014/main" id="{84561D78-B634-1659-5452-057DF79A5419}"/>
                </a:ext>
              </a:extLst>
            </p:cNvPr>
            <p:cNvSpPr/>
            <p:nvPr/>
          </p:nvSpPr>
          <p:spPr>
            <a:xfrm>
              <a:off x="-49272725" y="4185025"/>
              <a:ext cx="70925" cy="35475"/>
            </a:xfrm>
            <a:custGeom>
              <a:avLst/>
              <a:gdLst/>
              <a:ahLst/>
              <a:cxnLst/>
              <a:rect l="l" t="t" r="r" b="b"/>
              <a:pathLst>
                <a:path w="2837" h="1419" extrusionOk="0">
                  <a:moveTo>
                    <a:pt x="32" y="0"/>
                  </a:moveTo>
                  <a:lnTo>
                    <a:pt x="32" y="378"/>
                  </a:lnTo>
                  <a:lnTo>
                    <a:pt x="1" y="378"/>
                  </a:lnTo>
                  <a:cubicBezTo>
                    <a:pt x="1" y="945"/>
                    <a:pt x="473" y="1418"/>
                    <a:pt x="1040" y="1418"/>
                  </a:cubicBezTo>
                  <a:lnTo>
                    <a:pt x="1765" y="1418"/>
                  </a:lnTo>
                  <a:cubicBezTo>
                    <a:pt x="2364" y="1418"/>
                    <a:pt x="2836" y="945"/>
                    <a:pt x="2836" y="378"/>
                  </a:cubicBezTo>
                  <a:lnTo>
                    <a:pt x="2836"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8453;p67">
              <a:extLst>
                <a:ext uri="{FF2B5EF4-FFF2-40B4-BE49-F238E27FC236}">
                  <a16:creationId xmlns:a16="http://schemas.microsoft.com/office/drawing/2014/main" id="{1E9EEE80-A29F-E7BB-EFFB-A2D0C404D1C5}"/>
                </a:ext>
              </a:extLst>
            </p:cNvPr>
            <p:cNvSpPr/>
            <p:nvPr/>
          </p:nvSpPr>
          <p:spPr>
            <a:xfrm>
              <a:off x="-49378250" y="3920375"/>
              <a:ext cx="87425" cy="300900"/>
            </a:xfrm>
            <a:custGeom>
              <a:avLst/>
              <a:gdLst/>
              <a:ahLst/>
              <a:cxnLst/>
              <a:rect l="l" t="t" r="r" b="b"/>
              <a:pathLst>
                <a:path w="3497" h="12036" extrusionOk="0">
                  <a:moveTo>
                    <a:pt x="347" y="1"/>
                  </a:moveTo>
                  <a:cubicBezTo>
                    <a:pt x="158" y="1"/>
                    <a:pt x="0" y="158"/>
                    <a:pt x="0" y="347"/>
                  </a:cubicBezTo>
                  <a:lnTo>
                    <a:pt x="0" y="1418"/>
                  </a:lnTo>
                  <a:lnTo>
                    <a:pt x="1764" y="1418"/>
                  </a:lnTo>
                  <a:cubicBezTo>
                    <a:pt x="1953" y="1418"/>
                    <a:pt x="2111" y="1576"/>
                    <a:pt x="2111" y="1765"/>
                  </a:cubicBezTo>
                  <a:cubicBezTo>
                    <a:pt x="2111" y="1954"/>
                    <a:pt x="1953" y="2112"/>
                    <a:pt x="1764" y="2112"/>
                  </a:cubicBezTo>
                  <a:lnTo>
                    <a:pt x="0" y="2112"/>
                  </a:lnTo>
                  <a:lnTo>
                    <a:pt x="0" y="2836"/>
                  </a:lnTo>
                  <a:lnTo>
                    <a:pt x="1071" y="2836"/>
                  </a:lnTo>
                  <a:cubicBezTo>
                    <a:pt x="1260" y="2836"/>
                    <a:pt x="1418" y="2994"/>
                    <a:pt x="1418" y="3183"/>
                  </a:cubicBezTo>
                  <a:cubicBezTo>
                    <a:pt x="1418" y="3372"/>
                    <a:pt x="1260" y="3529"/>
                    <a:pt x="1071" y="3529"/>
                  </a:cubicBezTo>
                  <a:lnTo>
                    <a:pt x="0" y="3529"/>
                  </a:lnTo>
                  <a:lnTo>
                    <a:pt x="0" y="4254"/>
                  </a:lnTo>
                  <a:lnTo>
                    <a:pt x="1764" y="4254"/>
                  </a:lnTo>
                  <a:cubicBezTo>
                    <a:pt x="1953" y="4254"/>
                    <a:pt x="2111" y="4411"/>
                    <a:pt x="2111" y="4600"/>
                  </a:cubicBezTo>
                  <a:cubicBezTo>
                    <a:pt x="2111" y="4789"/>
                    <a:pt x="1953" y="4947"/>
                    <a:pt x="1764" y="4947"/>
                  </a:cubicBezTo>
                  <a:lnTo>
                    <a:pt x="0" y="4947"/>
                  </a:lnTo>
                  <a:lnTo>
                    <a:pt x="0" y="5672"/>
                  </a:lnTo>
                  <a:lnTo>
                    <a:pt x="1071" y="5672"/>
                  </a:lnTo>
                  <a:cubicBezTo>
                    <a:pt x="1260" y="5672"/>
                    <a:pt x="1418" y="5829"/>
                    <a:pt x="1418" y="6018"/>
                  </a:cubicBezTo>
                  <a:cubicBezTo>
                    <a:pt x="1418" y="6207"/>
                    <a:pt x="1260" y="6365"/>
                    <a:pt x="1071" y="6365"/>
                  </a:cubicBezTo>
                  <a:lnTo>
                    <a:pt x="0" y="6365"/>
                  </a:lnTo>
                  <a:lnTo>
                    <a:pt x="0" y="7089"/>
                  </a:lnTo>
                  <a:lnTo>
                    <a:pt x="1764" y="7089"/>
                  </a:lnTo>
                  <a:cubicBezTo>
                    <a:pt x="1953" y="7089"/>
                    <a:pt x="2111" y="7247"/>
                    <a:pt x="2111" y="7436"/>
                  </a:cubicBezTo>
                  <a:cubicBezTo>
                    <a:pt x="2111" y="7625"/>
                    <a:pt x="1953" y="7782"/>
                    <a:pt x="1764" y="7782"/>
                  </a:cubicBezTo>
                  <a:lnTo>
                    <a:pt x="0" y="7782"/>
                  </a:lnTo>
                  <a:lnTo>
                    <a:pt x="0" y="8507"/>
                  </a:lnTo>
                  <a:lnTo>
                    <a:pt x="1071" y="8507"/>
                  </a:lnTo>
                  <a:cubicBezTo>
                    <a:pt x="1260" y="8507"/>
                    <a:pt x="1418" y="8665"/>
                    <a:pt x="1418" y="8854"/>
                  </a:cubicBezTo>
                  <a:cubicBezTo>
                    <a:pt x="1418" y="9043"/>
                    <a:pt x="1260" y="9200"/>
                    <a:pt x="1071" y="9200"/>
                  </a:cubicBezTo>
                  <a:lnTo>
                    <a:pt x="0" y="9200"/>
                  </a:lnTo>
                  <a:lnTo>
                    <a:pt x="0" y="9925"/>
                  </a:lnTo>
                  <a:lnTo>
                    <a:pt x="1764" y="9925"/>
                  </a:lnTo>
                  <a:cubicBezTo>
                    <a:pt x="1953" y="9925"/>
                    <a:pt x="2111" y="10082"/>
                    <a:pt x="2111" y="10271"/>
                  </a:cubicBezTo>
                  <a:cubicBezTo>
                    <a:pt x="2111" y="10460"/>
                    <a:pt x="1953" y="10618"/>
                    <a:pt x="1764" y="10618"/>
                  </a:cubicBezTo>
                  <a:lnTo>
                    <a:pt x="0" y="10618"/>
                  </a:lnTo>
                  <a:lnTo>
                    <a:pt x="0" y="11689"/>
                  </a:lnTo>
                  <a:cubicBezTo>
                    <a:pt x="0" y="11878"/>
                    <a:pt x="158" y="12036"/>
                    <a:pt x="347" y="12036"/>
                  </a:cubicBezTo>
                  <a:lnTo>
                    <a:pt x="3151" y="12036"/>
                  </a:lnTo>
                  <a:cubicBezTo>
                    <a:pt x="3340" y="12036"/>
                    <a:pt x="3497" y="11878"/>
                    <a:pt x="3497" y="11689"/>
                  </a:cubicBezTo>
                  <a:lnTo>
                    <a:pt x="3497" y="379"/>
                  </a:lnTo>
                  <a:cubicBezTo>
                    <a:pt x="3497" y="158"/>
                    <a:pt x="3340" y="1"/>
                    <a:pt x="315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8454;p67">
              <a:extLst>
                <a:ext uri="{FF2B5EF4-FFF2-40B4-BE49-F238E27FC236}">
                  <a16:creationId xmlns:a16="http://schemas.microsoft.com/office/drawing/2014/main" id="{F7BBCAC1-B47F-95B8-70DA-FCB622142EFB}"/>
                </a:ext>
              </a:extLst>
            </p:cNvPr>
            <p:cNvSpPr/>
            <p:nvPr/>
          </p:nvSpPr>
          <p:spPr>
            <a:xfrm>
              <a:off x="-49185300" y="3920375"/>
              <a:ext cx="71700" cy="87450"/>
            </a:xfrm>
            <a:custGeom>
              <a:avLst/>
              <a:gdLst/>
              <a:ahLst/>
              <a:cxnLst/>
              <a:rect l="l" t="t" r="r" b="b"/>
              <a:pathLst>
                <a:path w="2868" h="3498" extrusionOk="0">
                  <a:moveTo>
                    <a:pt x="2490" y="1"/>
                  </a:moveTo>
                  <a:cubicBezTo>
                    <a:pt x="1765" y="1"/>
                    <a:pt x="1229" y="32"/>
                    <a:pt x="631" y="631"/>
                  </a:cubicBezTo>
                  <a:cubicBezTo>
                    <a:pt x="253" y="1040"/>
                    <a:pt x="1" y="1576"/>
                    <a:pt x="1" y="2143"/>
                  </a:cubicBezTo>
                  <a:cubicBezTo>
                    <a:pt x="1" y="2868"/>
                    <a:pt x="631" y="3498"/>
                    <a:pt x="1418" y="3498"/>
                  </a:cubicBezTo>
                  <a:cubicBezTo>
                    <a:pt x="2017" y="3498"/>
                    <a:pt x="2553" y="3120"/>
                    <a:pt x="2742" y="2553"/>
                  </a:cubicBezTo>
                  <a:cubicBezTo>
                    <a:pt x="2868" y="2238"/>
                    <a:pt x="2805" y="1923"/>
                    <a:pt x="2616" y="1702"/>
                  </a:cubicBezTo>
                  <a:cubicBezTo>
                    <a:pt x="2395" y="1450"/>
                    <a:pt x="2269" y="1135"/>
                    <a:pt x="2742" y="568"/>
                  </a:cubicBezTo>
                  <a:cubicBezTo>
                    <a:pt x="2836" y="442"/>
                    <a:pt x="2868" y="316"/>
                    <a:pt x="2805" y="190"/>
                  </a:cubicBezTo>
                  <a:cubicBezTo>
                    <a:pt x="2742" y="95"/>
                    <a:pt x="2616" y="1"/>
                    <a:pt x="249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8455;p67">
              <a:extLst>
                <a:ext uri="{FF2B5EF4-FFF2-40B4-BE49-F238E27FC236}">
                  <a16:creationId xmlns:a16="http://schemas.microsoft.com/office/drawing/2014/main" id="{8FE03BA8-03BC-770F-81D7-F4E8ECA6D9BE}"/>
                </a:ext>
              </a:extLst>
            </p:cNvPr>
            <p:cNvSpPr/>
            <p:nvPr/>
          </p:nvSpPr>
          <p:spPr>
            <a:xfrm>
              <a:off x="-49182150" y="4019625"/>
              <a:ext cx="64625" cy="42550"/>
            </a:xfrm>
            <a:custGeom>
              <a:avLst/>
              <a:gdLst/>
              <a:ahLst/>
              <a:cxnLst/>
              <a:rect l="l" t="t" r="r" b="b"/>
              <a:pathLst>
                <a:path w="2585" h="1702" extrusionOk="0">
                  <a:moveTo>
                    <a:pt x="316" y="0"/>
                  </a:moveTo>
                  <a:cubicBezTo>
                    <a:pt x="158" y="473"/>
                    <a:pt x="32" y="1103"/>
                    <a:pt x="1" y="1702"/>
                  </a:cubicBezTo>
                  <a:lnTo>
                    <a:pt x="2584" y="1702"/>
                  </a:lnTo>
                  <a:cubicBezTo>
                    <a:pt x="2521" y="1103"/>
                    <a:pt x="2427" y="504"/>
                    <a:pt x="2269" y="0"/>
                  </a:cubicBezTo>
                  <a:cubicBezTo>
                    <a:pt x="1954" y="158"/>
                    <a:pt x="1639" y="252"/>
                    <a:pt x="1292" y="252"/>
                  </a:cubicBezTo>
                  <a:cubicBezTo>
                    <a:pt x="946" y="252"/>
                    <a:pt x="631" y="158"/>
                    <a:pt x="31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8456;p67">
              <a:extLst>
                <a:ext uri="{FF2B5EF4-FFF2-40B4-BE49-F238E27FC236}">
                  <a16:creationId xmlns:a16="http://schemas.microsoft.com/office/drawing/2014/main" id="{E56731DC-FFB2-D7BB-DE91-160A02A542C3}"/>
                </a:ext>
              </a:extLst>
            </p:cNvPr>
            <p:cNvSpPr/>
            <p:nvPr/>
          </p:nvSpPr>
          <p:spPr>
            <a:xfrm>
              <a:off x="-49185300" y="4078700"/>
              <a:ext cx="70925" cy="141800"/>
            </a:xfrm>
            <a:custGeom>
              <a:avLst/>
              <a:gdLst/>
              <a:ahLst/>
              <a:cxnLst/>
              <a:rect l="l" t="t" r="r" b="b"/>
              <a:pathLst>
                <a:path w="2837" h="5672" extrusionOk="0">
                  <a:moveTo>
                    <a:pt x="32" y="0"/>
                  </a:moveTo>
                  <a:cubicBezTo>
                    <a:pt x="1" y="378"/>
                    <a:pt x="1" y="756"/>
                    <a:pt x="1" y="1071"/>
                  </a:cubicBezTo>
                  <a:cubicBezTo>
                    <a:pt x="1" y="2773"/>
                    <a:pt x="316" y="5671"/>
                    <a:pt x="1418" y="5671"/>
                  </a:cubicBezTo>
                  <a:cubicBezTo>
                    <a:pt x="2521" y="5671"/>
                    <a:pt x="2836" y="2804"/>
                    <a:pt x="2836" y="1071"/>
                  </a:cubicBezTo>
                  <a:cubicBezTo>
                    <a:pt x="2805" y="756"/>
                    <a:pt x="2805" y="410"/>
                    <a:pt x="274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8457;p67">
              <a:extLst>
                <a:ext uri="{FF2B5EF4-FFF2-40B4-BE49-F238E27FC236}">
                  <a16:creationId xmlns:a16="http://schemas.microsoft.com/office/drawing/2014/main" id="{86BB5625-8F4B-00FC-2FA3-7802468C2BA3}"/>
                </a:ext>
              </a:extLst>
            </p:cNvPr>
            <p:cNvSpPr/>
            <p:nvPr/>
          </p:nvSpPr>
          <p:spPr>
            <a:xfrm>
              <a:off x="-49271150" y="3920375"/>
              <a:ext cx="65400" cy="70125"/>
            </a:xfrm>
            <a:custGeom>
              <a:avLst/>
              <a:gdLst/>
              <a:ahLst/>
              <a:cxnLst/>
              <a:rect l="l" t="t" r="r" b="b"/>
              <a:pathLst>
                <a:path w="2616" h="2805" extrusionOk="0">
                  <a:moveTo>
                    <a:pt x="1324" y="1"/>
                  </a:moveTo>
                  <a:cubicBezTo>
                    <a:pt x="1182" y="1"/>
                    <a:pt x="1040" y="64"/>
                    <a:pt x="977" y="190"/>
                  </a:cubicBezTo>
                  <a:lnTo>
                    <a:pt x="1" y="2805"/>
                  </a:lnTo>
                  <a:lnTo>
                    <a:pt x="2616" y="2805"/>
                  </a:lnTo>
                  <a:lnTo>
                    <a:pt x="1670" y="190"/>
                  </a:lnTo>
                  <a:cubicBezTo>
                    <a:pt x="1607" y="64"/>
                    <a:pt x="1466" y="1"/>
                    <a:pt x="132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8458;p67">
              <a:extLst>
                <a:ext uri="{FF2B5EF4-FFF2-40B4-BE49-F238E27FC236}">
                  <a16:creationId xmlns:a16="http://schemas.microsoft.com/office/drawing/2014/main" id="{BE263168-9B4D-6DDE-3EE7-534238364E57}"/>
                </a:ext>
              </a:extLst>
            </p:cNvPr>
            <p:cNvSpPr/>
            <p:nvPr/>
          </p:nvSpPr>
          <p:spPr>
            <a:xfrm>
              <a:off x="-49272725" y="4007800"/>
              <a:ext cx="70125" cy="159925"/>
            </a:xfrm>
            <a:custGeom>
              <a:avLst/>
              <a:gdLst/>
              <a:ahLst/>
              <a:cxnLst/>
              <a:rect l="l" t="t" r="r" b="b"/>
              <a:pathLst>
                <a:path w="2805" h="6397" extrusionOk="0">
                  <a:moveTo>
                    <a:pt x="1" y="1"/>
                  </a:moveTo>
                  <a:lnTo>
                    <a:pt x="1" y="6396"/>
                  </a:lnTo>
                  <a:lnTo>
                    <a:pt x="2805" y="6396"/>
                  </a:lnTo>
                  <a:lnTo>
                    <a:pt x="2805"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0" name="Google Shape;8459;p67">
            <a:extLst>
              <a:ext uri="{FF2B5EF4-FFF2-40B4-BE49-F238E27FC236}">
                <a16:creationId xmlns:a16="http://schemas.microsoft.com/office/drawing/2014/main" id="{FB77580A-70B9-5213-D453-B26459C30CFF}"/>
              </a:ext>
            </a:extLst>
          </p:cNvPr>
          <p:cNvGrpSpPr/>
          <p:nvPr/>
        </p:nvGrpSpPr>
        <p:grpSpPr>
          <a:xfrm>
            <a:off x="11096007" y="7866610"/>
            <a:ext cx="805681" cy="921093"/>
            <a:chOff x="-47505300" y="3200500"/>
            <a:chExt cx="263875" cy="301675"/>
          </a:xfrm>
          <a:solidFill>
            <a:srgbClr val="555559"/>
          </a:solidFill>
        </p:grpSpPr>
        <p:sp>
          <p:nvSpPr>
            <p:cNvPr id="1114" name="Google Shape;8460;p67">
              <a:extLst>
                <a:ext uri="{FF2B5EF4-FFF2-40B4-BE49-F238E27FC236}">
                  <a16:creationId xmlns:a16="http://schemas.microsoft.com/office/drawing/2014/main" id="{5B84028C-B6AE-6583-9FE5-C86F6D519497}"/>
                </a:ext>
              </a:extLst>
            </p:cNvPr>
            <p:cNvSpPr/>
            <p:nvPr/>
          </p:nvSpPr>
          <p:spPr>
            <a:xfrm>
              <a:off x="-47382425" y="3306025"/>
              <a:ext cx="52800" cy="53600"/>
            </a:xfrm>
            <a:custGeom>
              <a:avLst/>
              <a:gdLst/>
              <a:ahLst/>
              <a:cxnLst/>
              <a:rect l="l" t="t" r="r" b="b"/>
              <a:pathLst>
                <a:path w="2112" h="2144" extrusionOk="0">
                  <a:moveTo>
                    <a:pt x="1387" y="1"/>
                  </a:moveTo>
                  <a:cubicBezTo>
                    <a:pt x="1198" y="726"/>
                    <a:pt x="694" y="1261"/>
                    <a:pt x="1" y="1387"/>
                  </a:cubicBezTo>
                  <a:lnTo>
                    <a:pt x="1" y="2143"/>
                  </a:lnTo>
                  <a:lnTo>
                    <a:pt x="2111" y="2143"/>
                  </a:lnTo>
                  <a:lnTo>
                    <a:pt x="211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8461;p67">
              <a:extLst>
                <a:ext uri="{FF2B5EF4-FFF2-40B4-BE49-F238E27FC236}">
                  <a16:creationId xmlns:a16="http://schemas.microsoft.com/office/drawing/2014/main" id="{44D9CA93-D740-AD2E-D021-C4F6D03E1399}"/>
                </a:ext>
              </a:extLst>
            </p:cNvPr>
            <p:cNvSpPr/>
            <p:nvPr/>
          </p:nvSpPr>
          <p:spPr>
            <a:xfrm>
              <a:off x="-47382425" y="3306025"/>
              <a:ext cx="15775" cy="15800"/>
            </a:xfrm>
            <a:custGeom>
              <a:avLst/>
              <a:gdLst/>
              <a:ahLst/>
              <a:cxnLst/>
              <a:rect l="l" t="t" r="r" b="b"/>
              <a:pathLst>
                <a:path w="631" h="632" extrusionOk="0">
                  <a:moveTo>
                    <a:pt x="1" y="1"/>
                  </a:moveTo>
                  <a:lnTo>
                    <a:pt x="1" y="631"/>
                  </a:lnTo>
                  <a:cubicBezTo>
                    <a:pt x="316" y="568"/>
                    <a:pt x="536" y="316"/>
                    <a:pt x="63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8462;p67">
              <a:extLst>
                <a:ext uri="{FF2B5EF4-FFF2-40B4-BE49-F238E27FC236}">
                  <a16:creationId xmlns:a16="http://schemas.microsoft.com/office/drawing/2014/main" id="{3E96DE00-D831-3FD0-8A6E-4CABAF575850}"/>
                </a:ext>
              </a:extLst>
            </p:cNvPr>
            <p:cNvSpPr/>
            <p:nvPr/>
          </p:nvSpPr>
          <p:spPr>
            <a:xfrm>
              <a:off x="-47487975" y="3200500"/>
              <a:ext cx="210325" cy="301675"/>
            </a:xfrm>
            <a:custGeom>
              <a:avLst/>
              <a:gdLst/>
              <a:ahLst/>
              <a:cxnLst/>
              <a:rect l="l" t="t" r="r" b="b"/>
              <a:pathLst>
                <a:path w="8413" h="12067" extrusionOk="0">
                  <a:moveTo>
                    <a:pt x="3845" y="2111"/>
                  </a:moveTo>
                  <a:cubicBezTo>
                    <a:pt x="4727" y="2111"/>
                    <a:pt x="5420" y="2678"/>
                    <a:pt x="5577" y="3529"/>
                  </a:cubicBezTo>
                  <a:lnTo>
                    <a:pt x="6680" y="3529"/>
                  </a:lnTo>
                  <a:cubicBezTo>
                    <a:pt x="6901" y="3529"/>
                    <a:pt x="7058" y="3686"/>
                    <a:pt x="7058" y="3875"/>
                  </a:cubicBezTo>
                  <a:lnTo>
                    <a:pt x="7058" y="6711"/>
                  </a:lnTo>
                  <a:lnTo>
                    <a:pt x="6995" y="6711"/>
                  </a:lnTo>
                  <a:cubicBezTo>
                    <a:pt x="6995" y="6900"/>
                    <a:pt x="6838" y="7057"/>
                    <a:pt x="6648" y="7057"/>
                  </a:cubicBezTo>
                  <a:lnTo>
                    <a:pt x="3845" y="7057"/>
                  </a:lnTo>
                  <a:cubicBezTo>
                    <a:pt x="3656" y="7057"/>
                    <a:pt x="3498" y="6900"/>
                    <a:pt x="3498" y="6711"/>
                  </a:cubicBezTo>
                  <a:lnTo>
                    <a:pt x="3498" y="5608"/>
                  </a:lnTo>
                  <a:cubicBezTo>
                    <a:pt x="2710" y="5451"/>
                    <a:pt x="2080" y="4726"/>
                    <a:pt x="2080" y="3875"/>
                  </a:cubicBezTo>
                  <a:cubicBezTo>
                    <a:pt x="2080" y="2899"/>
                    <a:pt x="2868" y="2111"/>
                    <a:pt x="3845" y="2111"/>
                  </a:cubicBezTo>
                  <a:close/>
                  <a:moveTo>
                    <a:pt x="5262" y="8444"/>
                  </a:moveTo>
                  <a:cubicBezTo>
                    <a:pt x="5483" y="8444"/>
                    <a:pt x="5640" y="8601"/>
                    <a:pt x="5640" y="8790"/>
                  </a:cubicBezTo>
                  <a:cubicBezTo>
                    <a:pt x="5640" y="8979"/>
                    <a:pt x="5483" y="9137"/>
                    <a:pt x="5262" y="9137"/>
                  </a:cubicBezTo>
                  <a:lnTo>
                    <a:pt x="2490" y="9137"/>
                  </a:lnTo>
                  <a:cubicBezTo>
                    <a:pt x="2269" y="9137"/>
                    <a:pt x="2112" y="8979"/>
                    <a:pt x="2112" y="8790"/>
                  </a:cubicBezTo>
                  <a:cubicBezTo>
                    <a:pt x="2112" y="8601"/>
                    <a:pt x="2269" y="8444"/>
                    <a:pt x="2490" y="8444"/>
                  </a:cubicBezTo>
                  <a:close/>
                  <a:moveTo>
                    <a:pt x="6680" y="8444"/>
                  </a:moveTo>
                  <a:cubicBezTo>
                    <a:pt x="6901" y="8444"/>
                    <a:pt x="7058" y="8601"/>
                    <a:pt x="7058" y="8790"/>
                  </a:cubicBezTo>
                  <a:cubicBezTo>
                    <a:pt x="6995" y="8979"/>
                    <a:pt x="6838" y="9137"/>
                    <a:pt x="6680" y="9137"/>
                  </a:cubicBezTo>
                  <a:cubicBezTo>
                    <a:pt x="6491" y="9137"/>
                    <a:pt x="6333" y="8979"/>
                    <a:pt x="6333" y="8790"/>
                  </a:cubicBezTo>
                  <a:cubicBezTo>
                    <a:pt x="6333" y="8601"/>
                    <a:pt x="6491" y="8444"/>
                    <a:pt x="6680" y="8444"/>
                  </a:cubicBezTo>
                  <a:close/>
                  <a:moveTo>
                    <a:pt x="6680" y="9861"/>
                  </a:moveTo>
                  <a:cubicBezTo>
                    <a:pt x="6901" y="9861"/>
                    <a:pt x="7058" y="10019"/>
                    <a:pt x="7058" y="10208"/>
                  </a:cubicBezTo>
                  <a:cubicBezTo>
                    <a:pt x="7058" y="10397"/>
                    <a:pt x="6838" y="10554"/>
                    <a:pt x="6680" y="10554"/>
                  </a:cubicBezTo>
                  <a:lnTo>
                    <a:pt x="2490" y="10554"/>
                  </a:lnTo>
                  <a:cubicBezTo>
                    <a:pt x="2269" y="10554"/>
                    <a:pt x="2112" y="10397"/>
                    <a:pt x="2112" y="10208"/>
                  </a:cubicBezTo>
                  <a:cubicBezTo>
                    <a:pt x="2112" y="10019"/>
                    <a:pt x="2269" y="9861"/>
                    <a:pt x="2490" y="9861"/>
                  </a:cubicBezTo>
                  <a:close/>
                  <a:moveTo>
                    <a:pt x="347" y="0"/>
                  </a:moveTo>
                  <a:cubicBezTo>
                    <a:pt x="158" y="0"/>
                    <a:pt x="1" y="158"/>
                    <a:pt x="1" y="378"/>
                  </a:cubicBezTo>
                  <a:lnTo>
                    <a:pt x="1" y="1418"/>
                  </a:lnTo>
                  <a:lnTo>
                    <a:pt x="1072" y="1418"/>
                  </a:lnTo>
                  <a:cubicBezTo>
                    <a:pt x="1261" y="1418"/>
                    <a:pt x="1419" y="1576"/>
                    <a:pt x="1419" y="1796"/>
                  </a:cubicBezTo>
                  <a:cubicBezTo>
                    <a:pt x="1419" y="1985"/>
                    <a:pt x="1261" y="2143"/>
                    <a:pt x="1072" y="2143"/>
                  </a:cubicBezTo>
                  <a:lnTo>
                    <a:pt x="1" y="2143"/>
                  </a:lnTo>
                  <a:lnTo>
                    <a:pt x="1" y="3560"/>
                  </a:lnTo>
                  <a:lnTo>
                    <a:pt x="1072" y="3560"/>
                  </a:lnTo>
                  <a:cubicBezTo>
                    <a:pt x="1261" y="3560"/>
                    <a:pt x="1419" y="3718"/>
                    <a:pt x="1419" y="3907"/>
                  </a:cubicBezTo>
                  <a:cubicBezTo>
                    <a:pt x="1419" y="4096"/>
                    <a:pt x="1261" y="4253"/>
                    <a:pt x="1072" y="4253"/>
                  </a:cubicBezTo>
                  <a:lnTo>
                    <a:pt x="1" y="4253"/>
                  </a:lnTo>
                  <a:lnTo>
                    <a:pt x="1" y="5671"/>
                  </a:lnTo>
                  <a:lnTo>
                    <a:pt x="1072" y="5671"/>
                  </a:lnTo>
                  <a:cubicBezTo>
                    <a:pt x="1261" y="5671"/>
                    <a:pt x="1419" y="5829"/>
                    <a:pt x="1419" y="6049"/>
                  </a:cubicBezTo>
                  <a:cubicBezTo>
                    <a:pt x="1419" y="6238"/>
                    <a:pt x="1261" y="6396"/>
                    <a:pt x="1072" y="6396"/>
                  </a:cubicBezTo>
                  <a:lnTo>
                    <a:pt x="1" y="6396"/>
                  </a:lnTo>
                  <a:lnTo>
                    <a:pt x="1" y="7814"/>
                  </a:lnTo>
                  <a:lnTo>
                    <a:pt x="1072" y="7814"/>
                  </a:lnTo>
                  <a:cubicBezTo>
                    <a:pt x="1261" y="7814"/>
                    <a:pt x="1419" y="7971"/>
                    <a:pt x="1419" y="8160"/>
                  </a:cubicBezTo>
                  <a:cubicBezTo>
                    <a:pt x="1419" y="8349"/>
                    <a:pt x="1261" y="8507"/>
                    <a:pt x="1072" y="8507"/>
                  </a:cubicBezTo>
                  <a:lnTo>
                    <a:pt x="1" y="8507"/>
                  </a:lnTo>
                  <a:lnTo>
                    <a:pt x="1" y="9924"/>
                  </a:lnTo>
                  <a:lnTo>
                    <a:pt x="1072" y="9924"/>
                  </a:lnTo>
                  <a:cubicBezTo>
                    <a:pt x="1261" y="9924"/>
                    <a:pt x="1419" y="10082"/>
                    <a:pt x="1419" y="10302"/>
                  </a:cubicBezTo>
                  <a:cubicBezTo>
                    <a:pt x="1419" y="10491"/>
                    <a:pt x="1261" y="10649"/>
                    <a:pt x="1072" y="10649"/>
                  </a:cubicBezTo>
                  <a:lnTo>
                    <a:pt x="1" y="10649"/>
                  </a:lnTo>
                  <a:lnTo>
                    <a:pt x="1" y="11689"/>
                  </a:lnTo>
                  <a:cubicBezTo>
                    <a:pt x="1" y="11909"/>
                    <a:pt x="158" y="12067"/>
                    <a:pt x="347" y="12067"/>
                  </a:cubicBezTo>
                  <a:lnTo>
                    <a:pt x="8066" y="12067"/>
                  </a:lnTo>
                  <a:cubicBezTo>
                    <a:pt x="8255" y="12067"/>
                    <a:pt x="8413" y="11909"/>
                    <a:pt x="8413" y="11689"/>
                  </a:cubicBezTo>
                  <a:lnTo>
                    <a:pt x="8413" y="410"/>
                  </a:lnTo>
                  <a:cubicBezTo>
                    <a:pt x="8413" y="158"/>
                    <a:pt x="8255" y="0"/>
                    <a:pt x="806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8463;p67">
              <a:extLst>
                <a:ext uri="{FF2B5EF4-FFF2-40B4-BE49-F238E27FC236}">
                  <a16:creationId xmlns:a16="http://schemas.microsoft.com/office/drawing/2014/main" id="{408DF7AA-CACB-DD74-6D33-D5FF9652BF65}"/>
                </a:ext>
              </a:extLst>
            </p:cNvPr>
            <p:cNvSpPr/>
            <p:nvPr/>
          </p:nvSpPr>
          <p:spPr>
            <a:xfrm>
              <a:off x="-47417875" y="3271375"/>
              <a:ext cx="51225" cy="51225"/>
            </a:xfrm>
            <a:custGeom>
              <a:avLst/>
              <a:gdLst/>
              <a:ahLst/>
              <a:cxnLst/>
              <a:rect l="l" t="t" r="r" b="b"/>
              <a:pathLst>
                <a:path w="2049" h="2049" extrusionOk="0">
                  <a:moveTo>
                    <a:pt x="1041" y="1"/>
                  </a:moveTo>
                  <a:cubicBezTo>
                    <a:pt x="473" y="1"/>
                    <a:pt x="1" y="473"/>
                    <a:pt x="1" y="1072"/>
                  </a:cubicBezTo>
                  <a:cubicBezTo>
                    <a:pt x="1" y="1545"/>
                    <a:pt x="253" y="1891"/>
                    <a:pt x="694" y="2049"/>
                  </a:cubicBezTo>
                  <a:lnTo>
                    <a:pt x="694" y="1072"/>
                  </a:lnTo>
                  <a:cubicBezTo>
                    <a:pt x="694" y="883"/>
                    <a:pt x="852" y="725"/>
                    <a:pt x="1041" y="725"/>
                  </a:cubicBezTo>
                  <a:lnTo>
                    <a:pt x="2049" y="725"/>
                  </a:lnTo>
                  <a:cubicBezTo>
                    <a:pt x="1923" y="284"/>
                    <a:pt x="1513" y="1"/>
                    <a:pt x="104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8464;p67">
              <a:extLst>
                <a:ext uri="{FF2B5EF4-FFF2-40B4-BE49-F238E27FC236}">
                  <a16:creationId xmlns:a16="http://schemas.microsoft.com/office/drawing/2014/main" id="{5D457EC8-1B1C-85F4-970C-AA4B18CDD58E}"/>
                </a:ext>
              </a:extLst>
            </p:cNvPr>
            <p:cNvSpPr/>
            <p:nvPr/>
          </p:nvSpPr>
          <p:spPr>
            <a:xfrm>
              <a:off x="-47505300" y="3235950"/>
              <a:ext cx="17350" cy="18125"/>
            </a:xfrm>
            <a:custGeom>
              <a:avLst/>
              <a:gdLst/>
              <a:ahLst/>
              <a:cxnLst/>
              <a:rect l="l" t="t" r="r" b="b"/>
              <a:pathLst>
                <a:path w="694" h="725" extrusionOk="0">
                  <a:moveTo>
                    <a:pt x="347" y="0"/>
                  </a:moveTo>
                  <a:cubicBezTo>
                    <a:pt x="127" y="0"/>
                    <a:pt x="1" y="158"/>
                    <a:pt x="1" y="378"/>
                  </a:cubicBezTo>
                  <a:cubicBezTo>
                    <a:pt x="1" y="567"/>
                    <a:pt x="127" y="725"/>
                    <a:pt x="347" y="725"/>
                  </a:cubicBezTo>
                  <a:lnTo>
                    <a:pt x="694" y="725"/>
                  </a:lnTo>
                  <a:lnTo>
                    <a:pt x="694"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8465;p67">
              <a:extLst>
                <a:ext uri="{FF2B5EF4-FFF2-40B4-BE49-F238E27FC236}">
                  <a16:creationId xmlns:a16="http://schemas.microsoft.com/office/drawing/2014/main" id="{AFC442A9-0E70-1B3B-C0FB-9716871CCEAF}"/>
                </a:ext>
              </a:extLst>
            </p:cNvPr>
            <p:cNvSpPr/>
            <p:nvPr/>
          </p:nvSpPr>
          <p:spPr>
            <a:xfrm>
              <a:off x="-47505300" y="3447025"/>
              <a:ext cx="17350" cy="17350"/>
            </a:xfrm>
            <a:custGeom>
              <a:avLst/>
              <a:gdLst/>
              <a:ahLst/>
              <a:cxnLst/>
              <a:rect l="l" t="t" r="r" b="b"/>
              <a:pathLst>
                <a:path w="694" h="694" extrusionOk="0">
                  <a:moveTo>
                    <a:pt x="347" y="0"/>
                  </a:moveTo>
                  <a:cubicBezTo>
                    <a:pt x="127" y="0"/>
                    <a:pt x="1" y="158"/>
                    <a:pt x="1" y="347"/>
                  </a:cubicBezTo>
                  <a:cubicBezTo>
                    <a:pt x="1" y="536"/>
                    <a:pt x="127" y="693"/>
                    <a:pt x="347" y="693"/>
                  </a:cubicBezTo>
                  <a:lnTo>
                    <a:pt x="694" y="693"/>
                  </a:lnTo>
                  <a:lnTo>
                    <a:pt x="694"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8466;p67">
              <a:extLst>
                <a:ext uri="{FF2B5EF4-FFF2-40B4-BE49-F238E27FC236}">
                  <a16:creationId xmlns:a16="http://schemas.microsoft.com/office/drawing/2014/main" id="{0D81AC96-310B-0F92-7E54-6929CB70AC59}"/>
                </a:ext>
              </a:extLst>
            </p:cNvPr>
            <p:cNvSpPr/>
            <p:nvPr/>
          </p:nvSpPr>
          <p:spPr>
            <a:xfrm>
              <a:off x="-47505300" y="3394250"/>
              <a:ext cx="17350" cy="18150"/>
            </a:xfrm>
            <a:custGeom>
              <a:avLst/>
              <a:gdLst/>
              <a:ahLst/>
              <a:cxnLst/>
              <a:rect l="l" t="t" r="r" b="b"/>
              <a:pathLst>
                <a:path w="694" h="726" extrusionOk="0">
                  <a:moveTo>
                    <a:pt x="347" y="1"/>
                  </a:moveTo>
                  <a:lnTo>
                    <a:pt x="347" y="32"/>
                  </a:lnTo>
                  <a:cubicBezTo>
                    <a:pt x="127" y="32"/>
                    <a:pt x="1" y="190"/>
                    <a:pt x="1" y="379"/>
                  </a:cubicBezTo>
                  <a:cubicBezTo>
                    <a:pt x="1" y="568"/>
                    <a:pt x="127" y="725"/>
                    <a:pt x="347" y="725"/>
                  </a:cubicBezTo>
                  <a:lnTo>
                    <a:pt x="694" y="725"/>
                  </a:lnTo>
                  <a:lnTo>
                    <a:pt x="694"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8467;p67">
              <a:extLst>
                <a:ext uri="{FF2B5EF4-FFF2-40B4-BE49-F238E27FC236}">
                  <a16:creationId xmlns:a16="http://schemas.microsoft.com/office/drawing/2014/main" id="{D2894316-57BC-8255-1454-B5628BF9B002}"/>
                </a:ext>
              </a:extLst>
            </p:cNvPr>
            <p:cNvSpPr/>
            <p:nvPr/>
          </p:nvSpPr>
          <p:spPr>
            <a:xfrm>
              <a:off x="-47505300" y="3341475"/>
              <a:ext cx="17350" cy="18150"/>
            </a:xfrm>
            <a:custGeom>
              <a:avLst/>
              <a:gdLst/>
              <a:ahLst/>
              <a:cxnLst/>
              <a:rect l="l" t="t" r="r" b="b"/>
              <a:pathLst>
                <a:path w="694" h="726" extrusionOk="0">
                  <a:moveTo>
                    <a:pt x="347" y="1"/>
                  </a:moveTo>
                  <a:cubicBezTo>
                    <a:pt x="127" y="1"/>
                    <a:pt x="1" y="158"/>
                    <a:pt x="1" y="347"/>
                  </a:cubicBezTo>
                  <a:cubicBezTo>
                    <a:pt x="1" y="568"/>
                    <a:pt x="127" y="725"/>
                    <a:pt x="347" y="725"/>
                  </a:cubicBezTo>
                  <a:lnTo>
                    <a:pt x="694" y="725"/>
                  </a:lnTo>
                  <a:lnTo>
                    <a:pt x="694"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8468;p67">
              <a:extLst>
                <a:ext uri="{FF2B5EF4-FFF2-40B4-BE49-F238E27FC236}">
                  <a16:creationId xmlns:a16="http://schemas.microsoft.com/office/drawing/2014/main" id="{7C65D625-51F2-866A-F812-3E064BFEEE14}"/>
                </a:ext>
              </a:extLst>
            </p:cNvPr>
            <p:cNvSpPr/>
            <p:nvPr/>
          </p:nvSpPr>
          <p:spPr>
            <a:xfrm>
              <a:off x="-47505300" y="3289500"/>
              <a:ext cx="17350" cy="17350"/>
            </a:xfrm>
            <a:custGeom>
              <a:avLst/>
              <a:gdLst/>
              <a:ahLst/>
              <a:cxnLst/>
              <a:rect l="l" t="t" r="r" b="b"/>
              <a:pathLst>
                <a:path w="694" h="694" extrusionOk="0">
                  <a:moveTo>
                    <a:pt x="347" y="0"/>
                  </a:moveTo>
                  <a:cubicBezTo>
                    <a:pt x="127" y="0"/>
                    <a:pt x="1" y="158"/>
                    <a:pt x="1" y="347"/>
                  </a:cubicBezTo>
                  <a:cubicBezTo>
                    <a:pt x="1" y="536"/>
                    <a:pt x="127" y="693"/>
                    <a:pt x="347" y="693"/>
                  </a:cubicBezTo>
                  <a:lnTo>
                    <a:pt x="694" y="693"/>
                  </a:lnTo>
                  <a:lnTo>
                    <a:pt x="694"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8469;p67">
              <a:extLst>
                <a:ext uri="{FF2B5EF4-FFF2-40B4-BE49-F238E27FC236}">
                  <a16:creationId xmlns:a16="http://schemas.microsoft.com/office/drawing/2014/main" id="{0A4323AD-1DD1-8CF4-67C5-E8912C8B464B}"/>
                </a:ext>
              </a:extLst>
            </p:cNvPr>
            <p:cNvSpPr/>
            <p:nvPr/>
          </p:nvSpPr>
          <p:spPr>
            <a:xfrm>
              <a:off x="-47259550" y="3411575"/>
              <a:ext cx="18125" cy="51225"/>
            </a:xfrm>
            <a:custGeom>
              <a:avLst/>
              <a:gdLst/>
              <a:ahLst/>
              <a:cxnLst/>
              <a:rect l="l" t="t" r="r" b="b"/>
              <a:pathLst>
                <a:path w="725" h="2049" extrusionOk="0">
                  <a:moveTo>
                    <a:pt x="0" y="1"/>
                  </a:moveTo>
                  <a:lnTo>
                    <a:pt x="0" y="2048"/>
                  </a:lnTo>
                  <a:cubicBezTo>
                    <a:pt x="410" y="1891"/>
                    <a:pt x="725" y="1481"/>
                    <a:pt x="725" y="1072"/>
                  </a:cubicBezTo>
                  <a:lnTo>
                    <a:pt x="725"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8470;p67">
              <a:extLst>
                <a:ext uri="{FF2B5EF4-FFF2-40B4-BE49-F238E27FC236}">
                  <a16:creationId xmlns:a16="http://schemas.microsoft.com/office/drawing/2014/main" id="{AFFC37ED-43C6-2CEE-2254-DD59F256B476}"/>
                </a:ext>
              </a:extLst>
            </p:cNvPr>
            <p:cNvSpPr/>
            <p:nvPr/>
          </p:nvSpPr>
          <p:spPr>
            <a:xfrm>
              <a:off x="-47259550" y="3306025"/>
              <a:ext cx="18125" cy="35475"/>
            </a:xfrm>
            <a:custGeom>
              <a:avLst/>
              <a:gdLst/>
              <a:ahLst/>
              <a:cxnLst/>
              <a:rect l="l" t="t" r="r" b="b"/>
              <a:pathLst>
                <a:path w="725" h="1419" extrusionOk="0">
                  <a:moveTo>
                    <a:pt x="0" y="1"/>
                  </a:moveTo>
                  <a:lnTo>
                    <a:pt x="0" y="1419"/>
                  </a:lnTo>
                  <a:lnTo>
                    <a:pt x="725" y="1419"/>
                  </a:lnTo>
                  <a:lnTo>
                    <a:pt x="725"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8471;p67">
              <a:extLst>
                <a:ext uri="{FF2B5EF4-FFF2-40B4-BE49-F238E27FC236}">
                  <a16:creationId xmlns:a16="http://schemas.microsoft.com/office/drawing/2014/main" id="{77C71B89-A23F-BF2D-9D60-422CB363E0BD}"/>
                </a:ext>
              </a:extLst>
            </p:cNvPr>
            <p:cNvSpPr/>
            <p:nvPr/>
          </p:nvSpPr>
          <p:spPr>
            <a:xfrm>
              <a:off x="-47259550" y="3359600"/>
              <a:ext cx="18125" cy="34675"/>
            </a:xfrm>
            <a:custGeom>
              <a:avLst/>
              <a:gdLst/>
              <a:ahLst/>
              <a:cxnLst/>
              <a:rect l="l" t="t" r="r" b="b"/>
              <a:pathLst>
                <a:path w="725" h="1387" extrusionOk="0">
                  <a:moveTo>
                    <a:pt x="0" y="0"/>
                  </a:moveTo>
                  <a:lnTo>
                    <a:pt x="0" y="1387"/>
                  </a:lnTo>
                  <a:lnTo>
                    <a:pt x="725" y="1387"/>
                  </a:lnTo>
                  <a:lnTo>
                    <a:pt x="725"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8472;p67">
              <a:extLst>
                <a:ext uri="{FF2B5EF4-FFF2-40B4-BE49-F238E27FC236}">
                  <a16:creationId xmlns:a16="http://schemas.microsoft.com/office/drawing/2014/main" id="{46856B7E-A9C4-5FAC-E9DD-C04270CC4D0B}"/>
                </a:ext>
              </a:extLst>
            </p:cNvPr>
            <p:cNvSpPr/>
            <p:nvPr/>
          </p:nvSpPr>
          <p:spPr>
            <a:xfrm>
              <a:off x="-47259550" y="3238300"/>
              <a:ext cx="18125" cy="51225"/>
            </a:xfrm>
            <a:custGeom>
              <a:avLst/>
              <a:gdLst/>
              <a:ahLst/>
              <a:cxnLst/>
              <a:rect l="l" t="t" r="r" b="b"/>
              <a:pathLst>
                <a:path w="725" h="2049" extrusionOk="0">
                  <a:moveTo>
                    <a:pt x="0" y="1"/>
                  </a:moveTo>
                  <a:lnTo>
                    <a:pt x="0" y="2048"/>
                  </a:lnTo>
                  <a:lnTo>
                    <a:pt x="725" y="2048"/>
                  </a:lnTo>
                  <a:lnTo>
                    <a:pt x="725" y="977"/>
                  </a:lnTo>
                  <a:cubicBezTo>
                    <a:pt x="693" y="505"/>
                    <a:pt x="410" y="127"/>
                    <a:pt x="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1" name="Google Shape;8473;p67">
            <a:extLst>
              <a:ext uri="{FF2B5EF4-FFF2-40B4-BE49-F238E27FC236}">
                <a16:creationId xmlns:a16="http://schemas.microsoft.com/office/drawing/2014/main" id="{023A0FC1-9816-E952-C1AF-4E38AEA65794}"/>
              </a:ext>
            </a:extLst>
          </p:cNvPr>
          <p:cNvGrpSpPr/>
          <p:nvPr/>
        </p:nvGrpSpPr>
        <p:grpSpPr>
          <a:xfrm>
            <a:off x="11039523" y="8992043"/>
            <a:ext cx="918649" cy="915750"/>
            <a:chOff x="-47524975" y="3569100"/>
            <a:chExt cx="300875" cy="299925"/>
          </a:xfrm>
          <a:solidFill>
            <a:srgbClr val="555559"/>
          </a:solidFill>
        </p:grpSpPr>
        <p:sp>
          <p:nvSpPr>
            <p:cNvPr id="1109" name="Google Shape;8474;p67">
              <a:extLst>
                <a:ext uri="{FF2B5EF4-FFF2-40B4-BE49-F238E27FC236}">
                  <a16:creationId xmlns:a16="http://schemas.microsoft.com/office/drawing/2014/main" id="{51F1DDCA-8941-F521-EA01-31ED871EB405}"/>
                </a:ext>
              </a:extLst>
            </p:cNvPr>
            <p:cNvSpPr/>
            <p:nvPr/>
          </p:nvSpPr>
          <p:spPr>
            <a:xfrm>
              <a:off x="-47524975" y="3755775"/>
              <a:ext cx="115000" cy="113250"/>
            </a:xfrm>
            <a:custGeom>
              <a:avLst/>
              <a:gdLst/>
              <a:ahLst/>
              <a:cxnLst/>
              <a:rect l="l" t="t" r="r" b="b"/>
              <a:pathLst>
                <a:path w="4600" h="4530" extrusionOk="0">
                  <a:moveTo>
                    <a:pt x="3088" y="0"/>
                  </a:moveTo>
                  <a:lnTo>
                    <a:pt x="378" y="2741"/>
                  </a:lnTo>
                  <a:cubicBezTo>
                    <a:pt x="0" y="3119"/>
                    <a:pt x="0" y="3781"/>
                    <a:pt x="378" y="4222"/>
                  </a:cubicBezTo>
                  <a:cubicBezTo>
                    <a:pt x="583" y="4427"/>
                    <a:pt x="851" y="4529"/>
                    <a:pt x="1123" y="4529"/>
                  </a:cubicBezTo>
                  <a:cubicBezTo>
                    <a:pt x="1394" y="4529"/>
                    <a:pt x="1670" y="4427"/>
                    <a:pt x="1890" y="4222"/>
                  </a:cubicBezTo>
                  <a:lnTo>
                    <a:pt x="4600" y="1512"/>
                  </a:lnTo>
                  <a:cubicBezTo>
                    <a:pt x="4001" y="1103"/>
                    <a:pt x="3497" y="599"/>
                    <a:pt x="308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8475;p67">
              <a:extLst>
                <a:ext uri="{FF2B5EF4-FFF2-40B4-BE49-F238E27FC236}">
                  <a16:creationId xmlns:a16="http://schemas.microsoft.com/office/drawing/2014/main" id="{791E550E-16B8-3EA3-314D-306F2DEFF4DA}"/>
                </a:ext>
              </a:extLst>
            </p:cNvPr>
            <p:cNvSpPr/>
            <p:nvPr/>
          </p:nvSpPr>
          <p:spPr>
            <a:xfrm>
              <a:off x="-47346200" y="3674650"/>
              <a:ext cx="15775" cy="15775"/>
            </a:xfrm>
            <a:custGeom>
              <a:avLst/>
              <a:gdLst/>
              <a:ahLst/>
              <a:cxnLst/>
              <a:rect l="l" t="t" r="r" b="b"/>
              <a:pathLst>
                <a:path w="631" h="631" extrusionOk="0">
                  <a:moveTo>
                    <a:pt x="1" y="0"/>
                  </a:moveTo>
                  <a:lnTo>
                    <a:pt x="1" y="630"/>
                  </a:lnTo>
                  <a:cubicBezTo>
                    <a:pt x="284" y="536"/>
                    <a:pt x="505" y="315"/>
                    <a:pt x="63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8476;p67">
              <a:extLst>
                <a:ext uri="{FF2B5EF4-FFF2-40B4-BE49-F238E27FC236}">
                  <a16:creationId xmlns:a16="http://schemas.microsoft.com/office/drawing/2014/main" id="{2D299D18-047B-C622-5743-10355C1343DD}"/>
                </a:ext>
              </a:extLst>
            </p:cNvPr>
            <p:cNvSpPr/>
            <p:nvPr/>
          </p:nvSpPr>
          <p:spPr>
            <a:xfrm>
              <a:off x="-47382425" y="3640000"/>
              <a:ext cx="51225" cy="51200"/>
            </a:xfrm>
            <a:custGeom>
              <a:avLst/>
              <a:gdLst/>
              <a:ahLst/>
              <a:cxnLst/>
              <a:rect l="l" t="t" r="r" b="b"/>
              <a:pathLst>
                <a:path w="2049" h="2048" extrusionOk="0">
                  <a:moveTo>
                    <a:pt x="1040" y="0"/>
                  </a:moveTo>
                  <a:cubicBezTo>
                    <a:pt x="473" y="0"/>
                    <a:pt x="1" y="473"/>
                    <a:pt x="1" y="1071"/>
                  </a:cubicBezTo>
                  <a:cubicBezTo>
                    <a:pt x="1" y="1512"/>
                    <a:pt x="253" y="1890"/>
                    <a:pt x="694" y="2048"/>
                  </a:cubicBezTo>
                  <a:lnTo>
                    <a:pt x="694" y="1071"/>
                  </a:lnTo>
                  <a:cubicBezTo>
                    <a:pt x="694" y="851"/>
                    <a:pt x="851" y="693"/>
                    <a:pt x="1040" y="693"/>
                  </a:cubicBezTo>
                  <a:lnTo>
                    <a:pt x="2048" y="693"/>
                  </a:lnTo>
                  <a:cubicBezTo>
                    <a:pt x="1922" y="284"/>
                    <a:pt x="1513" y="0"/>
                    <a:pt x="104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8477;p67">
              <a:extLst>
                <a:ext uri="{FF2B5EF4-FFF2-40B4-BE49-F238E27FC236}">
                  <a16:creationId xmlns:a16="http://schemas.microsoft.com/office/drawing/2014/main" id="{0148C36C-8423-2144-BAB9-BC95248C92BE}"/>
                </a:ext>
              </a:extLst>
            </p:cNvPr>
            <p:cNvSpPr/>
            <p:nvPr/>
          </p:nvSpPr>
          <p:spPr>
            <a:xfrm>
              <a:off x="-47346975" y="3674650"/>
              <a:ext cx="52800" cy="52800"/>
            </a:xfrm>
            <a:custGeom>
              <a:avLst/>
              <a:gdLst/>
              <a:ahLst/>
              <a:cxnLst/>
              <a:rect l="l" t="t" r="r" b="b"/>
              <a:pathLst>
                <a:path w="2112" h="2112" extrusionOk="0">
                  <a:moveTo>
                    <a:pt x="1355" y="0"/>
                  </a:moveTo>
                  <a:cubicBezTo>
                    <a:pt x="1261" y="693"/>
                    <a:pt x="693" y="1260"/>
                    <a:pt x="0" y="1355"/>
                  </a:cubicBezTo>
                  <a:lnTo>
                    <a:pt x="0" y="2111"/>
                  </a:lnTo>
                  <a:lnTo>
                    <a:pt x="2111" y="2111"/>
                  </a:lnTo>
                  <a:lnTo>
                    <a:pt x="211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8478;p67">
              <a:extLst>
                <a:ext uri="{FF2B5EF4-FFF2-40B4-BE49-F238E27FC236}">
                  <a16:creationId xmlns:a16="http://schemas.microsoft.com/office/drawing/2014/main" id="{27FCF276-74E6-6EAA-1CAB-7549998FB527}"/>
                </a:ext>
              </a:extLst>
            </p:cNvPr>
            <p:cNvSpPr/>
            <p:nvPr/>
          </p:nvSpPr>
          <p:spPr>
            <a:xfrm>
              <a:off x="-47452525" y="3569100"/>
              <a:ext cx="228425" cy="228425"/>
            </a:xfrm>
            <a:custGeom>
              <a:avLst/>
              <a:gdLst/>
              <a:ahLst/>
              <a:cxnLst/>
              <a:rect l="l" t="t" r="r" b="b"/>
              <a:pathLst>
                <a:path w="9137" h="9137" extrusionOk="0">
                  <a:moveTo>
                    <a:pt x="3907" y="2080"/>
                  </a:moveTo>
                  <a:cubicBezTo>
                    <a:pt x="4758" y="2080"/>
                    <a:pt x="5483" y="2679"/>
                    <a:pt x="5640" y="3498"/>
                  </a:cubicBezTo>
                  <a:lnTo>
                    <a:pt x="6743" y="3498"/>
                  </a:lnTo>
                  <a:cubicBezTo>
                    <a:pt x="6932" y="3498"/>
                    <a:pt x="7089" y="3655"/>
                    <a:pt x="7089" y="3844"/>
                  </a:cubicBezTo>
                  <a:lnTo>
                    <a:pt x="7089" y="6680"/>
                  </a:lnTo>
                  <a:lnTo>
                    <a:pt x="7058" y="6680"/>
                  </a:lnTo>
                  <a:cubicBezTo>
                    <a:pt x="7058" y="6900"/>
                    <a:pt x="6900" y="7058"/>
                    <a:pt x="6680" y="7058"/>
                  </a:cubicBezTo>
                  <a:lnTo>
                    <a:pt x="3907" y="7058"/>
                  </a:lnTo>
                  <a:cubicBezTo>
                    <a:pt x="3687" y="7058"/>
                    <a:pt x="3529" y="6900"/>
                    <a:pt x="3529" y="6680"/>
                  </a:cubicBezTo>
                  <a:lnTo>
                    <a:pt x="3529" y="5577"/>
                  </a:lnTo>
                  <a:cubicBezTo>
                    <a:pt x="2742" y="5419"/>
                    <a:pt x="2111" y="4726"/>
                    <a:pt x="2111" y="3844"/>
                  </a:cubicBezTo>
                  <a:cubicBezTo>
                    <a:pt x="2111" y="2868"/>
                    <a:pt x="2899" y="2080"/>
                    <a:pt x="3907" y="2080"/>
                  </a:cubicBezTo>
                  <a:close/>
                  <a:moveTo>
                    <a:pt x="4569" y="1"/>
                  </a:moveTo>
                  <a:cubicBezTo>
                    <a:pt x="2048" y="1"/>
                    <a:pt x="1" y="2048"/>
                    <a:pt x="1" y="4569"/>
                  </a:cubicBezTo>
                  <a:cubicBezTo>
                    <a:pt x="1" y="7089"/>
                    <a:pt x="2048" y="9137"/>
                    <a:pt x="4569" y="9137"/>
                  </a:cubicBezTo>
                  <a:cubicBezTo>
                    <a:pt x="7089" y="9137"/>
                    <a:pt x="9137" y="7089"/>
                    <a:pt x="9137" y="4569"/>
                  </a:cubicBezTo>
                  <a:cubicBezTo>
                    <a:pt x="9137" y="2048"/>
                    <a:pt x="7089" y="1"/>
                    <a:pt x="456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2" name="Google Shape;8479;p67">
            <a:extLst>
              <a:ext uri="{FF2B5EF4-FFF2-40B4-BE49-F238E27FC236}">
                <a16:creationId xmlns:a16="http://schemas.microsoft.com/office/drawing/2014/main" id="{FAD16F1F-33B7-0D21-7612-8C973A9208F6}"/>
              </a:ext>
            </a:extLst>
          </p:cNvPr>
          <p:cNvGrpSpPr/>
          <p:nvPr/>
        </p:nvGrpSpPr>
        <p:grpSpPr>
          <a:xfrm>
            <a:off x="11040705" y="10228157"/>
            <a:ext cx="916286" cy="697443"/>
            <a:chOff x="-47523400" y="3973950"/>
            <a:chExt cx="300100" cy="228425"/>
          </a:xfrm>
          <a:solidFill>
            <a:srgbClr val="555559"/>
          </a:solidFill>
        </p:grpSpPr>
        <p:sp>
          <p:nvSpPr>
            <p:cNvPr id="1104" name="Google Shape;8480;p67">
              <a:extLst>
                <a:ext uri="{FF2B5EF4-FFF2-40B4-BE49-F238E27FC236}">
                  <a16:creationId xmlns:a16="http://schemas.microsoft.com/office/drawing/2014/main" id="{2BF78DAD-8D90-33C8-D1B1-75F7432481D7}"/>
                </a:ext>
              </a:extLst>
            </p:cNvPr>
            <p:cNvSpPr/>
            <p:nvPr/>
          </p:nvSpPr>
          <p:spPr>
            <a:xfrm>
              <a:off x="-47417075" y="4061375"/>
              <a:ext cx="15775" cy="15775"/>
            </a:xfrm>
            <a:custGeom>
              <a:avLst/>
              <a:gdLst/>
              <a:ahLst/>
              <a:cxnLst/>
              <a:rect l="l" t="t" r="r" b="b"/>
              <a:pathLst>
                <a:path w="631" h="631" extrusionOk="0">
                  <a:moveTo>
                    <a:pt x="0" y="0"/>
                  </a:moveTo>
                  <a:lnTo>
                    <a:pt x="0" y="630"/>
                  </a:lnTo>
                  <a:cubicBezTo>
                    <a:pt x="284" y="536"/>
                    <a:pt x="504" y="315"/>
                    <a:pt x="6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8481;p67">
              <a:extLst>
                <a:ext uri="{FF2B5EF4-FFF2-40B4-BE49-F238E27FC236}">
                  <a16:creationId xmlns:a16="http://schemas.microsoft.com/office/drawing/2014/main" id="{021868BB-73AD-9433-8DE3-B34DDA8A3DF1}"/>
                </a:ext>
              </a:extLst>
            </p:cNvPr>
            <p:cNvSpPr/>
            <p:nvPr/>
          </p:nvSpPr>
          <p:spPr>
            <a:xfrm>
              <a:off x="-47417875" y="4061375"/>
              <a:ext cx="52800" cy="52775"/>
            </a:xfrm>
            <a:custGeom>
              <a:avLst/>
              <a:gdLst/>
              <a:ahLst/>
              <a:cxnLst/>
              <a:rect l="l" t="t" r="r" b="b"/>
              <a:pathLst>
                <a:path w="2112" h="2111" extrusionOk="0">
                  <a:moveTo>
                    <a:pt x="1356" y="0"/>
                  </a:moveTo>
                  <a:cubicBezTo>
                    <a:pt x="1261" y="693"/>
                    <a:pt x="694" y="1260"/>
                    <a:pt x="1" y="1386"/>
                  </a:cubicBezTo>
                  <a:lnTo>
                    <a:pt x="1" y="2111"/>
                  </a:lnTo>
                  <a:lnTo>
                    <a:pt x="2112" y="2111"/>
                  </a:lnTo>
                  <a:lnTo>
                    <a:pt x="211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8482;p67">
              <a:extLst>
                <a:ext uri="{FF2B5EF4-FFF2-40B4-BE49-F238E27FC236}">
                  <a16:creationId xmlns:a16="http://schemas.microsoft.com/office/drawing/2014/main" id="{E11B2ADF-CA46-B5BE-FAF1-D95302481203}"/>
                </a:ext>
              </a:extLst>
            </p:cNvPr>
            <p:cNvSpPr/>
            <p:nvPr/>
          </p:nvSpPr>
          <p:spPr>
            <a:xfrm>
              <a:off x="-47453300" y="4026700"/>
              <a:ext cx="51200" cy="51225"/>
            </a:xfrm>
            <a:custGeom>
              <a:avLst/>
              <a:gdLst/>
              <a:ahLst/>
              <a:cxnLst/>
              <a:rect l="l" t="t" r="r" b="b"/>
              <a:pathLst>
                <a:path w="2048" h="2049" extrusionOk="0">
                  <a:moveTo>
                    <a:pt x="1071" y="1"/>
                  </a:moveTo>
                  <a:cubicBezTo>
                    <a:pt x="473" y="1"/>
                    <a:pt x="0" y="473"/>
                    <a:pt x="0" y="1072"/>
                  </a:cubicBezTo>
                  <a:cubicBezTo>
                    <a:pt x="0" y="1545"/>
                    <a:pt x="284" y="1891"/>
                    <a:pt x="693" y="2049"/>
                  </a:cubicBezTo>
                  <a:lnTo>
                    <a:pt x="693" y="1072"/>
                  </a:lnTo>
                  <a:cubicBezTo>
                    <a:pt x="693" y="883"/>
                    <a:pt x="851" y="725"/>
                    <a:pt x="1071" y="725"/>
                  </a:cubicBezTo>
                  <a:lnTo>
                    <a:pt x="2048" y="725"/>
                  </a:lnTo>
                  <a:cubicBezTo>
                    <a:pt x="1922" y="284"/>
                    <a:pt x="1512" y="1"/>
                    <a:pt x="107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8483;p67">
              <a:extLst>
                <a:ext uri="{FF2B5EF4-FFF2-40B4-BE49-F238E27FC236}">
                  <a16:creationId xmlns:a16="http://schemas.microsoft.com/office/drawing/2014/main" id="{F6BF694C-DEA9-BFD7-4831-9AE9552C8F53}"/>
                </a:ext>
              </a:extLst>
            </p:cNvPr>
            <p:cNvSpPr/>
            <p:nvPr/>
          </p:nvSpPr>
          <p:spPr>
            <a:xfrm>
              <a:off x="-47506875" y="3973950"/>
              <a:ext cx="264675" cy="174875"/>
            </a:xfrm>
            <a:custGeom>
              <a:avLst/>
              <a:gdLst/>
              <a:ahLst/>
              <a:cxnLst/>
              <a:rect l="l" t="t" r="r" b="b"/>
              <a:pathLst>
                <a:path w="10587" h="6995" extrusionOk="0">
                  <a:moveTo>
                    <a:pt x="8854" y="1418"/>
                  </a:moveTo>
                  <a:cubicBezTo>
                    <a:pt x="9074" y="1418"/>
                    <a:pt x="9232" y="1575"/>
                    <a:pt x="9232" y="1764"/>
                  </a:cubicBezTo>
                  <a:cubicBezTo>
                    <a:pt x="9232" y="1953"/>
                    <a:pt x="9074" y="2111"/>
                    <a:pt x="8854" y="2111"/>
                  </a:cubicBezTo>
                  <a:lnTo>
                    <a:pt x="7436" y="2111"/>
                  </a:lnTo>
                  <a:cubicBezTo>
                    <a:pt x="7247" y="2111"/>
                    <a:pt x="7089" y="1953"/>
                    <a:pt x="7089" y="1764"/>
                  </a:cubicBezTo>
                  <a:cubicBezTo>
                    <a:pt x="7089" y="1575"/>
                    <a:pt x="7247" y="1418"/>
                    <a:pt x="7436" y="1418"/>
                  </a:cubicBezTo>
                  <a:close/>
                  <a:moveTo>
                    <a:pt x="8854" y="2772"/>
                  </a:moveTo>
                  <a:cubicBezTo>
                    <a:pt x="9074" y="2772"/>
                    <a:pt x="9232" y="2930"/>
                    <a:pt x="9232" y="3151"/>
                  </a:cubicBezTo>
                  <a:cubicBezTo>
                    <a:pt x="9232" y="3340"/>
                    <a:pt x="9074" y="3497"/>
                    <a:pt x="8854" y="3497"/>
                  </a:cubicBezTo>
                  <a:lnTo>
                    <a:pt x="7436" y="3497"/>
                  </a:lnTo>
                  <a:cubicBezTo>
                    <a:pt x="7247" y="3497"/>
                    <a:pt x="7089" y="3340"/>
                    <a:pt x="7089" y="3151"/>
                  </a:cubicBezTo>
                  <a:cubicBezTo>
                    <a:pt x="7089" y="2930"/>
                    <a:pt x="7247" y="2772"/>
                    <a:pt x="7436" y="2772"/>
                  </a:cubicBezTo>
                  <a:close/>
                  <a:moveTo>
                    <a:pt x="8854" y="4190"/>
                  </a:moveTo>
                  <a:cubicBezTo>
                    <a:pt x="9074" y="4190"/>
                    <a:pt x="9232" y="4348"/>
                    <a:pt x="9232" y="4568"/>
                  </a:cubicBezTo>
                  <a:cubicBezTo>
                    <a:pt x="9232" y="4757"/>
                    <a:pt x="9074" y="4915"/>
                    <a:pt x="8854" y="4915"/>
                  </a:cubicBezTo>
                  <a:lnTo>
                    <a:pt x="7436" y="4915"/>
                  </a:lnTo>
                  <a:cubicBezTo>
                    <a:pt x="7247" y="4915"/>
                    <a:pt x="7089" y="4757"/>
                    <a:pt x="7089" y="4568"/>
                  </a:cubicBezTo>
                  <a:cubicBezTo>
                    <a:pt x="7089" y="4348"/>
                    <a:pt x="7247" y="4190"/>
                    <a:pt x="7436" y="4190"/>
                  </a:cubicBezTo>
                  <a:close/>
                  <a:moveTo>
                    <a:pt x="3246" y="1355"/>
                  </a:moveTo>
                  <a:cubicBezTo>
                    <a:pt x="4096" y="1355"/>
                    <a:pt x="4821" y="1953"/>
                    <a:pt x="4979" y="2772"/>
                  </a:cubicBezTo>
                  <a:lnTo>
                    <a:pt x="6081" y="2772"/>
                  </a:lnTo>
                  <a:cubicBezTo>
                    <a:pt x="6270" y="2772"/>
                    <a:pt x="6428" y="2930"/>
                    <a:pt x="6428" y="3151"/>
                  </a:cubicBezTo>
                  <a:lnTo>
                    <a:pt x="6428" y="5986"/>
                  </a:lnTo>
                  <a:lnTo>
                    <a:pt x="6396" y="5986"/>
                  </a:lnTo>
                  <a:cubicBezTo>
                    <a:pt x="6396" y="6175"/>
                    <a:pt x="6239" y="6333"/>
                    <a:pt x="6018" y="6333"/>
                  </a:cubicBezTo>
                  <a:lnTo>
                    <a:pt x="3246" y="6333"/>
                  </a:lnTo>
                  <a:cubicBezTo>
                    <a:pt x="3025" y="6333"/>
                    <a:pt x="2868" y="6175"/>
                    <a:pt x="2868" y="5986"/>
                  </a:cubicBezTo>
                  <a:lnTo>
                    <a:pt x="2868" y="4883"/>
                  </a:lnTo>
                  <a:cubicBezTo>
                    <a:pt x="2080" y="4726"/>
                    <a:pt x="1450" y="4001"/>
                    <a:pt x="1450" y="3151"/>
                  </a:cubicBezTo>
                  <a:cubicBezTo>
                    <a:pt x="1450" y="2142"/>
                    <a:pt x="2238" y="1355"/>
                    <a:pt x="3246" y="1355"/>
                  </a:cubicBezTo>
                  <a:close/>
                  <a:moveTo>
                    <a:pt x="8854" y="5608"/>
                  </a:moveTo>
                  <a:cubicBezTo>
                    <a:pt x="9074" y="5608"/>
                    <a:pt x="9232" y="5765"/>
                    <a:pt x="9232" y="5986"/>
                  </a:cubicBezTo>
                  <a:cubicBezTo>
                    <a:pt x="9232" y="6175"/>
                    <a:pt x="9074" y="6333"/>
                    <a:pt x="8854" y="6333"/>
                  </a:cubicBezTo>
                  <a:lnTo>
                    <a:pt x="7436" y="6333"/>
                  </a:lnTo>
                  <a:cubicBezTo>
                    <a:pt x="7247" y="6333"/>
                    <a:pt x="7089" y="6175"/>
                    <a:pt x="7089" y="5986"/>
                  </a:cubicBezTo>
                  <a:cubicBezTo>
                    <a:pt x="7089" y="5765"/>
                    <a:pt x="7247" y="5608"/>
                    <a:pt x="7436" y="5608"/>
                  </a:cubicBezTo>
                  <a:close/>
                  <a:moveTo>
                    <a:pt x="347" y="0"/>
                  </a:moveTo>
                  <a:cubicBezTo>
                    <a:pt x="158" y="0"/>
                    <a:pt x="1" y="158"/>
                    <a:pt x="1" y="347"/>
                  </a:cubicBezTo>
                  <a:lnTo>
                    <a:pt x="1" y="6994"/>
                  </a:lnTo>
                  <a:lnTo>
                    <a:pt x="10586" y="6994"/>
                  </a:lnTo>
                  <a:lnTo>
                    <a:pt x="10586" y="347"/>
                  </a:lnTo>
                  <a:cubicBezTo>
                    <a:pt x="10586" y="158"/>
                    <a:pt x="10429" y="0"/>
                    <a:pt x="1024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8484;p67">
              <a:extLst>
                <a:ext uri="{FF2B5EF4-FFF2-40B4-BE49-F238E27FC236}">
                  <a16:creationId xmlns:a16="http://schemas.microsoft.com/office/drawing/2014/main" id="{64314C2C-ACDE-D58E-E8C6-78F84989C1F8}"/>
                </a:ext>
              </a:extLst>
            </p:cNvPr>
            <p:cNvSpPr/>
            <p:nvPr/>
          </p:nvSpPr>
          <p:spPr>
            <a:xfrm>
              <a:off x="-47523400" y="4166900"/>
              <a:ext cx="300100" cy="35475"/>
            </a:xfrm>
            <a:custGeom>
              <a:avLst/>
              <a:gdLst/>
              <a:ahLst/>
              <a:cxnLst/>
              <a:rect l="l" t="t" r="r" b="b"/>
              <a:pathLst>
                <a:path w="12004" h="1419" extrusionOk="0">
                  <a:moveTo>
                    <a:pt x="0" y="1"/>
                  </a:moveTo>
                  <a:lnTo>
                    <a:pt x="0" y="1040"/>
                  </a:lnTo>
                  <a:cubicBezTo>
                    <a:pt x="0" y="1261"/>
                    <a:pt x="158" y="1418"/>
                    <a:pt x="347" y="1418"/>
                  </a:cubicBezTo>
                  <a:lnTo>
                    <a:pt x="11657" y="1418"/>
                  </a:lnTo>
                  <a:cubicBezTo>
                    <a:pt x="11846" y="1418"/>
                    <a:pt x="12004" y="1261"/>
                    <a:pt x="12004" y="1040"/>
                  </a:cubicBezTo>
                  <a:lnTo>
                    <a:pt x="12004"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3" name="Google Shape;8485;p67">
            <a:extLst>
              <a:ext uri="{FF2B5EF4-FFF2-40B4-BE49-F238E27FC236}">
                <a16:creationId xmlns:a16="http://schemas.microsoft.com/office/drawing/2014/main" id="{DE9D41FB-AC4D-C5EF-B4C4-29CA52A59472}"/>
              </a:ext>
            </a:extLst>
          </p:cNvPr>
          <p:cNvGrpSpPr/>
          <p:nvPr/>
        </p:nvGrpSpPr>
        <p:grpSpPr>
          <a:xfrm>
            <a:off x="16728165" y="7863023"/>
            <a:ext cx="913919" cy="922314"/>
            <a:chOff x="-45673275" y="3199325"/>
            <a:chExt cx="299325" cy="302075"/>
          </a:xfrm>
          <a:solidFill>
            <a:srgbClr val="555559"/>
          </a:solidFill>
        </p:grpSpPr>
        <p:sp>
          <p:nvSpPr>
            <p:cNvPr id="1101" name="Google Shape;8486;p67">
              <a:extLst>
                <a:ext uri="{FF2B5EF4-FFF2-40B4-BE49-F238E27FC236}">
                  <a16:creationId xmlns:a16="http://schemas.microsoft.com/office/drawing/2014/main" id="{C5142A3C-F21A-9714-6F41-383AF8707D86}"/>
                </a:ext>
              </a:extLst>
            </p:cNvPr>
            <p:cNvSpPr/>
            <p:nvPr/>
          </p:nvSpPr>
          <p:spPr>
            <a:xfrm>
              <a:off x="-45672500" y="3199325"/>
              <a:ext cx="298550" cy="194175"/>
            </a:xfrm>
            <a:custGeom>
              <a:avLst/>
              <a:gdLst/>
              <a:ahLst/>
              <a:cxnLst/>
              <a:rect l="l" t="t" r="r" b="b"/>
              <a:pathLst>
                <a:path w="11942" h="7767" extrusionOk="0">
                  <a:moveTo>
                    <a:pt x="5947" y="0"/>
                  </a:moveTo>
                  <a:cubicBezTo>
                    <a:pt x="5884" y="0"/>
                    <a:pt x="5829" y="16"/>
                    <a:pt x="5798" y="47"/>
                  </a:cubicBezTo>
                  <a:lnTo>
                    <a:pt x="158" y="3607"/>
                  </a:lnTo>
                  <a:cubicBezTo>
                    <a:pt x="32" y="3670"/>
                    <a:pt x="1" y="3765"/>
                    <a:pt x="1" y="3922"/>
                  </a:cubicBezTo>
                  <a:cubicBezTo>
                    <a:pt x="1" y="4017"/>
                    <a:pt x="64" y="4143"/>
                    <a:pt x="158" y="4237"/>
                  </a:cubicBezTo>
                  <a:lnTo>
                    <a:pt x="5735" y="7735"/>
                  </a:lnTo>
                  <a:cubicBezTo>
                    <a:pt x="5798" y="7766"/>
                    <a:pt x="5861" y="7766"/>
                    <a:pt x="5955" y="7766"/>
                  </a:cubicBezTo>
                  <a:cubicBezTo>
                    <a:pt x="6018" y="7766"/>
                    <a:pt x="6050" y="7766"/>
                    <a:pt x="6144" y="7735"/>
                  </a:cubicBezTo>
                  <a:lnTo>
                    <a:pt x="11784" y="4237"/>
                  </a:lnTo>
                  <a:cubicBezTo>
                    <a:pt x="11878" y="4143"/>
                    <a:pt x="11941" y="4080"/>
                    <a:pt x="11941" y="3922"/>
                  </a:cubicBezTo>
                  <a:cubicBezTo>
                    <a:pt x="11941" y="3796"/>
                    <a:pt x="11847" y="3670"/>
                    <a:pt x="11784" y="3607"/>
                  </a:cubicBezTo>
                  <a:lnTo>
                    <a:pt x="6144" y="47"/>
                  </a:lnTo>
                  <a:cubicBezTo>
                    <a:pt x="6081" y="16"/>
                    <a:pt x="6010" y="0"/>
                    <a:pt x="59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8487;p67">
              <a:extLst>
                <a:ext uri="{FF2B5EF4-FFF2-40B4-BE49-F238E27FC236}">
                  <a16:creationId xmlns:a16="http://schemas.microsoft.com/office/drawing/2014/main" id="{A6CCE621-66C8-2B5D-C657-B29DE2C743F8}"/>
                </a:ext>
              </a:extLst>
            </p:cNvPr>
            <p:cNvSpPr/>
            <p:nvPr/>
          </p:nvSpPr>
          <p:spPr>
            <a:xfrm>
              <a:off x="-45673275" y="3387150"/>
              <a:ext cx="299325" cy="114250"/>
            </a:xfrm>
            <a:custGeom>
              <a:avLst/>
              <a:gdLst/>
              <a:ahLst/>
              <a:cxnLst/>
              <a:rect l="l" t="t" r="r" b="b"/>
              <a:pathLst>
                <a:path w="11973" h="4570" extrusionOk="0">
                  <a:moveTo>
                    <a:pt x="693" y="1"/>
                  </a:moveTo>
                  <a:lnTo>
                    <a:pt x="158" y="348"/>
                  </a:lnTo>
                  <a:cubicBezTo>
                    <a:pt x="32" y="411"/>
                    <a:pt x="0" y="505"/>
                    <a:pt x="0" y="663"/>
                  </a:cubicBezTo>
                  <a:cubicBezTo>
                    <a:pt x="0" y="789"/>
                    <a:pt x="63" y="883"/>
                    <a:pt x="158" y="978"/>
                  </a:cubicBezTo>
                  <a:lnTo>
                    <a:pt x="5797" y="4506"/>
                  </a:lnTo>
                  <a:cubicBezTo>
                    <a:pt x="5829" y="4569"/>
                    <a:pt x="5892" y="4569"/>
                    <a:pt x="5986" y="4569"/>
                  </a:cubicBezTo>
                  <a:cubicBezTo>
                    <a:pt x="6049" y="4569"/>
                    <a:pt x="6112" y="4569"/>
                    <a:pt x="6175" y="4506"/>
                  </a:cubicBezTo>
                  <a:lnTo>
                    <a:pt x="11815" y="978"/>
                  </a:lnTo>
                  <a:cubicBezTo>
                    <a:pt x="11941" y="883"/>
                    <a:pt x="11972" y="820"/>
                    <a:pt x="11972" y="663"/>
                  </a:cubicBezTo>
                  <a:cubicBezTo>
                    <a:pt x="11972" y="537"/>
                    <a:pt x="11878" y="411"/>
                    <a:pt x="11815" y="348"/>
                  </a:cubicBezTo>
                  <a:lnTo>
                    <a:pt x="11248" y="1"/>
                  </a:lnTo>
                  <a:lnTo>
                    <a:pt x="6175" y="3151"/>
                  </a:lnTo>
                  <a:cubicBezTo>
                    <a:pt x="6144" y="3183"/>
                    <a:pt x="6049" y="3183"/>
                    <a:pt x="5986" y="3183"/>
                  </a:cubicBezTo>
                  <a:cubicBezTo>
                    <a:pt x="5892" y="3183"/>
                    <a:pt x="5860" y="3183"/>
                    <a:pt x="5797" y="3151"/>
                  </a:cubicBezTo>
                  <a:lnTo>
                    <a:pt x="693"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8488;p67">
              <a:extLst>
                <a:ext uri="{FF2B5EF4-FFF2-40B4-BE49-F238E27FC236}">
                  <a16:creationId xmlns:a16="http://schemas.microsoft.com/office/drawing/2014/main" id="{D3F8B4AF-258A-8C30-D461-F4BDA52084FD}"/>
                </a:ext>
              </a:extLst>
            </p:cNvPr>
            <p:cNvSpPr/>
            <p:nvPr/>
          </p:nvSpPr>
          <p:spPr>
            <a:xfrm>
              <a:off x="-45673275" y="3334400"/>
              <a:ext cx="299325" cy="113425"/>
            </a:xfrm>
            <a:custGeom>
              <a:avLst/>
              <a:gdLst/>
              <a:ahLst/>
              <a:cxnLst/>
              <a:rect l="l" t="t" r="r" b="b"/>
              <a:pathLst>
                <a:path w="11973" h="4537" extrusionOk="0">
                  <a:moveTo>
                    <a:pt x="693" y="0"/>
                  </a:moveTo>
                  <a:lnTo>
                    <a:pt x="158" y="378"/>
                  </a:lnTo>
                  <a:cubicBezTo>
                    <a:pt x="32" y="441"/>
                    <a:pt x="0" y="536"/>
                    <a:pt x="0" y="693"/>
                  </a:cubicBezTo>
                  <a:cubicBezTo>
                    <a:pt x="0" y="851"/>
                    <a:pt x="63" y="914"/>
                    <a:pt x="158" y="1008"/>
                  </a:cubicBezTo>
                  <a:lnTo>
                    <a:pt x="5797" y="4505"/>
                  </a:lnTo>
                  <a:cubicBezTo>
                    <a:pt x="5829" y="4537"/>
                    <a:pt x="5892" y="4537"/>
                    <a:pt x="5986" y="4537"/>
                  </a:cubicBezTo>
                  <a:cubicBezTo>
                    <a:pt x="6049" y="4537"/>
                    <a:pt x="6112" y="4537"/>
                    <a:pt x="6175" y="4505"/>
                  </a:cubicBezTo>
                  <a:lnTo>
                    <a:pt x="11815" y="1008"/>
                  </a:lnTo>
                  <a:cubicBezTo>
                    <a:pt x="11941" y="914"/>
                    <a:pt x="11972" y="851"/>
                    <a:pt x="11972" y="693"/>
                  </a:cubicBezTo>
                  <a:cubicBezTo>
                    <a:pt x="11972" y="536"/>
                    <a:pt x="11878" y="441"/>
                    <a:pt x="11815" y="378"/>
                  </a:cubicBezTo>
                  <a:lnTo>
                    <a:pt x="11248" y="0"/>
                  </a:lnTo>
                  <a:lnTo>
                    <a:pt x="6175" y="3214"/>
                  </a:lnTo>
                  <a:cubicBezTo>
                    <a:pt x="6144" y="3245"/>
                    <a:pt x="6049" y="3245"/>
                    <a:pt x="5986" y="3245"/>
                  </a:cubicBezTo>
                  <a:cubicBezTo>
                    <a:pt x="5892" y="3245"/>
                    <a:pt x="5860" y="3245"/>
                    <a:pt x="5797" y="3214"/>
                  </a:cubicBezTo>
                  <a:lnTo>
                    <a:pt x="693"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4" name="Google Shape;8489;p67">
            <a:extLst>
              <a:ext uri="{FF2B5EF4-FFF2-40B4-BE49-F238E27FC236}">
                <a16:creationId xmlns:a16="http://schemas.microsoft.com/office/drawing/2014/main" id="{EC31868E-3B75-AF29-62A2-03421E01D6DC}"/>
              </a:ext>
            </a:extLst>
          </p:cNvPr>
          <p:cNvGrpSpPr/>
          <p:nvPr/>
        </p:nvGrpSpPr>
        <p:grpSpPr>
          <a:xfrm>
            <a:off x="16725759" y="9044940"/>
            <a:ext cx="918727" cy="810489"/>
            <a:chOff x="-45674075" y="3586425"/>
            <a:chExt cx="300900" cy="265450"/>
          </a:xfrm>
          <a:solidFill>
            <a:srgbClr val="555559"/>
          </a:solidFill>
        </p:grpSpPr>
        <p:sp>
          <p:nvSpPr>
            <p:cNvPr id="1099" name="Google Shape;8490;p67">
              <a:extLst>
                <a:ext uri="{FF2B5EF4-FFF2-40B4-BE49-F238E27FC236}">
                  <a16:creationId xmlns:a16="http://schemas.microsoft.com/office/drawing/2014/main" id="{6A6B45A6-459B-C219-F6D3-79B5FBE77A2F}"/>
                </a:ext>
              </a:extLst>
            </p:cNvPr>
            <p:cNvSpPr/>
            <p:nvPr/>
          </p:nvSpPr>
          <p:spPr>
            <a:xfrm>
              <a:off x="-45674075" y="3586425"/>
              <a:ext cx="300125" cy="70925"/>
            </a:xfrm>
            <a:custGeom>
              <a:avLst/>
              <a:gdLst/>
              <a:ahLst/>
              <a:cxnLst/>
              <a:rect l="l" t="t" r="r" b="b"/>
              <a:pathLst>
                <a:path w="12005" h="2837" extrusionOk="0">
                  <a:moveTo>
                    <a:pt x="6018" y="1418"/>
                  </a:moveTo>
                  <a:cubicBezTo>
                    <a:pt x="6207" y="1418"/>
                    <a:pt x="6365" y="1576"/>
                    <a:pt x="6365" y="1765"/>
                  </a:cubicBezTo>
                  <a:cubicBezTo>
                    <a:pt x="6365" y="1986"/>
                    <a:pt x="6207" y="2143"/>
                    <a:pt x="6018" y="2143"/>
                  </a:cubicBezTo>
                  <a:lnTo>
                    <a:pt x="5294" y="2143"/>
                  </a:lnTo>
                  <a:cubicBezTo>
                    <a:pt x="5105" y="2143"/>
                    <a:pt x="4947" y="1986"/>
                    <a:pt x="4947" y="1765"/>
                  </a:cubicBezTo>
                  <a:cubicBezTo>
                    <a:pt x="4947" y="1576"/>
                    <a:pt x="5105" y="1418"/>
                    <a:pt x="5294" y="1418"/>
                  </a:cubicBezTo>
                  <a:close/>
                  <a:moveTo>
                    <a:pt x="8129" y="1418"/>
                  </a:moveTo>
                  <a:cubicBezTo>
                    <a:pt x="8318" y="1418"/>
                    <a:pt x="8476" y="1576"/>
                    <a:pt x="8476" y="1765"/>
                  </a:cubicBezTo>
                  <a:cubicBezTo>
                    <a:pt x="8476" y="1986"/>
                    <a:pt x="8318" y="2143"/>
                    <a:pt x="8129" y="2143"/>
                  </a:cubicBezTo>
                  <a:lnTo>
                    <a:pt x="7436" y="2143"/>
                  </a:lnTo>
                  <a:cubicBezTo>
                    <a:pt x="7215" y="2143"/>
                    <a:pt x="7089" y="1986"/>
                    <a:pt x="7089" y="1765"/>
                  </a:cubicBezTo>
                  <a:cubicBezTo>
                    <a:pt x="7089" y="1576"/>
                    <a:pt x="7215" y="1418"/>
                    <a:pt x="7436" y="1418"/>
                  </a:cubicBezTo>
                  <a:close/>
                  <a:moveTo>
                    <a:pt x="10240" y="1418"/>
                  </a:moveTo>
                  <a:cubicBezTo>
                    <a:pt x="10429" y="1418"/>
                    <a:pt x="10587" y="1576"/>
                    <a:pt x="10587" y="1765"/>
                  </a:cubicBezTo>
                  <a:cubicBezTo>
                    <a:pt x="10587" y="1986"/>
                    <a:pt x="10429" y="2143"/>
                    <a:pt x="10240" y="2143"/>
                  </a:cubicBezTo>
                  <a:lnTo>
                    <a:pt x="9515" y="2143"/>
                  </a:lnTo>
                  <a:cubicBezTo>
                    <a:pt x="9326" y="2143"/>
                    <a:pt x="9169" y="1986"/>
                    <a:pt x="9169" y="1765"/>
                  </a:cubicBezTo>
                  <a:cubicBezTo>
                    <a:pt x="9169" y="1576"/>
                    <a:pt x="9326" y="1418"/>
                    <a:pt x="9515" y="1418"/>
                  </a:cubicBezTo>
                  <a:close/>
                  <a:moveTo>
                    <a:pt x="1041" y="1"/>
                  </a:moveTo>
                  <a:cubicBezTo>
                    <a:pt x="442" y="1"/>
                    <a:pt x="1" y="473"/>
                    <a:pt x="1" y="1072"/>
                  </a:cubicBezTo>
                  <a:lnTo>
                    <a:pt x="1" y="2836"/>
                  </a:lnTo>
                  <a:lnTo>
                    <a:pt x="12004" y="2836"/>
                  </a:lnTo>
                  <a:lnTo>
                    <a:pt x="12004" y="1072"/>
                  </a:lnTo>
                  <a:cubicBezTo>
                    <a:pt x="12004" y="473"/>
                    <a:pt x="11532" y="1"/>
                    <a:pt x="1093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8491;p67">
              <a:extLst>
                <a:ext uri="{FF2B5EF4-FFF2-40B4-BE49-F238E27FC236}">
                  <a16:creationId xmlns:a16="http://schemas.microsoft.com/office/drawing/2014/main" id="{009803CE-EEBA-EA22-31D8-47548DEF1BDC}"/>
                </a:ext>
              </a:extLst>
            </p:cNvPr>
            <p:cNvSpPr/>
            <p:nvPr/>
          </p:nvSpPr>
          <p:spPr>
            <a:xfrm>
              <a:off x="-45673275" y="3675425"/>
              <a:ext cx="300100" cy="176450"/>
            </a:xfrm>
            <a:custGeom>
              <a:avLst/>
              <a:gdLst/>
              <a:ahLst/>
              <a:cxnLst/>
              <a:rect l="l" t="t" r="r" b="b"/>
              <a:pathLst>
                <a:path w="12004" h="7058" extrusionOk="0">
                  <a:moveTo>
                    <a:pt x="3852" y="1387"/>
                  </a:moveTo>
                  <a:cubicBezTo>
                    <a:pt x="3946" y="1387"/>
                    <a:pt x="4049" y="1418"/>
                    <a:pt x="4128" y="1481"/>
                  </a:cubicBezTo>
                  <a:cubicBezTo>
                    <a:pt x="4254" y="1607"/>
                    <a:pt x="4254" y="1828"/>
                    <a:pt x="4128" y="2017"/>
                  </a:cubicBezTo>
                  <a:lnTo>
                    <a:pt x="2993" y="3151"/>
                  </a:lnTo>
                  <a:lnTo>
                    <a:pt x="4128" y="4317"/>
                  </a:lnTo>
                  <a:cubicBezTo>
                    <a:pt x="4254" y="4443"/>
                    <a:pt x="4254" y="4695"/>
                    <a:pt x="4128" y="4852"/>
                  </a:cubicBezTo>
                  <a:cubicBezTo>
                    <a:pt x="4064" y="4900"/>
                    <a:pt x="3978" y="4923"/>
                    <a:pt x="3887" y="4923"/>
                  </a:cubicBezTo>
                  <a:cubicBezTo>
                    <a:pt x="3797" y="4923"/>
                    <a:pt x="3702" y="4900"/>
                    <a:pt x="3623" y="4852"/>
                  </a:cubicBezTo>
                  <a:lnTo>
                    <a:pt x="2206" y="3435"/>
                  </a:lnTo>
                  <a:cubicBezTo>
                    <a:pt x="2080" y="3309"/>
                    <a:pt x="2080" y="3057"/>
                    <a:pt x="2206" y="2899"/>
                  </a:cubicBezTo>
                  <a:lnTo>
                    <a:pt x="3623" y="1481"/>
                  </a:lnTo>
                  <a:cubicBezTo>
                    <a:pt x="3671" y="1418"/>
                    <a:pt x="3757" y="1387"/>
                    <a:pt x="3852" y="1387"/>
                  </a:cubicBezTo>
                  <a:close/>
                  <a:moveTo>
                    <a:pt x="8070" y="1450"/>
                  </a:moveTo>
                  <a:cubicBezTo>
                    <a:pt x="8168" y="1450"/>
                    <a:pt x="8270" y="1481"/>
                    <a:pt x="8349" y="1544"/>
                  </a:cubicBezTo>
                  <a:lnTo>
                    <a:pt x="9767" y="2962"/>
                  </a:lnTo>
                  <a:cubicBezTo>
                    <a:pt x="9861" y="3025"/>
                    <a:pt x="9861" y="3246"/>
                    <a:pt x="9767" y="3435"/>
                  </a:cubicBezTo>
                  <a:lnTo>
                    <a:pt x="8349" y="4852"/>
                  </a:lnTo>
                  <a:cubicBezTo>
                    <a:pt x="8286" y="4900"/>
                    <a:pt x="8192" y="4923"/>
                    <a:pt x="8093" y="4923"/>
                  </a:cubicBezTo>
                  <a:cubicBezTo>
                    <a:pt x="7995" y="4923"/>
                    <a:pt x="7892" y="4900"/>
                    <a:pt x="7814" y="4852"/>
                  </a:cubicBezTo>
                  <a:cubicBezTo>
                    <a:pt x="7719" y="4726"/>
                    <a:pt x="7719" y="4474"/>
                    <a:pt x="7814" y="4317"/>
                  </a:cubicBezTo>
                  <a:lnTo>
                    <a:pt x="8979" y="3183"/>
                  </a:lnTo>
                  <a:lnTo>
                    <a:pt x="7814" y="2049"/>
                  </a:lnTo>
                  <a:cubicBezTo>
                    <a:pt x="7719" y="1923"/>
                    <a:pt x="7719" y="1702"/>
                    <a:pt x="7814" y="1544"/>
                  </a:cubicBezTo>
                  <a:cubicBezTo>
                    <a:pt x="7877" y="1481"/>
                    <a:pt x="7971" y="1450"/>
                    <a:pt x="8070" y="1450"/>
                  </a:cubicBezTo>
                  <a:close/>
                  <a:moveTo>
                    <a:pt x="6704" y="737"/>
                  </a:moveTo>
                  <a:cubicBezTo>
                    <a:pt x="6738" y="737"/>
                    <a:pt x="6773" y="744"/>
                    <a:pt x="6805" y="757"/>
                  </a:cubicBezTo>
                  <a:cubicBezTo>
                    <a:pt x="6994" y="788"/>
                    <a:pt x="7089" y="977"/>
                    <a:pt x="7057" y="1166"/>
                  </a:cubicBezTo>
                  <a:lnTo>
                    <a:pt x="5608" y="5388"/>
                  </a:lnTo>
                  <a:cubicBezTo>
                    <a:pt x="5553" y="5553"/>
                    <a:pt x="5402" y="5646"/>
                    <a:pt x="5260" y="5646"/>
                  </a:cubicBezTo>
                  <a:cubicBezTo>
                    <a:pt x="5239" y="5646"/>
                    <a:pt x="5219" y="5644"/>
                    <a:pt x="5199" y="5640"/>
                  </a:cubicBezTo>
                  <a:cubicBezTo>
                    <a:pt x="4978" y="5546"/>
                    <a:pt x="4915" y="5357"/>
                    <a:pt x="4947" y="5199"/>
                  </a:cubicBezTo>
                  <a:lnTo>
                    <a:pt x="6364" y="977"/>
                  </a:lnTo>
                  <a:cubicBezTo>
                    <a:pt x="6439" y="828"/>
                    <a:pt x="6573" y="737"/>
                    <a:pt x="6704" y="737"/>
                  </a:cubicBezTo>
                  <a:close/>
                  <a:moveTo>
                    <a:pt x="0" y="1"/>
                  </a:moveTo>
                  <a:lnTo>
                    <a:pt x="0" y="5987"/>
                  </a:lnTo>
                  <a:cubicBezTo>
                    <a:pt x="0" y="6585"/>
                    <a:pt x="473" y="7058"/>
                    <a:pt x="1040" y="7058"/>
                  </a:cubicBezTo>
                  <a:lnTo>
                    <a:pt x="10933" y="7058"/>
                  </a:lnTo>
                  <a:cubicBezTo>
                    <a:pt x="11531" y="7058"/>
                    <a:pt x="12004" y="6585"/>
                    <a:pt x="12004" y="5987"/>
                  </a:cubicBezTo>
                  <a:lnTo>
                    <a:pt x="12004"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5" name="Google Shape;8492;p67">
            <a:extLst>
              <a:ext uri="{FF2B5EF4-FFF2-40B4-BE49-F238E27FC236}">
                <a16:creationId xmlns:a16="http://schemas.microsoft.com/office/drawing/2014/main" id="{97C00CDF-8616-6E9C-269D-0FE3A4BE48EB}"/>
              </a:ext>
            </a:extLst>
          </p:cNvPr>
          <p:cNvGrpSpPr/>
          <p:nvPr/>
        </p:nvGrpSpPr>
        <p:grpSpPr>
          <a:xfrm>
            <a:off x="16728165" y="10117475"/>
            <a:ext cx="913919" cy="918727"/>
            <a:chOff x="-45673275" y="3937700"/>
            <a:chExt cx="299325" cy="300900"/>
          </a:xfrm>
          <a:solidFill>
            <a:srgbClr val="555559"/>
          </a:solidFill>
        </p:grpSpPr>
        <p:sp>
          <p:nvSpPr>
            <p:cNvPr id="1093" name="Google Shape;8493;p67">
              <a:extLst>
                <a:ext uri="{FF2B5EF4-FFF2-40B4-BE49-F238E27FC236}">
                  <a16:creationId xmlns:a16="http://schemas.microsoft.com/office/drawing/2014/main" id="{E20E141F-CC30-CC7B-B2EB-CD33C5C9F0D6}"/>
                </a:ext>
              </a:extLst>
            </p:cNvPr>
            <p:cNvSpPr/>
            <p:nvPr/>
          </p:nvSpPr>
          <p:spPr>
            <a:xfrm>
              <a:off x="-45673275" y="3937700"/>
              <a:ext cx="285925" cy="135500"/>
            </a:xfrm>
            <a:custGeom>
              <a:avLst/>
              <a:gdLst/>
              <a:ahLst/>
              <a:cxnLst/>
              <a:rect l="l" t="t" r="r" b="b"/>
              <a:pathLst>
                <a:path w="11437" h="5420" extrusionOk="0">
                  <a:moveTo>
                    <a:pt x="11437" y="1"/>
                  </a:moveTo>
                  <a:lnTo>
                    <a:pt x="221" y="3435"/>
                  </a:lnTo>
                  <a:cubicBezTo>
                    <a:pt x="63" y="3466"/>
                    <a:pt x="0" y="3624"/>
                    <a:pt x="0" y="3781"/>
                  </a:cubicBezTo>
                  <a:cubicBezTo>
                    <a:pt x="0" y="3939"/>
                    <a:pt x="95" y="4065"/>
                    <a:pt x="221" y="4159"/>
                  </a:cubicBezTo>
                  <a:lnTo>
                    <a:pt x="4348" y="5420"/>
                  </a:lnTo>
                  <a:lnTo>
                    <a:pt x="11405" y="64"/>
                  </a:lnTo>
                  <a:lnTo>
                    <a:pt x="11437"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8494;p67">
              <a:extLst>
                <a:ext uri="{FF2B5EF4-FFF2-40B4-BE49-F238E27FC236}">
                  <a16:creationId xmlns:a16="http://schemas.microsoft.com/office/drawing/2014/main" id="{214CA4B2-752D-B810-54B0-75873ACF28ED}"/>
                </a:ext>
              </a:extLst>
            </p:cNvPr>
            <p:cNvSpPr/>
            <p:nvPr/>
          </p:nvSpPr>
          <p:spPr>
            <a:xfrm>
              <a:off x="-45577975" y="3990475"/>
              <a:ext cx="151250" cy="150925"/>
            </a:xfrm>
            <a:custGeom>
              <a:avLst/>
              <a:gdLst/>
              <a:ahLst/>
              <a:cxnLst/>
              <a:rect l="l" t="t" r="r" b="b"/>
              <a:pathLst>
                <a:path w="6050" h="6037" extrusionOk="0">
                  <a:moveTo>
                    <a:pt x="6049" y="1"/>
                  </a:moveTo>
                  <a:lnTo>
                    <a:pt x="536" y="4159"/>
                  </a:lnTo>
                  <a:lnTo>
                    <a:pt x="32" y="5577"/>
                  </a:lnTo>
                  <a:cubicBezTo>
                    <a:pt x="0" y="5703"/>
                    <a:pt x="32" y="5861"/>
                    <a:pt x="126" y="5955"/>
                  </a:cubicBezTo>
                  <a:cubicBezTo>
                    <a:pt x="186" y="6015"/>
                    <a:pt x="259" y="6037"/>
                    <a:pt x="336" y="6037"/>
                  </a:cubicBezTo>
                  <a:cubicBezTo>
                    <a:pt x="381" y="6037"/>
                    <a:pt x="427" y="6030"/>
                    <a:pt x="473" y="6018"/>
                  </a:cubicBezTo>
                  <a:lnTo>
                    <a:pt x="1891" y="5514"/>
                  </a:lnTo>
                  <a:lnTo>
                    <a:pt x="6049"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8495;p67">
              <a:extLst>
                <a:ext uri="{FF2B5EF4-FFF2-40B4-BE49-F238E27FC236}">
                  <a16:creationId xmlns:a16="http://schemas.microsoft.com/office/drawing/2014/main" id="{6C42028E-38C5-66E9-F769-E271D67AB98B}"/>
                </a:ext>
              </a:extLst>
            </p:cNvPr>
            <p:cNvSpPr/>
            <p:nvPr/>
          </p:nvSpPr>
          <p:spPr>
            <a:xfrm>
              <a:off x="-45509450" y="3951100"/>
              <a:ext cx="135500" cy="286725"/>
            </a:xfrm>
            <a:custGeom>
              <a:avLst/>
              <a:gdLst/>
              <a:ahLst/>
              <a:cxnLst/>
              <a:rect l="l" t="t" r="r" b="b"/>
              <a:pathLst>
                <a:path w="5420" h="11469" extrusionOk="0">
                  <a:moveTo>
                    <a:pt x="5419" y="0"/>
                  </a:moveTo>
                  <a:lnTo>
                    <a:pt x="5356" y="32"/>
                  </a:lnTo>
                  <a:lnTo>
                    <a:pt x="0" y="7089"/>
                  </a:lnTo>
                  <a:lnTo>
                    <a:pt x="1261" y="11216"/>
                  </a:lnTo>
                  <a:cubicBezTo>
                    <a:pt x="1324" y="11374"/>
                    <a:pt x="1481" y="11468"/>
                    <a:pt x="1639" y="11468"/>
                  </a:cubicBezTo>
                  <a:cubicBezTo>
                    <a:pt x="1796" y="11468"/>
                    <a:pt x="1891" y="11342"/>
                    <a:pt x="1985" y="11216"/>
                  </a:cubicBezTo>
                  <a:lnTo>
                    <a:pt x="5419"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8496;p67">
              <a:extLst>
                <a:ext uri="{FF2B5EF4-FFF2-40B4-BE49-F238E27FC236}">
                  <a16:creationId xmlns:a16="http://schemas.microsoft.com/office/drawing/2014/main" id="{A3604901-EB58-F303-FB53-5143F22A08FA}"/>
                </a:ext>
              </a:extLst>
            </p:cNvPr>
            <p:cNvSpPr/>
            <p:nvPr/>
          </p:nvSpPr>
          <p:spPr>
            <a:xfrm>
              <a:off x="-45670925" y="4114125"/>
              <a:ext cx="72500" cy="70325"/>
            </a:xfrm>
            <a:custGeom>
              <a:avLst/>
              <a:gdLst/>
              <a:ahLst/>
              <a:cxnLst/>
              <a:rect l="l" t="t" r="r" b="b"/>
              <a:pathLst>
                <a:path w="2900" h="2813" extrusionOk="0">
                  <a:moveTo>
                    <a:pt x="2521" y="1"/>
                  </a:moveTo>
                  <a:cubicBezTo>
                    <a:pt x="2435" y="1"/>
                    <a:pt x="2348" y="32"/>
                    <a:pt x="2269" y="95"/>
                  </a:cubicBezTo>
                  <a:lnTo>
                    <a:pt x="127" y="2206"/>
                  </a:lnTo>
                  <a:cubicBezTo>
                    <a:pt x="1" y="2332"/>
                    <a:pt x="1" y="2553"/>
                    <a:pt x="127" y="2742"/>
                  </a:cubicBezTo>
                  <a:cubicBezTo>
                    <a:pt x="190" y="2789"/>
                    <a:pt x="277" y="2813"/>
                    <a:pt x="371" y="2813"/>
                  </a:cubicBezTo>
                  <a:cubicBezTo>
                    <a:pt x="466" y="2813"/>
                    <a:pt x="568" y="2789"/>
                    <a:pt x="662" y="2742"/>
                  </a:cubicBezTo>
                  <a:lnTo>
                    <a:pt x="2773" y="600"/>
                  </a:lnTo>
                  <a:cubicBezTo>
                    <a:pt x="2899" y="473"/>
                    <a:pt x="2899" y="253"/>
                    <a:pt x="2773" y="95"/>
                  </a:cubicBezTo>
                  <a:cubicBezTo>
                    <a:pt x="2695" y="32"/>
                    <a:pt x="2608" y="1"/>
                    <a:pt x="252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8497;p67">
              <a:extLst>
                <a:ext uri="{FF2B5EF4-FFF2-40B4-BE49-F238E27FC236}">
                  <a16:creationId xmlns:a16="http://schemas.microsoft.com/office/drawing/2014/main" id="{24A2FF19-6640-860B-2C4E-1EA24973A577}"/>
                </a:ext>
              </a:extLst>
            </p:cNvPr>
            <p:cNvSpPr/>
            <p:nvPr/>
          </p:nvSpPr>
          <p:spPr>
            <a:xfrm>
              <a:off x="-45620500" y="4163550"/>
              <a:ext cx="70900" cy="71125"/>
            </a:xfrm>
            <a:custGeom>
              <a:avLst/>
              <a:gdLst/>
              <a:ahLst/>
              <a:cxnLst/>
              <a:rect l="l" t="t" r="r" b="b"/>
              <a:pathLst>
                <a:path w="2836" h="2845" extrusionOk="0">
                  <a:moveTo>
                    <a:pt x="2489" y="1"/>
                  </a:moveTo>
                  <a:cubicBezTo>
                    <a:pt x="2395" y="1"/>
                    <a:pt x="2300" y="24"/>
                    <a:pt x="2237" y="72"/>
                  </a:cubicBezTo>
                  <a:lnTo>
                    <a:pt x="126" y="2214"/>
                  </a:lnTo>
                  <a:cubicBezTo>
                    <a:pt x="0" y="2340"/>
                    <a:pt x="0" y="2561"/>
                    <a:pt x="126" y="2718"/>
                  </a:cubicBezTo>
                  <a:cubicBezTo>
                    <a:pt x="221" y="2781"/>
                    <a:pt x="284" y="2844"/>
                    <a:pt x="378" y="2844"/>
                  </a:cubicBezTo>
                  <a:cubicBezTo>
                    <a:pt x="441" y="2844"/>
                    <a:pt x="567" y="2781"/>
                    <a:pt x="599" y="2718"/>
                  </a:cubicBezTo>
                  <a:lnTo>
                    <a:pt x="2741" y="607"/>
                  </a:lnTo>
                  <a:cubicBezTo>
                    <a:pt x="2836" y="481"/>
                    <a:pt x="2836" y="229"/>
                    <a:pt x="2741" y="72"/>
                  </a:cubicBezTo>
                  <a:cubicBezTo>
                    <a:pt x="2678" y="24"/>
                    <a:pt x="2584" y="1"/>
                    <a:pt x="248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8498;p67">
              <a:extLst>
                <a:ext uri="{FF2B5EF4-FFF2-40B4-BE49-F238E27FC236}">
                  <a16:creationId xmlns:a16="http://schemas.microsoft.com/office/drawing/2014/main" id="{366DAC09-C35D-8009-961A-2FB66A853AE4}"/>
                </a:ext>
              </a:extLst>
            </p:cNvPr>
            <p:cNvSpPr/>
            <p:nvPr/>
          </p:nvSpPr>
          <p:spPr>
            <a:xfrm>
              <a:off x="-45673275" y="4159625"/>
              <a:ext cx="79575" cy="78975"/>
            </a:xfrm>
            <a:custGeom>
              <a:avLst/>
              <a:gdLst/>
              <a:ahLst/>
              <a:cxnLst/>
              <a:rect l="l" t="t" r="r" b="b"/>
              <a:pathLst>
                <a:path w="3183" h="3159" extrusionOk="0">
                  <a:moveTo>
                    <a:pt x="2816" y="0"/>
                  </a:moveTo>
                  <a:cubicBezTo>
                    <a:pt x="2726" y="0"/>
                    <a:pt x="2631" y="24"/>
                    <a:pt x="2552" y="71"/>
                  </a:cubicBezTo>
                  <a:lnTo>
                    <a:pt x="95" y="2529"/>
                  </a:lnTo>
                  <a:cubicBezTo>
                    <a:pt x="0" y="2655"/>
                    <a:pt x="0" y="2875"/>
                    <a:pt x="95" y="3033"/>
                  </a:cubicBezTo>
                  <a:cubicBezTo>
                    <a:pt x="189" y="3127"/>
                    <a:pt x="252" y="3159"/>
                    <a:pt x="347" y="3159"/>
                  </a:cubicBezTo>
                  <a:cubicBezTo>
                    <a:pt x="441" y="3159"/>
                    <a:pt x="536" y="3127"/>
                    <a:pt x="599" y="3033"/>
                  </a:cubicBezTo>
                  <a:lnTo>
                    <a:pt x="3025" y="607"/>
                  </a:lnTo>
                  <a:cubicBezTo>
                    <a:pt x="3182" y="449"/>
                    <a:pt x="3182" y="197"/>
                    <a:pt x="3056" y="71"/>
                  </a:cubicBezTo>
                  <a:cubicBezTo>
                    <a:pt x="2993" y="24"/>
                    <a:pt x="2907" y="0"/>
                    <a:pt x="281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6" name="Google Shape;8499;p67">
            <a:extLst>
              <a:ext uri="{FF2B5EF4-FFF2-40B4-BE49-F238E27FC236}">
                <a16:creationId xmlns:a16="http://schemas.microsoft.com/office/drawing/2014/main" id="{6C53B265-BADF-1D03-5CD7-B9E6DE61BBC6}"/>
              </a:ext>
            </a:extLst>
          </p:cNvPr>
          <p:cNvGrpSpPr/>
          <p:nvPr/>
        </p:nvGrpSpPr>
        <p:grpSpPr>
          <a:xfrm>
            <a:off x="20233092" y="7792033"/>
            <a:ext cx="918727" cy="918727"/>
            <a:chOff x="-44512325" y="3176075"/>
            <a:chExt cx="300900" cy="300900"/>
          </a:xfrm>
          <a:solidFill>
            <a:srgbClr val="555559"/>
          </a:solidFill>
        </p:grpSpPr>
        <p:sp>
          <p:nvSpPr>
            <p:cNvPr id="1090" name="Google Shape;8500;p67">
              <a:extLst>
                <a:ext uri="{FF2B5EF4-FFF2-40B4-BE49-F238E27FC236}">
                  <a16:creationId xmlns:a16="http://schemas.microsoft.com/office/drawing/2014/main" id="{B57DC3CD-8B7E-433D-C5A0-9E3D184C1D06}"/>
                </a:ext>
              </a:extLst>
            </p:cNvPr>
            <p:cNvSpPr/>
            <p:nvPr/>
          </p:nvSpPr>
          <p:spPr>
            <a:xfrm>
              <a:off x="-44512325" y="3176075"/>
              <a:ext cx="300900" cy="300900"/>
            </a:xfrm>
            <a:custGeom>
              <a:avLst/>
              <a:gdLst/>
              <a:ahLst/>
              <a:cxnLst/>
              <a:rect l="l" t="t" r="r" b="b"/>
              <a:pathLst>
                <a:path w="12036" h="12036" extrusionOk="0">
                  <a:moveTo>
                    <a:pt x="3246" y="2868"/>
                  </a:moveTo>
                  <a:cubicBezTo>
                    <a:pt x="3435" y="2868"/>
                    <a:pt x="3592" y="3025"/>
                    <a:pt x="3592" y="3246"/>
                  </a:cubicBezTo>
                  <a:cubicBezTo>
                    <a:pt x="3592" y="3435"/>
                    <a:pt x="3435" y="3592"/>
                    <a:pt x="3246" y="3592"/>
                  </a:cubicBezTo>
                  <a:cubicBezTo>
                    <a:pt x="3057" y="3592"/>
                    <a:pt x="2899" y="3435"/>
                    <a:pt x="2899" y="3246"/>
                  </a:cubicBezTo>
                  <a:cubicBezTo>
                    <a:pt x="2899" y="3025"/>
                    <a:pt x="3057" y="2868"/>
                    <a:pt x="3246" y="2868"/>
                  </a:cubicBezTo>
                  <a:close/>
                  <a:moveTo>
                    <a:pt x="8854" y="2868"/>
                  </a:moveTo>
                  <a:cubicBezTo>
                    <a:pt x="9043" y="2868"/>
                    <a:pt x="9200" y="3025"/>
                    <a:pt x="9200" y="3246"/>
                  </a:cubicBezTo>
                  <a:cubicBezTo>
                    <a:pt x="9200" y="3435"/>
                    <a:pt x="9043" y="3592"/>
                    <a:pt x="8854" y="3592"/>
                  </a:cubicBezTo>
                  <a:cubicBezTo>
                    <a:pt x="8665" y="3592"/>
                    <a:pt x="8507" y="3435"/>
                    <a:pt x="8507" y="3246"/>
                  </a:cubicBezTo>
                  <a:cubicBezTo>
                    <a:pt x="8507" y="3025"/>
                    <a:pt x="8665" y="2868"/>
                    <a:pt x="8854" y="2868"/>
                  </a:cubicBezTo>
                  <a:close/>
                  <a:moveTo>
                    <a:pt x="6774" y="3277"/>
                  </a:moveTo>
                  <a:cubicBezTo>
                    <a:pt x="6963" y="3277"/>
                    <a:pt x="7121" y="3435"/>
                    <a:pt x="7121" y="3624"/>
                  </a:cubicBezTo>
                  <a:lnTo>
                    <a:pt x="7121" y="3876"/>
                  </a:lnTo>
                  <a:cubicBezTo>
                    <a:pt x="7247" y="3907"/>
                    <a:pt x="7341" y="3970"/>
                    <a:pt x="7467" y="4065"/>
                  </a:cubicBezTo>
                  <a:lnTo>
                    <a:pt x="7656" y="3939"/>
                  </a:lnTo>
                  <a:cubicBezTo>
                    <a:pt x="7706" y="3919"/>
                    <a:pt x="7766" y="3908"/>
                    <a:pt x="7825" y="3908"/>
                  </a:cubicBezTo>
                  <a:cubicBezTo>
                    <a:pt x="7955" y="3908"/>
                    <a:pt x="8086" y="3957"/>
                    <a:pt x="8129" y="4065"/>
                  </a:cubicBezTo>
                  <a:lnTo>
                    <a:pt x="8854" y="5294"/>
                  </a:lnTo>
                  <a:cubicBezTo>
                    <a:pt x="8917" y="5451"/>
                    <a:pt x="8885" y="5672"/>
                    <a:pt x="8728" y="5735"/>
                  </a:cubicBezTo>
                  <a:lnTo>
                    <a:pt x="8539" y="5861"/>
                  </a:lnTo>
                  <a:lnTo>
                    <a:pt x="8539" y="6270"/>
                  </a:lnTo>
                  <a:lnTo>
                    <a:pt x="8728" y="6396"/>
                  </a:lnTo>
                  <a:cubicBezTo>
                    <a:pt x="8885" y="6459"/>
                    <a:pt x="8980" y="6711"/>
                    <a:pt x="8854" y="6869"/>
                  </a:cubicBezTo>
                  <a:lnTo>
                    <a:pt x="8129" y="8066"/>
                  </a:lnTo>
                  <a:cubicBezTo>
                    <a:pt x="8043" y="8174"/>
                    <a:pt x="7927" y="8222"/>
                    <a:pt x="7812" y="8222"/>
                  </a:cubicBezTo>
                  <a:cubicBezTo>
                    <a:pt x="7759" y="8222"/>
                    <a:pt x="7706" y="8212"/>
                    <a:pt x="7656" y="8192"/>
                  </a:cubicBezTo>
                  <a:lnTo>
                    <a:pt x="7467" y="8066"/>
                  </a:lnTo>
                  <a:cubicBezTo>
                    <a:pt x="7341" y="8160"/>
                    <a:pt x="7215" y="8223"/>
                    <a:pt x="7121" y="8255"/>
                  </a:cubicBezTo>
                  <a:lnTo>
                    <a:pt x="7121" y="8507"/>
                  </a:lnTo>
                  <a:cubicBezTo>
                    <a:pt x="7121" y="8696"/>
                    <a:pt x="6963" y="8854"/>
                    <a:pt x="6774" y="8854"/>
                  </a:cubicBezTo>
                  <a:lnTo>
                    <a:pt x="5357" y="8854"/>
                  </a:lnTo>
                  <a:cubicBezTo>
                    <a:pt x="5136" y="8854"/>
                    <a:pt x="4978" y="8696"/>
                    <a:pt x="4978" y="8507"/>
                  </a:cubicBezTo>
                  <a:lnTo>
                    <a:pt x="4978" y="8255"/>
                  </a:lnTo>
                  <a:cubicBezTo>
                    <a:pt x="4884" y="8223"/>
                    <a:pt x="4758" y="8160"/>
                    <a:pt x="4632" y="8066"/>
                  </a:cubicBezTo>
                  <a:lnTo>
                    <a:pt x="4443" y="8192"/>
                  </a:lnTo>
                  <a:cubicBezTo>
                    <a:pt x="4393" y="8212"/>
                    <a:pt x="4334" y="8222"/>
                    <a:pt x="4274" y="8222"/>
                  </a:cubicBezTo>
                  <a:cubicBezTo>
                    <a:pt x="4145" y="8222"/>
                    <a:pt x="4013" y="8174"/>
                    <a:pt x="3970" y="8066"/>
                  </a:cubicBezTo>
                  <a:lnTo>
                    <a:pt x="3246" y="6869"/>
                  </a:lnTo>
                  <a:cubicBezTo>
                    <a:pt x="3183" y="6680"/>
                    <a:pt x="3214" y="6459"/>
                    <a:pt x="3372" y="6396"/>
                  </a:cubicBezTo>
                  <a:lnTo>
                    <a:pt x="3561" y="6270"/>
                  </a:lnTo>
                  <a:lnTo>
                    <a:pt x="3561" y="5861"/>
                  </a:lnTo>
                  <a:lnTo>
                    <a:pt x="3372" y="5735"/>
                  </a:lnTo>
                  <a:cubicBezTo>
                    <a:pt x="3214" y="5672"/>
                    <a:pt x="3151" y="5420"/>
                    <a:pt x="3246" y="5294"/>
                  </a:cubicBezTo>
                  <a:lnTo>
                    <a:pt x="3970" y="4065"/>
                  </a:lnTo>
                  <a:cubicBezTo>
                    <a:pt x="4013" y="3958"/>
                    <a:pt x="4142" y="3880"/>
                    <a:pt x="4270" y="3880"/>
                  </a:cubicBezTo>
                  <a:cubicBezTo>
                    <a:pt x="4331" y="3880"/>
                    <a:pt x="4392" y="3898"/>
                    <a:pt x="4443" y="3939"/>
                  </a:cubicBezTo>
                  <a:lnTo>
                    <a:pt x="4632" y="4065"/>
                  </a:lnTo>
                  <a:cubicBezTo>
                    <a:pt x="4758" y="3970"/>
                    <a:pt x="4884" y="3907"/>
                    <a:pt x="4978" y="3876"/>
                  </a:cubicBezTo>
                  <a:lnTo>
                    <a:pt x="4978" y="3624"/>
                  </a:lnTo>
                  <a:cubicBezTo>
                    <a:pt x="4978" y="3435"/>
                    <a:pt x="5136" y="3277"/>
                    <a:pt x="5357" y="3277"/>
                  </a:cubicBezTo>
                  <a:close/>
                  <a:moveTo>
                    <a:pt x="3246" y="8475"/>
                  </a:moveTo>
                  <a:cubicBezTo>
                    <a:pt x="3435" y="8475"/>
                    <a:pt x="3592" y="8633"/>
                    <a:pt x="3592" y="8822"/>
                  </a:cubicBezTo>
                  <a:cubicBezTo>
                    <a:pt x="3592" y="9043"/>
                    <a:pt x="3435" y="9169"/>
                    <a:pt x="3246" y="9169"/>
                  </a:cubicBezTo>
                  <a:cubicBezTo>
                    <a:pt x="3057" y="9169"/>
                    <a:pt x="2899" y="9011"/>
                    <a:pt x="2899" y="8822"/>
                  </a:cubicBezTo>
                  <a:cubicBezTo>
                    <a:pt x="2899" y="8633"/>
                    <a:pt x="3057" y="8475"/>
                    <a:pt x="3246" y="8475"/>
                  </a:cubicBezTo>
                  <a:close/>
                  <a:moveTo>
                    <a:pt x="8854" y="8475"/>
                  </a:moveTo>
                  <a:cubicBezTo>
                    <a:pt x="9043" y="8475"/>
                    <a:pt x="9200" y="8633"/>
                    <a:pt x="9200" y="8822"/>
                  </a:cubicBezTo>
                  <a:cubicBezTo>
                    <a:pt x="9200" y="9043"/>
                    <a:pt x="9043" y="9169"/>
                    <a:pt x="8854" y="9169"/>
                  </a:cubicBezTo>
                  <a:cubicBezTo>
                    <a:pt x="8665" y="9169"/>
                    <a:pt x="8507" y="9011"/>
                    <a:pt x="8507" y="8822"/>
                  </a:cubicBezTo>
                  <a:cubicBezTo>
                    <a:pt x="8507" y="8633"/>
                    <a:pt x="8665" y="8475"/>
                    <a:pt x="8854" y="8475"/>
                  </a:cubicBezTo>
                  <a:close/>
                  <a:moveTo>
                    <a:pt x="3183" y="1"/>
                  </a:moveTo>
                  <a:cubicBezTo>
                    <a:pt x="2994" y="1"/>
                    <a:pt x="2836" y="158"/>
                    <a:pt x="2836" y="347"/>
                  </a:cubicBezTo>
                  <a:lnTo>
                    <a:pt x="2836" y="1418"/>
                  </a:lnTo>
                  <a:lnTo>
                    <a:pt x="2458" y="1418"/>
                  </a:lnTo>
                  <a:cubicBezTo>
                    <a:pt x="1891" y="1418"/>
                    <a:pt x="1418" y="1891"/>
                    <a:pt x="1418" y="2490"/>
                  </a:cubicBezTo>
                  <a:lnTo>
                    <a:pt x="1418" y="2836"/>
                  </a:lnTo>
                  <a:lnTo>
                    <a:pt x="347" y="2836"/>
                  </a:lnTo>
                  <a:cubicBezTo>
                    <a:pt x="158" y="2836"/>
                    <a:pt x="1" y="2994"/>
                    <a:pt x="1" y="3183"/>
                  </a:cubicBezTo>
                  <a:cubicBezTo>
                    <a:pt x="1" y="3372"/>
                    <a:pt x="158" y="3529"/>
                    <a:pt x="347" y="3529"/>
                  </a:cubicBezTo>
                  <a:lnTo>
                    <a:pt x="1418" y="3529"/>
                  </a:lnTo>
                  <a:lnTo>
                    <a:pt x="1418" y="4254"/>
                  </a:lnTo>
                  <a:lnTo>
                    <a:pt x="347" y="4254"/>
                  </a:lnTo>
                  <a:cubicBezTo>
                    <a:pt x="158" y="4254"/>
                    <a:pt x="1" y="4411"/>
                    <a:pt x="1" y="4600"/>
                  </a:cubicBezTo>
                  <a:cubicBezTo>
                    <a:pt x="1" y="4821"/>
                    <a:pt x="158" y="4978"/>
                    <a:pt x="347" y="4978"/>
                  </a:cubicBezTo>
                  <a:lnTo>
                    <a:pt x="1418" y="4978"/>
                  </a:lnTo>
                  <a:lnTo>
                    <a:pt x="1418" y="5672"/>
                  </a:lnTo>
                  <a:lnTo>
                    <a:pt x="347" y="5672"/>
                  </a:lnTo>
                  <a:cubicBezTo>
                    <a:pt x="158" y="5672"/>
                    <a:pt x="1" y="5829"/>
                    <a:pt x="1" y="6018"/>
                  </a:cubicBezTo>
                  <a:cubicBezTo>
                    <a:pt x="1" y="6239"/>
                    <a:pt x="158" y="6396"/>
                    <a:pt x="347" y="6396"/>
                  </a:cubicBezTo>
                  <a:lnTo>
                    <a:pt x="1418" y="6396"/>
                  </a:lnTo>
                  <a:lnTo>
                    <a:pt x="1418" y="7089"/>
                  </a:lnTo>
                  <a:lnTo>
                    <a:pt x="347" y="7089"/>
                  </a:lnTo>
                  <a:cubicBezTo>
                    <a:pt x="158" y="7089"/>
                    <a:pt x="1" y="7247"/>
                    <a:pt x="1" y="7436"/>
                  </a:cubicBezTo>
                  <a:cubicBezTo>
                    <a:pt x="1" y="7656"/>
                    <a:pt x="158" y="7814"/>
                    <a:pt x="347" y="7814"/>
                  </a:cubicBezTo>
                  <a:lnTo>
                    <a:pt x="1418" y="7814"/>
                  </a:lnTo>
                  <a:lnTo>
                    <a:pt x="1418" y="8507"/>
                  </a:lnTo>
                  <a:lnTo>
                    <a:pt x="347" y="8507"/>
                  </a:lnTo>
                  <a:cubicBezTo>
                    <a:pt x="158" y="8507"/>
                    <a:pt x="1" y="8665"/>
                    <a:pt x="1" y="8854"/>
                  </a:cubicBezTo>
                  <a:cubicBezTo>
                    <a:pt x="1" y="9074"/>
                    <a:pt x="158" y="9232"/>
                    <a:pt x="347" y="9232"/>
                  </a:cubicBezTo>
                  <a:lnTo>
                    <a:pt x="1418" y="9232"/>
                  </a:lnTo>
                  <a:lnTo>
                    <a:pt x="1418" y="9578"/>
                  </a:lnTo>
                  <a:cubicBezTo>
                    <a:pt x="1418" y="10177"/>
                    <a:pt x="1891" y="10618"/>
                    <a:pt x="2458" y="10618"/>
                  </a:cubicBezTo>
                  <a:lnTo>
                    <a:pt x="2836" y="10618"/>
                  </a:lnTo>
                  <a:lnTo>
                    <a:pt x="2836" y="11689"/>
                  </a:lnTo>
                  <a:cubicBezTo>
                    <a:pt x="2836" y="11878"/>
                    <a:pt x="2994" y="12036"/>
                    <a:pt x="3183" y="12036"/>
                  </a:cubicBezTo>
                  <a:cubicBezTo>
                    <a:pt x="3372" y="12036"/>
                    <a:pt x="3529" y="11878"/>
                    <a:pt x="3529" y="11689"/>
                  </a:cubicBezTo>
                  <a:lnTo>
                    <a:pt x="3529" y="10618"/>
                  </a:lnTo>
                  <a:lnTo>
                    <a:pt x="4254" y="10618"/>
                  </a:lnTo>
                  <a:lnTo>
                    <a:pt x="4254" y="11689"/>
                  </a:lnTo>
                  <a:cubicBezTo>
                    <a:pt x="4254" y="11878"/>
                    <a:pt x="4411" y="12036"/>
                    <a:pt x="4600" y="12036"/>
                  </a:cubicBezTo>
                  <a:cubicBezTo>
                    <a:pt x="4789" y="12036"/>
                    <a:pt x="4947" y="11878"/>
                    <a:pt x="4947" y="11689"/>
                  </a:cubicBezTo>
                  <a:lnTo>
                    <a:pt x="4947" y="10618"/>
                  </a:lnTo>
                  <a:lnTo>
                    <a:pt x="5672" y="10618"/>
                  </a:lnTo>
                  <a:lnTo>
                    <a:pt x="5672" y="11689"/>
                  </a:lnTo>
                  <a:cubicBezTo>
                    <a:pt x="5672" y="11878"/>
                    <a:pt x="5829" y="12036"/>
                    <a:pt x="6018" y="12036"/>
                  </a:cubicBezTo>
                  <a:cubicBezTo>
                    <a:pt x="6207" y="12036"/>
                    <a:pt x="6365" y="11878"/>
                    <a:pt x="6365" y="11689"/>
                  </a:cubicBezTo>
                  <a:lnTo>
                    <a:pt x="6365" y="10618"/>
                  </a:lnTo>
                  <a:lnTo>
                    <a:pt x="7089" y="10618"/>
                  </a:lnTo>
                  <a:lnTo>
                    <a:pt x="7089" y="11689"/>
                  </a:lnTo>
                  <a:cubicBezTo>
                    <a:pt x="7089" y="11878"/>
                    <a:pt x="7247" y="12036"/>
                    <a:pt x="7436" y="12036"/>
                  </a:cubicBezTo>
                  <a:cubicBezTo>
                    <a:pt x="7625" y="12036"/>
                    <a:pt x="7782" y="11878"/>
                    <a:pt x="7782" y="11689"/>
                  </a:cubicBezTo>
                  <a:lnTo>
                    <a:pt x="7782" y="10618"/>
                  </a:lnTo>
                  <a:lnTo>
                    <a:pt x="8507" y="10618"/>
                  </a:lnTo>
                  <a:lnTo>
                    <a:pt x="8507" y="11689"/>
                  </a:lnTo>
                  <a:cubicBezTo>
                    <a:pt x="8507" y="11878"/>
                    <a:pt x="8665" y="12036"/>
                    <a:pt x="8854" y="12036"/>
                  </a:cubicBezTo>
                  <a:cubicBezTo>
                    <a:pt x="9043" y="12036"/>
                    <a:pt x="9200" y="11878"/>
                    <a:pt x="9200" y="11689"/>
                  </a:cubicBezTo>
                  <a:lnTo>
                    <a:pt x="9200" y="10618"/>
                  </a:lnTo>
                  <a:lnTo>
                    <a:pt x="9547" y="10618"/>
                  </a:lnTo>
                  <a:cubicBezTo>
                    <a:pt x="10145" y="10618"/>
                    <a:pt x="10618" y="10177"/>
                    <a:pt x="10618" y="9578"/>
                  </a:cubicBezTo>
                  <a:lnTo>
                    <a:pt x="10618" y="9232"/>
                  </a:lnTo>
                  <a:lnTo>
                    <a:pt x="11689" y="9232"/>
                  </a:lnTo>
                  <a:cubicBezTo>
                    <a:pt x="11878" y="9232"/>
                    <a:pt x="12036" y="9074"/>
                    <a:pt x="12036" y="8854"/>
                  </a:cubicBezTo>
                  <a:cubicBezTo>
                    <a:pt x="12036" y="8665"/>
                    <a:pt x="11878" y="8507"/>
                    <a:pt x="11689" y="8507"/>
                  </a:cubicBezTo>
                  <a:lnTo>
                    <a:pt x="10618" y="8507"/>
                  </a:lnTo>
                  <a:lnTo>
                    <a:pt x="10618" y="7814"/>
                  </a:lnTo>
                  <a:lnTo>
                    <a:pt x="11689" y="7814"/>
                  </a:lnTo>
                  <a:cubicBezTo>
                    <a:pt x="11878" y="7814"/>
                    <a:pt x="12036" y="7656"/>
                    <a:pt x="12036" y="7436"/>
                  </a:cubicBezTo>
                  <a:cubicBezTo>
                    <a:pt x="12036" y="7247"/>
                    <a:pt x="11878" y="7089"/>
                    <a:pt x="11689" y="7089"/>
                  </a:cubicBezTo>
                  <a:lnTo>
                    <a:pt x="10618" y="7089"/>
                  </a:lnTo>
                  <a:lnTo>
                    <a:pt x="10618" y="6396"/>
                  </a:lnTo>
                  <a:lnTo>
                    <a:pt x="11689" y="6396"/>
                  </a:lnTo>
                  <a:cubicBezTo>
                    <a:pt x="11878" y="6396"/>
                    <a:pt x="12036" y="6239"/>
                    <a:pt x="12036" y="6018"/>
                  </a:cubicBezTo>
                  <a:cubicBezTo>
                    <a:pt x="12036" y="5829"/>
                    <a:pt x="11878" y="5672"/>
                    <a:pt x="11689" y="5672"/>
                  </a:cubicBezTo>
                  <a:lnTo>
                    <a:pt x="10618" y="5672"/>
                  </a:lnTo>
                  <a:lnTo>
                    <a:pt x="10618" y="4978"/>
                  </a:lnTo>
                  <a:lnTo>
                    <a:pt x="11689" y="4978"/>
                  </a:lnTo>
                  <a:cubicBezTo>
                    <a:pt x="11878" y="4978"/>
                    <a:pt x="12036" y="4821"/>
                    <a:pt x="12036" y="4600"/>
                  </a:cubicBezTo>
                  <a:cubicBezTo>
                    <a:pt x="12036" y="4411"/>
                    <a:pt x="11878" y="4254"/>
                    <a:pt x="11689" y="4254"/>
                  </a:cubicBezTo>
                  <a:lnTo>
                    <a:pt x="10618" y="4254"/>
                  </a:lnTo>
                  <a:lnTo>
                    <a:pt x="10618" y="3529"/>
                  </a:lnTo>
                  <a:lnTo>
                    <a:pt x="11689" y="3529"/>
                  </a:lnTo>
                  <a:cubicBezTo>
                    <a:pt x="11878" y="3529"/>
                    <a:pt x="12036" y="3372"/>
                    <a:pt x="12036" y="3183"/>
                  </a:cubicBezTo>
                  <a:cubicBezTo>
                    <a:pt x="12036" y="2994"/>
                    <a:pt x="11878" y="2836"/>
                    <a:pt x="11689" y="2836"/>
                  </a:cubicBezTo>
                  <a:lnTo>
                    <a:pt x="10618" y="2836"/>
                  </a:lnTo>
                  <a:lnTo>
                    <a:pt x="10618" y="2490"/>
                  </a:lnTo>
                  <a:cubicBezTo>
                    <a:pt x="10618" y="1891"/>
                    <a:pt x="10145" y="1418"/>
                    <a:pt x="9547" y="1418"/>
                  </a:cubicBezTo>
                  <a:lnTo>
                    <a:pt x="9200" y="1418"/>
                  </a:lnTo>
                  <a:lnTo>
                    <a:pt x="9200" y="347"/>
                  </a:lnTo>
                  <a:cubicBezTo>
                    <a:pt x="9200" y="158"/>
                    <a:pt x="9043" y="1"/>
                    <a:pt x="8854" y="1"/>
                  </a:cubicBezTo>
                  <a:cubicBezTo>
                    <a:pt x="8665" y="1"/>
                    <a:pt x="8507" y="158"/>
                    <a:pt x="8507" y="347"/>
                  </a:cubicBezTo>
                  <a:lnTo>
                    <a:pt x="8507" y="1418"/>
                  </a:lnTo>
                  <a:lnTo>
                    <a:pt x="7782" y="1418"/>
                  </a:lnTo>
                  <a:lnTo>
                    <a:pt x="7782" y="347"/>
                  </a:lnTo>
                  <a:cubicBezTo>
                    <a:pt x="7782" y="158"/>
                    <a:pt x="7625" y="1"/>
                    <a:pt x="7436" y="1"/>
                  </a:cubicBezTo>
                  <a:cubicBezTo>
                    <a:pt x="7247" y="1"/>
                    <a:pt x="7089" y="158"/>
                    <a:pt x="7089" y="347"/>
                  </a:cubicBezTo>
                  <a:lnTo>
                    <a:pt x="7089" y="1418"/>
                  </a:lnTo>
                  <a:lnTo>
                    <a:pt x="6365" y="1418"/>
                  </a:lnTo>
                  <a:lnTo>
                    <a:pt x="6365" y="347"/>
                  </a:lnTo>
                  <a:cubicBezTo>
                    <a:pt x="6365" y="158"/>
                    <a:pt x="6207" y="1"/>
                    <a:pt x="6018" y="1"/>
                  </a:cubicBezTo>
                  <a:cubicBezTo>
                    <a:pt x="5829" y="1"/>
                    <a:pt x="5672" y="158"/>
                    <a:pt x="5672" y="347"/>
                  </a:cubicBezTo>
                  <a:lnTo>
                    <a:pt x="5672" y="1418"/>
                  </a:lnTo>
                  <a:lnTo>
                    <a:pt x="4947" y="1418"/>
                  </a:lnTo>
                  <a:lnTo>
                    <a:pt x="4947" y="347"/>
                  </a:lnTo>
                  <a:cubicBezTo>
                    <a:pt x="4947" y="158"/>
                    <a:pt x="4789" y="1"/>
                    <a:pt x="4600" y="1"/>
                  </a:cubicBezTo>
                  <a:cubicBezTo>
                    <a:pt x="4411" y="1"/>
                    <a:pt x="4254" y="158"/>
                    <a:pt x="4254" y="347"/>
                  </a:cubicBezTo>
                  <a:lnTo>
                    <a:pt x="4254" y="1418"/>
                  </a:lnTo>
                  <a:lnTo>
                    <a:pt x="3529" y="1418"/>
                  </a:lnTo>
                  <a:lnTo>
                    <a:pt x="3529" y="347"/>
                  </a:lnTo>
                  <a:cubicBezTo>
                    <a:pt x="3529" y="158"/>
                    <a:pt x="3372" y="1"/>
                    <a:pt x="318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8501;p67">
              <a:extLst>
                <a:ext uri="{FF2B5EF4-FFF2-40B4-BE49-F238E27FC236}">
                  <a16:creationId xmlns:a16="http://schemas.microsoft.com/office/drawing/2014/main" id="{88CB8BE2-2626-DC57-E90E-42B6F2536E0A}"/>
                </a:ext>
              </a:extLst>
            </p:cNvPr>
            <p:cNvSpPr/>
            <p:nvPr/>
          </p:nvSpPr>
          <p:spPr>
            <a:xfrm>
              <a:off x="-44369750" y="3317850"/>
              <a:ext cx="17350" cy="18150"/>
            </a:xfrm>
            <a:custGeom>
              <a:avLst/>
              <a:gdLst/>
              <a:ahLst/>
              <a:cxnLst/>
              <a:rect l="l" t="t" r="r" b="b"/>
              <a:pathLst>
                <a:path w="694" h="726" extrusionOk="0">
                  <a:moveTo>
                    <a:pt x="347" y="1"/>
                  </a:moveTo>
                  <a:cubicBezTo>
                    <a:pt x="158" y="1"/>
                    <a:pt x="0" y="158"/>
                    <a:pt x="0" y="347"/>
                  </a:cubicBezTo>
                  <a:cubicBezTo>
                    <a:pt x="0" y="568"/>
                    <a:pt x="158" y="725"/>
                    <a:pt x="347" y="725"/>
                  </a:cubicBezTo>
                  <a:cubicBezTo>
                    <a:pt x="536" y="725"/>
                    <a:pt x="693" y="568"/>
                    <a:pt x="693" y="347"/>
                  </a:cubicBezTo>
                  <a:cubicBezTo>
                    <a:pt x="693"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8502;p67">
              <a:extLst>
                <a:ext uri="{FF2B5EF4-FFF2-40B4-BE49-F238E27FC236}">
                  <a16:creationId xmlns:a16="http://schemas.microsoft.com/office/drawing/2014/main" id="{18D27153-EB79-3E2D-B97C-BE4D7A5881EE}"/>
                </a:ext>
              </a:extLst>
            </p:cNvPr>
            <p:cNvSpPr/>
            <p:nvPr/>
          </p:nvSpPr>
          <p:spPr>
            <a:xfrm>
              <a:off x="-44411500" y="3275325"/>
              <a:ext cx="100825" cy="102400"/>
            </a:xfrm>
            <a:custGeom>
              <a:avLst/>
              <a:gdLst/>
              <a:ahLst/>
              <a:cxnLst/>
              <a:rect l="l" t="t" r="r" b="b"/>
              <a:pathLst>
                <a:path w="4033" h="4096" extrusionOk="0">
                  <a:moveTo>
                    <a:pt x="2017" y="1008"/>
                  </a:moveTo>
                  <a:cubicBezTo>
                    <a:pt x="2615" y="1008"/>
                    <a:pt x="3088" y="1481"/>
                    <a:pt x="3088" y="2048"/>
                  </a:cubicBezTo>
                  <a:cubicBezTo>
                    <a:pt x="3088" y="2647"/>
                    <a:pt x="2615" y="3119"/>
                    <a:pt x="2017" y="3119"/>
                  </a:cubicBezTo>
                  <a:cubicBezTo>
                    <a:pt x="1418" y="3119"/>
                    <a:pt x="945" y="2647"/>
                    <a:pt x="945" y="2048"/>
                  </a:cubicBezTo>
                  <a:cubicBezTo>
                    <a:pt x="945" y="1481"/>
                    <a:pt x="1418" y="1008"/>
                    <a:pt x="2017" y="1008"/>
                  </a:cubicBezTo>
                  <a:close/>
                  <a:moveTo>
                    <a:pt x="1670" y="0"/>
                  </a:moveTo>
                  <a:lnTo>
                    <a:pt x="1670" y="126"/>
                  </a:lnTo>
                  <a:cubicBezTo>
                    <a:pt x="1670" y="284"/>
                    <a:pt x="1576" y="410"/>
                    <a:pt x="1418" y="441"/>
                  </a:cubicBezTo>
                  <a:cubicBezTo>
                    <a:pt x="1229" y="536"/>
                    <a:pt x="1040" y="630"/>
                    <a:pt x="882" y="756"/>
                  </a:cubicBezTo>
                  <a:cubicBezTo>
                    <a:pt x="809" y="811"/>
                    <a:pt x="725" y="845"/>
                    <a:pt x="643" y="845"/>
                  </a:cubicBezTo>
                  <a:cubicBezTo>
                    <a:pt x="584" y="845"/>
                    <a:pt x="526" y="828"/>
                    <a:pt x="473" y="788"/>
                  </a:cubicBezTo>
                  <a:lnTo>
                    <a:pt x="347" y="725"/>
                  </a:lnTo>
                  <a:lnTo>
                    <a:pt x="0" y="1324"/>
                  </a:lnTo>
                  <a:lnTo>
                    <a:pt x="126" y="1387"/>
                  </a:lnTo>
                  <a:cubicBezTo>
                    <a:pt x="252" y="1481"/>
                    <a:pt x="315" y="1639"/>
                    <a:pt x="284" y="1733"/>
                  </a:cubicBezTo>
                  <a:cubicBezTo>
                    <a:pt x="252" y="1985"/>
                    <a:pt x="252" y="2143"/>
                    <a:pt x="284" y="2363"/>
                  </a:cubicBezTo>
                  <a:cubicBezTo>
                    <a:pt x="315" y="2521"/>
                    <a:pt x="252" y="2647"/>
                    <a:pt x="126" y="2741"/>
                  </a:cubicBezTo>
                  <a:lnTo>
                    <a:pt x="0" y="2804"/>
                  </a:lnTo>
                  <a:lnTo>
                    <a:pt x="347" y="3403"/>
                  </a:lnTo>
                  <a:lnTo>
                    <a:pt x="473" y="3308"/>
                  </a:lnTo>
                  <a:cubicBezTo>
                    <a:pt x="518" y="3286"/>
                    <a:pt x="566" y="3276"/>
                    <a:pt x="616" y="3276"/>
                  </a:cubicBezTo>
                  <a:cubicBezTo>
                    <a:pt x="707" y="3276"/>
                    <a:pt x="801" y="3310"/>
                    <a:pt x="882" y="3371"/>
                  </a:cubicBezTo>
                  <a:cubicBezTo>
                    <a:pt x="1040" y="3529"/>
                    <a:pt x="1229" y="3592"/>
                    <a:pt x="1418" y="3686"/>
                  </a:cubicBezTo>
                  <a:cubicBezTo>
                    <a:pt x="1576" y="3718"/>
                    <a:pt x="1670" y="3875"/>
                    <a:pt x="1670" y="4001"/>
                  </a:cubicBezTo>
                  <a:lnTo>
                    <a:pt x="1670" y="4096"/>
                  </a:lnTo>
                  <a:lnTo>
                    <a:pt x="2363" y="4096"/>
                  </a:lnTo>
                  <a:lnTo>
                    <a:pt x="2363" y="4001"/>
                  </a:lnTo>
                  <a:cubicBezTo>
                    <a:pt x="2363" y="3844"/>
                    <a:pt x="2458" y="3718"/>
                    <a:pt x="2615" y="3686"/>
                  </a:cubicBezTo>
                  <a:cubicBezTo>
                    <a:pt x="2804" y="3592"/>
                    <a:pt x="2993" y="3466"/>
                    <a:pt x="3151" y="3371"/>
                  </a:cubicBezTo>
                  <a:cubicBezTo>
                    <a:pt x="3232" y="3310"/>
                    <a:pt x="3327" y="3276"/>
                    <a:pt x="3417" y="3276"/>
                  </a:cubicBezTo>
                  <a:cubicBezTo>
                    <a:pt x="3467" y="3276"/>
                    <a:pt x="3516" y="3286"/>
                    <a:pt x="3560" y="3308"/>
                  </a:cubicBezTo>
                  <a:lnTo>
                    <a:pt x="3686" y="3403"/>
                  </a:lnTo>
                  <a:lnTo>
                    <a:pt x="4033" y="2804"/>
                  </a:lnTo>
                  <a:lnTo>
                    <a:pt x="3907" y="2741"/>
                  </a:lnTo>
                  <a:cubicBezTo>
                    <a:pt x="3781" y="2647"/>
                    <a:pt x="3718" y="2489"/>
                    <a:pt x="3749" y="2363"/>
                  </a:cubicBezTo>
                  <a:cubicBezTo>
                    <a:pt x="3781" y="2143"/>
                    <a:pt x="3781" y="1985"/>
                    <a:pt x="3749" y="1733"/>
                  </a:cubicBezTo>
                  <a:cubicBezTo>
                    <a:pt x="3718" y="1576"/>
                    <a:pt x="3781" y="1481"/>
                    <a:pt x="3907" y="1387"/>
                  </a:cubicBezTo>
                  <a:lnTo>
                    <a:pt x="4033" y="1324"/>
                  </a:lnTo>
                  <a:lnTo>
                    <a:pt x="3686" y="725"/>
                  </a:lnTo>
                  <a:lnTo>
                    <a:pt x="3560" y="788"/>
                  </a:lnTo>
                  <a:cubicBezTo>
                    <a:pt x="3502" y="832"/>
                    <a:pt x="3437" y="855"/>
                    <a:pt x="3371" y="855"/>
                  </a:cubicBezTo>
                  <a:cubicBezTo>
                    <a:pt x="3295" y="855"/>
                    <a:pt x="3218" y="824"/>
                    <a:pt x="3151" y="756"/>
                  </a:cubicBezTo>
                  <a:cubicBezTo>
                    <a:pt x="2993" y="599"/>
                    <a:pt x="2804" y="536"/>
                    <a:pt x="2615" y="441"/>
                  </a:cubicBezTo>
                  <a:cubicBezTo>
                    <a:pt x="2458" y="410"/>
                    <a:pt x="2363" y="252"/>
                    <a:pt x="2363" y="126"/>
                  </a:cubicBezTo>
                  <a:lnTo>
                    <a:pt x="2363"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7" name="Google Shape;8503;p67">
            <a:extLst>
              <a:ext uri="{FF2B5EF4-FFF2-40B4-BE49-F238E27FC236}">
                <a16:creationId xmlns:a16="http://schemas.microsoft.com/office/drawing/2014/main" id="{9203A16A-A4AC-375B-29C2-03B9A3D961F4}"/>
              </a:ext>
            </a:extLst>
          </p:cNvPr>
          <p:cNvGrpSpPr/>
          <p:nvPr/>
        </p:nvGrpSpPr>
        <p:grpSpPr>
          <a:xfrm>
            <a:off x="6467812" y="7813712"/>
            <a:ext cx="913919" cy="913919"/>
            <a:chOff x="-49027775" y="3183175"/>
            <a:chExt cx="299325" cy="299325"/>
          </a:xfrm>
          <a:solidFill>
            <a:srgbClr val="555559"/>
          </a:solidFill>
        </p:grpSpPr>
        <p:sp>
          <p:nvSpPr>
            <p:cNvPr id="1086" name="Google Shape;8504;p67">
              <a:extLst>
                <a:ext uri="{FF2B5EF4-FFF2-40B4-BE49-F238E27FC236}">
                  <a16:creationId xmlns:a16="http://schemas.microsoft.com/office/drawing/2014/main" id="{05B4C67E-9686-5CAD-D61D-EAA17A4A32C8}"/>
                </a:ext>
              </a:extLst>
            </p:cNvPr>
            <p:cNvSpPr/>
            <p:nvPr/>
          </p:nvSpPr>
          <p:spPr>
            <a:xfrm>
              <a:off x="-48870250" y="3183175"/>
              <a:ext cx="141800" cy="185900"/>
            </a:xfrm>
            <a:custGeom>
              <a:avLst/>
              <a:gdLst/>
              <a:ahLst/>
              <a:cxnLst/>
              <a:rect l="l" t="t" r="r" b="b"/>
              <a:pathLst>
                <a:path w="5672" h="7436" extrusionOk="0">
                  <a:moveTo>
                    <a:pt x="1" y="0"/>
                  </a:moveTo>
                  <a:lnTo>
                    <a:pt x="1" y="1796"/>
                  </a:lnTo>
                  <a:lnTo>
                    <a:pt x="32" y="1796"/>
                  </a:lnTo>
                  <a:cubicBezTo>
                    <a:pt x="158" y="1765"/>
                    <a:pt x="284" y="1765"/>
                    <a:pt x="379" y="1765"/>
                  </a:cubicBezTo>
                  <a:cubicBezTo>
                    <a:pt x="1166" y="1765"/>
                    <a:pt x="1828" y="2395"/>
                    <a:pt x="1828" y="3182"/>
                  </a:cubicBezTo>
                  <a:cubicBezTo>
                    <a:pt x="1828" y="3970"/>
                    <a:pt x="1166" y="4600"/>
                    <a:pt x="379" y="4600"/>
                  </a:cubicBezTo>
                  <a:cubicBezTo>
                    <a:pt x="284" y="4600"/>
                    <a:pt x="158" y="4600"/>
                    <a:pt x="32" y="4568"/>
                  </a:cubicBezTo>
                  <a:lnTo>
                    <a:pt x="32" y="5671"/>
                  </a:lnTo>
                  <a:lnTo>
                    <a:pt x="1702" y="5671"/>
                  </a:lnTo>
                  <a:cubicBezTo>
                    <a:pt x="2017" y="5671"/>
                    <a:pt x="2175" y="6018"/>
                    <a:pt x="1954" y="6270"/>
                  </a:cubicBezTo>
                  <a:cubicBezTo>
                    <a:pt x="1860" y="6364"/>
                    <a:pt x="1765" y="6585"/>
                    <a:pt x="1765" y="6742"/>
                  </a:cubicBezTo>
                  <a:cubicBezTo>
                    <a:pt x="1765" y="7120"/>
                    <a:pt x="2080" y="7435"/>
                    <a:pt x="2490" y="7435"/>
                  </a:cubicBezTo>
                  <a:cubicBezTo>
                    <a:pt x="2868" y="7435"/>
                    <a:pt x="3183" y="7120"/>
                    <a:pt x="3183" y="6742"/>
                  </a:cubicBezTo>
                  <a:cubicBezTo>
                    <a:pt x="3183" y="6585"/>
                    <a:pt x="3120" y="6364"/>
                    <a:pt x="2994" y="6270"/>
                  </a:cubicBezTo>
                  <a:cubicBezTo>
                    <a:pt x="2805" y="6018"/>
                    <a:pt x="2962" y="5671"/>
                    <a:pt x="3277" y="5671"/>
                  </a:cubicBezTo>
                  <a:lnTo>
                    <a:pt x="5672" y="5671"/>
                  </a:lnTo>
                  <a:lnTo>
                    <a:pt x="5672" y="1765"/>
                  </a:lnTo>
                  <a:cubicBezTo>
                    <a:pt x="5672" y="788"/>
                    <a:pt x="4884" y="0"/>
                    <a:pt x="390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8505;p67">
              <a:extLst>
                <a:ext uri="{FF2B5EF4-FFF2-40B4-BE49-F238E27FC236}">
                  <a16:creationId xmlns:a16="http://schemas.microsoft.com/office/drawing/2014/main" id="{715E803C-C09D-4F19-6249-F882D69C64A6}"/>
                </a:ext>
              </a:extLst>
            </p:cNvPr>
            <p:cNvSpPr/>
            <p:nvPr/>
          </p:nvSpPr>
          <p:spPr>
            <a:xfrm>
              <a:off x="-49027775" y="3183175"/>
              <a:ext cx="185900" cy="141800"/>
            </a:xfrm>
            <a:custGeom>
              <a:avLst/>
              <a:gdLst/>
              <a:ahLst/>
              <a:cxnLst/>
              <a:rect l="l" t="t" r="r" b="b"/>
              <a:pathLst>
                <a:path w="7436" h="5672" extrusionOk="0">
                  <a:moveTo>
                    <a:pt x="1765" y="0"/>
                  </a:moveTo>
                  <a:cubicBezTo>
                    <a:pt x="788" y="0"/>
                    <a:pt x="1" y="788"/>
                    <a:pt x="1" y="1765"/>
                  </a:cubicBezTo>
                  <a:lnTo>
                    <a:pt x="1" y="5671"/>
                  </a:lnTo>
                  <a:lnTo>
                    <a:pt x="1828" y="5671"/>
                  </a:lnTo>
                  <a:lnTo>
                    <a:pt x="1828" y="5640"/>
                  </a:lnTo>
                  <a:cubicBezTo>
                    <a:pt x="1765" y="5514"/>
                    <a:pt x="1765" y="5388"/>
                    <a:pt x="1765" y="5262"/>
                  </a:cubicBezTo>
                  <a:cubicBezTo>
                    <a:pt x="1765" y="4474"/>
                    <a:pt x="2395" y="3844"/>
                    <a:pt x="3183" y="3844"/>
                  </a:cubicBezTo>
                  <a:cubicBezTo>
                    <a:pt x="3970" y="3844"/>
                    <a:pt x="4600" y="4474"/>
                    <a:pt x="4600" y="5262"/>
                  </a:cubicBezTo>
                  <a:cubicBezTo>
                    <a:pt x="4600" y="5388"/>
                    <a:pt x="4569" y="5514"/>
                    <a:pt x="4569" y="5640"/>
                  </a:cubicBezTo>
                  <a:lnTo>
                    <a:pt x="5672" y="5640"/>
                  </a:lnTo>
                  <a:lnTo>
                    <a:pt x="5672" y="3970"/>
                  </a:lnTo>
                  <a:cubicBezTo>
                    <a:pt x="5672" y="3748"/>
                    <a:pt x="5843" y="3605"/>
                    <a:pt x="6032" y="3605"/>
                  </a:cubicBezTo>
                  <a:cubicBezTo>
                    <a:pt x="6112" y="3605"/>
                    <a:pt x="6195" y="3630"/>
                    <a:pt x="6270" y="3686"/>
                  </a:cubicBezTo>
                  <a:cubicBezTo>
                    <a:pt x="6396" y="3812"/>
                    <a:pt x="6585" y="3907"/>
                    <a:pt x="6743" y="3907"/>
                  </a:cubicBezTo>
                  <a:cubicBezTo>
                    <a:pt x="7121" y="3907"/>
                    <a:pt x="7436" y="3592"/>
                    <a:pt x="7436" y="3182"/>
                  </a:cubicBezTo>
                  <a:cubicBezTo>
                    <a:pt x="7436" y="2804"/>
                    <a:pt x="7121" y="2489"/>
                    <a:pt x="6743" y="2489"/>
                  </a:cubicBezTo>
                  <a:cubicBezTo>
                    <a:pt x="6585" y="2489"/>
                    <a:pt x="6396" y="2552"/>
                    <a:pt x="6270" y="2678"/>
                  </a:cubicBezTo>
                  <a:cubicBezTo>
                    <a:pt x="6195" y="2734"/>
                    <a:pt x="6112" y="2760"/>
                    <a:pt x="6032" y="2760"/>
                  </a:cubicBezTo>
                  <a:cubicBezTo>
                    <a:pt x="5843" y="2760"/>
                    <a:pt x="5672" y="2616"/>
                    <a:pt x="5672" y="2395"/>
                  </a:cubicBezTo>
                  <a:lnTo>
                    <a:pt x="567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8506;p67">
              <a:extLst>
                <a:ext uri="{FF2B5EF4-FFF2-40B4-BE49-F238E27FC236}">
                  <a16:creationId xmlns:a16="http://schemas.microsoft.com/office/drawing/2014/main" id="{C2543458-2B93-2787-BA90-0A9B03112CA4}"/>
                </a:ext>
              </a:extLst>
            </p:cNvPr>
            <p:cNvSpPr/>
            <p:nvPr/>
          </p:nvSpPr>
          <p:spPr>
            <a:xfrm>
              <a:off x="-49027775" y="3295800"/>
              <a:ext cx="141800" cy="186700"/>
            </a:xfrm>
            <a:custGeom>
              <a:avLst/>
              <a:gdLst/>
              <a:ahLst/>
              <a:cxnLst/>
              <a:rect l="l" t="t" r="r" b="b"/>
              <a:pathLst>
                <a:path w="5672" h="7468" extrusionOk="0">
                  <a:moveTo>
                    <a:pt x="3183" y="0"/>
                  </a:moveTo>
                  <a:cubicBezTo>
                    <a:pt x="2805" y="0"/>
                    <a:pt x="2490" y="315"/>
                    <a:pt x="2490" y="725"/>
                  </a:cubicBezTo>
                  <a:cubicBezTo>
                    <a:pt x="2490" y="883"/>
                    <a:pt x="2553" y="1072"/>
                    <a:pt x="2679" y="1198"/>
                  </a:cubicBezTo>
                  <a:cubicBezTo>
                    <a:pt x="2868" y="1418"/>
                    <a:pt x="2710" y="1796"/>
                    <a:pt x="2395" y="1796"/>
                  </a:cubicBezTo>
                  <a:lnTo>
                    <a:pt x="1" y="1796"/>
                  </a:lnTo>
                  <a:lnTo>
                    <a:pt x="1" y="5671"/>
                  </a:lnTo>
                  <a:cubicBezTo>
                    <a:pt x="1" y="6679"/>
                    <a:pt x="788" y="7467"/>
                    <a:pt x="1765" y="7467"/>
                  </a:cubicBezTo>
                  <a:lnTo>
                    <a:pt x="5672" y="7467"/>
                  </a:lnTo>
                  <a:lnTo>
                    <a:pt x="5672" y="5640"/>
                  </a:lnTo>
                  <a:lnTo>
                    <a:pt x="5640" y="5640"/>
                  </a:lnTo>
                  <a:cubicBezTo>
                    <a:pt x="5514" y="5703"/>
                    <a:pt x="5388" y="5703"/>
                    <a:pt x="5294" y="5703"/>
                  </a:cubicBezTo>
                  <a:cubicBezTo>
                    <a:pt x="4506" y="5703"/>
                    <a:pt x="3844" y="5041"/>
                    <a:pt x="3844" y="4254"/>
                  </a:cubicBezTo>
                  <a:cubicBezTo>
                    <a:pt x="3844" y="3466"/>
                    <a:pt x="4506" y="2867"/>
                    <a:pt x="5294" y="2867"/>
                  </a:cubicBezTo>
                  <a:cubicBezTo>
                    <a:pt x="5388" y="2867"/>
                    <a:pt x="5514" y="2867"/>
                    <a:pt x="5640" y="2899"/>
                  </a:cubicBezTo>
                  <a:lnTo>
                    <a:pt x="5640" y="1796"/>
                  </a:lnTo>
                  <a:lnTo>
                    <a:pt x="3970" y="1796"/>
                  </a:lnTo>
                  <a:cubicBezTo>
                    <a:pt x="3655" y="1796"/>
                    <a:pt x="3498" y="1418"/>
                    <a:pt x="3718" y="1198"/>
                  </a:cubicBezTo>
                  <a:cubicBezTo>
                    <a:pt x="3813" y="1072"/>
                    <a:pt x="3907" y="883"/>
                    <a:pt x="3907" y="725"/>
                  </a:cubicBezTo>
                  <a:cubicBezTo>
                    <a:pt x="3907" y="315"/>
                    <a:pt x="3592" y="0"/>
                    <a:pt x="318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8507;p67">
              <a:extLst>
                <a:ext uri="{FF2B5EF4-FFF2-40B4-BE49-F238E27FC236}">
                  <a16:creationId xmlns:a16="http://schemas.microsoft.com/office/drawing/2014/main" id="{A218EEB2-5423-9A1C-1361-D85C1E0F2F1C}"/>
                </a:ext>
              </a:extLst>
            </p:cNvPr>
            <p:cNvSpPr/>
            <p:nvPr/>
          </p:nvSpPr>
          <p:spPr>
            <a:xfrm>
              <a:off x="-48914350" y="3340700"/>
              <a:ext cx="185900" cy="141800"/>
            </a:xfrm>
            <a:custGeom>
              <a:avLst/>
              <a:gdLst/>
              <a:ahLst/>
              <a:cxnLst/>
              <a:rect l="l" t="t" r="r" b="b"/>
              <a:pathLst>
                <a:path w="7436" h="5672" extrusionOk="0">
                  <a:moveTo>
                    <a:pt x="5608" y="0"/>
                  </a:moveTo>
                  <a:lnTo>
                    <a:pt x="5608" y="32"/>
                  </a:lnTo>
                  <a:cubicBezTo>
                    <a:pt x="5671" y="158"/>
                    <a:pt x="5671" y="284"/>
                    <a:pt x="5671" y="378"/>
                  </a:cubicBezTo>
                  <a:cubicBezTo>
                    <a:pt x="5671" y="1166"/>
                    <a:pt x="5041" y="1796"/>
                    <a:pt x="4254" y="1796"/>
                  </a:cubicBezTo>
                  <a:cubicBezTo>
                    <a:pt x="3466" y="1796"/>
                    <a:pt x="2836" y="1166"/>
                    <a:pt x="2836" y="378"/>
                  </a:cubicBezTo>
                  <a:cubicBezTo>
                    <a:pt x="2836" y="284"/>
                    <a:pt x="2867" y="158"/>
                    <a:pt x="2867" y="32"/>
                  </a:cubicBezTo>
                  <a:lnTo>
                    <a:pt x="1765" y="32"/>
                  </a:lnTo>
                  <a:lnTo>
                    <a:pt x="1765" y="1670"/>
                  </a:lnTo>
                  <a:cubicBezTo>
                    <a:pt x="1765" y="1907"/>
                    <a:pt x="1602" y="2041"/>
                    <a:pt x="1419" y="2041"/>
                  </a:cubicBezTo>
                  <a:cubicBezTo>
                    <a:pt x="1334" y="2041"/>
                    <a:pt x="1245" y="2013"/>
                    <a:pt x="1166" y="1954"/>
                  </a:cubicBezTo>
                  <a:cubicBezTo>
                    <a:pt x="1040" y="1827"/>
                    <a:pt x="851" y="1764"/>
                    <a:pt x="694" y="1764"/>
                  </a:cubicBezTo>
                  <a:cubicBezTo>
                    <a:pt x="315" y="1764"/>
                    <a:pt x="0" y="2080"/>
                    <a:pt x="0" y="2458"/>
                  </a:cubicBezTo>
                  <a:cubicBezTo>
                    <a:pt x="0" y="2867"/>
                    <a:pt x="315" y="3182"/>
                    <a:pt x="694" y="3182"/>
                  </a:cubicBezTo>
                  <a:cubicBezTo>
                    <a:pt x="851" y="3182"/>
                    <a:pt x="1040" y="3119"/>
                    <a:pt x="1166" y="2993"/>
                  </a:cubicBezTo>
                  <a:cubicBezTo>
                    <a:pt x="1247" y="2933"/>
                    <a:pt x="1337" y="2904"/>
                    <a:pt x="1423" y="2904"/>
                  </a:cubicBezTo>
                  <a:cubicBezTo>
                    <a:pt x="1605" y="2904"/>
                    <a:pt x="1765" y="3031"/>
                    <a:pt x="1765" y="3245"/>
                  </a:cubicBezTo>
                  <a:lnTo>
                    <a:pt x="1765" y="5671"/>
                  </a:lnTo>
                  <a:lnTo>
                    <a:pt x="5671" y="5671"/>
                  </a:lnTo>
                  <a:cubicBezTo>
                    <a:pt x="6648" y="5671"/>
                    <a:pt x="7436" y="4883"/>
                    <a:pt x="7436" y="3907"/>
                  </a:cubicBezTo>
                  <a:lnTo>
                    <a:pt x="7436"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8" name="Google Shape;8508;p67">
            <a:extLst>
              <a:ext uri="{FF2B5EF4-FFF2-40B4-BE49-F238E27FC236}">
                <a16:creationId xmlns:a16="http://schemas.microsoft.com/office/drawing/2014/main" id="{F5B235DC-ABAE-61CE-D0F4-BF338330E3A5}"/>
              </a:ext>
            </a:extLst>
          </p:cNvPr>
          <p:cNvGrpSpPr/>
          <p:nvPr/>
        </p:nvGrpSpPr>
        <p:grpSpPr>
          <a:xfrm>
            <a:off x="6466630" y="8936702"/>
            <a:ext cx="916286" cy="921171"/>
            <a:chOff x="-49027775" y="3550975"/>
            <a:chExt cx="300100" cy="301700"/>
          </a:xfrm>
          <a:solidFill>
            <a:srgbClr val="555559"/>
          </a:solidFill>
        </p:grpSpPr>
        <p:sp>
          <p:nvSpPr>
            <p:cNvPr id="1076" name="Google Shape;8509;p67">
              <a:extLst>
                <a:ext uri="{FF2B5EF4-FFF2-40B4-BE49-F238E27FC236}">
                  <a16:creationId xmlns:a16="http://schemas.microsoft.com/office/drawing/2014/main" id="{B577BDD8-E3FC-B4E1-DEE9-42EB118108DF}"/>
                </a:ext>
              </a:extLst>
            </p:cNvPr>
            <p:cNvSpPr/>
            <p:nvPr/>
          </p:nvSpPr>
          <p:spPr>
            <a:xfrm>
              <a:off x="-48941125" y="3613200"/>
              <a:ext cx="74050" cy="26825"/>
            </a:xfrm>
            <a:custGeom>
              <a:avLst/>
              <a:gdLst/>
              <a:ahLst/>
              <a:cxnLst/>
              <a:rect l="l" t="t" r="r" b="b"/>
              <a:pathLst>
                <a:path w="2962" h="1073" extrusionOk="0">
                  <a:moveTo>
                    <a:pt x="1260" y="1"/>
                  </a:moveTo>
                  <a:lnTo>
                    <a:pt x="0" y="1072"/>
                  </a:lnTo>
                  <a:lnTo>
                    <a:pt x="1702" y="1072"/>
                  </a:lnTo>
                  <a:lnTo>
                    <a:pt x="2962"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8510;p67">
              <a:extLst>
                <a:ext uri="{FF2B5EF4-FFF2-40B4-BE49-F238E27FC236}">
                  <a16:creationId xmlns:a16="http://schemas.microsoft.com/office/drawing/2014/main" id="{C8117FC7-950F-77D1-B559-D195BD4FC6B8}"/>
                </a:ext>
              </a:extLst>
            </p:cNvPr>
            <p:cNvSpPr/>
            <p:nvPr/>
          </p:nvSpPr>
          <p:spPr>
            <a:xfrm>
              <a:off x="-48871025" y="3613200"/>
              <a:ext cx="73275" cy="26825"/>
            </a:xfrm>
            <a:custGeom>
              <a:avLst/>
              <a:gdLst/>
              <a:ahLst/>
              <a:cxnLst/>
              <a:rect l="l" t="t" r="r" b="b"/>
              <a:pathLst>
                <a:path w="2931" h="1073" extrusionOk="0">
                  <a:moveTo>
                    <a:pt x="1260" y="1"/>
                  </a:moveTo>
                  <a:lnTo>
                    <a:pt x="0" y="1072"/>
                  </a:lnTo>
                  <a:lnTo>
                    <a:pt x="1670" y="1072"/>
                  </a:lnTo>
                  <a:lnTo>
                    <a:pt x="293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8511;p67">
              <a:extLst>
                <a:ext uri="{FF2B5EF4-FFF2-40B4-BE49-F238E27FC236}">
                  <a16:creationId xmlns:a16="http://schemas.microsoft.com/office/drawing/2014/main" id="{1024F510-0E69-0D9A-8DE1-BFD775F19DD0}"/>
                </a:ext>
              </a:extLst>
            </p:cNvPr>
            <p:cNvSpPr/>
            <p:nvPr/>
          </p:nvSpPr>
          <p:spPr>
            <a:xfrm>
              <a:off x="-48893075" y="3552550"/>
              <a:ext cx="95325" cy="43350"/>
            </a:xfrm>
            <a:custGeom>
              <a:avLst/>
              <a:gdLst/>
              <a:ahLst/>
              <a:cxnLst/>
              <a:rect l="l" t="t" r="r" b="b"/>
              <a:pathLst>
                <a:path w="3813" h="1734" extrusionOk="0">
                  <a:moveTo>
                    <a:pt x="0" y="1"/>
                  </a:moveTo>
                  <a:lnTo>
                    <a:pt x="2142" y="1734"/>
                  </a:lnTo>
                  <a:lnTo>
                    <a:pt x="3812" y="1734"/>
                  </a:lnTo>
                  <a:lnTo>
                    <a:pt x="1733"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8512;p67">
              <a:extLst>
                <a:ext uri="{FF2B5EF4-FFF2-40B4-BE49-F238E27FC236}">
                  <a16:creationId xmlns:a16="http://schemas.microsoft.com/office/drawing/2014/main" id="{08D0A5BE-4228-9D32-73DE-39C3C8A9AD51}"/>
                </a:ext>
              </a:extLst>
            </p:cNvPr>
            <p:cNvSpPr/>
            <p:nvPr/>
          </p:nvSpPr>
          <p:spPr>
            <a:xfrm>
              <a:off x="-49027775" y="3550975"/>
              <a:ext cx="100050" cy="87475"/>
            </a:xfrm>
            <a:custGeom>
              <a:avLst/>
              <a:gdLst/>
              <a:ahLst/>
              <a:cxnLst/>
              <a:rect l="l" t="t" r="r" b="b"/>
              <a:pathLst>
                <a:path w="4002" h="3499" extrusionOk="0">
                  <a:moveTo>
                    <a:pt x="2112" y="1797"/>
                  </a:moveTo>
                  <a:cubicBezTo>
                    <a:pt x="2332" y="1797"/>
                    <a:pt x="2490" y="1923"/>
                    <a:pt x="2490" y="2143"/>
                  </a:cubicBezTo>
                  <a:cubicBezTo>
                    <a:pt x="2490" y="2332"/>
                    <a:pt x="2332" y="2490"/>
                    <a:pt x="2112" y="2490"/>
                  </a:cubicBezTo>
                  <a:cubicBezTo>
                    <a:pt x="1923" y="2490"/>
                    <a:pt x="1765" y="2332"/>
                    <a:pt x="1765" y="2143"/>
                  </a:cubicBezTo>
                  <a:cubicBezTo>
                    <a:pt x="1765" y="1923"/>
                    <a:pt x="1923" y="1797"/>
                    <a:pt x="2112" y="1797"/>
                  </a:cubicBezTo>
                  <a:close/>
                  <a:moveTo>
                    <a:pt x="1072" y="1"/>
                  </a:moveTo>
                  <a:cubicBezTo>
                    <a:pt x="473" y="1"/>
                    <a:pt x="1" y="474"/>
                    <a:pt x="1" y="1072"/>
                  </a:cubicBezTo>
                  <a:lnTo>
                    <a:pt x="1" y="3498"/>
                  </a:lnTo>
                  <a:lnTo>
                    <a:pt x="2364" y="3498"/>
                  </a:lnTo>
                  <a:lnTo>
                    <a:pt x="4002" y="2143"/>
                  </a:lnTo>
                  <a:lnTo>
                    <a:pt x="148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8513;p67">
              <a:extLst>
                <a:ext uri="{FF2B5EF4-FFF2-40B4-BE49-F238E27FC236}">
                  <a16:creationId xmlns:a16="http://schemas.microsoft.com/office/drawing/2014/main" id="{FD791AD4-7161-C735-3144-9972576A18AB}"/>
                </a:ext>
              </a:extLst>
            </p:cNvPr>
            <p:cNvSpPr/>
            <p:nvPr/>
          </p:nvSpPr>
          <p:spPr>
            <a:xfrm>
              <a:off x="-48962400" y="3552550"/>
              <a:ext cx="95325" cy="43350"/>
            </a:xfrm>
            <a:custGeom>
              <a:avLst/>
              <a:gdLst/>
              <a:ahLst/>
              <a:cxnLst/>
              <a:rect l="l" t="t" r="r" b="b"/>
              <a:pathLst>
                <a:path w="3813" h="1734" extrusionOk="0">
                  <a:moveTo>
                    <a:pt x="1" y="1"/>
                  </a:moveTo>
                  <a:lnTo>
                    <a:pt x="2111" y="1734"/>
                  </a:lnTo>
                  <a:lnTo>
                    <a:pt x="3813" y="1734"/>
                  </a:lnTo>
                  <a:lnTo>
                    <a:pt x="1702"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8514;p67">
              <a:extLst>
                <a:ext uri="{FF2B5EF4-FFF2-40B4-BE49-F238E27FC236}">
                  <a16:creationId xmlns:a16="http://schemas.microsoft.com/office/drawing/2014/main" id="{CA46098D-DD7F-BA95-1E3C-344C3B771A46}"/>
                </a:ext>
              </a:extLst>
            </p:cNvPr>
            <p:cNvSpPr/>
            <p:nvPr/>
          </p:nvSpPr>
          <p:spPr>
            <a:xfrm>
              <a:off x="-49027775" y="3657325"/>
              <a:ext cx="300100" cy="195350"/>
            </a:xfrm>
            <a:custGeom>
              <a:avLst/>
              <a:gdLst/>
              <a:ahLst/>
              <a:cxnLst/>
              <a:rect l="l" t="t" r="r" b="b"/>
              <a:pathLst>
                <a:path w="12004" h="7814" extrusionOk="0">
                  <a:moveTo>
                    <a:pt x="5987" y="410"/>
                  </a:moveTo>
                  <a:cubicBezTo>
                    <a:pt x="7719" y="410"/>
                    <a:pt x="9137" y="1827"/>
                    <a:pt x="9137" y="3560"/>
                  </a:cubicBezTo>
                  <a:cubicBezTo>
                    <a:pt x="9137" y="5293"/>
                    <a:pt x="7719" y="6711"/>
                    <a:pt x="5987" y="6711"/>
                  </a:cubicBezTo>
                  <a:cubicBezTo>
                    <a:pt x="4254" y="6711"/>
                    <a:pt x="2836" y="5293"/>
                    <a:pt x="2836" y="3560"/>
                  </a:cubicBezTo>
                  <a:cubicBezTo>
                    <a:pt x="2836" y="1827"/>
                    <a:pt x="4254" y="410"/>
                    <a:pt x="5987" y="410"/>
                  </a:cubicBezTo>
                  <a:close/>
                  <a:moveTo>
                    <a:pt x="1" y="0"/>
                  </a:moveTo>
                  <a:lnTo>
                    <a:pt x="1" y="6742"/>
                  </a:lnTo>
                  <a:cubicBezTo>
                    <a:pt x="1" y="7341"/>
                    <a:pt x="473" y="7813"/>
                    <a:pt x="1072" y="7813"/>
                  </a:cubicBezTo>
                  <a:lnTo>
                    <a:pt x="10933" y="7813"/>
                  </a:lnTo>
                  <a:cubicBezTo>
                    <a:pt x="11532" y="7813"/>
                    <a:pt x="12004" y="7341"/>
                    <a:pt x="12004" y="6742"/>
                  </a:cubicBezTo>
                  <a:lnTo>
                    <a:pt x="12004"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8515;p67">
              <a:extLst>
                <a:ext uri="{FF2B5EF4-FFF2-40B4-BE49-F238E27FC236}">
                  <a16:creationId xmlns:a16="http://schemas.microsoft.com/office/drawing/2014/main" id="{A8BA73A5-E196-8E5A-E463-C5AFFBD1AA60}"/>
                </a:ext>
              </a:extLst>
            </p:cNvPr>
            <p:cNvSpPr/>
            <p:nvPr/>
          </p:nvSpPr>
          <p:spPr>
            <a:xfrm>
              <a:off x="-48886775" y="3726625"/>
              <a:ext cx="28375" cy="37050"/>
            </a:xfrm>
            <a:custGeom>
              <a:avLst/>
              <a:gdLst/>
              <a:ahLst/>
              <a:cxnLst/>
              <a:rect l="l" t="t" r="r" b="b"/>
              <a:pathLst>
                <a:path w="1135" h="1482" extrusionOk="0">
                  <a:moveTo>
                    <a:pt x="0" y="1"/>
                  </a:moveTo>
                  <a:lnTo>
                    <a:pt x="0" y="1481"/>
                  </a:lnTo>
                  <a:lnTo>
                    <a:pt x="1134" y="757"/>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8516;p67">
              <a:extLst>
                <a:ext uri="{FF2B5EF4-FFF2-40B4-BE49-F238E27FC236}">
                  <a16:creationId xmlns:a16="http://schemas.microsoft.com/office/drawing/2014/main" id="{EAE5F14A-38CA-C2F4-D4DB-B385056A4950}"/>
                </a:ext>
              </a:extLst>
            </p:cNvPr>
            <p:cNvSpPr/>
            <p:nvPr/>
          </p:nvSpPr>
          <p:spPr>
            <a:xfrm>
              <a:off x="-48822975" y="3550975"/>
              <a:ext cx="94525" cy="44925"/>
            </a:xfrm>
            <a:custGeom>
              <a:avLst/>
              <a:gdLst/>
              <a:ahLst/>
              <a:cxnLst/>
              <a:rect l="l" t="t" r="r" b="b"/>
              <a:pathLst>
                <a:path w="3781" h="1797" extrusionOk="0">
                  <a:moveTo>
                    <a:pt x="0" y="1"/>
                  </a:moveTo>
                  <a:lnTo>
                    <a:pt x="2111" y="1797"/>
                  </a:lnTo>
                  <a:lnTo>
                    <a:pt x="3781" y="1797"/>
                  </a:lnTo>
                  <a:lnTo>
                    <a:pt x="3781" y="1072"/>
                  </a:lnTo>
                  <a:cubicBezTo>
                    <a:pt x="3781" y="474"/>
                    <a:pt x="3308" y="1"/>
                    <a:pt x="270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8517;p67">
              <a:extLst>
                <a:ext uri="{FF2B5EF4-FFF2-40B4-BE49-F238E27FC236}">
                  <a16:creationId xmlns:a16="http://schemas.microsoft.com/office/drawing/2014/main" id="{8AC9F127-CF40-9EC1-1375-91B1DE820A7D}"/>
                </a:ext>
              </a:extLst>
            </p:cNvPr>
            <p:cNvSpPr/>
            <p:nvPr/>
          </p:nvSpPr>
          <p:spPr>
            <a:xfrm>
              <a:off x="-48939550" y="3684100"/>
              <a:ext cx="122100" cy="122100"/>
            </a:xfrm>
            <a:custGeom>
              <a:avLst/>
              <a:gdLst/>
              <a:ahLst/>
              <a:cxnLst/>
              <a:rect l="l" t="t" r="r" b="b"/>
              <a:pathLst>
                <a:path w="4884" h="4884" extrusionOk="0">
                  <a:moveTo>
                    <a:pt x="1741" y="757"/>
                  </a:moveTo>
                  <a:cubicBezTo>
                    <a:pt x="1812" y="757"/>
                    <a:pt x="1885" y="777"/>
                    <a:pt x="1954" y="819"/>
                  </a:cubicBezTo>
                  <a:lnTo>
                    <a:pt x="4064" y="2237"/>
                  </a:lnTo>
                  <a:cubicBezTo>
                    <a:pt x="4253" y="2300"/>
                    <a:pt x="4253" y="2615"/>
                    <a:pt x="4064" y="2773"/>
                  </a:cubicBezTo>
                  <a:lnTo>
                    <a:pt x="1954" y="4190"/>
                  </a:lnTo>
                  <a:cubicBezTo>
                    <a:pt x="1885" y="4233"/>
                    <a:pt x="1812" y="4253"/>
                    <a:pt x="1741" y="4253"/>
                  </a:cubicBezTo>
                  <a:cubicBezTo>
                    <a:pt x="1553" y="4253"/>
                    <a:pt x="1387" y="4113"/>
                    <a:pt x="1387" y="3907"/>
                  </a:cubicBezTo>
                  <a:lnTo>
                    <a:pt x="1387" y="1103"/>
                  </a:lnTo>
                  <a:cubicBezTo>
                    <a:pt x="1387" y="897"/>
                    <a:pt x="1553" y="757"/>
                    <a:pt x="1741" y="757"/>
                  </a:cubicBezTo>
                  <a:close/>
                  <a:moveTo>
                    <a:pt x="2458" y="0"/>
                  </a:moveTo>
                  <a:cubicBezTo>
                    <a:pt x="1103" y="0"/>
                    <a:pt x="0" y="1103"/>
                    <a:pt x="0" y="2458"/>
                  </a:cubicBezTo>
                  <a:cubicBezTo>
                    <a:pt x="0" y="3781"/>
                    <a:pt x="1103" y="4884"/>
                    <a:pt x="2458" y="4884"/>
                  </a:cubicBezTo>
                  <a:cubicBezTo>
                    <a:pt x="3781" y="4884"/>
                    <a:pt x="4884" y="3781"/>
                    <a:pt x="4884" y="2458"/>
                  </a:cubicBezTo>
                  <a:cubicBezTo>
                    <a:pt x="4884" y="1103"/>
                    <a:pt x="3812" y="0"/>
                    <a:pt x="245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8518;p67">
              <a:extLst>
                <a:ext uri="{FF2B5EF4-FFF2-40B4-BE49-F238E27FC236}">
                  <a16:creationId xmlns:a16="http://schemas.microsoft.com/office/drawing/2014/main" id="{43374609-4006-0808-618D-8A00C9E18062}"/>
                </a:ext>
              </a:extLst>
            </p:cNvPr>
            <p:cNvSpPr/>
            <p:nvPr/>
          </p:nvSpPr>
          <p:spPr>
            <a:xfrm>
              <a:off x="-48801725" y="3613200"/>
              <a:ext cx="73275" cy="26825"/>
            </a:xfrm>
            <a:custGeom>
              <a:avLst/>
              <a:gdLst/>
              <a:ahLst/>
              <a:cxnLst/>
              <a:rect l="l" t="t" r="r" b="b"/>
              <a:pathLst>
                <a:path w="2931" h="1073" extrusionOk="0">
                  <a:moveTo>
                    <a:pt x="1261" y="1"/>
                  </a:moveTo>
                  <a:lnTo>
                    <a:pt x="1" y="1072"/>
                  </a:lnTo>
                  <a:lnTo>
                    <a:pt x="2931" y="1072"/>
                  </a:lnTo>
                  <a:lnTo>
                    <a:pt x="293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9" name="Google Shape;8519;p67">
            <a:extLst>
              <a:ext uri="{FF2B5EF4-FFF2-40B4-BE49-F238E27FC236}">
                <a16:creationId xmlns:a16="http://schemas.microsoft.com/office/drawing/2014/main" id="{10D935F1-2D19-A619-0E60-A27CB8194A65}"/>
              </a:ext>
            </a:extLst>
          </p:cNvPr>
          <p:cNvGrpSpPr/>
          <p:nvPr/>
        </p:nvGrpSpPr>
        <p:grpSpPr>
          <a:xfrm>
            <a:off x="6461668" y="10063968"/>
            <a:ext cx="926207" cy="916970"/>
            <a:chOff x="-49031025" y="3920175"/>
            <a:chExt cx="303350" cy="300325"/>
          </a:xfrm>
          <a:solidFill>
            <a:srgbClr val="555559"/>
          </a:solidFill>
        </p:grpSpPr>
        <p:sp>
          <p:nvSpPr>
            <p:cNvPr id="1070" name="Google Shape;8520;p67">
              <a:extLst>
                <a:ext uri="{FF2B5EF4-FFF2-40B4-BE49-F238E27FC236}">
                  <a16:creationId xmlns:a16="http://schemas.microsoft.com/office/drawing/2014/main" id="{81C02E8B-B4ED-EAE5-62D5-787CCA902339}"/>
                </a:ext>
              </a:extLst>
            </p:cNvPr>
            <p:cNvSpPr/>
            <p:nvPr/>
          </p:nvSpPr>
          <p:spPr>
            <a:xfrm>
              <a:off x="-49031025" y="4131875"/>
              <a:ext cx="109600" cy="88625"/>
            </a:xfrm>
            <a:custGeom>
              <a:avLst/>
              <a:gdLst/>
              <a:ahLst/>
              <a:cxnLst/>
              <a:rect l="l" t="t" r="r" b="b"/>
              <a:pathLst>
                <a:path w="4384" h="3545" extrusionOk="0">
                  <a:moveTo>
                    <a:pt x="472" y="1"/>
                  </a:moveTo>
                  <a:cubicBezTo>
                    <a:pt x="202" y="1"/>
                    <a:pt x="0" y="326"/>
                    <a:pt x="225" y="551"/>
                  </a:cubicBezTo>
                  <a:lnTo>
                    <a:pt x="2336" y="3387"/>
                  </a:lnTo>
                  <a:cubicBezTo>
                    <a:pt x="2399" y="3481"/>
                    <a:pt x="2494" y="3544"/>
                    <a:pt x="2620" y="3544"/>
                  </a:cubicBezTo>
                  <a:lnTo>
                    <a:pt x="4384" y="3544"/>
                  </a:lnTo>
                  <a:lnTo>
                    <a:pt x="2620" y="583"/>
                  </a:lnTo>
                  <a:lnTo>
                    <a:pt x="572" y="16"/>
                  </a:lnTo>
                  <a:cubicBezTo>
                    <a:pt x="538" y="5"/>
                    <a:pt x="505" y="1"/>
                    <a:pt x="47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8521;p67">
              <a:extLst>
                <a:ext uri="{FF2B5EF4-FFF2-40B4-BE49-F238E27FC236}">
                  <a16:creationId xmlns:a16="http://schemas.microsoft.com/office/drawing/2014/main" id="{71C560E3-F3A9-C8AB-E228-5F1E2D841FF2}"/>
                </a:ext>
              </a:extLst>
            </p:cNvPr>
            <p:cNvSpPr/>
            <p:nvPr/>
          </p:nvSpPr>
          <p:spPr>
            <a:xfrm>
              <a:off x="-48921450" y="3920175"/>
              <a:ext cx="79575" cy="130975"/>
            </a:xfrm>
            <a:custGeom>
              <a:avLst/>
              <a:gdLst/>
              <a:ahLst/>
              <a:cxnLst/>
              <a:rect l="l" t="t" r="r" b="b"/>
              <a:pathLst>
                <a:path w="3183" h="5239" extrusionOk="0">
                  <a:moveTo>
                    <a:pt x="302" y="1"/>
                  </a:moveTo>
                  <a:cubicBezTo>
                    <a:pt x="275" y="1"/>
                    <a:pt x="248" y="3"/>
                    <a:pt x="221" y="9"/>
                  </a:cubicBezTo>
                  <a:cubicBezTo>
                    <a:pt x="64" y="40"/>
                    <a:pt x="1" y="198"/>
                    <a:pt x="1" y="355"/>
                  </a:cubicBezTo>
                  <a:lnTo>
                    <a:pt x="64" y="1269"/>
                  </a:lnTo>
                  <a:lnTo>
                    <a:pt x="2584" y="5239"/>
                  </a:lnTo>
                  <a:lnTo>
                    <a:pt x="3183" y="4199"/>
                  </a:lnTo>
                  <a:lnTo>
                    <a:pt x="631" y="166"/>
                  </a:lnTo>
                  <a:cubicBezTo>
                    <a:pt x="553" y="62"/>
                    <a:pt x="431" y="1"/>
                    <a:pt x="30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8522;p67">
              <a:extLst>
                <a:ext uri="{FF2B5EF4-FFF2-40B4-BE49-F238E27FC236}">
                  <a16:creationId xmlns:a16="http://schemas.microsoft.com/office/drawing/2014/main" id="{A1843483-9D90-5FA9-D89B-FBC09D4A82E5}"/>
                </a:ext>
              </a:extLst>
            </p:cNvPr>
            <p:cNvSpPr/>
            <p:nvPr/>
          </p:nvSpPr>
          <p:spPr>
            <a:xfrm>
              <a:off x="-48842675" y="4008100"/>
              <a:ext cx="115000" cy="53300"/>
            </a:xfrm>
            <a:custGeom>
              <a:avLst/>
              <a:gdLst/>
              <a:ahLst/>
              <a:cxnLst/>
              <a:rect l="l" t="t" r="r" b="b"/>
              <a:pathLst>
                <a:path w="4600" h="2132" extrusionOk="0">
                  <a:moveTo>
                    <a:pt x="1359" y="0"/>
                  </a:moveTo>
                  <a:cubicBezTo>
                    <a:pt x="1245" y="0"/>
                    <a:pt x="1132" y="57"/>
                    <a:pt x="1072" y="178"/>
                  </a:cubicBezTo>
                  <a:lnTo>
                    <a:pt x="0" y="2131"/>
                  </a:lnTo>
                  <a:lnTo>
                    <a:pt x="4191" y="2131"/>
                  </a:lnTo>
                  <a:cubicBezTo>
                    <a:pt x="4317" y="2131"/>
                    <a:pt x="4506" y="2005"/>
                    <a:pt x="4537" y="1848"/>
                  </a:cubicBezTo>
                  <a:cubicBezTo>
                    <a:pt x="4600" y="1690"/>
                    <a:pt x="4537" y="1533"/>
                    <a:pt x="4380" y="1469"/>
                  </a:cubicBezTo>
                  <a:lnTo>
                    <a:pt x="1544" y="52"/>
                  </a:lnTo>
                  <a:cubicBezTo>
                    <a:pt x="1488" y="18"/>
                    <a:pt x="1423" y="0"/>
                    <a:pt x="135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8523;p67">
              <a:extLst>
                <a:ext uri="{FF2B5EF4-FFF2-40B4-BE49-F238E27FC236}">
                  <a16:creationId xmlns:a16="http://schemas.microsoft.com/office/drawing/2014/main" id="{992EA28C-B01E-5DAD-90C2-66EEB139AB5E}"/>
                </a:ext>
              </a:extLst>
            </p:cNvPr>
            <p:cNvSpPr/>
            <p:nvPr/>
          </p:nvSpPr>
          <p:spPr>
            <a:xfrm>
              <a:off x="-48838750" y="4078700"/>
              <a:ext cx="51225" cy="66975"/>
            </a:xfrm>
            <a:custGeom>
              <a:avLst/>
              <a:gdLst/>
              <a:ahLst/>
              <a:cxnLst/>
              <a:rect l="l" t="t" r="r" b="b"/>
              <a:pathLst>
                <a:path w="2049" h="2679" extrusionOk="0">
                  <a:moveTo>
                    <a:pt x="1" y="0"/>
                  </a:moveTo>
                  <a:lnTo>
                    <a:pt x="1734" y="2678"/>
                  </a:lnTo>
                  <a:lnTo>
                    <a:pt x="2049"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8524;p67">
              <a:extLst>
                <a:ext uri="{FF2B5EF4-FFF2-40B4-BE49-F238E27FC236}">
                  <a16:creationId xmlns:a16="http://schemas.microsoft.com/office/drawing/2014/main" id="{2FBD4350-9EAD-3FDB-2EB0-609D138F34DE}"/>
                </a:ext>
              </a:extLst>
            </p:cNvPr>
            <p:cNvSpPr/>
            <p:nvPr/>
          </p:nvSpPr>
          <p:spPr>
            <a:xfrm>
              <a:off x="-48975000" y="3920575"/>
              <a:ext cx="173300" cy="248725"/>
            </a:xfrm>
            <a:custGeom>
              <a:avLst/>
              <a:gdLst/>
              <a:ahLst/>
              <a:cxnLst/>
              <a:rect l="l" t="t" r="r" b="b"/>
              <a:pathLst>
                <a:path w="6932" h="9949" extrusionOk="0">
                  <a:moveTo>
                    <a:pt x="374" y="0"/>
                  </a:moveTo>
                  <a:cubicBezTo>
                    <a:pt x="334" y="0"/>
                    <a:pt x="293" y="8"/>
                    <a:pt x="253" y="24"/>
                  </a:cubicBezTo>
                  <a:cubicBezTo>
                    <a:pt x="95" y="87"/>
                    <a:pt x="1" y="245"/>
                    <a:pt x="1" y="402"/>
                  </a:cubicBezTo>
                  <a:lnTo>
                    <a:pt x="694" y="7585"/>
                  </a:lnTo>
                  <a:lnTo>
                    <a:pt x="6932" y="9948"/>
                  </a:lnTo>
                  <a:lnTo>
                    <a:pt x="694" y="182"/>
                  </a:lnTo>
                  <a:cubicBezTo>
                    <a:pt x="600" y="65"/>
                    <a:pt x="489" y="0"/>
                    <a:pt x="37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8525;p67">
              <a:extLst>
                <a:ext uri="{FF2B5EF4-FFF2-40B4-BE49-F238E27FC236}">
                  <a16:creationId xmlns:a16="http://schemas.microsoft.com/office/drawing/2014/main" id="{334115AE-4E39-8F8C-C449-36BCF0A7D488}"/>
                </a:ext>
              </a:extLst>
            </p:cNvPr>
            <p:cNvSpPr/>
            <p:nvPr/>
          </p:nvSpPr>
          <p:spPr>
            <a:xfrm>
              <a:off x="-48955300" y="4129900"/>
              <a:ext cx="151250" cy="89800"/>
            </a:xfrm>
            <a:custGeom>
              <a:avLst/>
              <a:gdLst/>
              <a:ahLst/>
              <a:cxnLst/>
              <a:rect l="l" t="t" r="r" b="b"/>
              <a:pathLst>
                <a:path w="6050" h="3592" extrusionOk="0">
                  <a:moveTo>
                    <a:pt x="0" y="0"/>
                  </a:moveTo>
                  <a:lnTo>
                    <a:pt x="2174" y="3592"/>
                  </a:lnTo>
                  <a:lnTo>
                    <a:pt x="5167" y="3592"/>
                  </a:lnTo>
                  <a:cubicBezTo>
                    <a:pt x="5293" y="3592"/>
                    <a:pt x="5419" y="3529"/>
                    <a:pt x="5482" y="3403"/>
                  </a:cubicBezTo>
                  <a:lnTo>
                    <a:pt x="6049" y="2268"/>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0" name="Google Shape;8526;p67">
            <a:extLst>
              <a:ext uri="{FF2B5EF4-FFF2-40B4-BE49-F238E27FC236}">
                <a16:creationId xmlns:a16="http://schemas.microsoft.com/office/drawing/2014/main" id="{A91DA4CA-6550-93BD-A65C-B436E7499B3C}"/>
              </a:ext>
            </a:extLst>
          </p:cNvPr>
          <p:cNvGrpSpPr/>
          <p:nvPr/>
        </p:nvGrpSpPr>
        <p:grpSpPr>
          <a:xfrm>
            <a:off x="12166138" y="7866610"/>
            <a:ext cx="918649" cy="913919"/>
            <a:chOff x="-47155575" y="3200500"/>
            <a:chExt cx="300875" cy="299325"/>
          </a:xfrm>
          <a:solidFill>
            <a:srgbClr val="555559"/>
          </a:solidFill>
        </p:grpSpPr>
        <p:sp>
          <p:nvSpPr>
            <p:cNvPr id="1064" name="Google Shape;8527;p67">
              <a:extLst>
                <a:ext uri="{FF2B5EF4-FFF2-40B4-BE49-F238E27FC236}">
                  <a16:creationId xmlns:a16="http://schemas.microsoft.com/office/drawing/2014/main" id="{01388804-DC8F-0081-6643-F44764ECF7AA}"/>
                </a:ext>
              </a:extLst>
            </p:cNvPr>
            <p:cNvSpPr/>
            <p:nvPr/>
          </p:nvSpPr>
          <p:spPr>
            <a:xfrm>
              <a:off x="-46943725" y="3206000"/>
              <a:ext cx="47300" cy="48075"/>
            </a:xfrm>
            <a:custGeom>
              <a:avLst/>
              <a:gdLst/>
              <a:ahLst/>
              <a:cxnLst/>
              <a:rect l="l" t="t" r="r" b="b"/>
              <a:pathLst>
                <a:path w="1892" h="1923" extrusionOk="0">
                  <a:moveTo>
                    <a:pt x="1" y="1"/>
                  </a:moveTo>
                  <a:lnTo>
                    <a:pt x="1" y="1923"/>
                  </a:lnTo>
                  <a:lnTo>
                    <a:pt x="1891" y="1923"/>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8528;p67">
              <a:extLst>
                <a:ext uri="{FF2B5EF4-FFF2-40B4-BE49-F238E27FC236}">
                  <a16:creationId xmlns:a16="http://schemas.microsoft.com/office/drawing/2014/main" id="{0E54FAFC-E18F-874F-D3A7-E5D0A779E12C}"/>
                </a:ext>
              </a:extLst>
            </p:cNvPr>
            <p:cNvSpPr/>
            <p:nvPr/>
          </p:nvSpPr>
          <p:spPr>
            <a:xfrm>
              <a:off x="-47118575" y="3200500"/>
              <a:ext cx="228450" cy="89025"/>
            </a:xfrm>
            <a:custGeom>
              <a:avLst/>
              <a:gdLst/>
              <a:ahLst/>
              <a:cxnLst/>
              <a:rect l="l" t="t" r="r" b="b"/>
              <a:pathLst>
                <a:path w="9138" h="3561" extrusionOk="0">
                  <a:moveTo>
                    <a:pt x="347" y="0"/>
                  </a:moveTo>
                  <a:cubicBezTo>
                    <a:pt x="158" y="0"/>
                    <a:pt x="1" y="158"/>
                    <a:pt x="1" y="378"/>
                  </a:cubicBezTo>
                  <a:lnTo>
                    <a:pt x="1" y="2143"/>
                  </a:lnTo>
                  <a:lnTo>
                    <a:pt x="2017" y="2143"/>
                  </a:lnTo>
                  <a:cubicBezTo>
                    <a:pt x="2679" y="2143"/>
                    <a:pt x="3246" y="2489"/>
                    <a:pt x="3561" y="3119"/>
                  </a:cubicBezTo>
                  <a:lnTo>
                    <a:pt x="3813" y="3560"/>
                  </a:lnTo>
                  <a:lnTo>
                    <a:pt x="9137" y="3560"/>
                  </a:lnTo>
                  <a:lnTo>
                    <a:pt x="9137" y="2836"/>
                  </a:lnTo>
                  <a:lnTo>
                    <a:pt x="6680" y="2836"/>
                  </a:lnTo>
                  <a:cubicBezTo>
                    <a:pt x="6491" y="2836"/>
                    <a:pt x="6333" y="2678"/>
                    <a:pt x="6333" y="2489"/>
                  </a:cubicBezTo>
                  <a:lnTo>
                    <a:pt x="6333"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8529;p67">
              <a:extLst>
                <a:ext uri="{FF2B5EF4-FFF2-40B4-BE49-F238E27FC236}">
                  <a16:creationId xmlns:a16="http://schemas.microsoft.com/office/drawing/2014/main" id="{B44408C1-0392-A5E1-1148-95F1A0731575}"/>
                </a:ext>
              </a:extLst>
            </p:cNvPr>
            <p:cNvSpPr/>
            <p:nvPr/>
          </p:nvSpPr>
          <p:spPr>
            <a:xfrm>
              <a:off x="-47013825" y="3395050"/>
              <a:ext cx="15775" cy="15775"/>
            </a:xfrm>
            <a:custGeom>
              <a:avLst/>
              <a:gdLst/>
              <a:ahLst/>
              <a:cxnLst/>
              <a:rect l="l" t="t" r="r" b="b"/>
              <a:pathLst>
                <a:path w="631" h="631" extrusionOk="0">
                  <a:moveTo>
                    <a:pt x="1" y="0"/>
                  </a:moveTo>
                  <a:lnTo>
                    <a:pt x="1" y="630"/>
                  </a:lnTo>
                  <a:cubicBezTo>
                    <a:pt x="284" y="504"/>
                    <a:pt x="536" y="252"/>
                    <a:pt x="63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8530;p67">
              <a:extLst>
                <a:ext uri="{FF2B5EF4-FFF2-40B4-BE49-F238E27FC236}">
                  <a16:creationId xmlns:a16="http://schemas.microsoft.com/office/drawing/2014/main" id="{E81EE0E7-B1B5-ED02-6DC4-1FA220BA76C2}"/>
                </a:ext>
              </a:extLst>
            </p:cNvPr>
            <p:cNvSpPr/>
            <p:nvPr/>
          </p:nvSpPr>
          <p:spPr>
            <a:xfrm>
              <a:off x="-47049250" y="3359600"/>
              <a:ext cx="51200" cy="51225"/>
            </a:xfrm>
            <a:custGeom>
              <a:avLst/>
              <a:gdLst/>
              <a:ahLst/>
              <a:cxnLst/>
              <a:rect l="l" t="t" r="r" b="b"/>
              <a:pathLst>
                <a:path w="2048" h="2049" extrusionOk="0">
                  <a:moveTo>
                    <a:pt x="1071" y="0"/>
                  </a:moveTo>
                  <a:cubicBezTo>
                    <a:pt x="473" y="0"/>
                    <a:pt x="0" y="473"/>
                    <a:pt x="0" y="1040"/>
                  </a:cubicBezTo>
                  <a:cubicBezTo>
                    <a:pt x="0" y="1513"/>
                    <a:pt x="284" y="1891"/>
                    <a:pt x="725" y="2048"/>
                  </a:cubicBezTo>
                  <a:lnTo>
                    <a:pt x="725" y="1040"/>
                  </a:lnTo>
                  <a:cubicBezTo>
                    <a:pt x="725" y="851"/>
                    <a:pt x="882" y="693"/>
                    <a:pt x="1071" y="693"/>
                  </a:cubicBezTo>
                  <a:lnTo>
                    <a:pt x="2048" y="693"/>
                  </a:lnTo>
                  <a:cubicBezTo>
                    <a:pt x="1890" y="252"/>
                    <a:pt x="1512" y="0"/>
                    <a:pt x="107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8531;p67">
              <a:extLst>
                <a:ext uri="{FF2B5EF4-FFF2-40B4-BE49-F238E27FC236}">
                  <a16:creationId xmlns:a16="http://schemas.microsoft.com/office/drawing/2014/main" id="{D33E94D0-0B2D-8A61-42A9-B5C5944AF04D}"/>
                </a:ext>
              </a:extLst>
            </p:cNvPr>
            <p:cNvSpPr/>
            <p:nvPr/>
          </p:nvSpPr>
          <p:spPr>
            <a:xfrm>
              <a:off x="-47013025" y="3393475"/>
              <a:ext cx="52800" cy="53575"/>
            </a:xfrm>
            <a:custGeom>
              <a:avLst/>
              <a:gdLst/>
              <a:ahLst/>
              <a:cxnLst/>
              <a:rect l="l" t="t" r="r" b="b"/>
              <a:pathLst>
                <a:path w="2112" h="2143" extrusionOk="0">
                  <a:moveTo>
                    <a:pt x="1355" y="0"/>
                  </a:moveTo>
                  <a:cubicBezTo>
                    <a:pt x="1198" y="725"/>
                    <a:pt x="662" y="1260"/>
                    <a:pt x="0" y="1386"/>
                  </a:cubicBezTo>
                  <a:lnTo>
                    <a:pt x="0" y="2142"/>
                  </a:lnTo>
                  <a:lnTo>
                    <a:pt x="2111" y="2142"/>
                  </a:lnTo>
                  <a:lnTo>
                    <a:pt x="211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8532;p67">
              <a:extLst>
                <a:ext uri="{FF2B5EF4-FFF2-40B4-BE49-F238E27FC236}">
                  <a16:creationId xmlns:a16="http://schemas.microsoft.com/office/drawing/2014/main" id="{05400249-610F-50C1-D42F-F7642CD6C19E}"/>
                </a:ext>
              </a:extLst>
            </p:cNvPr>
            <p:cNvSpPr/>
            <p:nvPr/>
          </p:nvSpPr>
          <p:spPr>
            <a:xfrm>
              <a:off x="-47155575" y="3270600"/>
              <a:ext cx="300875" cy="229225"/>
            </a:xfrm>
            <a:custGeom>
              <a:avLst/>
              <a:gdLst/>
              <a:ahLst/>
              <a:cxnLst/>
              <a:rect l="l" t="t" r="r" b="b"/>
              <a:pathLst>
                <a:path w="12035" h="9169" extrusionOk="0">
                  <a:moveTo>
                    <a:pt x="5324" y="2804"/>
                  </a:moveTo>
                  <a:cubicBezTo>
                    <a:pt x="6206" y="2804"/>
                    <a:pt x="6900" y="3403"/>
                    <a:pt x="7057" y="4222"/>
                  </a:cubicBezTo>
                  <a:lnTo>
                    <a:pt x="8160" y="4222"/>
                  </a:lnTo>
                  <a:cubicBezTo>
                    <a:pt x="8349" y="4222"/>
                    <a:pt x="8506" y="4379"/>
                    <a:pt x="8506" y="4568"/>
                  </a:cubicBezTo>
                  <a:lnTo>
                    <a:pt x="8506" y="7404"/>
                  </a:lnTo>
                  <a:lnTo>
                    <a:pt x="8475" y="7404"/>
                  </a:lnTo>
                  <a:cubicBezTo>
                    <a:pt x="8475" y="7593"/>
                    <a:pt x="8317" y="7750"/>
                    <a:pt x="8128" y="7750"/>
                  </a:cubicBezTo>
                  <a:lnTo>
                    <a:pt x="5324" y="7750"/>
                  </a:lnTo>
                  <a:cubicBezTo>
                    <a:pt x="5135" y="7750"/>
                    <a:pt x="4978" y="7593"/>
                    <a:pt x="4978" y="7404"/>
                  </a:cubicBezTo>
                  <a:lnTo>
                    <a:pt x="4978" y="6301"/>
                  </a:lnTo>
                  <a:cubicBezTo>
                    <a:pt x="4190" y="6144"/>
                    <a:pt x="3560" y="5451"/>
                    <a:pt x="3560" y="4568"/>
                  </a:cubicBezTo>
                  <a:cubicBezTo>
                    <a:pt x="3560" y="3592"/>
                    <a:pt x="4348" y="2804"/>
                    <a:pt x="5324" y="2804"/>
                  </a:cubicBezTo>
                  <a:close/>
                  <a:moveTo>
                    <a:pt x="1071" y="0"/>
                  </a:moveTo>
                  <a:cubicBezTo>
                    <a:pt x="473" y="0"/>
                    <a:pt x="0" y="473"/>
                    <a:pt x="0" y="1071"/>
                  </a:cubicBezTo>
                  <a:lnTo>
                    <a:pt x="0" y="8097"/>
                  </a:lnTo>
                  <a:cubicBezTo>
                    <a:pt x="0" y="8696"/>
                    <a:pt x="473" y="9168"/>
                    <a:pt x="1071" y="9168"/>
                  </a:cubicBezTo>
                  <a:lnTo>
                    <a:pt x="10964" y="9168"/>
                  </a:lnTo>
                  <a:cubicBezTo>
                    <a:pt x="11562" y="9168"/>
                    <a:pt x="12035" y="8696"/>
                    <a:pt x="12035" y="8097"/>
                  </a:cubicBezTo>
                  <a:lnTo>
                    <a:pt x="12035" y="2489"/>
                  </a:lnTo>
                  <a:cubicBezTo>
                    <a:pt x="12035" y="1891"/>
                    <a:pt x="11562" y="1418"/>
                    <a:pt x="10964" y="1418"/>
                  </a:cubicBezTo>
                  <a:lnTo>
                    <a:pt x="4820" y="1418"/>
                  </a:lnTo>
                  <a:lnTo>
                    <a:pt x="4411" y="599"/>
                  </a:lnTo>
                  <a:cubicBezTo>
                    <a:pt x="4222" y="252"/>
                    <a:pt x="3875" y="0"/>
                    <a:pt x="346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1" name="Google Shape;8533;p67">
            <a:extLst>
              <a:ext uri="{FF2B5EF4-FFF2-40B4-BE49-F238E27FC236}">
                <a16:creationId xmlns:a16="http://schemas.microsoft.com/office/drawing/2014/main" id="{DF9580A7-0112-ED57-1D45-612C2B86BDD9}"/>
              </a:ext>
            </a:extLst>
          </p:cNvPr>
          <p:cNvGrpSpPr/>
          <p:nvPr/>
        </p:nvGrpSpPr>
        <p:grpSpPr>
          <a:xfrm>
            <a:off x="12167323" y="8992043"/>
            <a:ext cx="916286" cy="916286"/>
            <a:chOff x="-47154800" y="3569100"/>
            <a:chExt cx="300100" cy="300100"/>
          </a:xfrm>
          <a:solidFill>
            <a:srgbClr val="555559"/>
          </a:solidFill>
        </p:grpSpPr>
        <p:sp>
          <p:nvSpPr>
            <p:cNvPr id="1058" name="Google Shape;8534;p67">
              <a:extLst>
                <a:ext uri="{FF2B5EF4-FFF2-40B4-BE49-F238E27FC236}">
                  <a16:creationId xmlns:a16="http://schemas.microsoft.com/office/drawing/2014/main" id="{EAFE6FE4-45A2-BEA1-00C9-5B0DF9030641}"/>
                </a:ext>
              </a:extLst>
            </p:cNvPr>
            <p:cNvSpPr/>
            <p:nvPr/>
          </p:nvSpPr>
          <p:spPr>
            <a:xfrm>
              <a:off x="-46994900" y="3728200"/>
              <a:ext cx="140200" cy="141000"/>
            </a:xfrm>
            <a:custGeom>
              <a:avLst/>
              <a:gdLst/>
              <a:ahLst/>
              <a:cxnLst/>
              <a:rect l="l" t="t" r="r" b="b"/>
              <a:pathLst>
                <a:path w="5608" h="5640" extrusionOk="0">
                  <a:moveTo>
                    <a:pt x="2772" y="1733"/>
                  </a:moveTo>
                  <a:cubicBezTo>
                    <a:pt x="2961" y="1733"/>
                    <a:pt x="3119" y="1891"/>
                    <a:pt x="3119" y="2111"/>
                  </a:cubicBezTo>
                  <a:lnTo>
                    <a:pt x="3119" y="2458"/>
                  </a:lnTo>
                  <a:lnTo>
                    <a:pt x="3466" y="2458"/>
                  </a:lnTo>
                  <a:cubicBezTo>
                    <a:pt x="3655" y="2458"/>
                    <a:pt x="3812" y="2615"/>
                    <a:pt x="3812" y="2804"/>
                  </a:cubicBezTo>
                  <a:cubicBezTo>
                    <a:pt x="3812" y="2994"/>
                    <a:pt x="3655" y="3151"/>
                    <a:pt x="3466" y="3151"/>
                  </a:cubicBezTo>
                  <a:lnTo>
                    <a:pt x="2772" y="3151"/>
                  </a:lnTo>
                  <a:cubicBezTo>
                    <a:pt x="2552" y="3151"/>
                    <a:pt x="2426" y="2994"/>
                    <a:pt x="2426" y="2804"/>
                  </a:cubicBezTo>
                  <a:lnTo>
                    <a:pt x="2426" y="2111"/>
                  </a:lnTo>
                  <a:cubicBezTo>
                    <a:pt x="2426" y="1891"/>
                    <a:pt x="2552" y="1733"/>
                    <a:pt x="2772" y="1733"/>
                  </a:cubicBezTo>
                  <a:close/>
                  <a:moveTo>
                    <a:pt x="2457" y="1"/>
                  </a:moveTo>
                  <a:cubicBezTo>
                    <a:pt x="1197" y="158"/>
                    <a:pt x="221" y="1166"/>
                    <a:pt x="0" y="2458"/>
                  </a:cubicBezTo>
                  <a:lnTo>
                    <a:pt x="693" y="2458"/>
                  </a:lnTo>
                  <a:cubicBezTo>
                    <a:pt x="882" y="2458"/>
                    <a:pt x="1040" y="2615"/>
                    <a:pt x="1040" y="2804"/>
                  </a:cubicBezTo>
                  <a:cubicBezTo>
                    <a:pt x="1040" y="2994"/>
                    <a:pt x="882" y="3151"/>
                    <a:pt x="693" y="3151"/>
                  </a:cubicBezTo>
                  <a:lnTo>
                    <a:pt x="0" y="3151"/>
                  </a:lnTo>
                  <a:cubicBezTo>
                    <a:pt x="158" y="4411"/>
                    <a:pt x="1166" y="5451"/>
                    <a:pt x="2457" y="5608"/>
                  </a:cubicBezTo>
                  <a:lnTo>
                    <a:pt x="2457" y="4947"/>
                  </a:lnTo>
                  <a:cubicBezTo>
                    <a:pt x="2457" y="4726"/>
                    <a:pt x="2615" y="4569"/>
                    <a:pt x="2804" y="4569"/>
                  </a:cubicBezTo>
                  <a:cubicBezTo>
                    <a:pt x="2993" y="4569"/>
                    <a:pt x="3151" y="4726"/>
                    <a:pt x="3151" y="4947"/>
                  </a:cubicBezTo>
                  <a:lnTo>
                    <a:pt x="3151" y="5640"/>
                  </a:lnTo>
                  <a:cubicBezTo>
                    <a:pt x="4411" y="5482"/>
                    <a:pt x="5450" y="4474"/>
                    <a:pt x="5608" y="3214"/>
                  </a:cubicBezTo>
                  <a:lnTo>
                    <a:pt x="4883" y="3214"/>
                  </a:lnTo>
                  <a:cubicBezTo>
                    <a:pt x="4694" y="3151"/>
                    <a:pt x="4537" y="2994"/>
                    <a:pt x="4537" y="2804"/>
                  </a:cubicBezTo>
                  <a:cubicBezTo>
                    <a:pt x="4537" y="2615"/>
                    <a:pt x="4694" y="2458"/>
                    <a:pt x="4883" y="2458"/>
                  </a:cubicBezTo>
                  <a:lnTo>
                    <a:pt x="5608" y="2458"/>
                  </a:lnTo>
                  <a:cubicBezTo>
                    <a:pt x="5450" y="1198"/>
                    <a:pt x="4411" y="221"/>
                    <a:pt x="3151" y="1"/>
                  </a:cubicBezTo>
                  <a:lnTo>
                    <a:pt x="3151" y="694"/>
                  </a:lnTo>
                  <a:cubicBezTo>
                    <a:pt x="3151" y="883"/>
                    <a:pt x="2993" y="1040"/>
                    <a:pt x="2804" y="1040"/>
                  </a:cubicBezTo>
                  <a:cubicBezTo>
                    <a:pt x="2615" y="1040"/>
                    <a:pt x="2457" y="883"/>
                    <a:pt x="2457" y="694"/>
                  </a:cubicBezTo>
                  <a:lnTo>
                    <a:pt x="2457"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8535;p67">
              <a:extLst>
                <a:ext uri="{FF2B5EF4-FFF2-40B4-BE49-F238E27FC236}">
                  <a16:creationId xmlns:a16="http://schemas.microsoft.com/office/drawing/2014/main" id="{D62BF715-2F1D-650C-E8A4-5A64871B3086}"/>
                </a:ext>
              </a:extLst>
            </p:cNvPr>
            <p:cNvSpPr/>
            <p:nvPr/>
          </p:nvSpPr>
          <p:spPr>
            <a:xfrm>
              <a:off x="-46978375" y="3574625"/>
              <a:ext cx="47275" cy="47275"/>
            </a:xfrm>
            <a:custGeom>
              <a:avLst/>
              <a:gdLst/>
              <a:ahLst/>
              <a:cxnLst/>
              <a:rect l="l" t="t" r="r" b="b"/>
              <a:pathLst>
                <a:path w="1891" h="1891" extrusionOk="0">
                  <a:moveTo>
                    <a:pt x="1" y="0"/>
                  </a:moveTo>
                  <a:lnTo>
                    <a:pt x="1" y="1890"/>
                  </a:lnTo>
                  <a:lnTo>
                    <a:pt x="1891" y="1890"/>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8536;p67">
              <a:extLst>
                <a:ext uri="{FF2B5EF4-FFF2-40B4-BE49-F238E27FC236}">
                  <a16:creationId xmlns:a16="http://schemas.microsoft.com/office/drawing/2014/main" id="{75CF3280-427D-EE06-64B4-382049B6F33B}"/>
                </a:ext>
              </a:extLst>
            </p:cNvPr>
            <p:cNvSpPr/>
            <p:nvPr/>
          </p:nvSpPr>
          <p:spPr>
            <a:xfrm>
              <a:off x="-47075250" y="3665200"/>
              <a:ext cx="15775" cy="15775"/>
            </a:xfrm>
            <a:custGeom>
              <a:avLst/>
              <a:gdLst/>
              <a:ahLst/>
              <a:cxnLst/>
              <a:rect l="l" t="t" r="r" b="b"/>
              <a:pathLst>
                <a:path w="631" h="631" extrusionOk="0">
                  <a:moveTo>
                    <a:pt x="1" y="0"/>
                  </a:moveTo>
                  <a:lnTo>
                    <a:pt x="1" y="630"/>
                  </a:lnTo>
                  <a:cubicBezTo>
                    <a:pt x="316" y="536"/>
                    <a:pt x="505" y="284"/>
                    <a:pt x="63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8537;p67">
              <a:extLst>
                <a:ext uri="{FF2B5EF4-FFF2-40B4-BE49-F238E27FC236}">
                  <a16:creationId xmlns:a16="http://schemas.microsoft.com/office/drawing/2014/main" id="{0FBCD6BF-91A9-0E53-D0CB-DBA4DEA42197}"/>
                </a:ext>
              </a:extLst>
            </p:cNvPr>
            <p:cNvSpPr/>
            <p:nvPr/>
          </p:nvSpPr>
          <p:spPr>
            <a:xfrm>
              <a:off x="-47110700" y="3631325"/>
              <a:ext cx="51225" cy="51225"/>
            </a:xfrm>
            <a:custGeom>
              <a:avLst/>
              <a:gdLst/>
              <a:ahLst/>
              <a:cxnLst/>
              <a:rect l="l" t="t" r="r" b="b"/>
              <a:pathLst>
                <a:path w="2049" h="2049" extrusionOk="0">
                  <a:moveTo>
                    <a:pt x="1040" y="0"/>
                  </a:moveTo>
                  <a:cubicBezTo>
                    <a:pt x="473" y="0"/>
                    <a:pt x="1" y="473"/>
                    <a:pt x="1" y="1040"/>
                  </a:cubicBezTo>
                  <a:cubicBezTo>
                    <a:pt x="1" y="1481"/>
                    <a:pt x="253" y="1859"/>
                    <a:pt x="694" y="2048"/>
                  </a:cubicBezTo>
                  <a:lnTo>
                    <a:pt x="694" y="1040"/>
                  </a:lnTo>
                  <a:cubicBezTo>
                    <a:pt x="694" y="851"/>
                    <a:pt x="851" y="694"/>
                    <a:pt x="1040" y="694"/>
                  </a:cubicBezTo>
                  <a:lnTo>
                    <a:pt x="2049" y="694"/>
                  </a:lnTo>
                  <a:cubicBezTo>
                    <a:pt x="1891" y="316"/>
                    <a:pt x="1482" y="0"/>
                    <a:pt x="104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8538;p67">
              <a:extLst>
                <a:ext uri="{FF2B5EF4-FFF2-40B4-BE49-F238E27FC236}">
                  <a16:creationId xmlns:a16="http://schemas.microsoft.com/office/drawing/2014/main" id="{22939316-4273-75E8-D2CD-7F52A8B2ABE4}"/>
                </a:ext>
              </a:extLst>
            </p:cNvPr>
            <p:cNvSpPr/>
            <p:nvPr/>
          </p:nvSpPr>
          <p:spPr>
            <a:xfrm>
              <a:off x="-47075250" y="3665200"/>
              <a:ext cx="53575" cy="54350"/>
            </a:xfrm>
            <a:custGeom>
              <a:avLst/>
              <a:gdLst/>
              <a:ahLst/>
              <a:cxnLst/>
              <a:rect l="l" t="t" r="r" b="b"/>
              <a:pathLst>
                <a:path w="2143" h="2174" extrusionOk="0">
                  <a:moveTo>
                    <a:pt x="1355" y="0"/>
                  </a:moveTo>
                  <a:cubicBezTo>
                    <a:pt x="1229" y="693"/>
                    <a:pt x="694" y="1229"/>
                    <a:pt x="1" y="1386"/>
                  </a:cubicBezTo>
                  <a:lnTo>
                    <a:pt x="1" y="2174"/>
                  </a:lnTo>
                  <a:lnTo>
                    <a:pt x="2143" y="2174"/>
                  </a:lnTo>
                  <a:lnTo>
                    <a:pt x="2143"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8539;p67">
              <a:extLst>
                <a:ext uri="{FF2B5EF4-FFF2-40B4-BE49-F238E27FC236}">
                  <a16:creationId xmlns:a16="http://schemas.microsoft.com/office/drawing/2014/main" id="{CDA01F9C-1E41-C71E-4403-EC02583C5C3F}"/>
                </a:ext>
              </a:extLst>
            </p:cNvPr>
            <p:cNvSpPr/>
            <p:nvPr/>
          </p:nvSpPr>
          <p:spPr>
            <a:xfrm>
              <a:off x="-47154800" y="3569100"/>
              <a:ext cx="229225" cy="300100"/>
            </a:xfrm>
            <a:custGeom>
              <a:avLst/>
              <a:gdLst/>
              <a:ahLst/>
              <a:cxnLst/>
              <a:rect l="l" t="t" r="r" b="b"/>
              <a:pathLst>
                <a:path w="9169" h="12004" extrusionOk="0">
                  <a:moveTo>
                    <a:pt x="2804" y="1765"/>
                  </a:moveTo>
                  <a:cubicBezTo>
                    <a:pt x="3687" y="1765"/>
                    <a:pt x="4380" y="2363"/>
                    <a:pt x="4537" y="3183"/>
                  </a:cubicBezTo>
                  <a:lnTo>
                    <a:pt x="5703" y="3183"/>
                  </a:lnTo>
                  <a:cubicBezTo>
                    <a:pt x="5892" y="3183"/>
                    <a:pt x="6049" y="3340"/>
                    <a:pt x="6049" y="3529"/>
                  </a:cubicBezTo>
                  <a:lnTo>
                    <a:pt x="6049" y="6428"/>
                  </a:lnTo>
                  <a:cubicBezTo>
                    <a:pt x="6049" y="6617"/>
                    <a:pt x="5892" y="6774"/>
                    <a:pt x="5703" y="6774"/>
                  </a:cubicBezTo>
                  <a:lnTo>
                    <a:pt x="2804" y="6774"/>
                  </a:lnTo>
                  <a:cubicBezTo>
                    <a:pt x="2615" y="6774"/>
                    <a:pt x="2458" y="6617"/>
                    <a:pt x="2458" y="6428"/>
                  </a:cubicBezTo>
                  <a:lnTo>
                    <a:pt x="2458" y="5262"/>
                  </a:lnTo>
                  <a:cubicBezTo>
                    <a:pt x="1670" y="5104"/>
                    <a:pt x="1040" y="4411"/>
                    <a:pt x="1040" y="3529"/>
                  </a:cubicBezTo>
                  <a:cubicBezTo>
                    <a:pt x="1040" y="2552"/>
                    <a:pt x="1828" y="1765"/>
                    <a:pt x="2804" y="1765"/>
                  </a:cubicBezTo>
                  <a:close/>
                  <a:moveTo>
                    <a:pt x="4191" y="8160"/>
                  </a:moveTo>
                  <a:cubicBezTo>
                    <a:pt x="4380" y="8160"/>
                    <a:pt x="4537" y="8318"/>
                    <a:pt x="4537" y="8507"/>
                  </a:cubicBezTo>
                  <a:cubicBezTo>
                    <a:pt x="4537" y="8696"/>
                    <a:pt x="4380" y="8853"/>
                    <a:pt x="4191" y="8853"/>
                  </a:cubicBezTo>
                  <a:lnTo>
                    <a:pt x="1387" y="8853"/>
                  </a:lnTo>
                  <a:cubicBezTo>
                    <a:pt x="1198" y="8853"/>
                    <a:pt x="1040" y="8696"/>
                    <a:pt x="1040" y="8507"/>
                  </a:cubicBezTo>
                  <a:cubicBezTo>
                    <a:pt x="1040" y="8318"/>
                    <a:pt x="1198" y="8160"/>
                    <a:pt x="1387" y="8160"/>
                  </a:cubicBezTo>
                  <a:close/>
                  <a:moveTo>
                    <a:pt x="4191" y="9515"/>
                  </a:moveTo>
                  <a:cubicBezTo>
                    <a:pt x="4380" y="9515"/>
                    <a:pt x="4537" y="9673"/>
                    <a:pt x="4537" y="9893"/>
                  </a:cubicBezTo>
                  <a:cubicBezTo>
                    <a:pt x="4537" y="10082"/>
                    <a:pt x="4380" y="10240"/>
                    <a:pt x="4191" y="10240"/>
                  </a:cubicBezTo>
                  <a:lnTo>
                    <a:pt x="1387" y="10240"/>
                  </a:lnTo>
                  <a:cubicBezTo>
                    <a:pt x="1198" y="10240"/>
                    <a:pt x="1040" y="10082"/>
                    <a:pt x="1040" y="9893"/>
                  </a:cubicBezTo>
                  <a:cubicBezTo>
                    <a:pt x="1040" y="9673"/>
                    <a:pt x="1198" y="9515"/>
                    <a:pt x="1387" y="9515"/>
                  </a:cubicBezTo>
                  <a:close/>
                  <a:moveTo>
                    <a:pt x="347" y="1"/>
                  </a:moveTo>
                  <a:cubicBezTo>
                    <a:pt x="158" y="1"/>
                    <a:pt x="1" y="158"/>
                    <a:pt x="1" y="347"/>
                  </a:cubicBezTo>
                  <a:lnTo>
                    <a:pt x="1" y="11657"/>
                  </a:lnTo>
                  <a:cubicBezTo>
                    <a:pt x="1" y="11846"/>
                    <a:pt x="158" y="12004"/>
                    <a:pt x="347" y="12004"/>
                  </a:cubicBezTo>
                  <a:lnTo>
                    <a:pt x="7089" y="12004"/>
                  </a:lnTo>
                  <a:cubicBezTo>
                    <a:pt x="6239" y="11342"/>
                    <a:pt x="5671" y="10366"/>
                    <a:pt x="5671" y="9168"/>
                  </a:cubicBezTo>
                  <a:cubicBezTo>
                    <a:pt x="5671" y="7247"/>
                    <a:pt x="7247" y="5671"/>
                    <a:pt x="9168" y="5671"/>
                  </a:cubicBezTo>
                  <a:lnTo>
                    <a:pt x="9168" y="2805"/>
                  </a:lnTo>
                  <a:lnTo>
                    <a:pt x="6711" y="2805"/>
                  </a:lnTo>
                  <a:cubicBezTo>
                    <a:pt x="6522" y="2805"/>
                    <a:pt x="6365" y="2647"/>
                    <a:pt x="6365" y="2426"/>
                  </a:cubicBezTo>
                  <a:lnTo>
                    <a:pt x="6365"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2" name="Google Shape;8540;p67">
            <a:extLst>
              <a:ext uri="{FF2B5EF4-FFF2-40B4-BE49-F238E27FC236}">
                <a16:creationId xmlns:a16="http://schemas.microsoft.com/office/drawing/2014/main" id="{E9B6EEF1-A8D2-DABE-1302-BEA3AB9142FD}"/>
              </a:ext>
            </a:extLst>
          </p:cNvPr>
          <p:cNvGrpSpPr/>
          <p:nvPr/>
        </p:nvGrpSpPr>
        <p:grpSpPr>
          <a:xfrm>
            <a:off x="12168543" y="10122283"/>
            <a:ext cx="913842" cy="911553"/>
            <a:chOff x="-47154000" y="3939275"/>
            <a:chExt cx="299300" cy="298550"/>
          </a:xfrm>
          <a:solidFill>
            <a:srgbClr val="555559"/>
          </a:solidFill>
        </p:grpSpPr>
        <p:sp>
          <p:nvSpPr>
            <p:cNvPr id="1054" name="Google Shape;8541;p67">
              <a:extLst>
                <a:ext uri="{FF2B5EF4-FFF2-40B4-BE49-F238E27FC236}">
                  <a16:creationId xmlns:a16="http://schemas.microsoft.com/office/drawing/2014/main" id="{BAD3D6AA-8369-4F66-2415-DF805C3D7499}"/>
                </a:ext>
              </a:extLst>
            </p:cNvPr>
            <p:cNvSpPr/>
            <p:nvPr/>
          </p:nvSpPr>
          <p:spPr>
            <a:xfrm>
              <a:off x="-47084700" y="4131475"/>
              <a:ext cx="159125" cy="106350"/>
            </a:xfrm>
            <a:custGeom>
              <a:avLst/>
              <a:gdLst/>
              <a:ahLst/>
              <a:cxnLst/>
              <a:rect l="l" t="t" r="r" b="b"/>
              <a:pathLst>
                <a:path w="6365" h="4254" extrusionOk="0">
                  <a:moveTo>
                    <a:pt x="4569" y="693"/>
                  </a:moveTo>
                  <a:cubicBezTo>
                    <a:pt x="4789" y="693"/>
                    <a:pt x="4947" y="851"/>
                    <a:pt x="4947" y="1040"/>
                  </a:cubicBezTo>
                  <a:cubicBezTo>
                    <a:pt x="4947" y="1260"/>
                    <a:pt x="4789" y="1418"/>
                    <a:pt x="4569" y="1418"/>
                  </a:cubicBezTo>
                  <a:lnTo>
                    <a:pt x="1796" y="1418"/>
                  </a:lnTo>
                  <a:cubicBezTo>
                    <a:pt x="1576" y="1418"/>
                    <a:pt x="1418" y="1260"/>
                    <a:pt x="1418" y="1040"/>
                  </a:cubicBezTo>
                  <a:cubicBezTo>
                    <a:pt x="1418" y="851"/>
                    <a:pt x="1576" y="693"/>
                    <a:pt x="1796" y="693"/>
                  </a:cubicBezTo>
                  <a:close/>
                  <a:moveTo>
                    <a:pt x="4569" y="2111"/>
                  </a:moveTo>
                  <a:cubicBezTo>
                    <a:pt x="4789" y="2111"/>
                    <a:pt x="4947" y="2268"/>
                    <a:pt x="4947" y="2457"/>
                  </a:cubicBezTo>
                  <a:cubicBezTo>
                    <a:pt x="4947" y="2678"/>
                    <a:pt x="4789" y="2835"/>
                    <a:pt x="4569" y="2835"/>
                  </a:cubicBezTo>
                  <a:lnTo>
                    <a:pt x="1796" y="2835"/>
                  </a:lnTo>
                  <a:cubicBezTo>
                    <a:pt x="1576" y="2835"/>
                    <a:pt x="1418" y="2678"/>
                    <a:pt x="1418" y="2457"/>
                  </a:cubicBezTo>
                  <a:cubicBezTo>
                    <a:pt x="1418" y="2268"/>
                    <a:pt x="1576" y="2111"/>
                    <a:pt x="1796" y="2111"/>
                  </a:cubicBezTo>
                  <a:close/>
                  <a:moveTo>
                    <a:pt x="0" y="0"/>
                  </a:moveTo>
                  <a:lnTo>
                    <a:pt x="0" y="1418"/>
                  </a:lnTo>
                  <a:lnTo>
                    <a:pt x="0" y="3875"/>
                  </a:lnTo>
                  <a:cubicBezTo>
                    <a:pt x="0" y="4096"/>
                    <a:pt x="158" y="4253"/>
                    <a:pt x="379" y="4253"/>
                  </a:cubicBezTo>
                  <a:lnTo>
                    <a:pt x="5986" y="4253"/>
                  </a:lnTo>
                  <a:cubicBezTo>
                    <a:pt x="6207" y="4253"/>
                    <a:pt x="6364" y="4096"/>
                    <a:pt x="6364" y="3875"/>
                  </a:cubicBezTo>
                  <a:lnTo>
                    <a:pt x="6364" y="1418"/>
                  </a:lnTo>
                  <a:lnTo>
                    <a:pt x="6364"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8542;p67">
              <a:extLst>
                <a:ext uri="{FF2B5EF4-FFF2-40B4-BE49-F238E27FC236}">
                  <a16:creationId xmlns:a16="http://schemas.microsoft.com/office/drawing/2014/main" id="{1D0DAF73-9A25-E55A-C270-90D82D3D7CD7}"/>
                </a:ext>
              </a:extLst>
            </p:cNvPr>
            <p:cNvSpPr/>
            <p:nvPr/>
          </p:nvSpPr>
          <p:spPr>
            <a:xfrm>
              <a:off x="-46979150" y="3943225"/>
              <a:ext cx="48050" cy="47275"/>
            </a:xfrm>
            <a:custGeom>
              <a:avLst/>
              <a:gdLst/>
              <a:ahLst/>
              <a:cxnLst/>
              <a:rect l="l" t="t" r="r" b="b"/>
              <a:pathLst>
                <a:path w="1922" h="1891" extrusionOk="0">
                  <a:moveTo>
                    <a:pt x="0" y="0"/>
                  </a:moveTo>
                  <a:lnTo>
                    <a:pt x="0" y="1891"/>
                  </a:lnTo>
                  <a:lnTo>
                    <a:pt x="1922" y="1891"/>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8543;p67">
              <a:extLst>
                <a:ext uri="{FF2B5EF4-FFF2-40B4-BE49-F238E27FC236}">
                  <a16:creationId xmlns:a16="http://schemas.microsoft.com/office/drawing/2014/main" id="{4FDBD843-7885-0E6E-1A7D-897DF13CC251}"/>
                </a:ext>
              </a:extLst>
            </p:cNvPr>
            <p:cNvSpPr/>
            <p:nvPr/>
          </p:nvSpPr>
          <p:spPr>
            <a:xfrm>
              <a:off x="-47154000" y="4026700"/>
              <a:ext cx="299300" cy="141025"/>
            </a:xfrm>
            <a:custGeom>
              <a:avLst/>
              <a:gdLst/>
              <a:ahLst/>
              <a:cxnLst/>
              <a:rect l="l" t="t" r="r" b="b"/>
              <a:pathLst>
                <a:path w="11972" h="5641" extrusionOk="0">
                  <a:moveTo>
                    <a:pt x="3151" y="2080"/>
                  </a:moveTo>
                  <a:cubicBezTo>
                    <a:pt x="3340" y="2080"/>
                    <a:pt x="3497" y="2238"/>
                    <a:pt x="3497" y="2458"/>
                  </a:cubicBezTo>
                  <a:cubicBezTo>
                    <a:pt x="3497" y="2647"/>
                    <a:pt x="3340" y="2805"/>
                    <a:pt x="3151" y="2805"/>
                  </a:cubicBezTo>
                  <a:cubicBezTo>
                    <a:pt x="2930" y="2805"/>
                    <a:pt x="2804" y="2647"/>
                    <a:pt x="2804" y="2458"/>
                  </a:cubicBezTo>
                  <a:cubicBezTo>
                    <a:pt x="2804" y="2238"/>
                    <a:pt x="2930" y="2080"/>
                    <a:pt x="3151" y="2080"/>
                  </a:cubicBezTo>
                  <a:close/>
                  <a:moveTo>
                    <a:pt x="4568" y="2080"/>
                  </a:moveTo>
                  <a:cubicBezTo>
                    <a:pt x="4757" y="2080"/>
                    <a:pt x="4915" y="2238"/>
                    <a:pt x="4915" y="2458"/>
                  </a:cubicBezTo>
                  <a:cubicBezTo>
                    <a:pt x="4915" y="2647"/>
                    <a:pt x="4757" y="2805"/>
                    <a:pt x="4568" y="2805"/>
                  </a:cubicBezTo>
                  <a:cubicBezTo>
                    <a:pt x="4348" y="2805"/>
                    <a:pt x="4190" y="2647"/>
                    <a:pt x="4190" y="2458"/>
                  </a:cubicBezTo>
                  <a:cubicBezTo>
                    <a:pt x="4190" y="2238"/>
                    <a:pt x="4348" y="2080"/>
                    <a:pt x="4568" y="2080"/>
                  </a:cubicBezTo>
                  <a:close/>
                  <a:moveTo>
                    <a:pt x="6648" y="2080"/>
                  </a:moveTo>
                  <a:cubicBezTo>
                    <a:pt x="6837" y="2080"/>
                    <a:pt x="6994" y="2238"/>
                    <a:pt x="6994" y="2458"/>
                  </a:cubicBezTo>
                  <a:cubicBezTo>
                    <a:pt x="6994" y="2647"/>
                    <a:pt x="6837" y="2805"/>
                    <a:pt x="6648" y="2805"/>
                  </a:cubicBezTo>
                  <a:lnTo>
                    <a:pt x="5923" y="2805"/>
                  </a:lnTo>
                  <a:cubicBezTo>
                    <a:pt x="5734" y="2805"/>
                    <a:pt x="5576" y="2647"/>
                    <a:pt x="5576" y="2458"/>
                  </a:cubicBezTo>
                  <a:cubicBezTo>
                    <a:pt x="5576" y="2238"/>
                    <a:pt x="5734" y="2080"/>
                    <a:pt x="5923" y="2080"/>
                  </a:cubicBezTo>
                  <a:close/>
                  <a:moveTo>
                    <a:pt x="8790" y="2080"/>
                  </a:moveTo>
                  <a:cubicBezTo>
                    <a:pt x="8979" y="2080"/>
                    <a:pt x="9136" y="2238"/>
                    <a:pt x="9136" y="2458"/>
                  </a:cubicBezTo>
                  <a:cubicBezTo>
                    <a:pt x="9136" y="2647"/>
                    <a:pt x="8979" y="2805"/>
                    <a:pt x="8790" y="2805"/>
                  </a:cubicBezTo>
                  <a:lnTo>
                    <a:pt x="8065" y="2805"/>
                  </a:lnTo>
                  <a:cubicBezTo>
                    <a:pt x="7876" y="2805"/>
                    <a:pt x="7719" y="2647"/>
                    <a:pt x="7719" y="2458"/>
                  </a:cubicBezTo>
                  <a:cubicBezTo>
                    <a:pt x="7719" y="2238"/>
                    <a:pt x="7876" y="2080"/>
                    <a:pt x="8065" y="2080"/>
                  </a:cubicBezTo>
                  <a:close/>
                  <a:moveTo>
                    <a:pt x="1071" y="1"/>
                  </a:moveTo>
                  <a:cubicBezTo>
                    <a:pt x="473" y="1"/>
                    <a:pt x="0" y="473"/>
                    <a:pt x="0" y="1072"/>
                  </a:cubicBezTo>
                  <a:lnTo>
                    <a:pt x="0" y="4569"/>
                  </a:lnTo>
                  <a:cubicBezTo>
                    <a:pt x="0" y="5168"/>
                    <a:pt x="473" y="5640"/>
                    <a:pt x="1071" y="5640"/>
                  </a:cubicBezTo>
                  <a:lnTo>
                    <a:pt x="2111" y="5640"/>
                  </a:lnTo>
                  <a:lnTo>
                    <a:pt x="2111" y="4223"/>
                  </a:lnTo>
                  <a:lnTo>
                    <a:pt x="1764" y="4223"/>
                  </a:lnTo>
                  <a:cubicBezTo>
                    <a:pt x="1575" y="4223"/>
                    <a:pt x="1418" y="4065"/>
                    <a:pt x="1418" y="3876"/>
                  </a:cubicBezTo>
                  <a:cubicBezTo>
                    <a:pt x="1418" y="3655"/>
                    <a:pt x="1575" y="3498"/>
                    <a:pt x="1764" y="3498"/>
                  </a:cubicBezTo>
                  <a:lnTo>
                    <a:pt x="10208" y="3498"/>
                  </a:lnTo>
                  <a:cubicBezTo>
                    <a:pt x="10397" y="3498"/>
                    <a:pt x="10554" y="3655"/>
                    <a:pt x="10554" y="3876"/>
                  </a:cubicBezTo>
                  <a:cubicBezTo>
                    <a:pt x="10554" y="4065"/>
                    <a:pt x="10397" y="4223"/>
                    <a:pt x="10208" y="4223"/>
                  </a:cubicBezTo>
                  <a:lnTo>
                    <a:pt x="9830" y="4223"/>
                  </a:lnTo>
                  <a:lnTo>
                    <a:pt x="9830" y="5640"/>
                  </a:lnTo>
                  <a:lnTo>
                    <a:pt x="10901" y="5640"/>
                  </a:lnTo>
                  <a:cubicBezTo>
                    <a:pt x="11499" y="5640"/>
                    <a:pt x="11972" y="5168"/>
                    <a:pt x="11972" y="4569"/>
                  </a:cubicBezTo>
                  <a:lnTo>
                    <a:pt x="11972" y="1072"/>
                  </a:lnTo>
                  <a:cubicBezTo>
                    <a:pt x="11972" y="473"/>
                    <a:pt x="11499" y="1"/>
                    <a:pt x="10901" y="1"/>
                  </a:cubicBezTo>
                  <a:lnTo>
                    <a:pt x="9830" y="1"/>
                  </a:lnTo>
                  <a:lnTo>
                    <a:pt x="9830" y="1072"/>
                  </a:lnTo>
                  <a:cubicBezTo>
                    <a:pt x="9830" y="1261"/>
                    <a:pt x="9672" y="1419"/>
                    <a:pt x="9483" y="1419"/>
                  </a:cubicBezTo>
                  <a:lnTo>
                    <a:pt x="2489" y="1419"/>
                  </a:lnTo>
                  <a:cubicBezTo>
                    <a:pt x="2268" y="1419"/>
                    <a:pt x="2111" y="1261"/>
                    <a:pt x="2111" y="1072"/>
                  </a:cubicBezTo>
                  <a:lnTo>
                    <a:pt x="211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8544;p67">
              <a:extLst>
                <a:ext uri="{FF2B5EF4-FFF2-40B4-BE49-F238E27FC236}">
                  <a16:creationId xmlns:a16="http://schemas.microsoft.com/office/drawing/2014/main" id="{0C0AD097-0E76-EEA8-4497-BBBE42591ECA}"/>
                </a:ext>
              </a:extLst>
            </p:cNvPr>
            <p:cNvSpPr/>
            <p:nvPr/>
          </p:nvSpPr>
          <p:spPr>
            <a:xfrm>
              <a:off x="-47083125" y="3939275"/>
              <a:ext cx="158325" cy="106350"/>
            </a:xfrm>
            <a:custGeom>
              <a:avLst/>
              <a:gdLst/>
              <a:ahLst/>
              <a:cxnLst/>
              <a:rect l="l" t="t" r="r" b="b"/>
              <a:pathLst>
                <a:path w="6333" h="4254" extrusionOk="0">
                  <a:moveTo>
                    <a:pt x="347" y="1"/>
                  </a:moveTo>
                  <a:cubicBezTo>
                    <a:pt x="158" y="1"/>
                    <a:pt x="0" y="158"/>
                    <a:pt x="0" y="347"/>
                  </a:cubicBezTo>
                  <a:lnTo>
                    <a:pt x="0" y="3529"/>
                  </a:lnTo>
                  <a:lnTo>
                    <a:pt x="0" y="4254"/>
                  </a:lnTo>
                  <a:lnTo>
                    <a:pt x="6333" y="4254"/>
                  </a:lnTo>
                  <a:lnTo>
                    <a:pt x="6333" y="3498"/>
                  </a:lnTo>
                  <a:lnTo>
                    <a:pt x="6301" y="3498"/>
                  </a:lnTo>
                  <a:lnTo>
                    <a:pt x="6301" y="2805"/>
                  </a:lnTo>
                  <a:lnTo>
                    <a:pt x="3844" y="2805"/>
                  </a:lnTo>
                  <a:cubicBezTo>
                    <a:pt x="3655" y="2805"/>
                    <a:pt x="3498" y="2647"/>
                    <a:pt x="3498" y="2427"/>
                  </a:cubicBezTo>
                  <a:lnTo>
                    <a:pt x="3498"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3" name="Google Shape;8545;p67">
            <a:extLst>
              <a:ext uri="{FF2B5EF4-FFF2-40B4-BE49-F238E27FC236}">
                <a16:creationId xmlns:a16="http://schemas.microsoft.com/office/drawing/2014/main" id="{EAE89E3B-5DDF-464E-D397-B68C7163CFA9}"/>
              </a:ext>
            </a:extLst>
          </p:cNvPr>
          <p:cNvGrpSpPr/>
          <p:nvPr/>
        </p:nvGrpSpPr>
        <p:grpSpPr>
          <a:xfrm>
            <a:off x="17908022" y="7866610"/>
            <a:ext cx="805681" cy="913919"/>
            <a:chOff x="-45286550" y="3200500"/>
            <a:chExt cx="263875" cy="299325"/>
          </a:xfrm>
          <a:solidFill>
            <a:srgbClr val="555559"/>
          </a:solidFill>
        </p:grpSpPr>
        <p:sp>
          <p:nvSpPr>
            <p:cNvPr id="1051" name="Google Shape;8546;p67">
              <a:extLst>
                <a:ext uri="{FF2B5EF4-FFF2-40B4-BE49-F238E27FC236}">
                  <a16:creationId xmlns:a16="http://schemas.microsoft.com/office/drawing/2014/main" id="{FC30B2DD-B0DA-46E7-4874-C9F03BC477AA}"/>
                </a:ext>
              </a:extLst>
            </p:cNvPr>
            <p:cNvSpPr/>
            <p:nvPr/>
          </p:nvSpPr>
          <p:spPr>
            <a:xfrm>
              <a:off x="-45233000" y="3200500"/>
              <a:ext cx="210325" cy="247325"/>
            </a:xfrm>
            <a:custGeom>
              <a:avLst/>
              <a:gdLst/>
              <a:ahLst/>
              <a:cxnLst/>
              <a:rect l="l" t="t" r="r" b="b"/>
              <a:pathLst>
                <a:path w="8413" h="9893" extrusionOk="0">
                  <a:moveTo>
                    <a:pt x="3151" y="0"/>
                  </a:moveTo>
                  <a:cubicBezTo>
                    <a:pt x="1891" y="0"/>
                    <a:pt x="851" y="945"/>
                    <a:pt x="694" y="2174"/>
                  </a:cubicBezTo>
                  <a:cubicBezTo>
                    <a:pt x="347" y="2300"/>
                    <a:pt x="64" y="2615"/>
                    <a:pt x="1" y="2962"/>
                  </a:cubicBezTo>
                  <a:cubicBezTo>
                    <a:pt x="316" y="2899"/>
                    <a:pt x="662" y="2804"/>
                    <a:pt x="1009" y="2804"/>
                  </a:cubicBezTo>
                  <a:cubicBezTo>
                    <a:pt x="1355" y="2804"/>
                    <a:pt x="1733" y="2836"/>
                    <a:pt x="2048" y="2962"/>
                  </a:cubicBezTo>
                  <a:cubicBezTo>
                    <a:pt x="1954" y="2615"/>
                    <a:pt x="1733" y="2332"/>
                    <a:pt x="1355" y="2174"/>
                  </a:cubicBezTo>
                  <a:cubicBezTo>
                    <a:pt x="1481" y="1355"/>
                    <a:pt x="2237" y="693"/>
                    <a:pt x="3088" y="693"/>
                  </a:cubicBezTo>
                  <a:cubicBezTo>
                    <a:pt x="4096" y="693"/>
                    <a:pt x="4884" y="1481"/>
                    <a:pt x="4884" y="2458"/>
                  </a:cubicBezTo>
                  <a:lnTo>
                    <a:pt x="4884" y="8475"/>
                  </a:lnTo>
                  <a:cubicBezTo>
                    <a:pt x="4884" y="9263"/>
                    <a:pt x="5514" y="9893"/>
                    <a:pt x="6302" y="9893"/>
                  </a:cubicBezTo>
                  <a:cubicBezTo>
                    <a:pt x="7089" y="9893"/>
                    <a:pt x="7719" y="9263"/>
                    <a:pt x="7719" y="8475"/>
                  </a:cubicBezTo>
                  <a:lnTo>
                    <a:pt x="7719" y="6270"/>
                  </a:lnTo>
                  <a:cubicBezTo>
                    <a:pt x="8097" y="6112"/>
                    <a:pt x="8412" y="5766"/>
                    <a:pt x="8412" y="5293"/>
                  </a:cubicBezTo>
                  <a:lnTo>
                    <a:pt x="8412" y="3875"/>
                  </a:lnTo>
                  <a:cubicBezTo>
                    <a:pt x="8412" y="3686"/>
                    <a:pt x="8255" y="3529"/>
                    <a:pt x="8066" y="3529"/>
                  </a:cubicBezTo>
                  <a:lnTo>
                    <a:pt x="7688" y="3529"/>
                  </a:lnTo>
                  <a:lnTo>
                    <a:pt x="7688" y="2458"/>
                  </a:lnTo>
                  <a:cubicBezTo>
                    <a:pt x="7688" y="2269"/>
                    <a:pt x="7562" y="2111"/>
                    <a:pt x="7341" y="2111"/>
                  </a:cubicBezTo>
                  <a:cubicBezTo>
                    <a:pt x="7152" y="2111"/>
                    <a:pt x="6995" y="2269"/>
                    <a:pt x="6995" y="2458"/>
                  </a:cubicBezTo>
                  <a:lnTo>
                    <a:pt x="6995" y="3529"/>
                  </a:lnTo>
                  <a:lnTo>
                    <a:pt x="6648" y="3529"/>
                  </a:lnTo>
                  <a:cubicBezTo>
                    <a:pt x="6459" y="3529"/>
                    <a:pt x="6302" y="3686"/>
                    <a:pt x="6302" y="3875"/>
                  </a:cubicBezTo>
                  <a:lnTo>
                    <a:pt x="6302" y="5293"/>
                  </a:lnTo>
                  <a:cubicBezTo>
                    <a:pt x="6302" y="5766"/>
                    <a:pt x="6554" y="6112"/>
                    <a:pt x="6995" y="6270"/>
                  </a:cubicBezTo>
                  <a:lnTo>
                    <a:pt x="6995" y="8475"/>
                  </a:lnTo>
                  <a:cubicBezTo>
                    <a:pt x="6995" y="8885"/>
                    <a:pt x="6680" y="9200"/>
                    <a:pt x="6302" y="9200"/>
                  </a:cubicBezTo>
                  <a:cubicBezTo>
                    <a:pt x="5892" y="9200"/>
                    <a:pt x="5577" y="8885"/>
                    <a:pt x="5577" y="8475"/>
                  </a:cubicBezTo>
                  <a:lnTo>
                    <a:pt x="5577" y="2458"/>
                  </a:lnTo>
                  <a:cubicBezTo>
                    <a:pt x="5577" y="1103"/>
                    <a:pt x="4474" y="0"/>
                    <a:pt x="315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8547;p67">
              <a:extLst>
                <a:ext uri="{FF2B5EF4-FFF2-40B4-BE49-F238E27FC236}">
                  <a16:creationId xmlns:a16="http://schemas.microsoft.com/office/drawing/2014/main" id="{4B066704-E1F8-FE28-06EA-5DF35ADF8BB1}"/>
                </a:ext>
              </a:extLst>
            </p:cNvPr>
            <p:cNvSpPr/>
            <p:nvPr/>
          </p:nvSpPr>
          <p:spPr>
            <a:xfrm>
              <a:off x="-45216450" y="3340700"/>
              <a:ext cx="17350" cy="17350"/>
            </a:xfrm>
            <a:custGeom>
              <a:avLst/>
              <a:gdLst/>
              <a:ahLst/>
              <a:cxnLst/>
              <a:rect l="l" t="t" r="r" b="b"/>
              <a:pathLst>
                <a:path w="694" h="694" extrusionOk="0">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8548;p67">
              <a:extLst>
                <a:ext uri="{FF2B5EF4-FFF2-40B4-BE49-F238E27FC236}">
                  <a16:creationId xmlns:a16="http://schemas.microsoft.com/office/drawing/2014/main" id="{6995790E-848F-4C5C-F856-D05B776D4013}"/>
                </a:ext>
              </a:extLst>
            </p:cNvPr>
            <p:cNvSpPr/>
            <p:nvPr/>
          </p:nvSpPr>
          <p:spPr>
            <a:xfrm>
              <a:off x="-45286550" y="3289500"/>
              <a:ext cx="158325" cy="210325"/>
            </a:xfrm>
            <a:custGeom>
              <a:avLst/>
              <a:gdLst/>
              <a:ahLst/>
              <a:cxnLst/>
              <a:rect l="l" t="t" r="r" b="b"/>
              <a:pathLst>
                <a:path w="6333" h="8413" extrusionOk="0">
                  <a:moveTo>
                    <a:pt x="2804" y="0"/>
                  </a:moveTo>
                  <a:cubicBezTo>
                    <a:pt x="1229" y="189"/>
                    <a:pt x="0" y="1481"/>
                    <a:pt x="0" y="3119"/>
                  </a:cubicBezTo>
                  <a:lnTo>
                    <a:pt x="0" y="5262"/>
                  </a:lnTo>
                  <a:cubicBezTo>
                    <a:pt x="0" y="6994"/>
                    <a:pt x="1418" y="8412"/>
                    <a:pt x="3151" y="8412"/>
                  </a:cubicBezTo>
                  <a:cubicBezTo>
                    <a:pt x="4884" y="8412"/>
                    <a:pt x="6301" y="6994"/>
                    <a:pt x="6301" y="5262"/>
                  </a:cubicBezTo>
                  <a:lnTo>
                    <a:pt x="6301" y="3119"/>
                  </a:lnTo>
                  <a:cubicBezTo>
                    <a:pt x="6333" y="1481"/>
                    <a:pt x="5073" y="158"/>
                    <a:pt x="3497" y="0"/>
                  </a:cubicBezTo>
                  <a:lnTo>
                    <a:pt x="3497" y="1418"/>
                  </a:lnTo>
                  <a:cubicBezTo>
                    <a:pt x="3907" y="1576"/>
                    <a:pt x="4222" y="1954"/>
                    <a:pt x="4222" y="2395"/>
                  </a:cubicBezTo>
                  <a:cubicBezTo>
                    <a:pt x="4222" y="2836"/>
                    <a:pt x="3938" y="3214"/>
                    <a:pt x="3497" y="3371"/>
                  </a:cubicBezTo>
                  <a:lnTo>
                    <a:pt x="3497" y="3844"/>
                  </a:lnTo>
                  <a:cubicBezTo>
                    <a:pt x="3497" y="4065"/>
                    <a:pt x="3340" y="4191"/>
                    <a:pt x="3151" y="4191"/>
                  </a:cubicBezTo>
                  <a:cubicBezTo>
                    <a:pt x="2962" y="4191"/>
                    <a:pt x="2804" y="4065"/>
                    <a:pt x="2804" y="3844"/>
                  </a:cubicBezTo>
                  <a:lnTo>
                    <a:pt x="2804" y="3371"/>
                  </a:lnTo>
                  <a:cubicBezTo>
                    <a:pt x="2395" y="3214"/>
                    <a:pt x="2080" y="2836"/>
                    <a:pt x="2080" y="2395"/>
                  </a:cubicBezTo>
                  <a:cubicBezTo>
                    <a:pt x="2080" y="1954"/>
                    <a:pt x="2363" y="1576"/>
                    <a:pt x="2804" y="1418"/>
                  </a:cubicBezTo>
                  <a:lnTo>
                    <a:pt x="2804"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4" name="Google Shape;8549;p67">
            <a:extLst>
              <a:ext uri="{FF2B5EF4-FFF2-40B4-BE49-F238E27FC236}">
                <a16:creationId xmlns:a16="http://schemas.microsoft.com/office/drawing/2014/main" id="{49AFBC64-32A3-3704-DB4C-C6B1B07711BF}"/>
              </a:ext>
            </a:extLst>
          </p:cNvPr>
          <p:cNvGrpSpPr/>
          <p:nvPr/>
        </p:nvGrpSpPr>
        <p:grpSpPr>
          <a:xfrm>
            <a:off x="17908022" y="8994484"/>
            <a:ext cx="805681" cy="913842"/>
            <a:chOff x="-45286550" y="3569900"/>
            <a:chExt cx="263875" cy="299300"/>
          </a:xfrm>
          <a:solidFill>
            <a:srgbClr val="555559"/>
          </a:solidFill>
        </p:grpSpPr>
        <p:sp>
          <p:nvSpPr>
            <p:cNvPr id="1045" name="Google Shape;8550;p67">
              <a:extLst>
                <a:ext uri="{FF2B5EF4-FFF2-40B4-BE49-F238E27FC236}">
                  <a16:creationId xmlns:a16="http://schemas.microsoft.com/office/drawing/2014/main" id="{840796F5-28A3-6531-BC8A-5E858C22778A}"/>
                </a:ext>
              </a:extLst>
            </p:cNvPr>
            <p:cNvSpPr/>
            <p:nvPr/>
          </p:nvSpPr>
          <p:spPr>
            <a:xfrm>
              <a:off x="-45234575" y="3728200"/>
              <a:ext cx="18150" cy="18150"/>
            </a:xfrm>
            <a:custGeom>
              <a:avLst/>
              <a:gdLst/>
              <a:ahLst/>
              <a:cxnLst/>
              <a:rect l="l" t="t" r="r" b="b"/>
              <a:pathLst>
                <a:path w="726" h="726" extrusionOk="0">
                  <a:moveTo>
                    <a:pt x="1" y="1"/>
                  </a:moveTo>
                  <a:lnTo>
                    <a:pt x="1" y="725"/>
                  </a:lnTo>
                  <a:lnTo>
                    <a:pt x="347" y="725"/>
                  </a:lnTo>
                  <a:cubicBezTo>
                    <a:pt x="568" y="725"/>
                    <a:pt x="725" y="568"/>
                    <a:pt x="725" y="379"/>
                  </a:cubicBezTo>
                  <a:cubicBezTo>
                    <a:pt x="725" y="127"/>
                    <a:pt x="568"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8551;p67">
              <a:extLst>
                <a:ext uri="{FF2B5EF4-FFF2-40B4-BE49-F238E27FC236}">
                  <a16:creationId xmlns:a16="http://schemas.microsoft.com/office/drawing/2014/main" id="{82ED3921-1735-2B35-45F9-592FB552BAA8}"/>
                </a:ext>
              </a:extLst>
            </p:cNvPr>
            <p:cNvSpPr/>
            <p:nvPr/>
          </p:nvSpPr>
          <p:spPr>
            <a:xfrm>
              <a:off x="-45286550" y="3692750"/>
              <a:ext cx="263875" cy="122900"/>
            </a:xfrm>
            <a:custGeom>
              <a:avLst/>
              <a:gdLst/>
              <a:ahLst/>
              <a:cxnLst/>
              <a:rect l="l" t="t" r="r" b="b"/>
              <a:pathLst>
                <a:path w="10555" h="4916" extrusionOk="0">
                  <a:moveTo>
                    <a:pt x="2458" y="725"/>
                  </a:moveTo>
                  <a:cubicBezTo>
                    <a:pt x="3025" y="725"/>
                    <a:pt x="3497" y="1198"/>
                    <a:pt x="3497" y="1765"/>
                  </a:cubicBezTo>
                  <a:cubicBezTo>
                    <a:pt x="3497" y="2364"/>
                    <a:pt x="3025" y="2805"/>
                    <a:pt x="2426" y="2805"/>
                  </a:cubicBezTo>
                  <a:lnTo>
                    <a:pt x="2080" y="2805"/>
                  </a:lnTo>
                  <a:lnTo>
                    <a:pt x="2080" y="3876"/>
                  </a:lnTo>
                  <a:cubicBezTo>
                    <a:pt x="2080" y="4065"/>
                    <a:pt x="1922" y="4222"/>
                    <a:pt x="1733" y="4222"/>
                  </a:cubicBezTo>
                  <a:cubicBezTo>
                    <a:pt x="1544" y="4222"/>
                    <a:pt x="1387" y="4065"/>
                    <a:pt x="1387" y="3876"/>
                  </a:cubicBezTo>
                  <a:lnTo>
                    <a:pt x="1387" y="1072"/>
                  </a:lnTo>
                  <a:cubicBezTo>
                    <a:pt x="1387" y="883"/>
                    <a:pt x="1544" y="725"/>
                    <a:pt x="1733" y="725"/>
                  </a:cubicBezTo>
                  <a:close/>
                  <a:moveTo>
                    <a:pt x="5262" y="694"/>
                  </a:moveTo>
                  <a:cubicBezTo>
                    <a:pt x="5860" y="694"/>
                    <a:pt x="6333" y="1167"/>
                    <a:pt x="6333" y="1734"/>
                  </a:cubicBezTo>
                  <a:cubicBezTo>
                    <a:pt x="6333" y="1954"/>
                    <a:pt x="6175" y="2112"/>
                    <a:pt x="5986" y="2112"/>
                  </a:cubicBezTo>
                  <a:cubicBezTo>
                    <a:pt x="5797" y="2112"/>
                    <a:pt x="5640" y="1954"/>
                    <a:pt x="5640" y="1734"/>
                  </a:cubicBezTo>
                  <a:cubicBezTo>
                    <a:pt x="5640" y="1545"/>
                    <a:pt x="5482" y="1387"/>
                    <a:pt x="5262" y="1387"/>
                  </a:cubicBezTo>
                  <a:cubicBezTo>
                    <a:pt x="5073" y="1387"/>
                    <a:pt x="4915" y="1545"/>
                    <a:pt x="4915" y="1734"/>
                  </a:cubicBezTo>
                  <a:cubicBezTo>
                    <a:pt x="4915" y="1954"/>
                    <a:pt x="5073" y="2112"/>
                    <a:pt x="5262" y="2112"/>
                  </a:cubicBezTo>
                  <a:cubicBezTo>
                    <a:pt x="5860" y="2112"/>
                    <a:pt x="6333" y="2553"/>
                    <a:pt x="6333" y="3151"/>
                  </a:cubicBezTo>
                  <a:cubicBezTo>
                    <a:pt x="6333" y="3750"/>
                    <a:pt x="5860" y="4222"/>
                    <a:pt x="5262" y="4222"/>
                  </a:cubicBezTo>
                  <a:cubicBezTo>
                    <a:pt x="4695" y="4222"/>
                    <a:pt x="4222" y="3750"/>
                    <a:pt x="4222" y="3151"/>
                  </a:cubicBezTo>
                  <a:cubicBezTo>
                    <a:pt x="4222" y="2962"/>
                    <a:pt x="4379" y="2805"/>
                    <a:pt x="4569" y="2805"/>
                  </a:cubicBezTo>
                  <a:cubicBezTo>
                    <a:pt x="4758" y="2805"/>
                    <a:pt x="4915" y="2962"/>
                    <a:pt x="4915" y="3151"/>
                  </a:cubicBezTo>
                  <a:cubicBezTo>
                    <a:pt x="4915" y="3340"/>
                    <a:pt x="5073" y="3498"/>
                    <a:pt x="5262" y="3498"/>
                  </a:cubicBezTo>
                  <a:cubicBezTo>
                    <a:pt x="5482" y="3498"/>
                    <a:pt x="5640" y="3340"/>
                    <a:pt x="5640" y="3151"/>
                  </a:cubicBezTo>
                  <a:cubicBezTo>
                    <a:pt x="5640" y="2962"/>
                    <a:pt x="5482" y="2805"/>
                    <a:pt x="5262" y="2805"/>
                  </a:cubicBezTo>
                  <a:cubicBezTo>
                    <a:pt x="4695" y="2805"/>
                    <a:pt x="4222" y="2332"/>
                    <a:pt x="4222" y="1734"/>
                  </a:cubicBezTo>
                  <a:cubicBezTo>
                    <a:pt x="4222" y="1167"/>
                    <a:pt x="4695" y="694"/>
                    <a:pt x="5262" y="694"/>
                  </a:cubicBezTo>
                  <a:close/>
                  <a:moveTo>
                    <a:pt x="8066" y="725"/>
                  </a:moveTo>
                  <a:cubicBezTo>
                    <a:pt x="8664" y="725"/>
                    <a:pt x="9137" y="1198"/>
                    <a:pt x="9137" y="1765"/>
                  </a:cubicBezTo>
                  <a:lnTo>
                    <a:pt x="9137" y="3151"/>
                  </a:lnTo>
                  <a:cubicBezTo>
                    <a:pt x="9137" y="3750"/>
                    <a:pt x="8664" y="4222"/>
                    <a:pt x="8066" y="4222"/>
                  </a:cubicBezTo>
                  <a:lnTo>
                    <a:pt x="7372" y="4222"/>
                  </a:lnTo>
                  <a:cubicBezTo>
                    <a:pt x="7152" y="4222"/>
                    <a:pt x="6994" y="4065"/>
                    <a:pt x="6994" y="3876"/>
                  </a:cubicBezTo>
                  <a:lnTo>
                    <a:pt x="6994" y="1072"/>
                  </a:lnTo>
                  <a:cubicBezTo>
                    <a:pt x="6994" y="883"/>
                    <a:pt x="7152" y="725"/>
                    <a:pt x="7372" y="725"/>
                  </a:cubicBezTo>
                  <a:close/>
                  <a:moveTo>
                    <a:pt x="347" y="1"/>
                  </a:moveTo>
                  <a:cubicBezTo>
                    <a:pt x="158" y="1"/>
                    <a:pt x="0" y="158"/>
                    <a:pt x="0" y="347"/>
                  </a:cubicBezTo>
                  <a:lnTo>
                    <a:pt x="0" y="4569"/>
                  </a:lnTo>
                  <a:cubicBezTo>
                    <a:pt x="0" y="4758"/>
                    <a:pt x="158" y="4916"/>
                    <a:pt x="347" y="4916"/>
                  </a:cubicBezTo>
                  <a:lnTo>
                    <a:pt x="10208" y="4916"/>
                  </a:lnTo>
                  <a:cubicBezTo>
                    <a:pt x="10397" y="4916"/>
                    <a:pt x="10554" y="4758"/>
                    <a:pt x="10554" y="4569"/>
                  </a:cubicBezTo>
                  <a:lnTo>
                    <a:pt x="10554" y="347"/>
                  </a:lnTo>
                  <a:cubicBezTo>
                    <a:pt x="10554" y="158"/>
                    <a:pt x="10397" y="1"/>
                    <a:pt x="1020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8552;p67">
              <a:extLst>
                <a:ext uri="{FF2B5EF4-FFF2-40B4-BE49-F238E27FC236}">
                  <a16:creationId xmlns:a16="http://schemas.microsoft.com/office/drawing/2014/main" id="{48012E93-4B53-AEB5-C1F9-D923869BFF01}"/>
                </a:ext>
              </a:extLst>
            </p:cNvPr>
            <p:cNvSpPr/>
            <p:nvPr/>
          </p:nvSpPr>
          <p:spPr>
            <a:xfrm>
              <a:off x="-45093575" y="3728200"/>
              <a:ext cx="17325" cy="53575"/>
            </a:xfrm>
            <a:custGeom>
              <a:avLst/>
              <a:gdLst/>
              <a:ahLst/>
              <a:cxnLst/>
              <a:rect l="l" t="t" r="r" b="b"/>
              <a:pathLst>
                <a:path w="693" h="2143" extrusionOk="0">
                  <a:moveTo>
                    <a:pt x="0" y="1"/>
                  </a:moveTo>
                  <a:lnTo>
                    <a:pt x="0" y="2143"/>
                  </a:lnTo>
                  <a:lnTo>
                    <a:pt x="347" y="2143"/>
                  </a:lnTo>
                  <a:cubicBezTo>
                    <a:pt x="536" y="2143"/>
                    <a:pt x="693" y="1985"/>
                    <a:pt x="693" y="1796"/>
                  </a:cubicBezTo>
                  <a:lnTo>
                    <a:pt x="693" y="347"/>
                  </a:lnTo>
                  <a:cubicBezTo>
                    <a:pt x="693" y="127"/>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8553;p67">
              <a:extLst>
                <a:ext uri="{FF2B5EF4-FFF2-40B4-BE49-F238E27FC236}">
                  <a16:creationId xmlns:a16="http://schemas.microsoft.com/office/drawing/2014/main" id="{4EBA9089-EAD3-8953-FD83-C99E5462D680}"/>
                </a:ext>
              </a:extLst>
            </p:cNvPr>
            <p:cNvSpPr/>
            <p:nvPr/>
          </p:nvSpPr>
          <p:spPr>
            <a:xfrm>
              <a:off x="-45268450" y="3569900"/>
              <a:ext cx="228450" cy="106350"/>
            </a:xfrm>
            <a:custGeom>
              <a:avLst/>
              <a:gdLst/>
              <a:ahLst/>
              <a:cxnLst/>
              <a:rect l="l" t="t" r="r" b="b"/>
              <a:pathLst>
                <a:path w="9138" h="4254" extrusionOk="0">
                  <a:moveTo>
                    <a:pt x="347" y="0"/>
                  </a:moveTo>
                  <a:cubicBezTo>
                    <a:pt x="158" y="0"/>
                    <a:pt x="1" y="158"/>
                    <a:pt x="1" y="347"/>
                  </a:cubicBezTo>
                  <a:lnTo>
                    <a:pt x="1" y="4253"/>
                  </a:lnTo>
                  <a:lnTo>
                    <a:pt x="9137" y="4253"/>
                  </a:lnTo>
                  <a:lnTo>
                    <a:pt x="9137" y="2804"/>
                  </a:lnTo>
                  <a:lnTo>
                    <a:pt x="6680" y="2804"/>
                  </a:lnTo>
                  <a:cubicBezTo>
                    <a:pt x="6491" y="2804"/>
                    <a:pt x="6333" y="2647"/>
                    <a:pt x="6333" y="2457"/>
                  </a:cubicBezTo>
                  <a:lnTo>
                    <a:pt x="6333"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8554;p67">
              <a:extLst>
                <a:ext uri="{FF2B5EF4-FFF2-40B4-BE49-F238E27FC236}">
                  <a16:creationId xmlns:a16="http://schemas.microsoft.com/office/drawing/2014/main" id="{4A2DEF51-FBE8-4068-F748-FA9A4DFE6B6E}"/>
                </a:ext>
              </a:extLst>
            </p:cNvPr>
            <p:cNvSpPr/>
            <p:nvPr/>
          </p:nvSpPr>
          <p:spPr>
            <a:xfrm>
              <a:off x="-45093575" y="3574625"/>
              <a:ext cx="47275" cy="47275"/>
            </a:xfrm>
            <a:custGeom>
              <a:avLst/>
              <a:gdLst/>
              <a:ahLst/>
              <a:cxnLst/>
              <a:rect l="l" t="t" r="r" b="b"/>
              <a:pathLst>
                <a:path w="1891" h="1891" extrusionOk="0">
                  <a:moveTo>
                    <a:pt x="0" y="0"/>
                  </a:moveTo>
                  <a:lnTo>
                    <a:pt x="0" y="1890"/>
                  </a:lnTo>
                  <a:lnTo>
                    <a:pt x="1890" y="1890"/>
                  </a:lnTo>
                  <a:lnTo>
                    <a:pt x="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8555;p67">
              <a:extLst>
                <a:ext uri="{FF2B5EF4-FFF2-40B4-BE49-F238E27FC236}">
                  <a16:creationId xmlns:a16="http://schemas.microsoft.com/office/drawing/2014/main" id="{2E2240E1-058A-2F97-28F5-B200E05610FE}"/>
                </a:ext>
              </a:extLst>
            </p:cNvPr>
            <p:cNvSpPr/>
            <p:nvPr/>
          </p:nvSpPr>
          <p:spPr>
            <a:xfrm>
              <a:off x="-45269225" y="3833750"/>
              <a:ext cx="228425" cy="35450"/>
            </a:xfrm>
            <a:custGeom>
              <a:avLst/>
              <a:gdLst/>
              <a:ahLst/>
              <a:cxnLst/>
              <a:rect l="l" t="t" r="r" b="b"/>
              <a:pathLst>
                <a:path w="9137" h="1418" extrusionOk="0">
                  <a:moveTo>
                    <a:pt x="0" y="0"/>
                  </a:moveTo>
                  <a:lnTo>
                    <a:pt x="0" y="1071"/>
                  </a:lnTo>
                  <a:cubicBezTo>
                    <a:pt x="0" y="1260"/>
                    <a:pt x="158" y="1418"/>
                    <a:pt x="378" y="1418"/>
                  </a:cubicBezTo>
                  <a:lnTo>
                    <a:pt x="8790" y="1418"/>
                  </a:lnTo>
                  <a:cubicBezTo>
                    <a:pt x="8979" y="1418"/>
                    <a:pt x="9137" y="1260"/>
                    <a:pt x="9137" y="1071"/>
                  </a:cubicBezTo>
                  <a:lnTo>
                    <a:pt x="9137"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5" name="Google Shape;8556;p67">
            <a:extLst>
              <a:ext uri="{FF2B5EF4-FFF2-40B4-BE49-F238E27FC236}">
                <a16:creationId xmlns:a16="http://schemas.microsoft.com/office/drawing/2014/main" id="{414F1204-21A1-0990-DEF0-D551A90836B4}"/>
              </a:ext>
            </a:extLst>
          </p:cNvPr>
          <p:cNvGrpSpPr/>
          <p:nvPr/>
        </p:nvGrpSpPr>
        <p:grpSpPr>
          <a:xfrm>
            <a:off x="17936875" y="10119917"/>
            <a:ext cx="747974" cy="916286"/>
            <a:chOff x="-45277900" y="3938500"/>
            <a:chExt cx="244975" cy="300100"/>
          </a:xfrm>
          <a:solidFill>
            <a:srgbClr val="555559"/>
          </a:solidFill>
        </p:grpSpPr>
        <p:sp>
          <p:nvSpPr>
            <p:cNvPr id="1041" name="Google Shape;8557;p67">
              <a:extLst>
                <a:ext uri="{FF2B5EF4-FFF2-40B4-BE49-F238E27FC236}">
                  <a16:creationId xmlns:a16="http://schemas.microsoft.com/office/drawing/2014/main" id="{DD927DC9-B03F-1EE1-8659-A050E6BDEC51}"/>
                </a:ext>
              </a:extLst>
            </p:cNvPr>
            <p:cNvSpPr/>
            <p:nvPr/>
          </p:nvSpPr>
          <p:spPr>
            <a:xfrm>
              <a:off x="-45210950" y="4107825"/>
              <a:ext cx="23650" cy="24450"/>
            </a:xfrm>
            <a:custGeom>
              <a:avLst/>
              <a:gdLst/>
              <a:ahLst/>
              <a:cxnLst/>
              <a:rect l="l" t="t" r="r" b="b"/>
              <a:pathLst>
                <a:path w="946" h="978" extrusionOk="0">
                  <a:moveTo>
                    <a:pt x="473" y="1"/>
                  </a:moveTo>
                  <a:lnTo>
                    <a:pt x="1" y="978"/>
                  </a:lnTo>
                  <a:lnTo>
                    <a:pt x="946" y="978"/>
                  </a:lnTo>
                  <a:lnTo>
                    <a:pt x="473"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8558;p67">
              <a:extLst>
                <a:ext uri="{FF2B5EF4-FFF2-40B4-BE49-F238E27FC236}">
                  <a16:creationId xmlns:a16="http://schemas.microsoft.com/office/drawing/2014/main" id="{BCD50F37-9E1A-DDD7-C680-D744AEDBCDB5}"/>
                </a:ext>
              </a:extLst>
            </p:cNvPr>
            <p:cNvSpPr/>
            <p:nvPr/>
          </p:nvSpPr>
          <p:spPr>
            <a:xfrm>
              <a:off x="-45084925" y="3943225"/>
              <a:ext cx="47275" cy="47275"/>
            </a:xfrm>
            <a:custGeom>
              <a:avLst/>
              <a:gdLst/>
              <a:ahLst/>
              <a:cxnLst/>
              <a:rect l="l" t="t" r="r" b="b"/>
              <a:pathLst>
                <a:path w="1891" h="1891" extrusionOk="0">
                  <a:moveTo>
                    <a:pt x="1" y="0"/>
                  </a:moveTo>
                  <a:lnTo>
                    <a:pt x="1" y="1891"/>
                  </a:lnTo>
                  <a:lnTo>
                    <a:pt x="1891" y="1891"/>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8559;p67">
              <a:extLst>
                <a:ext uri="{FF2B5EF4-FFF2-40B4-BE49-F238E27FC236}">
                  <a16:creationId xmlns:a16="http://schemas.microsoft.com/office/drawing/2014/main" id="{D2EA0049-85AD-CA6F-6E25-EEAB7E3E92BF}"/>
                </a:ext>
              </a:extLst>
            </p:cNvPr>
            <p:cNvSpPr/>
            <p:nvPr/>
          </p:nvSpPr>
          <p:spPr>
            <a:xfrm>
              <a:off x="-45260575" y="3938500"/>
              <a:ext cx="227650" cy="300100"/>
            </a:xfrm>
            <a:custGeom>
              <a:avLst/>
              <a:gdLst/>
              <a:ahLst/>
              <a:cxnLst/>
              <a:rect l="l" t="t" r="r" b="b"/>
              <a:pathLst>
                <a:path w="9106" h="12004" extrusionOk="0">
                  <a:moveTo>
                    <a:pt x="348" y="0"/>
                  </a:moveTo>
                  <a:cubicBezTo>
                    <a:pt x="158" y="0"/>
                    <a:pt x="1" y="158"/>
                    <a:pt x="1" y="347"/>
                  </a:cubicBezTo>
                  <a:lnTo>
                    <a:pt x="1" y="4222"/>
                  </a:lnTo>
                  <a:lnTo>
                    <a:pt x="7342" y="4222"/>
                  </a:lnTo>
                  <a:cubicBezTo>
                    <a:pt x="7562" y="4222"/>
                    <a:pt x="7720" y="4380"/>
                    <a:pt x="7720" y="4600"/>
                  </a:cubicBezTo>
                  <a:lnTo>
                    <a:pt x="7720" y="10208"/>
                  </a:lnTo>
                  <a:cubicBezTo>
                    <a:pt x="7720" y="10428"/>
                    <a:pt x="7562" y="10586"/>
                    <a:pt x="7342" y="10586"/>
                  </a:cubicBezTo>
                  <a:lnTo>
                    <a:pt x="1" y="10586"/>
                  </a:lnTo>
                  <a:lnTo>
                    <a:pt x="1" y="11626"/>
                  </a:lnTo>
                  <a:cubicBezTo>
                    <a:pt x="1" y="11846"/>
                    <a:pt x="158" y="12004"/>
                    <a:pt x="348" y="12004"/>
                  </a:cubicBezTo>
                  <a:lnTo>
                    <a:pt x="8759" y="12004"/>
                  </a:lnTo>
                  <a:cubicBezTo>
                    <a:pt x="8980" y="12004"/>
                    <a:pt x="9106" y="11846"/>
                    <a:pt x="9106" y="11626"/>
                  </a:cubicBezTo>
                  <a:lnTo>
                    <a:pt x="9106" y="2804"/>
                  </a:lnTo>
                  <a:lnTo>
                    <a:pt x="6680" y="2804"/>
                  </a:lnTo>
                  <a:lnTo>
                    <a:pt x="6680" y="2773"/>
                  </a:lnTo>
                  <a:cubicBezTo>
                    <a:pt x="6491" y="2773"/>
                    <a:pt x="6333" y="2615"/>
                    <a:pt x="6333" y="2426"/>
                  </a:cubicBezTo>
                  <a:lnTo>
                    <a:pt x="6333"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8560;p67">
              <a:extLst>
                <a:ext uri="{FF2B5EF4-FFF2-40B4-BE49-F238E27FC236}">
                  <a16:creationId xmlns:a16="http://schemas.microsoft.com/office/drawing/2014/main" id="{1B619F3B-8EC3-486A-085F-6593FF6668ED}"/>
                </a:ext>
              </a:extLst>
            </p:cNvPr>
            <p:cNvSpPr/>
            <p:nvPr/>
          </p:nvSpPr>
          <p:spPr>
            <a:xfrm>
              <a:off x="-45277900" y="4061375"/>
              <a:ext cx="193000" cy="122875"/>
            </a:xfrm>
            <a:custGeom>
              <a:avLst/>
              <a:gdLst/>
              <a:ahLst/>
              <a:cxnLst/>
              <a:rect l="l" t="t" r="r" b="b"/>
              <a:pathLst>
                <a:path w="7720" h="4915" extrusionOk="0">
                  <a:moveTo>
                    <a:pt x="5987" y="693"/>
                  </a:moveTo>
                  <a:cubicBezTo>
                    <a:pt x="6207" y="693"/>
                    <a:pt x="6333" y="851"/>
                    <a:pt x="6333" y="1071"/>
                  </a:cubicBezTo>
                  <a:cubicBezTo>
                    <a:pt x="6302" y="1260"/>
                    <a:pt x="6144" y="1418"/>
                    <a:pt x="5987" y="1418"/>
                  </a:cubicBezTo>
                  <a:cubicBezTo>
                    <a:pt x="5798" y="1418"/>
                    <a:pt x="5640" y="1260"/>
                    <a:pt x="5640" y="1071"/>
                  </a:cubicBezTo>
                  <a:cubicBezTo>
                    <a:pt x="5640" y="851"/>
                    <a:pt x="5798" y="693"/>
                    <a:pt x="5987" y="693"/>
                  </a:cubicBezTo>
                  <a:close/>
                  <a:moveTo>
                    <a:pt x="3246" y="701"/>
                  </a:moveTo>
                  <a:cubicBezTo>
                    <a:pt x="3372" y="701"/>
                    <a:pt x="3498" y="772"/>
                    <a:pt x="3561" y="914"/>
                  </a:cubicBezTo>
                  <a:lnTo>
                    <a:pt x="4979" y="3686"/>
                  </a:lnTo>
                  <a:cubicBezTo>
                    <a:pt x="4979" y="3907"/>
                    <a:pt x="4884" y="4096"/>
                    <a:pt x="4727" y="4159"/>
                  </a:cubicBezTo>
                  <a:cubicBezTo>
                    <a:pt x="4695" y="4222"/>
                    <a:pt x="4601" y="4222"/>
                    <a:pt x="4569" y="4222"/>
                  </a:cubicBezTo>
                  <a:cubicBezTo>
                    <a:pt x="4443" y="4222"/>
                    <a:pt x="4349" y="4127"/>
                    <a:pt x="4254" y="4001"/>
                  </a:cubicBezTo>
                  <a:lnTo>
                    <a:pt x="4033" y="3497"/>
                  </a:lnTo>
                  <a:lnTo>
                    <a:pt x="2364" y="3497"/>
                  </a:lnTo>
                  <a:lnTo>
                    <a:pt x="2143" y="4001"/>
                  </a:lnTo>
                  <a:cubicBezTo>
                    <a:pt x="2075" y="4115"/>
                    <a:pt x="1940" y="4196"/>
                    <a:pt x="1811" y="4196"/>
                  </a:cubicBezTo>
                  <a:cubicBezTo>
                    <a:pt x="1762" y="4196"/>
                    <a:pt x="1714" y="4185"/>
                    <a:pt x="1671" y="4159"/>
                  </a:cubicBezTo>
                  <a:cubicBezTo>
                    <a:pt x="1513" y="4096"/>
                    <a:pt x="1419" y="3844"/>
                    <a:pt x="1513" y="3686"/>
                  </a:cubicBezTo>
                  <a:lnTo>
                    <a:pt x="2931" y="914"/>
                  </a:lnTo>
                  <a:cubicBezTo>
                    <a:pt x="2994" y="772"/>
                    <a:pt x="3120" y="701"/>
                    <a:pt x="3246" y="701"/>
                  </a:cubicBezTo>
                  <a:close/>
                  <a:moveTo>
                    <a:pt x="5955" y="2079"/>
                  </a:moveTo>
                  <a:cubicBezTo>
                    <a:pt x="6144" y="2079"/>
                    <a:pt x="6302" y="2237"/>
                    <a:pt x="6302" y="2426"/>
                  </a:cubicBezTo>
                  <a:lnTo>
                    <a:pt x="6302" y="3844"/>
                  </a:lnTo>
                  <a:cubicBezTo>
                    <a:pt x="6302" y="4064"/>
                    <a:pt x="6144" y="4222"/>
                    <a:pt x="5955" y="4222"/>
                  </a:cubicBezTo>
                  <a:cubicBezTo>
                    <a:pt x="5766" y="4222"/>
                    <a:pt x="5609" y="4064"/>
                    <a:pt x="5609" y="3844"/>
                  </a:cubicBezTo>
                  <a:lnTo>
                    <a:pt x="5609" y="2426"/>
                  </a:lnTo>
                  <a:cubicBezTo>
                    <a:pt x="5609" y="2237"/>
                    <a:pt x="5766" y="2079"/>
                    <a:pt x="5955" y="2079"/>
                  </a:cubicBezTo>
                  <a:close/>
                  <a:moveTo>
                    <a:pt x="347" y="0"/>
                  </a:moveTo>
                  <a:cubicBezTo>
                    <a:pt x="158" y="0"/>
                    <a:pt x="1" y="158"/>
                    <a:pt x="1" y="347"/>
                  </a:cubicBezTo>
                  <a:lnTo>
                    <a:pt x="1" y="4568"/>
                  </a:lnTo>
                  <a:cubicBezTo>
                    <a:pt x="1" y="4757"/>
                    <a:pt x="158" y="4915"/>
                    <a:pt x="347" y="4915"/>
                  </a:cubicBezTo>
                  <a:lnTo>
                    <a:pt x="7720" y="4915"/>
                  </a:lnTo>
                  <a:lnTo>
                    <a:pt x="772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6" name="Google Shape;8561;p67">
            <a:extLst>
              <a:ext uri="{FF2B5EF4-FFF2-40B4-BE49-F238E27FC236}">
                <a16:creationId xmlns:a16="http://schemas.microsoft.com/office/drawing/2014/main" id="{B43AC39D-7F0F-4AE6-E27C-C61DBBE5FA9E}"/>
              </a:ext>
            </a:extLst>
          </p:cNvPr>
          <p:cNvGrpSpPr/>
          <p:nvPr/>
        </p:nvGrpSpPr>
        <p:grpSpPr>
          <a:xfrm>
            <a:off x="20234312" y="9016086"/>
            <a:ext cx="916286" cy="916286"/>
            <a:chOff x="-44502875" y="3576975"/>
            <a:chExt cx="300100" cy="300100"/>
          </a:xfrm>
          <a:solidFill>
            <a:srgbClr val="555559"/>
          </a:solidFill>
        </p:grpSpPr>
        <p:sp>
          <p:nvSpPr>
            <p:cNvPr id="1038" name="Google Shape;8562;p67">
              <a:extLst>
                <a:ext uri="{FF2B5EF4-FFF2-40B4-BE49-F238E27FC236}">
                  <a16:creationId xmlns:a16="http://schemas.microsoft.com/office/drawing/2014/main" id="{3A86C525-7A02-B910-129F-F12692DFAB20}"/>
                </a:ext>
              </a:extLst>
            </p:cNvPr>
            <p:cNvSpPr/>
            <p:nvPr/>
          </p:nvSpPr>
          <p:spPr>
            <a:xfrm>
              <a:off x="-44466650" y="3576975"/>
              <a:ext cx="53600" cy="18925"/>
            </a:xfrm>
            <a:custGeom>
              <a:avLst/>
              <a:gdLst/>
              <a:ahLst/>
              <a:cxnLst/>
              <a:rect l="l" t="t" r="r" b="b"/>
              <a:pathLst>
                <a:path w="2144" h="757" extrusionOk="0">
                  <a:moveTo>
                    <a:pt x="348" y="1"/>
                  </a:moveTo>
                  <a:cubicBezTo>
                    <a:pt x="158" y="1"/>
                    <a:pt x="1" y="158"/>
                    <a:pt x="1" y="347"/>
                  </a:cubicBezTo>
                  <a:lnTo>
                    <a:pt x="1" y="757"/>
                  </a:lnTo>
                  <a:lnTo>
                    <a:pt x="2143" y="757"/>
                  </a:lnTo>
                  <a:lnTo>
                    <a:pt x="2143" y="347"/>
                  </a:lnTo>
                  <a:cubicBezTo>
                    <a:pt x="2143" y="158"/>
                    <a:pt x="1986" y="1"/>
                    <a:pt x="176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8563;p67">
              <a:extLst>
                <a:ext uri="{FF2B5EF4-FFF2-40B4-BE49-F238E27FC236}">
                  <a16:creationId xmlns:a16="http://schemas.microsoft.com/office/drawing/2014/main" id="{7F42BBB6-B8C5-E92E-58DC-0518C933D299}"/>
                </a:ext>
              </a:extLst>
            </p:cNvPr>
            <p:cNvSpPr/>
            <p:nvPr/>
          </p:nvSpPr>
          <p:spPr>
            <a:xfrm>
              <a:off x="-44502875" y="3595100"/>
              <a:ext cx="283575" cy="281975"/>
            </a:xfrm>
            <a:custGeom>
              <a:avLst/>
              <a:gdLst/>
              <a:ahLst/>
              <a:cxnLst/>
              <a:rect l="l" t="t" r="r" b="b"/>
              <a:pathLst>
                <a:path w="11343" h="11279" extrusionOk="0">
                  <a:moveTo>
                    <a:pt x="10945" y="0"/>
                  </a:moveTo>
                  <a:cubicBezTo>
                    <a:pt x="10854" y="0"/>
                    <a:pt x="10760" y="32"/>
                    <a:pt x="10681" y="95"/>
                  </a:cubicBezTo>
                  <a:lnTo>
                    <a:pt x="10082" y="693"/>
                  </a:lnTo>
                  <a:lnTo>
                    <a:pt x="347" y="693"/>
                  </a:lnTo>
                  <a:cubicBezTo>
                    <a:pt x="158" y="693"/>
                    <a:pt x="1" y="851"/>
                    <a:pt x="1" y="1040"/>
                  </a:cubicBezTo>
                  <a:lnTo>
                    <a:pt x="1" y="2458"/>
                  </a:lnTo>
                  <a:cubicBezTo>
                    <a:pt x="1" y="2647"/>
                    <a:pt x="158" y="2804"/>
                    <a:pt x="347" y="2804"/>
                  </a:cubicBezTo>
                  <a:lnTo>
                    <a:pt x="7940" y="2804"/>
                  </a:lnTo>
                  <a:lnTo>
                    <a:pt x="3561" y="7215"/>
                  </a:lnTo>
                  <a:lnTo>
                    <a:pt x="3561" y="3529"/>
                  </a:lnTo>
                  <a:lnTo>
                    <a:pt x="1418" y="3529"/>
                  </a:lnTo>
                  <a:lnTo>
                    <a:pt x="1418" y="9357"/>
                  </a:lnTo>
                  <a:lnTo>
                    <a:pt x="820" y="9956"/>
                  </a:lnTo>
                  <a:cubicBezTo>
                    <a:pt x="725" y="10050"/>
                    <a:pt x="725" y="10302"/>
                    <a:pt x="820" y="10460"/>
                  </a:cubicBezTo>
                  <a:cubicBezTo>
                    <a:pt x="914" y="10523"/>
                    <a:pt x="977" y="10586"/>
                    <a:pt x="1072" y="10586"/>
                  </a:cubicBezTo>
                  <a:cubicBezTo>
                    <a:pt x="1135" y="10586"/>
                    <a:pt x="1261" y="10523"/>
                    <a:pt x="1292" y="10460"/>
                  </a:cubicBezTo>
                  <a:lnTo>
                    <a:pt x="1891" y="9861"/>
                  </a:lnTo>
                  <a:lnTo>
                    <a:pt x="7719" y="9861"/>
                  </a:lnTo>
                  <a:lnTo>
                    <a:pt x="7719" y="7750"/>
                  </a:lnTo>
                  <a:lnTo>
                    <a:pt x="4033" y="7750"/>
                  </a:lnTo>
                  <a:lnTo>
                    <a:pt x="8444" y="3340"/>
                  </a:lnTo>
                  <a:lnTo>
                    <a:pt x="8444" y="10932"/>
                  </a:lnTo>
                  <a:cubicBezTo>
                    <a:pt x="8444" y="11121"/>
                    <a:pt x="8602" y="11279"/>
                    <a:pt x="8791" y="11279"/>
                  </a:cubicBezTo>
                  <a:lnTo>
                    <a:pt x="10208" y="11279"/>
                  </a:lnTo>
                  <a:cubicBezTo>
                    <a:pt x="10397" y="11279"/>
                    <a:pt x="10555" y="11121"/>
                    <a:pt x="10555" y="10932"/>
                  </a:cubicBezTo>
                  <a:lnTo>
                    <a:pt x="10555" y="1197"/>
                  </a:lnTo>
                  <a:lnTo>
                    <a:pt x="11153" y="599"/>
                  </a:lnTo>
                  <a:cubicBezTo>
                    <a:pt x="11343" y="441"/>
                    <a:pt x="11343" y="252"/>
                    <a:pt x="11185" y="95"/>
                  </a:cubicBezTo>
                  <a:cubicBezTo>
                    <a:pt x="11122" y="32"/>
                    <a:pt x="11035" y="0"/>
                    <a:pt x="1094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8564;p67">
              <a:extLst>
                <a:ext uri="{FF2B5EF4-FFF2-40B4-BE49-F238E27FC236}">
                  <a16:creationId xmlns:a16="http://schemas.microsoft.com/office/drawing/2014/main" id="{44AA1C58-E1E4-1792-D47E-B22B344A63BC}"/>
                </a:ext>
              </a:extLst>
            </p:cNvPr>
            <p:cNvSpPr/>
            <p:nvPr/>
          </p:nvSpPr>
          <p:spPr>
            <a:xfrm>
              <a:off x="-44221675" y="3788850"/>
              <a:ext cx="18900" cy="52800"/>
            </a:xfrm>
            <a:custGeom>
              <a:avLst/>
              <a:gdLst/>
              <a:ahLst/>
              <a:cxnLst/>
              <a:rect l="l" t="t" r="r" b="b"/>
              <a:pathLst>
                <a:path w="756" h="2112" extrusionOk="0">
                  <a:moveTo>
                    <a:pt x="0" y="0"/>
                  </a:moveTo>
                  <a:lnTo>
                    <a:pt x="0" y="2111"/>
                  </a:lnTo>
                  <a:lnTo>
                    <a:pt x="410" y="2111"/>
                  </a:lnTo>
                  <a:cubicBezTo>
                    <a:pt x="599" y="2111"/>
                    <a:pt x="756" y="1954"/>
                    <a:pt x="756" y="1765"/>
                  </a:cubicBezTo>
                  <a:lnTo>
                    <a:pt x="756" y="347"/>
                  </a:lnTo>
                  <a:cubicBezTo>
                    <a:pt x="756" y="158"/>
                    <a:pt x="599" y="0"/>
                    <a:pt x="41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7" name="Google Shape;8565;p67">
            <a:extLst>
              <a:ext uri="{FF2B5EF4-FFF2-40B4-BE49-F238E27FC236}">
                <a16:creationId xmlns:a16="http://schemas.microsoft.com/office/drawing/2014/main" id="{4C9ABD48-AA40-2442-D97C-28A3E90DC504}"/>
              </a:ext>
            </a:extLst>
          </p:cNvPr>
          <p:cNvGrpSpPr/>
          <p:nvPr/>
        </p:nvGrpSpPr>
        <p:grpSpPr>
          <a:xfrm>
            <a:off x="5400821" y="5400593"/>
            <a:ext cx="786459" cy="666692"/>
            <a:chOff x="1636184" y="2959225"/>
            <a:chExt cx="232666" cy="197250"/>
          </a:xfrm>
          <a:solidFill>
            <a:srgbClr val="555559"/>
          </a:solidFill>
        </p:grpSpPr>
        <p:sp>
          <p:nvSpPr>
            <p:cNvPr id="1034" name="Google Shape;8566;p67">
              <a:extLst>
                <a:ext uri="{FF2B5EF4-FFF2-40B4-BE49-F238E27FC236}">
                  <a16:creationId xmlns:a16="http://schemas.microsoft.com/office/drawing/2014/main" id="{B3F27AE2-238A-0D27-C29D-13507A51E2B3}"/>
                </a:ext>
              </a:extLst>
            </p:cNvPr>
            <p:cNvSpPr/>
            <p:nvPr/>
          </p:nvSpPr>
          <p:spPr>
            <a:xfrm>
              <a:off x="1649300" y="2959225"/>
              <a:ext cx="219550" cy="197250"/>
            </a:xfrm>
            <a:custGeom>
              <a:avLst/>
              <a:gdLst/>
              <a:ahLst/>
              <a:cxnLst/>
              <a:rect l="l" t="t" r="r" b="b"/>
              <a:pathLst>
                <a:path w="8782" h="7890" extrusionOk="0">
                  <a:moveTo>
                    <a:pt x="3485" y="419"/>
                  </a:moveTo>
                  <a:lnTo>
                    <a:pt x="2342" y="1952"/>
                  </a:lnTo>
                  <a:lnTo>
                    <a:pt x="1757" y="419"/>
                  </a:lnTo>
                  <a:close/>
                  <a:moveTo>
                    <a:pt x="6495" y="419"/>
                  </a:moveTo>
                  <a:lnTo>
                    <a:pt x="5882" y="1952"/>
                  </a:lnTo>
                  <a:lnTo>
                    <a:pt x="4739" y="419"/>
                  </a:lnTo>
                  <a:close/>
                  <a:moveTo>
                    <a:pt x="1255" y="809"/>
                  </a:moveTo>
                  <a:lnTo>
                    <a:pt x="1812" y="2314"/>
                  </a:lnTo>
                  <a:lnTo>
                    <a:pt x="307" y="2314"/>
                  </a:lnTo>
                  <a:lnTo>
                    <a:pt x="1255" y="809"/>
                  </a:lnTo>
                  <a:close/>
                  <a:moveTo>
                    <a:pt x="4154" y="614"/>
                  </a:moveTo>
                  <a:lnTo>
                    <a:pt x="5408" y="2314"/>
                  </a:lnTo>
                  <a:lnTo>
                    <a:pt x="2900" y="2314"/>
                  </a:lnTo>
                  <a:lnTo>
                    <a:pt x="4154" y="614"/>
                  </a:lnTo>
                  <a:close/>
                  <a:moveTo>
                    <a:pt x="6997" y="809"/>
                  </a:moveTo>
                  <a:lnTo>
                    <a:pt x="7945" y="2314"/>
                  </a:lnTo>
                  <a:lnTo>
                    <a:pt x="6440" y="2314"/>
                  </a:lnTo>
                  <a:lnTo>
                    <a:pt x="6997" y="809"/>
                  </a:lnTo>
                  <a:close/>
                  <a:moveTo>
                    <a:pt x="2035" y="2928"/>
                  </a:moveTo>
                  <a:lnTo>
                    <a:pt x="3206" y="6133"/>
                  </a:lnTo>
                  <a:lnTo>
                    <a:pt x="419" y="2928"/>
                  </a:lnTo>
                  <a:close/>
                  <a:moveTo>
                    <a:pt x="7806" y="2928"/>
                  </a:moveTo>
                  <a:lnTo>
                    <a:pt x="5018" y="6133"/>
                  </a:lnTo>
                  <a:lnTo>
                    <a:pt x="6217" y="2928"/>
                  </a:lnTo>
                  <a:close/>
                  <a:moveTo>
                    <a:pt x="5548" y="2928"/>
                  </a:moveTo>
                  <a:lnTo>
                    <a:pt x="4126" y="6719"/>
                  </a:lnTo>
                  <a:lnTo>
                    <a:pt x="2677" y="2928"/>
                  </a:lnTo>
                  <a:close/>
                  <a:moveTo>
                    <a:pt x="1562" y="1"/>
                  </a:moveTo>
                  <a:lnTo>
                    <a:pt x="1" y="2482"/>
                  </a:lnTo>
                  <a:lnTo>
                    <a:pt x="1" y="2510"/>
                  </a:lnTo>
                  <a:lnTo>
                    <a:pt x="1" y="2537"/>
                  </a:lnTo>
                  <a:lnTo>
                    <a:pt x="1" y="2593"/>
                  </a:lnTo>
                  <a:lnTo>
                    <a:pt x="1" y="2621"/>
                  </a:lnTo>
                  <a:lnTo>
                    <a:pt x="1" y="2649"/>
                  </a:lnTo>
                  <a:lnTo>
                    <a:pt x="1" y="2677"/>
                  </a:lnTo>
                  <a:lnTo>
                    <a:pt x="1" y="2733"/>
                  </a:lnTo>
                  <a:lnTo>
                    <a:pt x="1" y="2760"/>
                  </a:lnTo>
                  <a:lnTo>
                    <a:pt x="1" y="2788"/>
                  </a:lnTo>
                  <a:lnTo>
                    <a:pt x="1" y="2816"/>
                  </a:lnTo>
                  <a:lnTo>
                    <a:pt x="1" y="2872"/>
                  </a:lnTo>
                  <a:lnTo>
                    <a:pt x="4349" y="7834"/>
                  </a:lnTo>
                  <a:lnTo>
                    <a:pt x="4405" y="7890"/>
                  </a:lnTo>
                  <a:lnTo>
                    <a:pt x="4879" y="7890"/>
                  </a:lnTo>
                  <a:lnTo>
                    <a:pt x="4907" y="7834"/>
                  </a:lnTo>
                  <a:lnTo>
                    <a:pt x="8753" y="2788"/>
                  </a:lnTo>
                  <a:lnTo>
                    <a:pt x="8753" y="2788"/>
                  </a:lnTo>
                  <a:cubicBezTo>
                    <a:pt x="8744" y="2798"/>
                    <a:pt x="8738" y="2801"/>
                    <a:pt x="8735" y="2801"/>
                  </a:cubicBezTo>
                  <a:cubicBezTo>
                    <a:pt x="8729" y="2801"/>
                    <a:pt x="8735" y="2788"/>
                    <a:pt x="8753" y="2788"/>
                  </a:cubicBezTo>
                  <a:lnTo>
                    <a:pt x="8781" y="2760"/>
                  </a:lnTo>
                  <a:lnTo>
                    <a:pt x="8781" y="2733"/>
                  </a:lnTo>
                  <a:lnTo>
                    <a:pt x="8781" y="2677"/>
                  </a:lnTo>
                  <a:lnTo>
                    <a:pt x="8781" y="2649"/>
                  </a:lnTo>
                  <a:lnTo>
                    <a:pt x="8781" y="2621"/>
                  </a:lnTo>
                  <a:lnTo>
                    <a:pt x="8781" y="2593"/>
                  </a:lnTo>
                  <a:lnTo>
                    <a:pt x="8781" y="2537"/>
                  </a:lnTo>
                  <a:lnTo>
                    <a:pt x="8781" y="2510"/>
                  </a:lnTo>
                  <a:lnTo>
                    <a:pt x="8781" y="2482"/>
                  </a:lnTo>
                  <a:lnTo>
                    <a:pt x="722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8567;p67">
              <a:extLst>
                <a:ext uri="{FF2B5EF4-FFF2-40B4-BE49-F238E27FC236}">
                  <a16:creationId xmlns:a16="http://schemas.microsoft.com/office/drawing/2014/main" id="{0F73396F-8369-959D-ACF4-380894973F52}"/>
                </a:ext>
              </a:extLst>
            </p:cNvPr>
            <p:cNvSpPr/>
            <p:nvPr/>
          </p:nvSpPr>
          <p:spPr>
            <a:xfrm flipH="1">
              <a:off x="1636184" y="2959225"/>
              <a:ext cx="219550" cy="197250"/>
            </a:xfrm>
            <a:custGeom>
              <a:avLst/>
              <a:gdLst/>
              <a:ahLst/>
              <a:cxnLst/>
              <a:rect l="l" t="t" r="r" b="b"/>
              <a:pathLst>
                <a:path w="8782" h="7890" extrusionOk="0">
                  <a:moveTo>
                    <a:pt x="3485" y="419"/>
                  </a:moveTo>
                  <a:lnTo>
                    <a:pt x="2342" y="1952"/>
                  </a:lnTo>
                  <a:lnTo>
                    <a:pt x="1757" y="419"/>
                  </a:lnTo>
                  <a:close/>
                  <a:moveTo>
                    <a:pt x="6495" y="419"/>
                  </a:moveTo>
                  <a:lnTo>
                    <a:pt x="5882" y="1952"/>
                  </a:lnTo>
                  <a:lnTo>
                    <a:pt x="4739" y="419"/>
                  </a:lnTo>
                  <a:close/>
                  <a:moveTo>
                    <a:pt x="1255" y="809"/>
                  </a:moveTo>
                  <a:lnTo>
                    <a:pt x="1812" y="2314"/>
                  </a:lnTo>
                  <a:lnTo>
                    <a:pt x="307" y="2314"/>
                  </a:lnTo>
                  <a:lnTo>
                    <a:pt x="1255" y="809"/>
                  </a:lnTo>
                  <a:close/>
                  <a:moveTo>
                    <a:pt x="4154" y="614"/>
                  </a:moveTo>
                  <a:lnTo>
                    <a:pt x="5408" y="2314"/>
                  </a:lnTo>
                  <a:lnTo>
                    <a:pt x="2900" y="2314"/>
                  </a:lnTo>
                  <a:lnTo>
                    <a:pt x="4154" y="614"/>
                  </a:lnTo>
                  <a:close/>
                  <a:moveTo>
                    <a:pt x="6997" y="809"/>
                  </a:moveTo>
                  <a:lnTo>
                    <a:pt x="7945" y="2314"/>
                  </a:lnTo>
                  <a:lnTo>
                    <a:pt x="6440" y="2314"/>
                  </a:lnTo>
                  <a:lnTo>
                    <a:pt x="6997" y="809"/>
                  </a:lnTo>
                  <a:close/>
                  <a:moveTo>
                    <a:pt x="2035" y="2928"/>
                  </a:moveTo>
                  <a:lnTo>
                    <a:pt x="3206" y="6133"/>
                  </a:lnTo>
                  <a:lnTo>
                    <a:pt x="419" y="2928"/>
                  </a:lnTo>
                  <a:close/>
                  <a:moveTo>
                    <a:pt x="7806" y="2928"/>
                  </a:moveTo>
                  <a:lnTo>
                    <a:pt x="5018" y="6133"/>
                  </a:lnTo>
                  <a:lnTo>
                    <a:pt x="6217" y="2928"/>
                  </a:lnTo>
                  <a:close/>
                  <a:moveTo>
                    <a:pt x="5548" y="2928"/>
                  </a:moveTo>
                  <a:lnTo>
                    <a:pt x="4126" y="6719"/>
                  </a:lnTo>
                  <a:lnTo>
                    <a:pt x="2677" y="2928"/>
                  </a:lnTo>
                  <a:close/>
                  <a:moveTo>
                    <a:pt x="1562" y="1"/>
                  </a:moveTo>
                  <a:lnTo>
                    <a:pt x="1" y="2482"/>
                  </a:lnTo>
                  <a:lnTo>
                    <a:pt x="1" y="2510"/>
                  </a:lnTo>
                  <a:lnTo>
                    <a:pt x="1" y="2537"/>
                  </a:lnTo>
                  <a:lnTo>
                    <a:pt x="1" y="2593"/>
                  </a:lnTo>
                  <a:lnTo>
                    <a:pt x="1" y="2621"/>
                  </a:lnTo>
                  <a:lnTo>
                    <a:pt x="1" y="2649"/>
                  </a:lnTo>
                  <a:lnTo>
                    <a:pt x="1" y="2677"/>
                  </a:lnTo>
                  <a:lnTo>
                    <a:pt x="1" y="2733"/>
                  </a:lnTo>
                  <a:lnTo>
                    <a:pt x="1" y="2760"/>
                  </a:lnTo>
                  <a:lnTo>
                    <a:pt x="1" y="2788"/>
                  </a:lnTo>
                  <a:lnTo>
                    <a:pt x="1" y="2816"/>
                  </a:lnTo>
                  <a:lnTo>
                    <a:pt x="1" y="2872"/>
                  </a:lnTo>
                  <a:lnTo>
                    <a:pt x="4349" y="7834"/>
                  </a:lnTo>
                  <a:lnTo>
                    <a:pt x="4405" y="7890"/>
                  </a:lnTo>
                  <a:lnTo>
                    <a:pt x="4879" y="7890"/>
                  </a:lnTo>
                  <a:lnTo>
                    <a:pt x="4907" y="7834"/>
                  </a:lnTo>
                  <a:lnTo>
                    <a:pt x="8753" y="2788"/>
                  </a:lnTo>
                  <a:lnTo>
                    <a:pt x="8753" y="2788"/>
                  </a:lnTo>
                  <a:cubicBezTo>
                    <a:pt x="8744" y="2798"/>
                    <a:pt x="8738" y="2801"/>
                    <a:pt x="8735" y="2801"/>
                  </a:cubicBezTo>
                  <a:cubicBezTo>
                    <a:pt x="8729" y="2801"/>
                    <a:pt x="8735" y="2788"/>
                    <a:pt x="8753" y="2788"/>
                  </a:cubicBezTo>
                  <a:lnTo>
                    <a:pt x="8781" y="2760"/>
                  </a:lnTo>
                  <a:lnTo>
                    <a:pt x="8781" y="2733"/>
                  </a:lnTo>
                  <a:lnTo>
                    <a:pt x="8781" y="2677"/>
                  </a:lnTo>
                  <a:lnTo>
                    <a:pt x="8781" y="2649"/>
                  </a:lnTo>
                  <a:lnTo>
                    <a:pt x="8781" y="2621"/>
                  </a:lnTo>
                  <a:lnTo>
                    <a:pt x="8781" y="2593"/>
                  </a:lnTo>
                  <a:lnTo>
                    <a:pt x="8781" y="2537"/>
                  </a:lnTo>
                  <a:lnTo>
                    <a:pt x="8781" y="2510"/>
                  </a:lnTo>
                  <a:lnTo>
                    <a:pt x="8781" y="2482"/>
                  </a:lnTo>
                  <a:lnTo>
                    <a:pt x="722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8568;p67">
              <a:extLst>
                <a:ext uri="{FF2B5EF4-FFF2-40B4-BE49-F238E27FC236}">
                  <a16:creationId xmlns:a16="http://schemas.microsoft.com/office/drawing/2014/main" id="{0819FEEF-FC26-566D-8DFF-003E62DA0CD5}"/>
                </a:ext>
              </a:extLst>
            </p:cNvPr>
            <p:cNvSpPr/>
            <p:nvPr/>
          </p:nvSpPr>
          <p:spPr>
            <a:xfrm>
              <a:off x="1734750" y="3136775"/>
              <a:ext cx="36900" cy="19650"/>
            </a:xfrm>
            <a:custGeom>
              <a:avLst/>
              <a:gdLst/>
              <a:ahLst/>
              <a:cxnLst/>
              <a:rect l="l" t="t" r="r" b="b"/>
              <a:pathLst>
                <a:path w="1476" h="786" extrusionOk="0">
                  <a:moveTo>
                    <a:pt x="0" y="786"/>
                  </a:moveTo>
                  <a:lnTo>
                    <a:pt x="1476" y="786"/>
                  </a:lnTo>
                  <a:lnTo>
                    <a:pt x="762" y="0"/>
                  </a:lnTo>
                  <a:close/>
                </a:path>
              </a:pathLst>
            </a:custGeom>
            <a:grpFill/>
            <a:ln>
              <a:noFill/>
            </a:ln>
          </p:spPr>
          <p:txBody>
            <a:bodyPr/>
            <a:lstStyle/>
            <a:p>
              <a:endParaRPr lang="en-150"/>
            </a:p>
          </p:txBody>
        </p:sp>
        <p:sp>
          <p:nvSpPr>
            <p:cNvPr id="1037" name="Google Shape;8569;p67">
              <a:extLst>
                <a:ext uri="{FF2B5EF4-FFF2-40B4-BE49-F238E27FC236}">
                  <a16:creationId xmlns:a16="http://schemas.microsoft.com/office/drawing/2014/main" id="{ACD10433-19C3-9BE8-F564-FF1B59E9B027}"/>
                </a:ext>
              </a:extLst>
            </p:cNvPr>
            <p:cNvSpPr/>
            <p:nvPr/>
          </p:nvSpPr>
          <p:spPr>
            <a:xfrm>
              <a:off x="1684150" y="2963550"/>
              <a:ext cx="139900" cy="11300"/>
            </a:xfrm>
            <a:custGeom>
              <a:avLst/>
              <a:gdLst/>
              <a:ahLst/>
              <a:cxnLst/>
              <a:rect l="l" t="t" r="r" b="b"/>
              <a:pathLst>
                <a:path w="5596" h="452" extrusionOk="0">
                  <a:moveTo>
                    <a:pt x="0" y="452"/>
                  </a:moveTo>
                  <a:lnTo>
                    <a:pt x="5596" y="452"/>
                  </a:lnTo>
                  <a:lnTo>
                    <a:pt x="5500" y="0"/>
                  </a:lnTo>
                  <a:lnTo>
                    <a:pt x="238" y="47"/>
                  </a:lnTo>
                  <a:close/>
                </a:path>
              </a:pathLst>
            </a:custGeom>
            <a:grpFill/>
            <a:ln>
              <a:noFill/>
            </a:ln>
          </p:spPr>
          <p:txBody>
            <a:bodyPr/>
            <a:lstStyle/>
            <a:p>
              <a:endParaRPr lang="en-150"/>
            </a:p>
          </p:txBody>
        </p:sp>
      </p:grpSp>
      <p:grpSp>
        <p:nvGrpSpPr>
          <p:cNvPr id="1028" name="Google Shape;8570;p67">
            <a:extLst>
              <a:ext uri="{FF2B5EF4-FFF2-40B4-BE49-F238E27FC236}">
                <a16:creationId xmlns:a16="http://schemas.microsoft.com/office/drawing/2014/main" id="{0963B804-AAA7-A1A5-0C40-5160CF1A0DD3}"/>
              </a:ext>
            </a:extLst>
          </p:cNvPr>
          <p:cNvGrpSpPr/>
          <p:nvPr/>
        </p:nvGrpSpPr>
        <p:grpSpPr>
          <a:xfrm>
            <a:off x="8900590" y="6367208"/>
            <a:ext cx="661357" cy="934072"/>
            <a:chOff x="-47300587" y="123275"/>
            <a:chExt cx="190975" cy="269725"/>
          </a:xfrm>
          <a:solidFill>
            <a:srgbClr val="555559"/>
          </a:solidFill>
        </p:grpSpPr>
        <p:sp>
          <p:nvSpPr>
            <p:cNvPr id="1029" name="Google Shape;8571;p67">
              <a:extLst>
                <a:ext uri="{FF2B5EF4-FFF2-40B4-BE49-F238E27FC236}">
                  <a16:creationId xmlns:a16="http://schemas.microsoft.com/office/drawing/2014/main" id="{32A0FD2E-DFFD-D34E-8E1F-EC2E284E5BF9}"/>
                </a:ext>
              </a:extLst>
            </p:cNvPr>
            <p:cNvSpPr/>
            <p:nvPr/>
          </p:nvSpPr>
          <p:spPr>
            <a:xfrm>
              <a:off x="-47300587" y="123275"/>
              <a:ext cx="190975" cy="269725"/>
            </a:xfrm>
            <a:custGeom>
              <a:avLst/>
              <a:gdLst/>
              <a:ahLst/>
              <a:cxnLst/>
              <a:rect l="l" t="t" r="r" b="b"/>
              <a:pathLst>
                <a:path w="7639" h="10789" extrusionOk="0">
                  <a:moveTo>
                    <a:pt x="5130" y="1283"/>
                  </a:moveTo>
                  <a:cubicBezTo>
                    <a:pt x="5659" y="1283"/>
                    <a:pt x="6050" y="1701"/>
                    <a:pt x="6050" y="2231"/>
                  </a:cubicBezTo>
                  <a:lnTo>
                    <a:pt x="6050" y="6273"/>
                  </a:lnTo>
                  <a:lnTo>
                    <a:pt x="4182" y="6273"/>
                  </a:lnTo>
                  <a:lnTo>
                    <a:pt x="4182" y="5687"/>
                  </a:lnTo>
                  <a:lnTo>
                    <a:pt x="4489" y="5687"/>
                  </a:lnTo>
                  <a:cubicBezTo>
                    <a:pt x="4684" y="5687"/>
                    <a:pt x="4823" y="5548"/>
                    <a:pt x="4823" y="5381"/>
                  </a:cubicBezTo>
                  <a:cubicBezTo>
                    <a:pt x="4823" y="5213"/>
                    <a:pt x="4684" y="5074"/>
                    <a:pt x="4489" y="5074"/>
                  </a:cubicBezTo>
                  <a:lnTo>
                    <a:pt x="4182" y="5074"/>
                  </a:lnTo>
                  <a:lnTo>
                    <a:pt x="4182" y="4433"/>
                  </a:lnTo>
                  <a:lnTo>
                    <a:pt x="4489" y="4433"/>
                  </a:lnTo>
                  <a:cubicBezTo>
                    <a:pt x="4684" y="4433"/>
                    <a:pt x="4823" y="4294"/>
                    <a:pt x="4823" y="4126"/>
                  </a:cubicBezTo>
                  <a:cubicBezTo>
                    <a:pt x="4823" y="3931"/>
                    <a:pt x="4684" y="3792"/>
                    <a:pt x="4489" y="3792"/>
                  </a:cubicBezTo>
                  <a:lnTo>
                    <a:pt x="4182" y="3792"/>
                  </a:lnTo>
                  <a:lnTo>
                    <a:pt x="4182" y="3179"/>
                  </a:lnTo>
                  <a:lnTo>
                    <a:pt x="4489" y="3179"/>
                  </a:lnTo>
                  <a:cubicBezTo>
                    <a:pt x="4684" y="3179"/>
                    <a:pt x="4823" y="3039"/>
                    <a:pt x="4823" y="2872"/>
                  </a:cubicBezTo>
                  <a:cubicBezTo>
                    <a:pt x="4823" y="2677"/>
                    <a:pt x="4684" y="2537"/>
                    <a:pt x="4489" y="2537"/>
                  </a:cubicBezTo>
                  <a:lnTo>
                    <a:pt x="4182" y="2537"/>
                  </a:lnTo>
                  <a:lnTo>
                    <a:pt x="4182" y="2231"/>
                  </a:lnTo>
                  <a:cubicBezTo>
                    <a:pt x="4182" y="1701"/>
                    <a:pt x="4600" y="1283"/>
                    <a:pt x="5130" y="1283"/>
                  </a:cubicBezTo>
                  <a:close/>
                  <a:moveTo>
                    <a:pt x="2649" y="1952"/>
                  </a:moveTo>
                  <a:cubicBezTo>
                    <a:pt x="3178" y="1952"/>
                    <a:pt x="3597" y="2370"/>
                    <a:pt x="3597" y="2900"/>
                  </a:cubicBezTo>
                  <a:lnTo>
                    <a:pt x="3597" y="6328"/>
                  </a:lnTo>
                  <a:lnTo>
                    <a:pt x="1701" y="6328"/>
                  </a:lnTo>
                  <a:lnTo>
                    <a:pt x="1701" y="2900"/>
                  </a:lnTo>
                  <a:cubicBezTo>
                    <a:pt x="1701" y="2370"/>
                    <a:pt x="2119" y="1952"/>
                    <a:pt x="2649" y="1952"/>
                  </a:cubicBezTo>
                  <a:close/>
                  <a:moveTo>
                    <a:pt x="6969" y="6942"/>
                  </a:moveTo>
                  <a:lnTo>
                    <a:pt x="6969" y="7248"/>
                  </a:lnTo>
                  <a:lnTo>
                    <a:pt x="6997" y="7248"/>
                  </a:lnTo>
                  <a:cubicBezTo>
                    <a:pt x="6997" y="7443"/>
                    <a:pt x="6858" y="7583"/>
                    <a:pt x="6691" y="7583"/>
                  </a:cubicBezTo>
                  <a:lnTo>
                    <a:pt x="1088" y="7583"/>
                  </a:lnTo>
                  <a:cubicBezTo>
                    <a:pt x="920" y="7583"/>
                    <a:pt x="781" y="7443"/>
                    <a:pt x="781" y="7248"/>
                  </a:cubicBezTo>
                  <a:lnTo>
                    <a:pt x="781" y="6942"/>
                  </a:lnTo>
                  <a:close/>
                  <a:moveTo>
                    <a:pt x="6273" y="8168"/>
                  </a:moveTo>
                  <a:lnTo>
                    <a:pt x="5827" y="10092"/>
                  </a:lnTo>
                  <a:lnTo>
                    <a:pt x="1952" y="10092"/>
                  </a:lnTo>
                  <a:lnTo>
                    <a:pt x="1506" y="8168"/>
                  </a:lnTo>
                  <a:close/>
                  <a:moveTo>
                    <a:pt x="5102" y="1"/>
                  </a:moveTo>
                  <a:cubicBezTo>
                    <a:pt x="4907" y="1"/>
                    <a:pt x="4767" y="140"/>
                    <a:pt x="4767" y="307"/>
                  </a:cubicBezTo>
                  <a:lnTo>
                    <a:pt x="4767" y="670"/>
                  </a:lnTo>
                  <a:cubicBezTo>
                    <a:pt x="4572" y="698"/>
                    <a:pt x="4405" y="781"/>
                    <a:pt x="4210" y="921"/>
                  </a:cubicBezTo>
                  <a:lnTo>
                    <a:pt x="3987" y="670"/>
                  </a:lnTo>
                  <a:cubicBezTo>
                    <a:pt x="3931" y="614"/>
                    <a:pt x="3847" y="586"/>
                    <a:pt x="3760" y="586"/>
                  </a:cubicBezTo>
                  <a:cubicBezTo>
                    <a:pt x="3673" y="586"/>
                    <a:pt x="3583" y="614"/>
                    <a:pt x="3513" y="670"/>
                  </a:cubicBezTo>
                  <a:cubicBezTo>
                    <a:pt x="3429" y="781"/>
                    <a:pt x="3429" y="976"/>
                    <a:pt x="3513" y="1116"/>
                  </a:cubicBezTo>
                  <a:lnTo>
                    <a:pt x="3764" y="1367"/>
                  </a:lnTo>
                  <a:cubicBezTo>
                    <a:pt x="3708" y="1478"/>
                    <a:pt x="3652" y="1562"/>
                    <a:pt x="3597" y="1673"/>
                  </a:cubicBezTo>
                  <a:cubicBezTo>
                    <a:pt x="3374" y="1506"/>
                    <a:pt x="3123" y="1367"/>
                    <a:pt x="2872" y="1339"/>
                  </a:cubicBezTo>
                  <a:lnTo>
                    <a:pt x="2872" y="976"/>
                  </a:lnTo>
                  <a:cubicBezTo>
                    <a:pt x="2872" y="809"/>
                    <a:pt x="2732" y="670"/>
                    <a:pt x="2537" y="670"/>
                  </a:cubicBezTo>
                  <a:cubicBezTo>
                    <a:pt x="2370" y="670"/>
                    <a:pt x="2231" y="809"/>
                    <a:pt x="2231" y="976"/>
                  </a:cubicBezTo>
                  <a:lnTo>
                    <a:pt x="2231" y="1339"/>
                  </a:lnTo>
                  <a:cubicBezTo>
                    <a:pt x="2036" y="1367"/>
                    <a:pt x="1840" y="1450"/>
                    <a:pt x="1673" y="1562"/>
                  </a:cubicBezTo>
                  <a:lnTo>
                    <a:pt x="1422" y="1339"/>
                  </a:lnTo>
                  <a:cubicBezTo>
                    <a:pt x="1380" y="1283"/>
                    <a:pt x="1304" y="1255"/>
                    <a:pt x="1220" y="1255"/>
                  </a:cubicBezTo>
                  <a:cubicBezTo>
                    <a:pt x="1137" y="1255"/>
                    <a:pt x="1046" y="1283"/>
                    <a:pt x="976" y="1339"/>
                  </a:cubicBezTo>
                  <a:cubicBezTo>
                    <a:pt x="865" y="1450"/>
                    <a:pt x="865" y="1645"/>
                    <a:pt x="976" y="1785"/>
                  </a:cubicBezTo>
                  <a:lnTo>
                    <a:pt x="1227" y="2036"/>
                  </a:lnTo>
                  <a:cubicBezTo>
                    <a:pt x="1116" y="2203"/>
                    <a:pt x="1032" y="2370"/>
                    <a:pt x="976" y="2593"/>
                  </a:cubicBezTo>
                  <a:lnTo>
                    <a:pt x="642" y="2593"/>
                  </a:lnTo>
                  <a:cubicBezTo>
                    <a:pt x="447" y="2593"/>
                    <a:pt x="307" y="2733"/>
                    <a:pt x="307" y="2900"/>
                  </a:cubicBezTo>
                  <a:cubicBezTo>
                    <a:pt x="307" y="3067"/>
                    <a:pt x="447" y="3206"/>
                    <a:pt x="642" y="3206"/>
                  </a:cubicBezTo>
                  <a:lnTo>
                    <a:pt x="948" y="3206"/>
                  </a:lnTo>
                  <a:lnTo>
                    <a:pt x="948" y="3848"/>
                  </a:lnTo>
                  <a:lnTo>
                    <a:pt x="642" y="3848"/>
                  </a:lnTo>
                  <a:cubicBezTo>
                    <a:pt x="447" y="3848"/>
                    <a:pt x="307" y="3987"/>
                    <a:pt x="307" y="4154"/>
                  </a:cubicBezTo>
                  <a:cubicBezTo>
                    <a:pt x="307" y="4321"/>
                    <a:pt x="447" y="4461"/>
                    <a:pt x="642" y="4461"/>
                  </a:cubicBezTo>
                  <a:lnTo>
                    <a:pt x="948" y="4461"/>
                  </a:lnTo>
                  <a:lnTo>
                    <a:pt x="948" y="5102"/>
                  </a:lnTo>
                  <a:lnTo>
                    <a:pt x="642" y="5102"/>
                  </a:lnTo>
                  <a:cubicBezTo>
                    <a:pt x="447" y="5102"/>
                    <a:pt x="307" y="5241"/>
                    <a:pt x="307" y="5409"/>
                  </a:cubicBezTo>
                  <a:cubicBezTo>
                    <a:pt x="307" y="5576"/>
                    <a:pt x="447" y="5715"/>
                    <a:pt x="642" y="5715"/>
                  </a:cubicBezTo>
                  <a:lnTo>
                    <a:pt x="948" y="5715"/>
                  </a:lnTo>
                  <a:lnTo>
                    <a:pt x="948" y="6356"/>
                  </a:lnTo>
                  <a:lnTo>
                    <a:pt x="307" y="6356"/>
                  </a:lnTo>
                  <a:cubicBezTo>
                    <a:pt x="140" y="6356"/>
                    <a:pt x="1" y="6496"/>
                    <a:pt x="1" y="6663"/>
                  </a:cubicBezTo>
                  <a:lnTo>
                    <a:pt x="1" y="7304"/>
                  </a:lnTo>
                  <a:cubicBezTo>
                    <a:pt x="1" y="7722"/>
                    <a:pt x="279" y="8085"/>
                    <a:pt x="697" y="8196"/>
                  </a:cubicBezTo>
                  <a:lnTo>
                    <a:pt x="1255" y="10538"/>
                  </a:lnTo>
                  <a:cubicBezTo>
                    <a:pt x="1283" y="10677"/>
                    <a:pt x="1422" y="10789"/>
                    <a:pt x="1562" y="10789"/>
                  </a:cubicBezTo>
                  <a:lnTo>
                    <a:pt x="5910" y="10789"/>
                  </a:lnTo>
                  <a:cubicBezTo>
                    <a:pt x="6050" y="10789"/>
                    <a:pt x="6217" y="10677"/>
                    <a:pt x="6245" y="10538"/>
                  </a:cubicBezTo>
                  <a:lnTo>
                    <a:pt x="6802" y="8196"/>
                  </a:lnTo>
                  <a:cubicBezTo>
                    <a:pt x="7165" y="8085"/>
                    <a:pt x="7499" y="7722"/>
                    <a:pt x="7499" y="7304"/>
                  </a:cubicBezTo>
                  <a:lnTo>
                    <a:pt x="7499" y="6663"/>
                  </a:lnTo>
                  <a:cubicBezTo>
                    <a:pt x="7638" y="6468"/>
                    <a:pt x="7499" y="6328"/>
                    <a:pt x="7332" y="6328"/>
                  </a:cubicBezTo>
                  <a:lnTo>
                    <a:pt x="6691" y="6328"/>
                  </a:lnTo>
                  <a:lnTo>
                    <a:pt x="6691" y="5074"/>
                  </a:lnTo>
                  <a:lnTo>
                    <a:pt x="6997" y="5074"/>
                  </a:lnTo>
                  <a:cubicBezTo>
                    <a:pt x="7192" y="5074"/>
                    <a:pt x="7332" y="4935"/>
                    <a:pt x="7332" y="4740"/>
                  </a:cubicBezTo>
                  <a:cubicBezTo>
                    <a:pt x="7332" y="4572"/>
                    <a:pt x="7192" y="4433"/>
                    <a:pt x="6997" y="4433"/>
                  </a:cubicBezTo>
                  <a:lnTo>
                    <a:pt x="6691" y="4433"/>
                  </a:lnTo>
                  <a:lnTo>
                    <a:pt x="6691" y="3820"/>
                  </a:lnTo>
                  <a:lnTo>
                    <a:pt x="6997" y="3820"/>
                  </a:lnTo>
                  <a:cubicBezTo>
                    <a:pt x="7192" y="3820"/>
                    <a:pt x="7332" y="3680"/>
                    <a:pt x="7332" y="3485"/>
                  </a:cubicBezTo>
                  <a:cubicBezTo>
                    <a:pt x="7332" y="3318"/>
                    <a:pt x="7192" y="3179"/>
                    <a:pt x="6997" y="3179"/>
                  </a:cubicBezTo>
                  <a:lnTo>
                    <a:pt x="6691" y="3179"/>
                  </a:lnTo>
                  <a:lnTo>
                    <a:pt x="6691" y="2537"/>
                  </a:lnTo>
                  <a:lnTo>
                    <a:pt x="6997" y="2537"/>
                  </a:lnTo>
                  <a:cubicBezTo>
                    <a:pt x="7192" y="2537"/>
                    <a:pt x="7332" y="2398"/>
                    <a:pt x="7332" y="2231"/>
                  </a:cubicBezTo>
                  <a:cubicBezTo>
                    <a:pt x="7332" y="2064"/>
                    <a:pt x="7192" y="1924"/>
                    <a:pt x="6997" y="1924"/>
                  </a:cubicBezTo>
                  <a:lnTo>
                    <a:pt x="6663" y="1924"/>
                  </a:lnTo>
                  <a:cubicBezTo>
                    <a:pt x="6635" y="1701"/>
                    <a:pt x="6551" y="1534"/>
                    <a:pt x="6412" y="1367"/>
                  </a:cubicBezTo>
                  <a:lnTo>
                    <a:pt x="6663" y="1116"/>
                  </a:lnTo>
                  <a:cubicBezTo>
                    <a:pt x="6774" y="1004"/>
                    <a:pt x="6774" y="809"/>
                    <a:pt x="6663" y="670"/>
                  </a:cubicBezTo>
                  <a:cubicBezTo>
                    <a:pt x="6607" y="614"/>
                    <a:pt x="6530" y="586"/>
                    <a:pt x="6450" y="586"/>
                  </a:cubicBezTo>
                  <a:cubicBezTo>
                    <a:pt x="6370" y="586"/>
                    <a:pt x="6286" y="614"/>
                    <a:pt x="6217" y="670"/>
                  </a:cubicBezTo>
                  <a:lnTo>
                    <a:pt x="5966" y="921"/>
                  </a:lnTo>
                  <a:cubicBezTo>
                    <a:pt x="5799" y="809"/>
                    <a:pt x="5604" y="726"/>
                    <a:pt x="5408" y="670"/>
                  </a:cubicBezTo>
                  <a:lnTo>
                    <a:pt x="5408" y="307"/>
                  </a:lnTo>
                  <a:cubicBezTo>
                    <a:pt x="5408" y="140"/>
                    <a:pt x="5269" y="1"/>
                    <a:pt x="510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8572;p67">
              <a:extLst>
                <a:ext uri="{FF2B5EF4-FFF2-40B4-BE49-F238E27FC236}">
                  <a16:creationId xmlns:a16="http://schemas.microsoft.com/office/drawing/2014/main" id="{5AB69FEF-98F7-D502-7CDF-E7051FCEDB5C}"/>
                </a:ext>
              </a:extLst>
            </p:cNvPr>
            <p:cNvSpPr/>
            <p:nvPr/>
          </p:nvSpPr>
          <p:spPr>
            <a:xfrm>
              <a:off x="-47242037" y="188100"/>
              <a:ext cx="15350" cy="31375"/>
            </a:xfrm>
            <a:custGeom>
              <a:avLst/>
              <a:gdLst/>
              <a:ahLst/>
              <a:cxnLst/>
              <a:rect l="l" t="t" r="r" b="b"/>
              <a:pathLst>
                <a:path w="614" h="1255" extrusionOk="0">
                  <a:moveTo>
                    <a:pt x="307" y="0"/>
                  </a:moveTo>
                  <a:cubicBezTo>
                    <a:pt x="140" y="0"/>
                    <a:pt x="0" y="140"/>
                    <a:pt x="0" y="307"/>
                  </a:cubicBezTo>
                  <a:lnTo>
                    <a:pt x="0" y="948"/>
                  </a:lnTo>
                  <a:cubicBezTo>
                    <a:pt x="0" y="1115"/>
                    <a:pt x="140" y="1255"/>
                    <a:pt x="307" y="1255"/>
                  </a:cubicBezTo>
                  <a:cubicBezTo>
                    <a:pt x="474" y="1255"/>
                    <a:pt x="613" y="1115"/>
                    <a:pt x="613" y="948"/>
                  </a:cubicBezTo>
                  <a:lnTo>
                    <a:pt x="613" y="307"/>
                  </a:lnTo>
                  <a:cubicBezTo>
                    <a:pt x="613" y="140"/>
                    <a:pt x="474" y="0"/>
                    <a:pt x="30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8573;p67">
              <a:extLst>
                <a:ext uri="{FF2B5EF4-FFF2-40B4-BE49-F238E27FC236}">
                  <a16:creationId xmlns:a16="http://schemas.microsoft.com/office/drawing/2014/main" id="{ABF36F5B-D11B-E899-9999-9A47AF0D2AAB}"/>
                </a:ext>
              </a:extLst>
            </p:cNvPr>
            <p:cNvSpPr/>
            <p:nvPr/>
          </p:nvSpPr>
          <p:spPr>
            <a:xfrm>
              <a:off x="-47242037" y="234775"/>
              <a:ext cx="15350" cy="31400"/>
            </a:xfrm>
            <a:custGeom>
              <a:avLst/>
              <a:gdLst/>
              <a:ahLst/>
              <a:cxnLst/>
              <a:rect l="l" t="t" r="r" b="b"/>
              <a:pathLst>
                <a:path w="614" h="1256" extrusionOk="0">
                  <a:moveTo>
                    <a:pt x="307" y="1"/>
                  </a:moveTo>
                  <a:cubicBezTo>
                    <a:pt x="140" y="1"/>
                    <a:pt x="0" y="140"/>
                    <a:pt x="0" y="335"/>
                  </a:cubicBezTo>
                  <a:lnTo>
                    <a:pt x="0" y="949"/>
                  </a:lnTo>
                  <a:cubicBezTo>
                    <a:pt x="0" y="1116"/>
                    <a:pt x="140" y="1255"/>
                    <a:pt x="307" y="1255"/>
                  </a:cubicBezTo>
                  <a:cubicBezTo>
                    <a:pt x="474" y="1255"/>
                    <a:pt x="613" y="1116"/>
                    <a:pt x="613" y="949"/>
                  </a:cubicBezTo>
                  <a:lnTo>
                    <a:pt x="613" y="335"/>
                  </a:lnTo>
                  <a:cubicBezTo>
                    <a:pt x="613" y="140"/>
                    <a:pt x="474" y="1"/>
                    <a:pt x="30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8574;p67">
              <a:extLst>
                <a:ext uri="{FF2B5EF4-FFF2-40B4-BE49-F238E27FC236}">
                  <a16:creationId xmlns:a16="http://schemas.microsoft.com/office/drawing/2014/main" id="{7AC01858-9B65-7A8A-64F6-ED0B926AC52D}"/>
                </a:ext>
              </a:extLst>
            </p:cNvPr>
            <p:cNvSpPr/>
            <p:nvPr/>
          </p:nvSpPr>
          <p:spPr>
            <a:xfrm>
              <a:off x="-47180012" y="172075"/>
              <a:ext cx="15350" cy="31375"/>
            </a:xfrm>
            <a:custGeom>
              <a:avLst/>
              <a:gdLst/>
              <a:ahLst/>
              <a:cxnLst/>
              <a:rect l="l" t="t" r="r" b="b"/>
              <a:pathLst>
                <a:path w="614" h="1255" extrusionOk="0">
                  <a:moveTo>
                    <a:pt x="307" y="0"/>
                  </a:moveTo>
                  <a:cubicBezTo>
                    <a:pt x="139" y="0"/>
                    <a:pt x="0" y="139"/>
                    <a:pt x="0" y="335"/>
                  </a:cubicBezTo>
                  <a:lnTo>
                    <a:pt x="0" y="948"/>
                  </a:lnTo>
                  <a:cubicBezTo>
                    <a:pt x="0" y="1115"/>
                    <a:pt x="139" y="1254"/>
                    <a:pt x="307" y="1254"/>
                  </a:cubicBezTo>
                  <a:cubicBezTo>
                    <a:pt x="474" y="1254"/>
                    <a:pt x="613" y="1115"/>
                    <a:pt x="613" y="948"/>
                  </a:cubicBezTo>
                  <a:lnTo>
                    <a:pt x="613" y="335"/>
                  </a:lnTo>
                  <a:cubicBezTo>
                    <a:pt x="613" y="139"/>
                    <a:pt x="474" y="0"/>
                    <a:pt x="30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8575;p67">
              <a:extLst>
                <a:ext uri="{FF2B5EF4-FFF2-40B4-BE49-F238E27FC236}">
                  <a16:creationId xmlns:a16="http://schemas.microsoft.com/office/drawing/2014/main" id="{3A4F5550-F09F-7C67-20B0-D7977B8939CF}"/>
                </a:ext>
              </a:extLst>
            </p:cNvPr>
            <p:cNvSpPr/>
            <p:nvPr/>
          </p:nvSpPr>
          <p:spPr>
            <a:xfrm>
              <a:off x="-47180012" y="218050"/>
              <a:ext cx="15350" cy="32100"/>
            </a:xfrm>
            <a:custGeom>
              <a:avLst/>
              <a:gdLst/>
              <a:ahLst/>
              <a:cxnLst/>
              <a:rect l="l" t="t" r="r" b="b"/>
              <a:pathLst>
                <a:path w="614" h="1284" extrusionOk="0">
                  <a:moveTo>
                    <a:pt x="307" y="1"/>
                  </a:moveTo>
                  <a:cubicBezTo>
                    <a:pt x="139" y="1"/>
                    <a:pt x="0" y="140"/>
                    <a:pt x="0" y="335"/>
                  </a:cubicBezTo>
                  <a:lnTo>
                    <a:pt x="0" y="949"/>
                  </a:lnTo>
                  <a:cubicBezTo>
                    <a:pt x="0" y="1144"/>
                    <a:pt x="139" y="1283"/>
                    <a:pt x="307" y="1283"/>
                  </a:cubicBezTo>
                  <a:cubicBezTo>
                    <a:pt x="474" y="1283"/>
                    <a:pt x="613" y="1144"/>
                    <a:pt x="613" y="949"/>
                  </a:cubicBezTo>
                  <a:lnTo>
                    <a:pt x="613" y="335"/>
                  </a:lnTo>
                  <a:cubicBezTo>
                    <a:pt x="613" y="140"/>
                    <a:pt x="474" y="1"/>
                    <a:pt x="30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Picture 1">
            <a:extLst>
              <a:ext uri="{FF2B5EF4-FFF2-40B4-BE49-F238E27FC236}">
                <a16:creationId xmlns:a16="http://schemas.microsoft.com/office/drawing/2014/main" id="{18353B74-DF63-89D4-17EC-DBBCB17A8A6F}"/>
              </a:ext>
            </a:extLst>
          </p:cNvPr>
          <p:cNvPicPr>
            <a:picLocks noChangeAspect="1"/>
          </p:cNvPicPr>
          <p:nvPr/>
        </p:nvPicPr>
        <p:blipFill rotWithShape="1">
          <a:blip r:embed="rId2">
            <a:extLst>
              <a:ext uri="{28A0092B-C50C-407E-A947-70E740481C1C}">
                <a14:useLocalDpi xmlns:a14="http://schemas.microsoft.com/office/drawing/2010/main" val="0"/>
              </a:ext>
            </a:extLst>
          </a:blip>
          <a:srcRect l="-44764" t="55302" r="45710" b="1985"/>
          <a:stretch/>
        </p:blipFill>
        <p:spPr>
          <a:xfrm>
            <a:off x="-736428" y="0"/>
            <a:ext cx="1413659" cy="13716000"/>
          </a:xfrm>
          <a:prstGeom prst="rect">
            <a:avLst/>
          </a:prstGeom>
        </p:spPr>
      </p:pic>
    </p:spTree>
    <p:extLst>
      <p:ext uri="{BB962C8B-B14F-4D97-AF65-F5344CB8AC3E}">
        <p14:creationId xmlns:p14="http://schemas.microsoft.com/office/powerpoint/2010/main" val="3851034661"/>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31C483A-06EA-FB89-16BC-06903EE9B620}"/>
              </a:ext>
            </a:extLst>
          </p:cNvPr>
          <p:cNvSpPr>
            <a:spLocks noGrp="1"/>
          </p:cNvSpPr>
          <p:nvPr>
            <p:ph type="ftr" sz="quarter" idx="27"/>
          </p:nvPr>
        </p:nvSpPr>
        <p:spPr/>
        <p:txBody>
          <a:bodyPr/>
          <a:lstStyle/>
          <a:p>
            <a:r>
              <a:rPr lang="en-US"/>
              <a:t>2024 © Retail Consult - All rights reserved</a:t>
            </a:r>
          </a:p>
        </p:txBody>
      </p:sp>
      <p:sp>
        <p:nvSpPr>
          <p:cNvPr id="5" name="Slide Number Placeholder 4">
            <a:extLst>
              <a:ext uri="{FF2B5EF4-FFF2-40B4-BE49-F238E27FC236}">
                <a16:creationId xmlns:a16="http://schemas.microsoft.com/office/drawing/2014/main" id="{E3B75F38-9C84-88F1-ACCC-0E82B6DB9FF3}"/>
              </a:ext>
            </a:extLst>
          </p:cNvPr>
          <p:cNvSpPr>
            <a:spLocks noGrp="1"/>
          </p:cNvSpPr>
          <p:nvPr>
            <p:ph type="sldNum" sz="quarter" idx="28"/>
          </p:nvPr>
        </p:nvSpPr>
        <p:spPr/>
        <p:txBody>
          <a:bodyPr/>
          <a:lstStyle/>
          <a:p>
            <a:fld id="{9A4417C4-43A3-444C-837D-103BA5C8224B}" type="slidenum">
              <a:rPr lang="en-US" smtClean="0"/>
              <a:pPr/>
              <a:t>16</a:t>
            </a:fld>
            <a:endParaRPr lang="en-US"/>
          </a:p>
        </p:txBody>
      </p:sp>
      <p:sp>
        <p:nvSpPr>
          <p:cNvPr id="397" name="Text Placeholder 1">
            <a:extLst>
              <a:ext uri="{FF2B5EF4-FFF2-40B4-BE49-F238E27FC236}">
                <a16:creationId xmlns:a16="http://schemas.microsoft.com/office/drawing/2014/main" id="{9D9A6959-A86D-84B0-6788-89A5753FE4DE}"/>
              </a:ext>
            </a:extLst>
          </p:cNvPr>
          <p:cNvSpPr>
            <a:spLocks noGrp="1"/>
          </p:cNvSpPr>
          <p:nvPr>
            <p:ph type="body" sz="quarter" idx="24"/>
          </p:nvPr>
        </p:nvSpPr>
        <p:spPr>
          <a:xfrm>
            <a:off x="1333773" y="1098084"/>
            <a:ext cx="12064726" cy="1457325"/>
          </a:xfrm>
        </p:spPr>
        <p:txBody>
          <a:bodyPr/>
          <a:lstStyle/>
          <a:p>
            <a:r>
              <a:rPr lang="en-US"/>
              <a:t>EDUCATIONAL PROCESS ICONS</a:t>
            </a:r>
          </a:p>
        </p:txBody>
      </p:sp>
      <p:sp>
        <p:nvSpPr>
          <p:cNvPr id="1584" name="Google Shape;8581;p68">
            <a:extLst>
              <a:ext uri="{FF2B5EF4-FFF2-40B4-BE49-F238E27FC236}">
                <a16:creationId xmlns:a16="http://schemas.microsoft.com/office/drawing/2014/main" id="{8E1A4093-F81B-1B84-ECCB-7DA2613D922A}"/>
              </a:ext>
            </a:extLst>
          </p:cNvPr>
          <p:cNvSpPr/>
          <p:nvPr/>
        </p:nvSpPr>
        <p:spPr>
          <a:xfrm>
            <a:off x="1890387" y="3917225"/>
            <a:ext cx="836619" cy="965580"/>
          </a:xfrm>
          <a:custGeom>
            <a:avLst/>
            <a:gdLst/>
            <a:ahLst/>
            <a:cxnLst/>
            <a:rect l="l" t="t" r="r" b="b"/>
            <a:pathLst>
              <a:path w="10996" h="12691" extrusionOk="0">
                <a:moveTo>
                  <a:pt x="6050" y="820"/>
                </a:moveTo>
                <a:lnTo>
                  <a:pt x="6050" y="1639"/>
                </a:lnTo>
                <a:lnTo>
                  <a:pt x="5199" y="1639"/>
                </a:lnTo>
                <a:lnTo>
                  <a:pt x="5199" y="820"/>
                </a:lnTo>
                <a:close/>
                <a:moveTo>
                  <a:pt x="9358" y="2458"/>
                </a:moveTo>
                <a:lnTo>
                  <a:pt x="9358" y="8255"/>
                </a:lnTo>
                <a:lnTo>
                  <a:pt x="1923" y="8255"/>
                </a:lnTo>
                <a:lnTo>
                  <a:pt x="1923" y="2458"/>
                </a:lnTo>
                <a:close/>
                <a:moveTo>
                  <a:pt x="9767" y="9074"/>
                </a:moveTo>
                <a:cubicBezTo>
                  <a:pt x="10019" y="9074"/>
                  <a:pt x="10177" y="9295"/>
                  <a:pt x="10208" y="9515"/>
                </a:cubicBezTo>
                <a:cubicBezTo>
                  <a:pt x="10177" y="9704"/>
                  <a:pt x="10051" y="9830"/>
                  <a:pt x="9893" y="9925"/>
                </a:cubicBezTo>
                <a:cubicBezTo>
                  <a:pt x="9862" y="9940"/>
                  <a:pt x="9893" y="9948"/>
                  <a:pt x="9594" y="9948"/>
                </a:cubicBezTo>
                <a:cubicBezTo>
                  <a:pt x="9295" y="9948"/>
                  <a:pt x="8665" y="9940"/>
                  <a:pt x="7310" y="9925"/>
                </a:cubicBezTo>
                <a:lnTo>
                  <a:pt x="1513" y="9925"/>
                </a:lnTo>
                <a:cubicBezTo>
                  <a:pt x="1324" y="9925"/>
                  <a:pt x="1166" y="9799"/>
                  <a:pt x="1103" y="9641"/>
                </a:cubicBezTo>
                <a:cubicBezTo>
                  <a:pt x="1040" y="9358"/>
                  <a:pt x="1229" y="9074"/>
                  <a:pt x="1513" y="9074"/>
                </a:cubicBezTo>
                <a:close/>
                <a:moveTo>
                  <a:pt x="4790" y="1"/>
                </a:moveTo>
                <a:cubicBezTo>
                  <a:pt x="4538" y="1"/>
                  <a:pt x="4348" y="190"/>
                  <a:pt x="4348" y="379"/>
                </a:cubicBezTo>
                <a:lnTo>
                  <a:pt x="4348" y="1639"/>
                </a:lnTo>
                <a:lnTo>
                  <a:pt x="1419" y="1639"/>
                </a:lnTo>
                <a:cubicBezTo>
                  <a:pt x="1198" y="1639"/>
                  <a:pt x="1040" y="1828"/>
                  <a:pt x="1040" y="2080"/>
                </a:cubicBezTo>
                <a:lnTo>
                  <a:pt x="1040" y="8349"/>
                </a:lnTo>
                <a:cubicBezTo>
                  <a:pt x="788" y="8413"/>
                  <a:pt x="568" y="8570"/>
                  <a:pt x="410" y="8791"/>
                </a:cubicBezTo>
                <a:cubicBezTo>
                  <a:pt x="1" y="9358"/>
                  <a:pt x="158" y="10145"/>
                  <a:pt x="725" y="10555"/>
                </a:cubicBezTo>
                <a:cubicBezTo>
                  <a:pt x="914" y="10649"/>
                  <a:pt x="1166" y="10744"/>
                  <a:pt x="1419" y="10744"/>
                </a:cubicBezTo>
                <a:lnTo>
                  <a:pt x="3277" y="10744"/>
                </a:lnTo>
                <a:lnTo>
                  <a:pt x="2679" y="12067"/>
                </a:lnTo>
                <a:cubicBezTo>
                  <a:pt x="2616" y="12288"/>
                  <a:pt x="2679" y="12508"/>
                  <a:pt x="2836" y="12634"/>
                </a:cubicBezTo>
                <a:cubicBezTo>
                  <a:pt x="2913" y="12673"/>
                  <a:pt x="2987" y="12691"/>
                  <a:pt x="3057" y="12691"/>
                </a:cubicBezTo>
                <a:cubicBezTo>
                  <a:pt x="3214" y="12691"/>
                  <a:pt x="3347" y="12598"/>
                  <a:pt x="3435" y="12445"/>
                </a:cubicBezTo>
                <a:lnTo>
                  <a:pt x="4159" y="10744"/>
                </a:lnTo>
                <a:lnTo>
                  <a:pt x="5136" y="10744"/>
                </a:lnTo>
                <a:lnTo>
                  <a:pt x="5136" y="12225"/>
                </a:lnTo>
                <a:cubicBezTo>
                  <a:pt x="5136" y="12445"/>
                  <a:pt x="5294" y="12634"/>
                  <a:pt x="5483" y="12666"/>
                </a:cubicBezTo>
                <a:cubicBezTo>
                  <a:pt x="5501" y="12668"/>
                  <a:pt x="5520" y="12669"/>
                  <a:pt x="5538" y="12669"/>
                </a:cubicBezTo>
                <a:cubicBezTo>
                  <a:pt x="5766" y="12669"/>
                  <a:pt x="5955" y="12492"/>
                  <a:pt x="5955" y="12288"/>
                </a:cubicBezTo>
                <a:lnTo>
                  <a:pt x="5955" y="10744"/>
                </a:lnTo>
                <a:lnTo>
                  <a:pt x="6932" y="10744"/>
                </a:lnTo>
                <a:lnTo>
                  <a:pt x="7657" y="12382"/>
                </a:lnTo>
                <a:cubicBezTo>
                  <a:pt x="7708" y="12538"/>
                  <a:pt x="7888" y="12651"/>
                  <a:pt x="8056" y="12651"/>
                </a:cubicBezTo>
                <a:cubicBezTo>
                  <a:pt x="8092" y="12651"/>
                  <a:pt x="8127" y="12645"/>
                  <a:pt x="8161" y="12634"/>
                </a:cubicBezTo>
                <a:cubicBezTo>
                  <a:pt x="8413" y="12540"/>
                  <a:pt x="8507" y="12256"/>
                  <a:pt x="8444" y="12067"/>
                </a:cubicBezTo>
                <a:lnTo>
                  <a:pt x="7846" y="10744"/>
                </a:lnTo>
                <a:lnTo>
                  <a:pt x="9704" y="10744"/>
                </a:lnTo>
                <a:cubicBezTo>
                  <a:pt x="10366" y="10744"/>
                  <a:pt x="10965" y="10177"/>
                  <a:pt x="10965" y="9484"/>
                </a:cubicBezTo>
                <a:cubicBezTo>
                  <a:pt x="10996" y="8980"/>
                  <a:pt x="10681" y="8507"/>
                  <a:pt x="10177" y="8349"/>
                </a:cubicBezTo>
                <a:lnTo>
                  <a:pt x="10177" y="2080"/>
                </a:lnTo>
                <a:cubicBezTo>
                  <a:pt x="10177" y="1828"/>
                  <a:pt x="9988" y="1639"/>
                  <a:pt x="9736" y="1639"/>
                </a:cubicBezTo>
                <a:lnTo>
                  <a:pt x="6869" y="1639"/>
                </a:lnTo>
                <a:lnTo>
                  <a:pt x="6869" y="379"/>
                </a:lnTo>
                <a:cubicBezTo>
                  <a:pt x="6869" y="158"/>
                  <a:pt x="6680" y="1"/>
                  <a:pt x="6428"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8582;p68">
            <a:extLst>
              <a:ext uri="{FF2B5EF4-FFF2-40B4-BE49-F238E27FC236}">
                <a16:creationId xmlns:a16="http://schemas.microsoft.com/office/drawing/2014/main" id="{CAD80074-3041-2049-494B-110005F2BA0B}"/>
              </a:ext>
            </a:extLst>
          </p:cNvPr>
          <p:cNvSpPr/>
          <p:nvPr/>
        </p:nvSpPr>
        <p:spPr>
          <a:xfrm>
            <a:off x="1813696" y="5083936"/>
            <a:ext cx="990004" cy="875575"/>
          </a:xfrm>
          <a:custGeom>
            <a:avLst/>
            <a:gdLst/>
            <a:ahLst/>
            <a:cxnLst/>
            <a:rect l="l" t="t" r="r" b="b"/>
            <a:pathLst>
              <a:path w="13012" h="11508" extrusionOk="0">
                <a:moveTo>
                  <a:pt x="9306" y="836"/>
                </a:moveTo>
                <a:cubicBezTo>
                  <a:pt x="9412" y="836"/>
                  <a:pt x="9515" y="875"/>
                  <a:pt x="9578" y="954"/>
                </a:cubicBezTo>
                <a:lnTo>
                  <a:pt x="11909" y="3285"/>
                </a:lnTo>
                <a:cubicBezTo>
                  <a:pt x="12067" y="3443"/>
                  <a:pt x="12067" y="3695"/>
                  <a:pt x="11909" y="3884"/>
                </a:cubicBezTo>
                <a:lnTo>
                  <a:pt x="6900" y="8861"/>
                </a:lnTo>
                <a:lnTo>
                  <a:pt x="4001" y="5963"/>
                </a:lnTo>
                <a:lnTo>
                  <a:pt x="9011" y="954"/>
                </a:lnTo>
                <a:cubicBezTo>
                  <a:pt x="9089" y="875"/>
                  <a:pt x="9200" y="836"/>
                  <a:pt x="9306" y="836"/>
                </a:cubicBezTo>
                <a:close/>
                <a:moveTo>
                  <a:pt x="3466" y="6499"/>
                </a:moveTo>
                <a:lnTo>
                  <a:pt x="6364" y="9428"/>
                </a:lnTo>
                <a:lnTo>
                  <a:pt x="6049" y="9744"/>
                </a:lnTo>
                <a:cubicBezTo>
                  <a:pt x="5986" y="9807"/>
                  <a:pt x="5892" y="9870"/>
                  <a:pt x="5766" y="9870"/>
                </a:cubicBezTo>
                <a:cubicBezTo>
                  <a:pt x="5640" y="9870"/>
                  <a:pt x="5577" y="9807"/>
                  <a:pt x="5514" y="9744"/>
                </a:cubicBezTo>
                <a:cubicBezTo>
                  <a:pt x="5255" y="9506"/>
                  <a:pt x="4936" y="9372"/>
                  <a:pt x="4610" y="9372"/>
                </a:cubicBezTo>
                <a:cubicBezTo>
                  <a:pt x="4460" y="9372"/>
                  <a:pt x="4308" y="9400"/>
                  <a:pt x="4159" y="9460"/>
                </a:cubicBezTo>
                <a:cubicBezTo>
                  <a:pt x="3938" y="9555"/>
                  <a:pt x="3812" y="9712"/>
                  <a:pt x="3686" y="9807"/>
                </a:cubicBezTo>
                <a:lnTo>
                  <a:pt x="3088" y="9239"/>
                </a:lnTo>
                <a:lnTo>
                  <a:pt x="3182" y="9145"/>
                </a:lnTo>
                <a:cubicBezTo>
                  <a:pt x="3655" y="8672"/>
                  <a:pt x="3686" y="7853"/>
                  <a:pt x="3151" y="7381"/>
                </a:cubicBezTo>
                <a:cubicBezTo>
                  <a:pt x="2993" y="7223"/>
                  <a:pt x="3025" y="6940"/>
                  <a:pt x="3182" y="6782"/>
                </a:cubicBezTo>
                <a:lnTo>
                  <a:pt x="3466" y="6499"/>
                </a:lnTo>
                <a:close/>
                <a:moveTo>
                  <a:pt x="2426" y="9807"/>
                </a:moveTo>
                <a:lnTo>
                  <a:pt x="3025" y="10405"/>
                </a:lnTo>
                <a:lnTo>
                  <a:pt x="2773" y="10657"/>
                </a:lnTo>
                <a:lnTo>
                  <a:pt x="1544" y="10657"/>
                </a:lnTo>
                <a:lnTo>
                  <a:pt x="2426" y="9807"/>
                </a:lnTo>
                <a:close/>
                <a:moveTo>
                  <a:pt x="9310" y="1"/>
                </a:moveTo>
                <a:cubicBezTo>
                  <a:pt x="8995" y="1"/>
                  <a:pt x="8680" y="119"/>
                  <a:pt x="8443" y="355"/>
                </a:cubicBezTo>
                <a:lnTo>
                  <a:pt x="2584" y="6247"/>
                </a:lnTo>
                <a:cubicBezTo>
                  <a:pt x="2111" y="6719"/>
                  <a:pt x="2079" y="7538"/>
                  <a:pt x="2552" y="8011"/>
                </a:cubicBezTo>
                <a:cubicBezTo>
                  <a:pt x="2710" y="8137"/>
                  <a:pt x="2710" y="8357"/>
                  <a:pt x="2615" y="8483"/>
                </a:cubicBezTo>
                <a:cubicBezTo>
                  <a:pt x="2584" y="8546"/>
                  <a:pt x="2584" y="8546"/>
                  <a:pt x="2552" y="8609"/>
                </a:cubicBezTo>
                <a:lnTo>
                  <a:pt x="252" y="10815"/>
                </a:lnTo>
                <a:cubicBezTo>
                  <a:pt x="0" y="11067"/>
                  <a:pt x="189" y="11508"/>
                  <a:pt x="536" y="11508"/>
                </a:cubicBezTo>
                <a:lnTo>
                  <a:pt x="2930" y="11508"/>
                </a:lnTo>
                <a:cubicBezTo>
                  <a:pt x="3056" y="11508"/>
                  <a:pt x="3182" y="11476"/>
                  <a:pt x="3245" y="11382"/>
                </a:cubicBezTo>
                <a:lnTo>
                  <a:pt x="4285" y="10374"/>
                </a:lnTo>
                <a:cubicBezTo>
                  <a:pt x="4364" y="10295"/>
                  <a:pt x="4474" y="10255"/>
                  <a:pt x="4584" y="10255"/>
                </a:cubicBezTo>
                <a:cubicBezTo>
                  <a:pt x="4694" y="10255"/>
                  <a:pt x="4805" y="10295"/>
                  <a:pt x="4883" y="10374"/>
                </a:cubicBezTo>
                <a:cubicBezTo>
                  <a:pt x="5092" y="10614"/>
                  <a:pt x="5413" y="10740"/>
                  <a:pt x="5742" y="10740"/>
                </a:cubicBezTo>
                <a:cubicBezTo>
                  <a:pt x="6060" y="10740"/>
                  <a:pt x="6384" y="10622"/>
                  <a:pt x="6616" y="10374"/>
                </a:cubicBezTo>
                <a:lnTo>
                  <a:pt x="12476" y="4482"/>
                </a:lnTo>
                <a:cubicBezTo>
                  <a:pt x="12980" y="3978"/>
                  <a:pt x="13012" y="3191"/>
                  <a:pt x="12508" y="2686"/>
                </a:cubicBezTo>
                <a:lnTo>
                  <a:pt x="10176" y="355"/>
                </a:lnTo>
                <a:cubicBezTo>
                  <a:pt x="9940" y="119"/>
                  <a:pt x="9625" y="1"/>
                  <a:pt x="9310"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8583;p68">
            <a:extLst>
              <a:ext uri="{FF2B5EF4-FFF2-40B4-BE49-F238E27FC236}">
                <a16:creationId xmlns:a16="http://schemas.microsoft.com/office/drawing/2014/main" id="{97F8A374-1722-40FD-3528-7C280C443978}"/>
              </a:ext>
            </a:extLst>
          </p:cNvPr>
          <p:cNvSpPr/>
          <p:nvPr/>
        </p:nvSpPr>
        <p:spPr>
          <a:xfrm>
            <a:off x="1835226" y="6147251"/>
            <a:ext cx="946941" cy="965201"/>
          </a:xfrm>
          <a:custGeom>
            <a:avLst/>
            <a:gdLst/>
            <a:ahLst/>
            <a:cxnLst/>
            <a:rect l="l" t="t" r="r" b="b"/>
            <a:pathLst>
              <a:path w="12446" h="12686" extrusionOk="0">
                <a:moveTo>
                  <a:pt x="6176" y="808"/>
                </a:moveTo>
                <a:cubicBezTo>
                  <a:pt x="6428" y="808"/>
                  <a:pt x="6554" y="997"/>
                  <a:pt x="6554" y="1249"/>
                </a:cubicBezTo>
                <a:cubicBezTo>
                  <a:pt x="6554" y="1497"/>
                  <a:pt x="6359" y="1667"/>
                  <a:pt x="6153" y="1667"/>
                </a:cubicBezTo>
                <a:cubicBezTo>
                  <a:pt x="6097" y="1667"/>
                  <a:pt x="6041" y="1654"/>
                  <a:pt x="5987" y="1627"/>
                </a:cubicBezTo>
                <a:cubicBezTo>
                  <a:pt x="5829" y="1564"/>
                  <a:pt x="5735" y="1438"/>
                  <a:pt x="5735" y="1249"/>
                </a:cubicBezTo>
                <a:cubicBezTo>
                  <a:pt x="5766" y="997"/>
                  <a:pt x="5924" y="808"/>
                  <a:pt x="6176" y="808"/>
                </a:cubicBezTo>
                <a:close/>
                <a:moveTo>
                  <a:pt x="1986" y="2541"/>
                </a:moveTo>
                <a:lnTo>
                  <a:pt x="3088" y="5755"/>
                </a:lnTo>
                <a:lnTo>
                  <a:pt x="946" y="5755"/>
                </a:lnTo>
                <a:lnTo>
                  <a:pt x="1986" y="2541"/>
                </a:lnTo>
                <a:close/>
                <a:moveTo>
                  <a:pt x="10303" y="2541"/>
                </a:moveTo>
                <a:lnTo>
                  <a:pt x="11374" y="5755"/>
                </a:lnTo>
                <a:lnTo>
                  <a:pt x="9200" y="5755"/>
                </a:lnTo>
                <a:lnTo>
                  <a:pt x="10303" y="2541"/>
                </a:lnTo>
                <a:close/>
                <a:moveTo>
                  <a:pt x="3183" y="6605"/>
                </a:moveTo>
                <a:cubicBezTo>
                  <a:pt x="3025" y="7109"/>
                  <a:pt x="2584" y="7424"/>
                  <a:pt x="2049" y="7424"/>
                </a:cubicBezTo>
                <a:cubicBezTo>
                  <a:pt x="1481" y="7424"/>
                  <a:pt x="1040" y="7078"/>
                  <a:pt x="851" y="6605"/>
                </a:cubicBezTo>
                <a:close/>
                <a:moveTo>
                  <a:pt x="11437" y="6605"/>
                </a:moveTo>
                <a:cubicBezTo>
                  <a:pt x="11279" y="7109"/>
                  <a:pt x="10870" y="7424"/>
                  <a:pt x="10303" y="7424"/>
                </a:cubicBezTo>
                <a:cubicBezTo>
                  <a:pt x="9767" y="7424"/>
                  <a:pt x="9326" y="7078"/>
                  <a:pt x="9137" y="6605"/>
                </a:cubicBezTo>
                <a:close/>
                <a:moveTo>
                  <a:pt x="6617" y="2415"/>
                </a:moveTo>
                <a:lnTo>
                  <a:pt x="6617" y="8558"/>
                </a:lnTo>
                <a:lnTo>
                  <a:pt x="5766" y="8558"/>
                </a:lnTo>
                <a:lnTo>
                  <a:pt x="5766" y="2415"/>
                </a:lnTo>
                <a:cubicBezTo>
                  <a:pt x="5908" y="2462"/>
                  <a:pt x="6050" y="2486"/>
                  <a:pt x="6191" y="2486"/>
                </a:cubicBezTo>
                <a:cubicBezTo>
                  <a:pt x="6333" y="2486"/>
                  <a:pt x="6475" y="2462"/>
                  <a:pt x="6617" y="2415"/>
                </a:cubicBezTo>
                <a:close/>
                <a:moveTo>
                  <a:pt x="8255" y="9346"/>
                </a:moveTo>
                <a:lnTo>
                  <a:pt x="8255" y="10165"/>
                </a:lnTo>
                <a:lnTo>
                  <a:pt x="4128" y="10165"/>
                </a:lnTo>
                <a:lnTo>
                  <a:pt x="4128" y="9346"/>
                </a:lnTo>
                <a:close/>
                <a:moveTo>
                  <a:pt x="9074" y="11016"/>
                </a:moveTo>
                <a:lnTo>
                  <a:pt x="9074" y="11835"/>
                </a:lnTo>
                <a:lnTo>
                  <a:pt x="3309" y="11835"/>
                </a:lnTo>
                <a:lnTo>
                  <a:pt x="3309" y="11016"/>
                </a:lnTo>
                <a:close/>
                <a:moveTo>
                  <a:pt x="6265" y="1"/>
                </a:moveTo>
                <a:cubicBezTo>
                  <a:pt x="5747" y="1"/>
                  <a:pt x="5253" y="326"/>
                  <a:pt x="5073" y="840"/>
                </a:cubicBezTo>
                <a:lnTo>
                  <a:pt x="1292" y="840"/>
                </a:lnTo>
                <a:cubicBezTo>
                  <a:pt x="1103" y="840"/>
                  <a:pt x="914" y="997"/>
                  <a:pt x="851" y="1186"/>
                </a:cubicBezTo>
                <a:cubicBezTo>
                  <a:pt x="820" y="1438"/>
                  <a:pt x="1009" y="1659"/>
                  <a:pt x="1261" y="1659"/>
                </a:cubicBezTo>
                <a:lnTo>
                  <a:pt x="1481" y="1659"/>
                </a:lnTo>
                <a:cubicBezTo>
                  <a:pt x="30" y="6044"/>
                  <a:pt x="1" y="6133"/>
                  <a:pt x="1" y="6133"/>
                </a:cubicBezTo>
                <a:lnTo>
                  <a:pt x="1" y="6133"/>
                </a:lnTo>
                <a:cubicBezTo>
                  <a:pt x="1" y="6133"/>
                  <a:pt x="1" y="6133"/>
                  <a:pt x="1" y="6133"/>
                </a:cubicBezTo>
                <a:lnTo>
                  <a:pt x="1" y="6196"/>
                </a:lnTo>
                <a:cubicBezTo>
                  <a:pt x="1" y="6479"/>
                  <a:pt x="64" y="6763"/>
                  <a:pt x="158" y="6983"/>
                </a:cubicBezTo>
                <a:cubicBezTo>
                  <a:pt x="464" y="7784"/>
                  <a:pt x="1229" y="8250"/>
                  <a:pt x="2042" y="8250"/>
                </a:cubicBezTo>
                <a:cubicBezTo>
                  <a:pt x="2317" y="8250"/>
                  <a:pt x="2597" y="8197"/>
                  <a:pt x="2868" y="8086"/>
                </a:cubicBezTo>
                <a:cubicBezTo>
                  <a:pt x="3403" y="7865"/>
                  <a:pt x="3844" y="7393"/>
                  <a:pt x="4033" y="6794"/>
                </a:cubicBezTo>
                <a:cubicBezTo>
                  <a:pt x="4128" y="6542"/>
                  <a:pt x="4159" y="6290"/>
                  <a:pt x="4128" y="6164"/>
                </a:cubicBezTo>
                <a:lnTo>
                  <a:pt x="4128" y="6038"/>
                </a:lnTo>
                <a:cubicBezTo>
                  <a:pt x="4128" y="6007"/>
                  <a:pt x="2679" y="1659"/>
                  <a:pt x="2679" y="1627"/>
                </a:cubicBezTo>
                <a:lnTo>
                  <a:pt x="4978" y="1627"/>
                </a:lnTo>
                <a:lnTo>
                  <a:pt x="4978" y="8527"/>
                </a:lnTo>
                <a:lnTo>
                  <a:pt x="3781" y="8527"/>
                </a:lnTo>
                <a:cubicBezTo>
                  <a:pt x="3529" y="8527"/>
                  <a:pt x="3340" y="8716"/>
                  <a:pt x="3340" y="8968"/>
                </a:cubicBezTo>
                <a:lnTo>
                  <a:pt x="3340" y="10165"/>
                </a:lnTo>
                <a:lnTo>
                  <a:pt x="2931" y="10165"/>
                </a:lnTo>
                <a:cubicBezTo>
                  <a:pt x="2710" y="10165"/>
                  <a:pt x="2521" y="10386"/>
                  <a:pt x="2521" y="10606"/>
                </a:cubicBezTo>
                <a:lnTo>
                  <a:pt x="2521" y="12245"/>
                </a:lnTo>
                <a:cubicBezTo>
                  <a:pt x="2521" y="12497"/>
                  <a:pt x="2710" y="12686"/>
                  <a:pt x="2931" y="12686"/>
                </a:cubicBezTo>
                <a:lnTo>
                  <a:pt x="9547" y="12686"/>
                </a:lnTo>
                <a:cubicBezTo>
                  <a:pt x="9673" y="12686"/>
                  <a:pt x="9767" y="12654"/>
                  <a:pt x="9830" y="12560"/>
                </a:cubicBezTo>
                <a:cubicBezTo>
                  <a:pt x="9925" y="12497"/>
                  <a:pt x="9956" y="12371"/>
                  <a:pt x="9956" y="12308"/>
                </a:cubicBezTo>
                <a:lnTo>
                  <a:pt x="9956" y="10638"/>
                </a:lnTo>
                <a:cubicBezTo>
                  <a:pt x="9956" y="10417"/>
                  <a:pt x="9767" y="10228"/>
                  <a:pt x="9515" y="10228"/>
                </a:cubicBezTo>
                <a:lnTo>
                  <a:pt x="9137" y="10228"/>
                </a:lnTo>
                <a:lnTo>
                  <a:pt x="9137" y="8968"/>
                </a:lnTo>
                <a:cubicBezTo>
                  <a:pt x="9137" y="8716"/>
                  <a:pt x="8917" y="8527"/>
                  <a:pt x="8696" y="8527"/>
                </a:cubicBezTo>
                <a:lnTo>
                  <a:pt x="7467" y="8527"/>
                </a:lnTo>
                <a:lnTo>
                  <a:pt x="7467" y="1627"/>
                </a:lnTo>
                <a:lnTo>
                  <a:pt x="9799" y="1627"/>
                </a:lnTo>
                <a:cubicBezTo>
                  <a:pt x="9799" y="1659"/>
                  <a:pt x="8350" y="6038"/>
                  <a:pt x="8350" y="6070"/>
                </a:cubicBezTo>
                <a:lnTo>
                  <a:pt x="8350" y="6164"/>
                </a:lnTo>
                <a:lnTo>
                  <a:pt x="8350" y="6227"/>
                </a:lnTo>
                <a:cubicBezTo>
                  <a:pt x="8350" y="6952"/>
                  <a:pt x="8696" y="7550"/>
                  <a:pt x="9232" y="7928"/>
                </a:cubicBezTo>
                <a:cubicBezTo>
                  <a:pt x="9601" y="8178"/>
                  <a:pt x="10011" y="8295"/>
                  <a:pt x="10411" y="8295"/>
                </a:cubicBezTo>
                <a:cubicBezTo>
                  <a:pt x="11275" y="8295"/>
                  <a:pt x="12092" y="7751"/>
                  <a:pt x="12351" y="6826"/>
                </a:cubicBezTo>
                <a:cubicBezTo>
                  <a:pt x="12382" y="6637"/>
                  <a:pt x="12445" y="6448"/>
                  <a:pt x="12445" y="6227"/>
                </a:cubicBezTo>
                <a:cubicBezTo>
                  <a:pt x="12382" y="6164"/>
                  <a:pt x="12351" y="6133"/>
                  <a:pt x="12351" y="6070"/>
                </a:cubicBezTo>
                <a:lnTo>
                  <a:pt x="10901" y="1659"/>
                </a:lnTo>
                <a:lnTo>
                  <a:pt x="11153" y="1659"/>
                </a:lnTo>
                <a:cubicBezTo>
                  <a:pt x="11342" y="1659"/>
                  <a:pt x="11532" y="1501"/>
                  <a:pt x="11563" y="1312"/>
                </a:cubicBezTo>
                <a:cubicBezTo>
                  <a:pt x="11626" y="1092"/>
                  <a:pt x="11406" y="840"/>
                  <a:pt x="11185" y="840"/>
                </a:cubicBezTo>
                <a:lnTo>
                  <a:pt x="7404" y="840"/>
                </a:lnTo>
                <a:cubicBezTo>
                  <a:pt x="7278" y="462"/>
                  <a:pt x="6963" y="178"/>
                  <a:pt x="6617" y="52"/>
                </a:cubicBezTo>
                <a:cubicBezTo>
                  <a:pt x="6501" y="17"/>
                  <a:pt x="6382" y="1"/>
                  <a:pt x="6265"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87" name="Google Shape;8584;p68">
            <a:extLst>
              <a:ext uri="{FF2B5EF4-FFF2-40B4-BE49-F238E27FC236}">
                <a16:creationId xmlns:a16="http://schemas.microsoft.com/office/drawing/2014/main" id="{40502E0C-AA7C-0546-7993-CE62DF6BD34B}"/>
              </a:ext>
            </a:extLst>
          </p:cNvPr>
          <p:cNvGrpSpPr/>
          <p:nvPr/>
        </p:nvGrpSpPr>
        <p:grpSpPr>
          <a:xfrm>
            <a:off x="7431495" y="3989303"/>
            <a:ext cx="961245" cy="966114"/>
            <a:chOff x="-41270450" y="1973375"/>
            <a:chExt cx="315850" cy="317450"/>
          </a:xfrm>
          <a:solidFill>
            <a:srgbClr val="555559"/>
          </a:solidFill>
        </p:grpSpPr>
        <p:sp>
          <p:nvSpPr>
            <p:cNvPr id="1860" name="Google Shape;8585;p68">
              <a:extLst>
                <a:ext uri="{FF2B5EF4-FFF2-40B4-BE49-F238E27FC236}">
                  <a16:creationId xmlns:a16="http://schemas.microsoft.com/office/drawing/2014/main" id="{FC0634B0-A382-96FB-22CD-1CBD81F46239}"/>
                </a:ext>
              </a:extLst>
            </p:cNvPr>
            <p:cNvSpPr/>
            <p:nvPr/>
          </p:nvSpPr>
          <p:spPr>
            <a:xfrm>
              <a:off x="-41270450" y="1973375"/>
              <a:ext cx="315850" cy="317450"/>
            </a:xfrm>
            <a:custGeom>
              <a:avLst/>
              <a:gdLst/>
              <a:ahLst/>
              <a:cxnLst/>
              <a:rect l="l" t="t" r="r" b="b"/>
              <a:pathLst>
                <a:path w="12634" h="12698" extrusionOk="0">
                  <a:moveTo>
                    <a:pt x="11814" y="820"/>
                  </a:moveTo>
                  <a:lnTo>
                    <a:pt x="11814" y="11847"/>
                  </a:lnTo>
                  <a:lnTo>
                    <a:pt x="788" y="11847"/>
                  </a:lnTo>
                  <a:lnTo>
                    <a:pt x="788" y="820"/>
                  </a:lnTo>
                  <a:close/>
                  <a:moveTo>
                    <a:pt x="378" y="1"/>
                  </a:moveTo>
                  <a:cubicBezTo>
                    <a:pt x="158" y="1"/>
                    <a:pt x="0" y="190"/>
                    <a:pt x="0" y="410"/>
                  </a:cubicBezTo>
                  <a:lnTo>
                    <a:pt x="0" y="12288"/>
                  </a:lnTo>
                  <a:cubicBezTo>
                    <a:pt x="0" y="12508"/>
                    <a:pt x="189" y="12697"/>
                    <a:pt x="378" y="12697"/>
                  </a:cubicBezTo>
                  <a:lnTo>
                    <a:pt x="12224" y="12697"/>
                  </a:lnTo>
                  <a:cubicBezTo>
                    <a:pt x="12476" y="12697"/>
                    <a:pt x="12634" y="12508"/>
                    <a:pt x="12634" y="12288"/>
                  </a:cubicBezTo>
                  <a:lnTo>
                    <a:pt x="12634" y="410"/>
                  </a:lnTo>
                  <a:cubicBezTo>
                    <a:pt x="12634" y="158"/>
                    <a:pt x="12476" y="1"/>
                    <a:pt x="1222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8586;p68">
              <a:extLst>
                <a:ext uri="{FF2B5EF4-FFF2-40B4-BE49-F238E27FC236}">
                  <a16:creationId xmlns:a16="http://schemas.microsoft.com/office/drawing/2014/main" id="{6D8084F8-9A96-1515-7F2F-D44CD4606A5D}"/>
                </a:ext>
              </a:extLst>
            </p:cNvPr>
            <p:cNvSpPr/>
            <p:nvPr/>
          </p:nvSpPr>
          <p:spPr>
            <a:xfrm>
              <a:off x="-41230300" y="2015125"/>
              <a:ext cx="235525" cy="192200"/>
            </a:xfrm>
            <a:custGeom>
              <a:avLst/>
              <a:gdLst/>
              <a:ahLst/>
              <a:cxnLst/>
              <a:rect l="l" t="t" r="r" b="b"/>
              <a:pathLst>
                <a:path w="9421" h="7688" extrusionOk="0">
                  <a:moveTo>
                    <a:pt x="8539" y="788"/>
                  </a:moveTo>
                  <a:lnTo>
                    <a:pt x="8539" y="6869"/>
                  </a:lnTo>
                  <a:lnTo>
                    <a:pt x="820" y="6869"/>
                  </a:lnTo>
                  <a:lnTo>
                    <a:pt x="820" y="788"/>
                  </a:lnTo>
                  <a:close/>
                  <a:moveTo>
                    <a:pt x="442" y="1"/>
                  </a:moveTo>
                  <a:cubicBezTo>
                    <a:pt x="190" y="1"/>
                    <a:pt x="1" y="221"/>
                    <a:pt x="1" y="410"/>
                  </a:cubicBezTo>
                  <a:lnTo>
                    <a:pt x="1" y="7310"/>
                  </a:lnTo>
                  <a:cubicBezTo>
                    <a:pt x="1" y="7404"/>
                    <a:pt x="32" y="7499"/>
                    <a:pt x="127" y="7562"/>
                  </a:cubicBezTo>
                  <a:cubicBezTo>
                    <a:pt x="190" y="7656"/>
                    <a:pt x="316" y="7688"/>
                    <a:pt x="442" y="7688"/>
                  </a:cubicBezTo>
                  <a:lnTo>
                    <a:pt x="8980" y="7688"/>
                  </a:lnTo>
                  <a:cubicBezTo>
                    <a:pt x="9232" y="7688"/>
                    <a:pt x="9421" y="7499"/>
                    <a:pt x="9421" y="7310"/>
                  </a:cubicBezTo>
                  <a:lnTo>
                    <a:pt x="9421" y="410"/>
                  </a:lnTo>
                  <a:cubicBezTo>
                    <a:pt x="9421" y="158"/>
                    <a:pt x="9232" y="1"/>
                    <a:pt x="898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8587;p68">
              <a:extLst>
                <a:ext uri="{FF2B5EF4-FFF2-40B4-BE49-F238E27FC236}">
                  <a16:creationId xmlns:a16="http://schemas.microsoft.com/office/drawing/2014/main" id="{6512D0BB-D005-2ED6-B265-8665F25D3922}"/>
                </a:ext>
              </a:extLst>
            </p:cNvPr>
            <p:cNvSpPr/>
            <p:nvPr/>
          </p:nvSpPr>
          <p:spPr>
            <a:xfrm>
              <a:off x="-41139725" y="2061750"/>
              <a:ext cx="83525" cy="103675"/>
            </a:xfrm>
            <a:custGeom>
              <a:avLst/>
              <a:gdLst/>
              <a:ahLst/>
              <a:cxnLst/>
              <a:rect l="l" t="t" r="r" b="b"/>
              <a:pathLst>
                <a:path w="3341" h="4147" extrusionOk="0">
                  <a:moveTo>
                    <a:pt x="789" y="1223"/>
                  </a:moveTo>
                  <a:lnTo>
                    <a:pt x="2112" y="2074"/>
                  </a:lnTo>
                  <a:lnTo>
                    <a:pt x="789" y="2987"/>
                  </a:lnTo>
                  <a:lnTo>
                    <a:pt x="789" y="1223"/>
                  </a:lnTo>
                  <a:close/>
                  <a:moveTo>
                    <a:pt x="389" y="0"/>
                  </a:moveTo>
                  <a:cubicBezTo>
                    <a:pt x="182" y="0"/>
                    <a:pt x="1" y="185"/>
                    <a:pt x="1" y="435"/>
                  </a:cubicBezTo>
                  <a:lnTo>
                    <a:pt x="1" y="3743"/>
                  </a:lnTo>
                  <a:cubicBezTo>
                    <a:pt x="1" y="3981"/>
                    <a:pt x="198" y="4147"/>
                    <a:pt x="416" y="4147"/>
                  </a:cubicBezTo>
                  <a:cubicBezTo>
                    <a:pt x="487" y="4147"/>
                    <a:pt x="561" y="4129"/>
                    <a:pt x="631" y="4090"/>
                  </a:cubicBezTo>
                  <a:lnTo>
                    <a:pt x="3120" y="2452"/>
                  </a:lnTo>
                  <a:cubicBezTo>
                    <a:pt x="3340" y="2294"/>
                    <a:pt x="3340" y="1916"/>
                    <a:pt x="3120" y="1727"/>
                  </a:cubicBezTo>
                  <a:lnTo>
                    <a:pt x="631" y="89"/>
                  </a:lnTo>
                  <a:cubicBezTo>
                    <a:pt x="552" y="28"/>
                    <a:pt x="469" y="0"/>
                    <a:pt x="38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8588;p68">
              <a:extLst>
                <a:ext uri="{FF2B5EF4-FFF2-40B4-BE49-F238E27FC236}">
                  <a16:creationId xmlns:a16="http://schemas.microsoft.com/office/drawing/2014/main" id="{35983AA4-4FDD-9983-9E42-45667C1FB6F3}"/>
                </a:ext>
              </a:extLst>
            </p:cNvPr>
            <p:cNvSpPr/>
            <p:nvPr/>
          </p:nvSpPr>
          <p:spPr>
            <a:xfrm>
              <a:off x="-41230300" y="2227000"/>
              <a:ext cx="235525" cy="21300"/>
            </a:xfrm>
            <a:custGeom>
              <a:avLst/>
              <a:gdLst/>
              <a:ahLst/>
              <a:cxnLst/>
              <a:rect l="l" t="t" r="r" b="b"/>
              <a:pathLst>
                <a:path w="9421" h="852" extrusionOk="0">
                  <a:moveTo>
                    <a:pt x="442" y="0"/>
                  </a:moveTo>
                  <a:cubicBezTo>
                    <a:pt x="190" y="0"/>
                    <a:pt x="1" y="189"/>
                    <a:pt x="1" y="441"/>
                  </a:cubicBezTo>
                  <a:cubicBezTo>
                    <a:pt x="1" y="662"/>
                    <a:pt x="190" y="851"/>
                    <a:pt x="442" y="851"/>
                  </a:cubicBezTo>
                  <a:lnTo>
                    <a:pt x="8980" y="851"/>
                  </a:lnTo>
                  <a:cubicBezTo>
                    <a:pt x="9232" y="851"/>
                    <a:pt x="9421" y="662"/>
                    <a:pt x="9421" y="441"/>
                  </a:cubicBezTo>
                  <a:cubicBezTo>
                    <a:pt x="9421" y="189"/>
                    <a:pt x="9232" y="0"/>
                    <a:pt x="898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88" name="Google Shape;8589;p68">
            <a:extLst>
              <a:ext uri="{FF2B5EF4-FFF2-40B4-BE49-F238E27FC236}">
                <a16:creationId xmlns:a16="http://schemas.microsoft.com/office/drawing/2014/main" id="{C924E2C1-2CFA-E14F-B5E9-4C69A53948D7}"/>
              </a:ext>
            </a:extLst>
          </p:cNvPr>
          <p:cNvGrpSpPr/>
          <p:nvPr/>
        </p:nvGrpSpPr>
        <p:grpSpPr>
          <a:xfrm>
            <a:off x="7400489" y="5102106"/>
            <a:ext cx="1023253" cy="961776"/>
            <a:chOff x="-41291625" y="2339025"/>
            <a:chExt cx="336225" cy="316025"/>
          </a:xfrm>
          <a:solidFill>
            <a:srgbClr val="555559"/>
          </a:solidFill>
        </p:grpSpPr>
        <p:sp>
          <p:nvSpPr>
            <p:cNvPr id="1858" name="Google Shape;8590;p68">
              <a:extLst>
                <a:ext uri="{FF2B5EF4-FFF2-40B4-BE49-F238E27FC236}">
                  <a16:creationId xmlns:a16="http://schemas.microsoft.com/office/drawing/2014/main" id="{FDBA75AF-B6DC-278E-1722-82FBCC013949}"/>
                </a:ext>
              </a:extLst>
            </p:cNvPr>
            <p:cNvSpPr/>
            <p:nvPr/>
          </p:nvSpPr>
          <p:spPr>
            <a:xfrm>
              <a:off x="-41291625" y="2339025"/>
              <a:ext cx="336225" cy="316025"/>
            </a:xfrm>
            <a:custGeom>
              <a:avLst/>
              <a:gdLst/>
              <a:ahLst/>
              <a:cxnLst/>
              <a:rect l="l" t="t" r="r" b="b"/>
              <a:pathLst>
                <a:path w="13449" h="12641" extrusionOk="0">
                  <a:moveTo>
                    <a:pt x="6644" y="1064"/>
                  </a:moveTo>
                  <a:lnTo>
                    <a:pt x="7810" y="2261"/>
                  </a:lnTo>
                  <a:lnTo>
                    <a:pt x="6644" y="3427"/>
                  </a:lnTo>
                  <a:lnTo>
                    <a:pt x="5447" y="2261"/>
                  </a:lnTo>
                  <a:lnTo>
                    <a:pt x="6644" y="1064"/>
                  </a:lnTo>
                  <a:close/>
                  <a:moveTo>
                    <a:pt x="11307" y="5727"/>
                  </a:moveTo>
                  <a:lnTo>
                    <a:pt x="12504" y="6893"/>
                  </a:lnTo>
                  <a:lnTo>
                    <a:pt x="11307" y="8090"/>
                  </a:lnTo>
                  <a:lnTo>
                    <a:pt x="10141" y="6893"/>
                  </a:lnTo>
                  <a:lnTo>
                    <a:pt x="11307" y="5727"/>
                  </a:lnTo>
                  <a:close/>
                  <a:moveTo>
                    <a:pt x="4848" y="2829"/>
                  </a:moveTo>
                  <a:lnTo>
                    <a:pt x="6045" y="4026"/>
                  </a:lnTo>
                  <a:cubicBezTo>
                    <a:pt x="3872" y="6200"/>
                    <a:pt x="3935" y="6105"/>
                    <a:pt x="3809" y="6294"/>
                  </a:cubicBezTo>
                  <a:cubicBezTo>
                    <a:pt x="2769" y="7712"/>
                    <a:pt x="3494" y="9728"/>
                    <a:pt x="5226" y="10169"/>
                  </a:cubicBezTo>
                  <a:cubicBezTo>
                    <a:pt x="5463" y="10232"/>
                    <a:pt x="5675" y="10248"/>
                    <a:pt x="5825" y="10248"/>
                  </a:cubicBezTo>
                  <a:cubicBezTo>
                    <a:pt x="5975" y="10248"/>
                    <a:pt x="6061" y="10232"/>
                    <a:pt x="6045" y="10232"/>
                  </a:cubicBezTo>
                  <a:cubicBezTo>
                    <a:pt x="6045" y="10232"/>
                    <a:pt x="6108" y="10232"/>
                    <a:pt x="6234" y="10201"/>
                  </a:cubicBezTo>
                  <a:cubicBezTo>
                    <a:pt x="6739" y="10138"/>
                    <a:pt x="7180" y="9886"/>
                    <a:pt x="7526" y="9539"/>
                  </a:cubicBezTo>
                  <a:lnTo>
                    <a:pt x="9542" y="7523"/>
                  </a:lnTo>
                  <a:lnTo>
                    <a:pt x="10740" y="8720"/>
                  </a:lnTo>
                  <a:cubicBezTo>
                    <a:pt x="8566" y="10831"/>
                    <a:pt x="8629" y="10768"/>
                    <a:pt x="8440" y="10925"/>
                  </a:cubicBezTo>
                  <a:cubicBezTo>
                    <a:pt x="7699" y="11547"/>
                    <a:pt x="6741" y="11878"/>
                    <a:pt x="5785" y="11878"/>
                  </a:cubicBezTo>
                  <a:cubicBezTo>
                    <a:pt x="5480" y="11878"/>
                    <a:pt x="5176" y="11844"/>
                    <a:pt x="4880" y="11776"/>
                  </a:cubicBezTo>
                  <a:cubicBezTo>
                    <a:pt x="2769" y="11303"/>
                    <a:pt x="1257" y="9192"/>
                    <a:pt x="1729" y="6924"/>
                  </a:cubicBezTo>
                  <a:cubicBezTo>
                    <a:pt x="1887" y="6231"/>
                    <a:pt x="2202" y="5506"/>
                    <a:pt x="2769" y="4939"/>
                  </a:cubicBezTo>
                  <a:lnTo>
                    <a:pt x="4848" y="2829"/>
                  </a:lnTo>
                  <a:close/>
                  <a:moveTo>
                    <a:pt x="6565" y="1"/>
                  </a:moveTo>
                  <a:cubicBezTo>
                    <a:pt x="6455" y="1"/>
                    <a:pt x="6345" y="40"/>
                    <a:pt x="6266" y="119"/>
                  </a:cubicBezTo>
                  <a:lnTo>
                    <a:pt x="2202" y="4183"/>
                  </a:lnTo>
                  <a:cubicBezTo>
                    <a:pt x="1635" y="4782"/>
                    <a:pt x="1194" y="5538"/>
                    <a:pt x="942" y="6263"/>
                  </a:cubicBezTo>
                  <a:cubicBezTo>
                    <a:pt x="0" y="9451"/>
                    <a:pt x="2425" y="12640"/>
                    <a:pt x="5705" y="12640"/>
                  </a:cubicBezTo>
                  <a:cubicBezTo>
                    <a:pt x="5828" y="12640"/>
                    <a:pt x="5952" y="12636"/>
                    <a:pt x="6077" y="12627"/>
                  </a:cubicBezTo>
                  <a:cubicBezTo>
                    <a:pt x="6077" y="12627"/>
                    <a:pt x="6203" y="12627"/>
                    <a:pt x="6266" y="12564"/>
                  </a:cubicBezTo>
                  <a:cubicBezTo>
                    <a:pt x="7243" y="12469"/>
                    <a:pt x="8188" y="12059"/>
                    <a:pt x="8975" y="11366"/>
                  </a:cubicBezTo>
                  <a:cubicBezTo>
                    <a:pt x="9133" y="11240"/>
                    <a:pt x="8786" y="11555"/>
                    <a:pt x="13229" y="7113"/>
                  </a:cubicBezTo>
                  <a:cubicBezTo>
                    <a:pt x="13323" y="7019"/>
                    <a:pt x="13355" y="6893"/>
                    <a:pt x="13355" y="6830"/>
                  </a:cubicBezTo>
                  <a:cubicBezTo>
                    <a:pt x="13355" y="6735"/>
                    <a:pt x="13449" y="6704"/>
                    <a:pt x="13355" y="6641"/>
                  </a:cubicBezTo>
                  <a:lnTo>
                    <a:pt x="11590" y="4845"/>
                  </a:lnTo>
                  <a:cubicBezTo>
                    <a:pt x="11512" y="4766"/>
                    <a:pt x="11401" y="4727"/>
                    <a:pt x="11291" y="4727"/>
                  </a:cubicBezTo>
                  <a:cubicBezTo>
                    <a:pt x="11181" y="4727"/>
                    <a:pt x="11070" y="4766"/>
                    <a:pt x="10992" y="4845"/>
                  </a:cubicBezTo>
                  <a:lnTo>
                    <a:pt x="6928" y="8909"/>
                  </a:lnTo>
                  <a:cubicBezTo>
                    <a:pt x="6588" y="9236"/>
                    <a:pt x="6159" y="9392"/>
                    <a:pt x="5737" y="9392"/>
                  </a:cubicBezTo>
                  <a:cubicBezTo>
                    <a:pt x="5102" y="9392"/>
                    <a:pt x="4483" y="9036"/>
                    <a:pt x="4218" y="8373"/>
                  </a:cubicBezTo>
                  <a:cubicBezTo>
                    <a:pt x="3998" y="7743"/>
                    <a:pt x="4092" y="7019"/>
                    <a:pt x="4565" y="6546"/>
                  </a:cubicBezTo>
                  <a:lnTo>
                    <a:pt x="8629" y="2482"/>
                  </a:lnTo>
                  <a:cubicBezTo>
                    <a:pt x="8786" y="2324"/>
                    <a:pt x="8786" y="2072"/>
                    <a:pt x="8629" y="1883"/>
                  </a:cubicBezTo>
                  <a:lnTo>
                    <a:pt x="6865" y="119"/>
                  </a:lnTo>
                  <a:cubicBezTo>
                    <a:pt x="6786" y="40"/>
                    <a:pt x="6676" y="1"/>
                    <a:pt x="656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8591;p68">
              <a:extLst>
                <a:ext uri="{FF2B5EF4-FFF2-40B4-BE49-F238E27FC236}">
                  <a16:creationId xmlns:a16="http://schemas.microsoft.com/office/drawing/2014/main" id="{5BB9D694-50CF-9148-C38B-3867DDDA70FC}"/>
                </a:ext>
              </a:extLst>
            </p:cNvPr>
            <p:cNvSpPr/>
            <p:nvPr/>
          </p:nvSpPr>
          <p:spPr>
            <a:xfrm>
              <a:off x="-41234225" y="2620800"/>
              <a:ext cx="25" cy="25"/>
            </a:xfrm>
            <a:custGeom>
              <a:avLst/>
              <a:gdLst/>
              <a:ahLst/>
              <a:cxnLst/>
              <a:rect l="l" t="t" r="r" b="b"/>
              <a:pathLst>
                <a:path w="1" h="1" extrusionOk="0">
                  <a:moveTo>
                    <a:pt x="0" y="1"/>
                  </a:move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89" name="Google Shape;8592;p68">
            <a:extLst>
              <a:ext uri="{FF2B5EF4-FFF2-40B4-BE49-F238E27FC236}">
                <a16:creationId xmlns:a16="http://schemas.microsoft.com/office/drawing/2014/main" id="{9BFE09A5-6BEA-7797-B06F-152E13626220}"/>
              </a:ext>
            </a:extLst>
          </p:cNvPr>
          <p:cNvSpPr/>
          <p:nvPr/>
        </p:nvSpPr>
        <p:spPr>
          <a:xfrm>
            <a:off x="7339832" y="5585542"/>
            <a:ext cx="0" cy="76"/>
          </a:xfrm>
          <a:custGeom>
            <a:avLst/>
            <a:gdLst/>
            <a:ahLst/>
            <a:cxnLst/>
            <a:rect l="l" t="t" r="r" b="b"/>
            <a:pathLst>
              <a:path h="1" extrusionOk="0">
                <a:moveTo>
                  <a:pt x="0" y="0"/>
                </a:move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8593;p68">
            <a:extLst>
              <a:ext uri="{FF2B5EF4-FFF2-40B4-BE49-F238E27FC236}">
                <a16:creationId xmlns:a16="http://schemas.microsoft.com/office/drawing/2014/main" id="{6D613F3A-E4A3-6B94-F248-97D9985F3164}"/>
              </a:ext>
            </a:extLst>
          </p:cNvPr>
          <p:cNvSpPr/>
          <p:nvPr/>
        </p:nvSpPr>
        <p:spPr>
          <a:xfrm>
            <a:off x="7428747" y="6219530"/>
            <a:ext cx="973188" cy="965277"/>
          </a:xfrm>
          <a:custGeom>
            <a:avLst/>
            <a:gdLst/>
            <a:ahLst/>
            <a:cxnLst/>
            <a:rect l="l" t="t" r="r" b="b"/>
            <a:pathLst>
              <a:path w="12791" h="12687" extrusionOk="0">
                <a:moveTo>
                  <a:pt x="2986" y="7684"/>
                </a:moveTo>
                <a:cubicBezTo>
                  <a:pt x="4110" y="7684"/>
                  <a:pt x="5072" y="8568"/>
                  <a:pt x="5072" y="9751"/>
                </a:cubicBezTo>
                <a:cubicBezTo>
                  <a:pt x="5072" y="10727"/>
                  <a:pt x="4474" y="11484"/>
                  <a:pt x="3623" y="11736"/>
                </a:cubicBezTo>
                <a:cubicBezTo>
                  <a:pt x="3405" y="11810"/>
                  <a:pt x="3185" y="11846"/>
                  <a:pt x="2971" y="11846"/>
                </a:cubicBezTo>
                <a:cubicBezTo>
                  <a:pt x="2101" y="11846"/>
                  <a:pt x="1311" y="11265"/>
                  <a:pt x="1008" y="10381"/>
                </a:cubicBezTo>
                <a:cubicBezTo>
                  <a:pt x="662" y="9278"/>
                  <a:pt x="1292" y="8113"/>
                  <a:pt x="2394" y="7766"/>
                </a:cubicBezTo>
                <a:cubicBezTo>
                  <a:pt x="2594" y="7710"/>
                  <a:pt x="2792" y="7684"/>
                  <a:pt x="2986" y="7684"/>
                </a:cubicBezTo>
                <a:close/>
                <a:moveTo>
                  <a:pt x="9886" y="7696"/>
                </a:moveTo>
                <a:cubicBezTo>
                  <a:pt x="10161" y="7696"/>
                  <a:pt x="10441" y="7749"/>
                  <a:pt x="10712" y="7861"/>
                </a:cubicBezTo>
                <a:cubicBezTo>
                  <a:pt x="11468" y="8176"/>
                  <a:pt x="11972" y="8869"/>
                  <a:pt x="11972" y="9751"/>
                </a:cubicBezTo>
                <a:cubicBezTo>
                  <a:pt x="11972" y="10696"/>
                  <a:pt x="11373" y="11484"/>
                  <a:pt x="10523" y="11736"/>
                </a:cubicBezTo>
                <a:cubicBezTo>
                  <a:pt x="10305" y="11810"/>
                  <a:pt x="10085" y="11846"/>
                  <a:pt x="9870" y="11846"/>
                </a:cubicBezTo>
                <a:cubicBezTo>
                  <a:pt x="9001" y="11846"/>
                  <a:pt x="8211" y="11265"/>
                  <a:pt x="7908" y="10381"/>
                </a:cubicBezTo>
                <a:cubicBezTo>
                  <a:pt x="7750" y="9940"/>
                  <a:pt x="7782" y="9436"/>
                  <a:pt x="8002" y="8963"/>
                </a:cubicBezTo>
                <a:cubicBezTo>
                  <a:pt x="8309" y="8162"/>
                  <a:pt x="9073" y="7696"/>
                  <a:pt x="9886" y="7696"/>
                </a:cubicBezTo>
                <a:close/>
                <a:moveTo>
                  <a:pt x="2151" y="1"/>
                </a:moveTo>
                <a:cubicBezTo>
                  <a:pt x="1058" y="1"/>
                  <a:pt x="63" y="900"/>
                  <a:pt x="63" y="2064"/>
                </a:cubicBezTo>
                <a:lnTo>
                  <a:pt x="63" y="9593"/>
                </a:lnTo>
                <a:cubicBezTo>
                  <a:pt x="0" y="10633"/>
                  <a:pt x="504" y="11578"/>
                  <a:pt x="1323" y="12177"/>
                </a:cubicBezTo>
                <a:cubicBezTo>
                  <a:pt x="1822" y="12521"/>
                  <a:pt x="2387" y="12686"/>
                  <a:pt x="2947" y="12686"/>
                </a:cubicBezTo>
                <a:cubicBezTo>
                  <a:pt x="3874" y="12686"/>
                  <a:pt x="4786" y="12233"/>
                  <a:pt x="5356" y="11389"/>
                </a:cubicBezTo>
                <a:cubicBezTo>
                  <a:pt x="5671" y="10916"/>
                  <a:pt x="5860" y="10381"/>
                  <a:pt x="5860" y="9782"/>
                </a:cubicBezTo>
                <a:cubicBezTo>
                  <a:pt x="5860" y="9625"/>
                  <a:pt x="6018" y="9467"/>
                  <a:pt x="6207" y="9373"/>
                </a:cubicBezTo>
                <a:cubicBezTo>
                  <a:pt x="6270" y="9357"/>
                  <a:pt x="6340" y="9349"/>
                  <a:pt x="6411" y="9349"/>
                </a:cubicBezTo>
                <a:cubicBezTo>
                  <a:pt x="6482" y="9349"/>
                  <a:pt x="6553" y="9357"/>
                  <a:pt x="6616" y="9373"/>
                </a:cubicBezTo>
                <a:cubicBezTo>
                  <a:pt x="6805" y="9467"/>
                  <a:pt x="6963" y="9625"/>
                  <a:pt x="6963" y="9782"/>
                </a:cubicBezTo>
                <a:cubicBezTo>
                  <a:pt x="6963" y="10759"/>
                  <a:pt x="7467" y="11641"/>
                  <a:pt x="8223" y="12177"/>
                </a:cubicBezTo>
                <a:cubicBezTo>
                  <a:pt x="8709" y="12521"/>
                  <a:pt x="9272" y="12686"/>
                  <a:pt x="9833" y="12686"/>
                </a:cubicBezTo>
                <a:cubicBezTo>
                  <a:pt x="10762" y="12686"/>
                  <a:pt x="11686" y="12233"/>
                  <a:pt x="12256" y="11389"/>
                </a:cubicBezTo>
                <a:cubicBezTo>
                  <a:pt x="12602" y="10885"/>
                  <a:pt x="12791" y="10223"/>
                  <a:pt x="12728" y="9530"/>
                </a:cubicBezTo>
                <a:cubicBezTo>
                  <a:pt x="12791" y="9467"/>
                  <a:pt x="12791" y="9971"/>
                  <a:pt x="12791" y="2064"/>
                </a:cubicBezTo>
                <a:cubicBezTo>
                  <a:pt x="12791" y="1780"/>
                  <a:pt x="12760" y="1497"/>
                  <a:pt x="12634" y="1276"/>
                </a:cubicBezTo>
                <a:cubicBezTo>
                  <a:pt x="12310" y="458"/>
                  <a:pt x="11539" y="8"/>
                  <a:pt x="10750" y="8"/>
                </a:cubicBezTo>
                <a:cubicBezTo>
                  <a:pt x="10232" y="8"/>
                  <a:pt x="9706" y="202"/>
                  <a:pt x="9294" y="614"/>
                </a:cubicBezTo>
                <a:cubicBezTo>
                  <a:pt x="9137" y="772"/>
                  <a:pt x="9137" y="1024"/>
                  <a:pt x="9294" y="1182"/>
                </a:cubicBezTo>
                <a:cubicBezTo>
                  <a:pt x="9373" y="1260"/>
                  <a:pt x="9483" y="1300"/>
                  <a:pt x="9593" y="1300"/>
                </a:cubicBezTo>
                <a:cubicBezTo>
                  <a:pt x="9704" y="1300"/>
                  <a:pt x="9814" y="1260"/>
                  <a:pt x="9893" y="1182"/>
                </a:cubicBezTo>
                <a:cubicBezTo>
                  <a:pt x="10140" y="935"/>
                  <a:pt x="10448" y="819"/>
                  <a:pt x="10752" y="819"/>
                </a:cubicBezTo>
                <a:cubicBezTo>
                  <a:pt x="11263" y="819"/>
                  <a:pt x="11763" y="1144"/>
                  <a:pt x="11940" y="1717"/>
                </a:cubicBezTo>
                <a:cubicBezTo>
                  <a:pt x="11972" y="1812"/>
                  <a:pt x="11972" y="1938"/>
                  <a:pt x="11972" y="2064"/>
                </a:cubicBezTo>
                <a:lnTo>
                  <a:pt x="11972" y="7766"/>
                </a:lnTo>
                <a:cubicBezTo>
                  <a:pt x="11389" y="7183"/>
                  <a:pt x="10644" y="6907"/>
                  <a:pt x="9909" y="6907"/>
                </a:cubicBezTo>
                <a:cubicBezTo>
                  <a:pt x="8779" y="6907"/>
                  <a:pt x="7673" y="7559"/>
                  <a:pt x="7215" y="8743"/>
                </a:cubicBezTo>
                <a:cubicBezTo>
                  <a:pt x="6994" y="8617"/>
                  <a:pt x="6750" y="8554"/>
                  <a:pt x="6494" y="8554"/>
                </a:cubicBezTo>
                <a:cubicBezTo>
                  <a:pt x="6238" y="8554"/>
                  <a:pt x="5970" y="8617"/>
                  <a:pt x="5702" y="8743"/>
                </a:cubicBezTo>
                <a:cubicBezTo>
                  <a:pt x="5513" y="8207"/>
                  <a:pt x="5135" y="7735"/>
                  <a:pt x="4600" y="7388"/>
                </a:cubicBezTo>
                <a:cubicBezTo>
                  <a:pt x="4117" y="7053"/>
                  <a:pt x="3560" y="6889"/>
                  <a:pt x="3001" y="6889"/>
                </a:cubicBezTo>
                <a:cubicBezTo>
                  <a:pt x="2248" y="6889"/>
                  <a:pt x="1493" y="7187"/>
                  <a:pt x="914" y="7766"/>
                </a:cubicBezTo>
                <a:lnTo>
                  <a:pt x="914" y="2064"/>
                </a:lnTo>
                <a:cubicBezTo>
                  <a:pt x="914" y="1340"/>
                  <a:pt x="1486" y="814"/>
                  <a:pt x="2132" y="814"/>
                </a:cubicBezTo>
                <a:cubicBezTo>
                  <a:pt x="2301" y="814"/>
                  <a:pt x="2476" y="851"/>
                  <a:pt x="2646" y="929"/>
                </a:cubicBezTo>
                <a:cubicBezTo>
                  <a:pt x="2804" y="992"/>
                  <a:pt x="2899" y="1087"/>
                  <a:pt x="3025" y="1182"/>
                </a:cubicBezTo>
                <a:cubicBezTo>
                  <a:pt x="3103" y="1260"/>
                  <a:pt x="3214" y="1300"/>
                  <a:pt x="3324" y="1300"/>
                </a:cubicBezTo>
                <a:cubicBezTo>
                  <a:pt x="3434" y="1300"/>
                  <a:pt x="3544" y="1260"/>
                  <a:pt x="3623" y="1182"/>
                </a:cubicBezTo>
                <a:cubicBezTo>
                  <a:pt x="3781" y="1024"/>
                  <a:pt x="3781" y="772"/>
                  <a:pt x="3623" y="614"/>
                </a:cubicBezTo>
                <a:cubicBezTo>
                  <a:pt x="3434" y="394"/>
                  <a:pt x="3214" y="236"/>
                  <a:pt x="2962" y="173"/>
                </a:cubicBezTo>
                <a:cubicBezTo>
                  <a:pt x="2694" y="55"/>
                  <a:pt x="2420" y="1"/>
                  <a:pt x="2151"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8594;p68">
            <a:extLst>
              <a:ext uri="{FF2B5EF4-FFF2-40B4-BE49-F238E27FC236}">
                <a16:creationId xmlns:a16="http://schemas.microsoft.com/office/drawing/2014/main" id="{1D2FAE7B-60A0-098B-C385-9B9A684D4866}"/>
              </a:ext>
            </a:extLst>
          </p:cNvPr>
          <p:cNvSpPr/>
          <p:nvPr/>
        </p:nvSpPr>
        <p:spPr>
          <a:xfrm>
            <a:off x="13333842" y="3910072"/>
            <a:ext cx="599312" cy="963678"/>
          </a:xfrm>
          <a:custGeom>
            <a:avLst/>
            <a:gdLst/>
            <a:ahLst/>
            <a:cxnLst/>
            <a:rect l="l" t="t" r="r" b="b"/>
            <a:pathLst>
              <a:path w="7877" h="12666" extrusionOk="0">
                <a:moveTo>
                  <a:pt x="6491" y="788"/>
                </a:moveTo>
                <a:cubicBezTo>
                  <a:pt x="6743" y="788"/>
                  <a:pt x="6900" y="977"/>
                  <a:pt x="6932" y="1197"/>
                </a:cubicBezTo>
                <a:cubicBezTo>
                  <a:pt x="6869" y="1449"/>
                  <a:pt x="6711" y="1607"/>
                  <a:pt x="6459" y="1607"/>
                </a:cubicBezTo>
                <a:lnTo>
                  <a:pt x="5640" y="1607"/>
                </a:lnTo>
                <a:cubicBezTo>
                  <a:pt x="5388" y="1607"/>
                  <a:pt x="5230" y="1827"/>
                  <a:pt x="5230" y="2017"/>
                </a:cubicBezTo>
                <a:cubicBezTo>
                  <a:pt x="5230" y="2237"/>
                  <a:pt x="5451" y="2458"/>
                  <a:pt x="5640" y="2458"/>
                </a:cubicBezTo>
                <a:lnTo>
                  <a:pt x="6081" y="2458"/>
                </a:lnTo>
                <a:lnTo>
                  <a:pt x="6081" y="4379"/>
                </a:lnTo>
                <a:lnTo>
                  <a:pt x="1922" y="4379"/>
                </a:lnTo>
                <a:lnTo>
                  <a:pt x="1922" y="2458"/>
                </a:lnTo>
                <a:lnTo>
                  <a:pt x="2364" y="2458"/>
                </a:lnTo>
                <a:cubicBezTo>
                  <a:pt x="2616" y="2458"/>
                  <a:pt x="2805" y="2237"/>
                  <a:pt x="2805" y="2017"/>
                </a:cubicBezTo>
                <a:cubicBezTo>
                  <a:pt x="2805" y="1764"/>
                  <a:pt x="2616" y="1607"/>
                  <a:pt x="2364" y="1607"/>
                </a:cubicBezTo>
                <a:lnTo>
                  <a:pt x="1544" y="1607"/>
                </a:lnTo>
                <a:cubicBezTo>
                  <a:pt x="1292" y="1607"/>
                  <a:pt x="1135" y="1418"/>
                  <a:pt x="1135" y="1197"/>
                </a:cubicBezTo>
                <a:cubicBezTo>
                  <a:pt x="1135" y="945"/>
                  <a:pt x="1355" y="788"/>
                  <a:pt x="1544" y="788"/>
                </a:cubicBezTo>
                <a:close/>
                <a:moveTo>
                  <a:pt x="6018" y="5135"/>
                </a:moveTo>
                <a:lnTo>
                  <a:pt x="6018" y="9641"/>
                </a:lnTo>
                <a:cubicBezTo>
                  <a:pt x="6018" y="10901"/>
                  <a:pt x="5136" y="11815"/>
                  <a:pt x="3970" y="11815"/>
                </a:cubicBezTo>
                <a:cubicBezTo>
                  <a:pt x="2994" y="11815"/>
                  <a:pt x="2143" y="11090"/>
                  <a:pt x="1985" y="10176"/>
                </a:cubicBezTo>
                <a:lnTo>
                  <a:pt x="3151" y="10176"/>
                </a:lnTo>
                <a:cubicBezTo>
                  <a:pt x="3403" y="10176"/>
                  <a:pt x="3561" y="9956"/>
                  <a:pt x="3561" y="9735"/>
                </a:cubicBezTo>
                <a:cubicBezTo>
                  <a:pt x="3561" y="9483"/>
                  <a:pt x="3340" y="9326"/>
                  <a:pt x="3151" y="9326"/>
                </a:cubicBezTo>
                <a:lnTo>
                  <a:pt x="1891" y="9326"/>
                </a:lnTo>
                <a:lnTo>
                  <a:pt x="1891" y="8507"/>
                </a:lnTo>
                <a:lnTo>
                  <a:pt x="3151" y="8507"/>
                </a:lnTo>
                <a:cubicBezTo>
                  <a:pt x="3403" y="8507"/>
                  <a:pt x="3561" y="8317"/>
                  <a:pt x="3561" y="8065"/>
                </a:cubicBezTo>
                <a:cubicBezTo>
                  <a:pt x="3561" y="7845"/>
                  <a:pt x="3340" y="7656"/>
                  <a:pt x="3151" y="7656"/>
                </a:cubicBezTo>
                <a:lnTo>
                  <a:pt x="1891" y="7656"/>
                </a:lnTo>
                <a:lnTo>
                  <a:pt x="1891" y="6805"/>
                </a:lnTo>
                <a:lnTo>
                  <a:pt x="3151" y="6805"/>
                </a:lnTo>
                <a:cubicBezTo>
                  <a:pt x="3403" y="6805"/>
                  <a:pt x="3561" y="6616"/>
                  <a:pt x="3561" y="6396"/>
                </a:cubicBezTo>
                <a:cubicBezTo>
                  <a:pt x="3561" y="6144"/>
                  <a:pt x="3340" y="5955"/>
                  <a:pt x="3151" y="5955"/>
                </a:cubicBezTo>
                <a:lnTo>
                  <a:pt x="1891" y="5955"/>
                </a:lnTo>
                <a:lnTo>
                  <a:pt x="1891" y="5135"/>
                </a:lnTo>
                <a:close/>
                <a:moveTo>
                  <a:pt x="1513" y="0"/>
                </a:moveTo>
                <a:cubicBezTo>
                  <a:pt x="1072" y="0"/>
                  <a:pt x="725" y="189"/>
                  <a:pt x="473" y="567"/>
                </a:cubicBezTo>
                <a:cubicBezTo>
                  <a:pt x="1" y="1229"/>
                  <a:pt x="316" y="2143"/>
                  <a:pt x="1103" y="2395"/>
                </a:cubicBezTo>
                <a:lnTo>
                  <a:pt x="1103" y="9767"/>
                </a:lnTo>
                <a:cubicBezTo>
                  <a:pt x="1103" y="11422"/>
                  <a:pt x="2503" y="12666"/>
                  <a:pt x="4038" y="12666"/>
                </a:cubicBezTo>
                <a:cubicBezTo>
                  <a:pt x="4402" y="12666"/>
                  <a:pt x="4774" y="12596"/>
                  <a:pt x="5136" y="12445"/>
                </a:cubicBezTo>
                <a:cubicBezTo>
                  <a:pt x="6176" y="12004"/>
                  <a:pt x="6900" y="10964"/>
                  <a:pt x="6900" y="9767"/>
                </a:cubicBezTo>
                <a:lnTo>
                  <a:pt x="6900" y="2395"/>
                </a:lnTo>
                <a:cubicBezTo>
                  <a:pt x="7121" y="2332"/>
                  <a:pt x="7373" y="2174"/>
                  <a:pt x="7530" y="1922"/>
                </a:cubicBezTo>
                <a:cubicBezTo>
                  <a:pt x="7877" y="1355"/>
                  <a:pt x="7719" y="599"/>
                  <a:pt x="7184" y="189"/>
                </a:cubicBezTo>
                <a:cubicBezTo>
                  <a:pt x="6963" y="95"/>
                  <a:pt x="6743" y="0"/>
                  <a:pt x="6459"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8595;p68">
            <a:extLst>
              <a:ext uri="{FF2B5EF4-FFF2-40B4-BE49-F238E27FC236}">
                <a16:creationId xmlns:a16="http://schemas.microsoft.com/office/drawing/2014/main" id="{A1DB9B4A-CE16-AE0F-20C0-EA0839092416}"/>
              </a:ext>
            </a:extLst>
          </p:cNvPr>
          <p:cNvSpPr/>
          <p:nvPr/>
        </p:nvSpPr>
        <p:spPr>
          <a:xfrm>
            <a:off x="13209219" y="5021625"/>
            <a:ext cx="848563" cy="969081"/>
          </a:xfrm>
          <a:custGeom>
            <a:avLst/>
            <a:gdLst/>
            <a:ahLst/>
            <a:cxnLst/>
            <a:rect l="l" t="t" r="r" b="b"/>
            <a:pathLst>
              <a:path w="11153" h="12737" extrusionOk="0">
                <a:moveTo>
                  <a:pt x="9452" y="4262"/>
                </a:moveTo>
                <a:lnTo>
                  <a:pt x="9452" y="4262"/>
                </a:lnTo>
                <a:cubicBezTo>
                  <a:pt x="9704" y="4703"/>
                  <a:pt x="9609" y="5270"/>
                  <a:pt x="9231" y="5679"/>
                </a:cubicBezTo>
                <a:cubicBezTo>
                  <a:pt x="8976" y="5915"/>
                  <a:pt x="8672" y="6040"/>
                  <a:pt x="8364" y="6040"/>
                </a:cubicBezTo>
                <a:cubicBezTo>
                  <a:pt x="8178" y="6040"/>
                  <a:pt x="7992" y="5995"/>
                  <a:pt x="7814" y="5900"/>
                </a:cubicBezTo>
                <a:lnTo>
                  <a:pt x="9452" y="4262"/>
                </a:lnTo>
                <a:close/>
                <a:moveTo>
                  <a:pt x="6018" y="835"/>
                </a:moveTo>
                <a:cubicBezTo>
                  <a:pt x="6120" y="835"/>
                  <a:pt x="6223" y="875"/>
                  <a:pt x="6301" y="954"/>
                </a:cubicBezTo>
                <a:lnTo>
                  <a:pt x="7215" y="1867"/>
                </a:lnTo>
                <a:cubicBezTo>
                  <a:pt x="7306" y="1935"/>
                  <a:pt x="7397" y="1987"/>
                  <a:pt x="7499" y="1987"/>
                </a:cubicBezTo>
                <a:cubicBezTo>
                  <a:pt x="7539" y="1987"/>
                  <a:pt x="7581" y="1979"/>
                  <a:pt x="7625" y="1962"/>
                </a:cubicBezTo>
                <a:cubicBezTo>
                  <a:pt x="7863" y="1897"/>
                  <a:pt x="8110" y="1865"/>
                  <a:pt x="8359" y="1865"/>
                </a:cubicBezTo>
                <a:cubicBezTo>
                  <a:pt x="8963" y="1865"/>
                  <a:pt x="9578" y="2055"/>
                  <a:pt x="10113" y="2434"/>
                </a:cubicBezTo>
                <a:lnTo>
                  <a:pt x="6049" y="6498"/>
                </a:lnTo>
                <a:cubicBezTo>
                  <a:pt x="5482" y="5774"/>
                  <a:pt x="5356" y="4892"/>
                  <a:pt x="5577" y="4010"/>
                </a:cubicBezTo>
                <a:cubicBezTo>
                  <a:pt x="5608" y="3852"/>
                  <a:pt x="5577" y="3726"/>
                  <a:pt x="5451" y="3631"/>
                </a:cubicBezTo>
                <a:lnTo>
                  <a:pt x="5199" y="3379"/>
                </a:lnTo>
                <a:lnTo>
                  <a:pt x="4537" y="2718"/>
                </a:lnTo>
                <a:cubicBezTo>
                  <a:pt x="4380" y="2560"/>
                  <a:pt x="4380" y="2277"/>
                  <a:pt x="4537" y="2119"/>
                </a:cubicBezTo>
                <a:lnTo>
                  <a:pt x="5734" y="954"/>
                </a:lnTo>
                <a:cubicBezTo>
                  <a:pt x="5813" y="875"/>
                  <a:pt x="5915" y="835"/>
                  <a:pt x="6018" y="835"/>
                </a:cubicBezTo>
                <a:close/>
                <a:moveTo>
                  <a:pt x="1290" y="6917"/>
                </a:moveTo>
                <a:cubicBezTo>
                  <a:pt x="1502" y="6917"/>
                  <a:pt x="1702" y="7106"/>
                  <a:pt x="1702" y="7318"/>
                </a:cubicBezTo>
                <a:cubicBezTo>
                  <a:pt x="1670" y="7538"/>
                  <a:pt x="1544" y="7696"/>
                  <a:pt x="1387" y="7727"/>
                </a:cubicBezTo>
                <a:cubicBezTo>
                  <a:pt x="1342" y="7740"/>
                  <a:pt x="1298" y="7746"/>
                  <a:pt x="1256" y="7746"/>
                </a:cubicBezTo>
                <a:cubicBezTo>
                  <a:pt x="1084" y="7746"/>
                  <a:pt x="933" y="7645"/>
                  <a:pt x="883" y="7444"/>
                </a:cubicBezTo>
                <a:cubicBezTo>
                  <a:pt x="788" y="7223"/>
                  <a:pt x="914" y="7002"/>
                  <a:pt x="1166" y="6939"/>
                </a:cubicBezTo>
                <a:cubicBezTo>
                  <a:pt x="1207" y="6924"/>
                  <a:pt x="1248" y="6917"/>
                  <a:pt x="1290" y="6917"/>
                </a:cubicBezTo>
                <a:close/>
                <a:moveTo>
                  <a:pt x="5807" y="10240"/>
                </a:moveTo>
                <a:cubicBezTo>
                  <a:pt x="6104" y="10240"/>
                  <a:pt x="6409" y="10293"/>
                  <a:pt x="6711" y="10405"/>
                </a:cubicBezTo>
                <a:cubicBezTo>
                  <a:pt x="7373" y="10626"/>
                  <a:pt x="7877" y="11193"/>
                  <a:pt x="8160" y="11886"/>
                </a:cubicBezTo>
                <a:lnTo>
                  <a:pt x="3529" y="11886"/>
                </a:lnTo>
                <a:cubicBezTo>
                  <a:pt x="3847" y="10882"/>
                  <a:pt x="4774" y="10240"/>
                  <a:pt x="5807" y="10240"/>
                </a:cubicBezTo>
                <a:close/>
                <a:moveTo>
                  <a:pt x="6030" y="1"/>
                </a:moveTo>
                <a:cubicBezTo>
                  <a:pt x="5711" y="1"/>
                  <a:pt x="5388" y="119"/>
                  <a:pt x="5136" y="355"/>
                </a:cubicBezTo>
                <a:lnTo>
                  <a:pt x="3938" y="1552"/>
                </a:lnTo>
                <a:cubicBezTo>
                  <a:pt x="3466" y="1993"/>
                  <a:pt x="3466" y="2781"/>
                  <a:pt x="3938" y="3316"/>
                </a:cubicBezTo>
                <a:lnTo>
                  <a:pt x="4348" y="3694"/>
                </a:lnTo>
                <a:lnTo>
                  <a:pt x="1828" y="6215"/>
                </a:lnTo>
                <a:cubicBezTo>
                  <a:pt x="1652" y="6127"/>
                  <a:pt x="1468" y="6087"/>
                  <a:pt x="1287" y="6087"/>
                </a:cubicBezTo>
                <a:cubicBezTo>
                  <a:pt x="623" y="6087"/>
                  <a:pt x="0" y="6625"/>
                  <a:pt x="0" y="7318"/>
                </a:cubicBezTo>
                <a:cubicBezTo>
                  <a:pt x="0" y="8052"/>
                  <a:pt x="611" y="8583"/>
                  <a:pt x="1293" y="8583"/>
                </a:cubicBezTo>
                <a:cubicBezTo>
                  <a:pt x="1459" y="8583"/>
                  <a:pt x="1629" y="8551"/>
                  <a:pt x="1796" y="8483"/>
                </a:cubicBezTo>
                <a:lnTo>
                  <a:pt x="3592" y="10279"/>
                </a:lnTo>
                <a:cubicBezTo>
                  <a:pt x="3056" y="10783"/>
                  <a:pt x="2647" y="11476"/>
                  <a:pt x="2584" y="12264"/>
                </a:cubicBezTo>
                <a:cubicBezTo>
                  <a:pt x="2521" y="12484"/>
                  <a:pt x="2741" y="12736"/>
                  <a:pt x="2962" y="12736"/>
                </a:cubicBezTo>
                <a:lnTo>
                  <a:pt x="8664" y="12736"/>
                </a:lnTo>
                <a:cubicBezTo>
                  <a:pt x="8916" y="12736"/>
                  <a:pt x="9105" y="12484"/>
                  <a:pt x="9074" y="12264"/>
                </a:cubicBezTo>
                <a:cubicBezTo>
                  <a:pt x="8837" y="10556"/>
                  <a:pt x="7367" y="9419"/>
                  <a:pt x="5795" y="9419"/>
                </a:cubicBezTo>
                <a:cubicBezTo>
                  <a:pt x="5279" y="9419"/>
                  <a:pt x="4752" y="9542"/>
                  <a:pt x="4254" y="9806"/>
                </a:cubicBezTo>
                <a:lnTo>
                  <a:pt x="2363" y="7916"/>
                </a:lnTo>
                <a:cubicBezTo>
                  <a:pt x="2521" y="7601"/>
                  <a:pt x="2521" y="7223"/>
                  <a:pt x="2426" y="6845"/>
                </a:cubicBezTo>
                <a:lnTo>
                  <a:pt x="4663" y="4608"/>
                </a:lnTo>
                <a:lnTo>
                  <a:pt x="4663" y="4608"/>
                </a:lnTo>
                <a:cubicBezTo>
                  <a:pt x="4632" y="5679"/>
                  <a:pt x="4978" y="6687"/>
                  <a:pt x="5734" y="7444"/>
                </a:cubicBezTo>
                <a:cubicBezTo>
                  <a:pt x="5813" y="7522"/>
                  <a:pt x="5915" y="7562"/>
                  <a:pt x="6018" y="7562"/>
                </a:cubicBezTo>
                <a:cubicBezTo>
                  <a:pt x="6120" y="7562"/>
                  <a:pt x="6223" y="7522"/>
                  <a:pt x="6301" y="7444"/>
                </a:cubicBezTo>
                <a:lnTo>
                  <a:pt x="7215" y="6530"/>
                </a:lnTo>
                <a:cubicBezTo>
                  <a:pt x="7564" y="6771"/>
                  <a:pt x="7958" y="6887"/>
                  <a:pt x="8352" y="6887"/>
                </a:cubicBezTo>
                <a:cubicBezTo>
                  <a:pt x="8883" y="6887"/>
                  <a:pt x="9414" y="6676"/>
                  <a:pt x="9830" y="6278"/>
                </a:cubicBezTo>
                <a:cubicBezTo>
                  <a:pt x="10523" y="5553"/>
                  <a:pt x="10618" y="4451"/>
                  <a:pt x="10082" y="3663"/>
                </a:cubicBezTo>
                <a:lnTo>
                  <a:pt x="10996" y="2749"/>
                </a:lnTo>
                <a:cubicBezTo>
                  <a:pt x="11153" y="2560"/>
                  <a:pt x="11153" y="2340"/>
                  <a:pt x="10996" y="2119"/>
                </a:cubicBezTo>
                <a:cubicBezTo>
                  <a:pt x="10259" y="1383"/>
                  <a:pt x="9297" y="1056"/>
                  <a:pt x="8341" y="1056"/>
                </a:cubicBezTo>
                <a:cubicBezTo>
                  <a:pt x="8111" y="1056"/>
                  <a:pt x="7882" y="1074"/>
                  <a:pt x="7656" y="1111"/>
                </a:cubicBezTo>
                <a:lnTo>
                  <a:pt x="6900" y="355"/>
                </a:lnTo>
                <a:cubicBezTo>
                  <a:pt x="6664" y="119"/>
                  <a:pt x="6349" y="1"/>
                  <a:pt x="6030"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8596;p68">
            <a:extLst>
              <a:ext uri="{FF2B5EF4-FFF2-40B4-BE49-F238E27FC236}">
                <a16:creationId xmlns:a16="http://schemas.microsoft.com/office/drawing/2014/main" id="{FC4FC5D4-F762-52F9-4916-223E0E77F98E}"/>
              </a:ext>
            </a:extLst>
          </p:cNvPr>
          <p:cNvSpPr/>
          <p:nvPr/>
        </p:nvSpPr>
        <p:spPr>
          <a:xfrm>
            <a:off x="13146961" y="6143219"/>
            <a:ext cx="963678" cy="966875"/>
          </a:xfrm>
          <a:custGeom>
            <a:avLst/>
            <a:gdLst/>
            <a:ahLst/>
            <a:cxnLst/>
            <a:rect l="l" t="t" r="r" b="b"/>
            <a:pathLst>
              <a:path w="12666" h="12708" extrusionOk="0">
                <a:moveTo>
                  <a:pt x="6347" y="841"/>
                </a:moveTo>
                <a:cubicBezTo>
                  <a:pt x="6876" y="841"/>
                  <a:pt x="7350" y="1172"/>
                  <a:pt x="7530" y="1712"/>
                </a:cubicBezTo>
                <a:cubicBezTo>
                  <a:pt x="7719" y="2405"/>
                  <a:pt x="7372" y="3067"/>
                  <a:pt x="6679" y="3256"/>
                </a:cubicBezTo>
                <a:cubicBezTo>
                  <a:pt x="6569" y="3289"/>
                  <a:pt x="6457" y="3305"/>
                  <a:pt x="6345" y="3305"/>
                </a:cubicBezTo>
                <a:cubicBezTo>
                  <a:pt x="5822" y="3305"/>
                  <a:pt x="5323" y="2956"/>
                  <a:pt x="5167" y="2437"/>
                </a:cubicBezTo>
                <a:cubicBezTo>
                  <a:pt x="4947" y="1775"/>
                  <a:pt x="5325" y="1082"/>
                  <a:pt x="5986" y="893"/>
                </a:cubicBezTo>
                <a:cubicBezTo>
                  <a:pt x="6108" y="858"/>
                  <a:pt x="6229" y="841"/>
                  <a:pt x="6347" y="841"/>
                </a:cubicBezTo>
                <a:close/>
                <a:moveTo>
                  <a:pt x="6353" y="5919"/>
                </a:moveTo>
                <a:cubicBezTo>
                  <a:pt x="7021" y="5919"/>
                  <a:pt x="7624" y="6459"/>
                  <a:pt x="7624" y="7162"/>
                </a:cubicBezTo>
                <a:cubicBezTo>
                  <a:pt x="7593" y="7698"/>
                  <a:pt x="7215" y="8170"/>
                  <a:pt x="6742" y="8328"/>
                </a:cubicBezTo>
                <a:cubicBezTo>
                  <a:pt x="6608" y="8371"/>
                  <a:pt x="6474" y="8391"/>
                  <a:pt x="6345" y="8391"/>
                </a:cubicBezTo>
                <a:cubicBezTo>
                  <a:pt x="5810" y="8391"/>
                  <a:pt x="5351" y="8042"/>
                  <a:pt x="5199" y="7509"/>
                </a:cubicBezTo>
                <a:cubicBezTo>
                  <a:pt x="5010" y="6847"/>
                  <a:pt x="5356" y="6186"/>
                  <a:pt x="6018" y="5965"/>
                </a:cubicBezTo>
                <a:cubicBezTo>
                  <a:pt x="6130" y="5934"/>
                  <a:pt x="6242" y="5919"/>
                  <a:pt x="6353" y="5919"/>
                </a:cubicBezTo>
                <a:close/>
                <a:moveTo>
                  <a:pt x="2079" y="9351"/>
                </a:moveTo>
                <a:cubicBezTo>
                  <a:pt x="2744" y="9351"/>
                  <a:pt x="3340" y="9871"/>
                  <a:pt x="3340" y="10596"/>
                </a:cubicBezTo>
                <a:cubicBezTo>
                  <a:pt x="3308" y="11163"/>
                  <a:pt x="2962" y="11604"/>
                  <a:pt x="2426" y="11762"/>
                </a:cubicBezTo>
                <a:cubicBezTo>
                  <a:pt x="2305" y="11797"/>
                  <a:pt x="2183" y="11813"/>
                  <a:pt x="2065" y="11813"/>
                </a:cubicBezTo>
                <a:cubicBezTo>
                  <a:pt x="1538" y="11813"/>
                  <a:pt x="1068" y="11483"/>
                  <a:pt x="914" y="10943"/>
                </a:cubicBezTo>
                <a:cubicBezTo>
                  <a:pt x="693" y="10281"/>
                  <a:pt x="1071" y="9588"/>
                  <a:pt x="1733" y="9399"/>
                </a:cubicBezTo>
                <a:cubicBezTo>
                  <a:pt x="1849" y="9367"/>
                  <a:pt x="1965" y="9351"/>
                  <a:pt x="2079" y="9351"/>
                </a:cubicBezTo>
                <a:close/>
                <a:moveTo>
                  <a:pt x="10617" y="9351"/>
                </a:moveTo>
                <a:cubicBezTo>
                  <a:pt x="11281" y="9351"/>
                  <a:pt x="11878" y="9871"/>
                  <a:pt x="11878" y="10596"/>
                </a:cubicBezTo>
                <a:cubicBezTo>
                  <a:pt x="11846" y="11163"/>
                  <a:pt x="11500" y="11604"/>
                  <a:pt x="10995" y="11762"/>
                </a:cubicBezTo>
                <a:cubicBezTo>
                  <a:pt x="10868" y="11797"/>
                  <a:pt x="10742" y="11813"/>
                  <a:pt x="10620" y="11813"/>
                </a:cubicBezTo>
                <a:cubicBezTo>
                  <a:pt x="10076" y="11813"/>
                  <a:pt x="9606" y="11483"/>
                  <a:pt x="9452" y="10943"/>
                </a:cubicBezTo>
                <a:cubicBezTo>
                  <a:pt x="9263" y="10281"/>
                  <a:pt x="9609" y="9588"/>
                  <a:pt x="10271" y="9399"/>
                </a:cubicBezTo>
                <a:cubicBezTo>
                  <a:pt x="10387" y="9367"/>
                  <a:pt x="10503" y="9351"/>
                  <a:pt x="10617" y="9351"/>
                </a:cubicBezTo>
                <a:close/>
                <a:moveTo>
                  <a:pt x="6344" y="0"/>
                </a:moveTo>
                <a:cubicBezTo>
                  <a:pt x="5677" y="0"/>
                  <a:pt x="5021" y="308"/>
                  <a:pt x="4631" y="893"/>
                </a:cubicBezTo>
                <a:cubicBezTo>
                  <a:pt x="3812" y="2122"/>
                  <a:pt x="4474" y="3760"/>
                  <a:pt x="5955" y="4075"/>
                </a:cubicBezTo>
                <a:lnTo>
                  <a:pt x="5955" y="5146"/>
                </a:lnTo>
                <a:cubicBezTo>
                  <a:pt x="4600" y="5430"/>
                  <a:pt x="3907" y="6910"/>
                  <a:pt x="4537" y="8107"/>
                </a:cubicBezTo>
                <a:lnTo>
                  <a:pt x="3434" y="9021"/>
                </a:lnTo>
                <a:cubicBezTo>
                  <a:pt x="3025" y="8706"/>
                  <a:pt x="2584" y="8548"/>
                  <a:pt x="2080" y="8548"/>
                </a:cubicBezTo>
                <a:cubicBezTo>
                  <a:pt x="945" y="8548"/>
                  <a:pt x="0" y="9494"/>
                  <a:pt x="0" y="10628"/>
                </a:cubicBezTo>
                <a:cubicBezTo>
                  <a:pt x="0" y="11762"/>
                  <a:pt x="945" y="12707"/>
                  <a:pt x="2080" y="12707"/>
                </a:cubicBezTo>
                <a:cubicBezTo>
                  <a:pt x="3214" y="12707"/>
                  <a:pt x="4159" y="11793"/>
                  <a:pt x="4159" y="10628"/>
                </a:cubicBezTo>
                <a:cubicBezTo>
                  <a:pt x="4159" y="10281"/>
                  <a:pt x="4096" y="9966"/>
                  <a:pt x="3938" y="9683"/>
                </a:cubicBezTo>
                <a:lnTo>
                  <a:pt x="5041" y="8769"/>
                </a:lnTo>
                <a:cubicBezTo>
                  <a:pt x="5435" y="9084"/>
                  <a:pt x="5907" y="9242"/>
                  <a:pt x="6376" y="9242"/>
                </a:cubicBezTo>
                <a:cubicBezTo>
                  <a:pt x="6845" y="9242"/>
                  <a:pt x="7309" y="9084"/>
                  <a:pt x="7687" y="8769"/>
                </a:cubicBezTo>
                <a:lnTo>
                  <a:pt x="8790" y="9683"/>
                </a:lnTo>
                <a:cubicBezTo>
                  <a:pt x="8318" y="10596"/>
                  <a:pt x="8570" y="11730"/>
                  <a:pt x="9452" y="12361"/>
                </a:cubicBezTo>
                <a:cubicBezTo>
                  <a:pt x="9803" y="12595"/>
                  <a:pt x="10203" y="12707"/>
                  <a:pt x="10598" y="12707"/>
                </a:cubicBezTo>
                <a:cubicBezTo>
                  <a:pt x="11266" y="12707"/>
                  <a:pt x="11923" y="12387"/>
                  <a:pt x="12319" y="11793"/>
                </a:cubicBezTo>
                <a:cubicBezTo>
                  <a:pt x="12571" y="11478"/>
                  <a:pt x="12665" y="11069"/>
                  <a:pt x="12665" y="10659"/>
                </a:cubicBezTo>
                <a:cubicBezTo>
                  <a:pt x="12665" y="9431"/>
                  <a:pt x="11783" y="8548"/>
                  <a:pt x="10617" y="8548"/>
                </a:cubicBezTo>
                <a:cubicBezTo>
                  <a:pt x="10113" y="8548"/>
                  <a:pt x="9672" y="8706"/>
                  <a:pt x="9294" y="9021"/>
                </a:cubicBezTo>
                <a:lnTo>
                  <a:pt x="8192" y="8107"/>
                </a:lnTo>
                <a:cubicBezTo>
                  <a:pt x="8822" y="6879"/>
                  <a:pt x="8097" y="5398"/>
                  <a:pt x="6774" y="5146"/>
                </a:cubicBezTo>
                <a:lnTo>
                  <a:pt x="6774" y="4075"/>
                </a:lnTo>
                <a:cubicBezTo>
                  <a:pt x="7530" y="3917"/>
                  <a:pt x="8097" y="3382"/>
                  <a:pt x="8349" y="2657"/>
                </a:cubicBezTo>
                <a:cubicBezTo>
                  <a:pt x="8633" y="1806"/>
                  <a:pt x="8318" y="861"/>
                  <a:pt x="7530" y="357"/>
                </a:cubicBezTo>
                <a:cubicBezTo>
                  <a:pt x="7170" y="117"/>
                  <a:pt x="6755" y="0"/>
                  <a:pt x="6344"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8597;p68">
            <a:extLst>
              <a:ext uri="{FF2B5EF4-FFF2-40B4-BE49-F238E27FC236}">
                <a16:creationId xmlns:a16="http://schemas.microsoft.com/office/drawing/2014/main" id="{58CE2427-5BEF-4BBC-F3AE-3C48BF51AACC}"/>
              </a:ext>
            </a:extLst>
          </p:cNvPr>
          <p:cNvSpPr/>
          <p:nvPr/>
        </p:nvSpPr>
        <p:spPr>
          <a:xfrm>
            <a:off x="18880232" y="3910682"/>
            <a:ext cx="968471" cy="962461"/>
          </a:xfrm>
          <a:custGeom>
            <a:avLst/>
            <a:gdLst/>
            <a:ahLst/>
            <a:cxnLst/>
            <a:rect l="l" t="t" r="r" b="b"/>
            <a:pathLst>
              <a:path w="12729" h="12650" extrusionOk="0">
                <a:moveTo>
                  <a:pt x="9326" y="1000"/>
                </a:moveTo>
                <a:lnTo>
                  <a:pt x="11657" y="3332"/>
                </a:lnTo>
                <a:lnTo>
                  <a:pt x="3403" y="11617"/>
                </a:lnTo>
                <a:lnTo>
                  <a:pt x="1072" y="9286"/>
                </a:lnTo>
                <a:lnTo>
                  <a:pt x="2521" y="7837"/>
                </a:lnTo>
                <a:lnTo>
                  <a:pt x="3403" y="8688"/>
                </a:lnTo>
                <a:cubicBezTo>
                  <a:pt x="3482" y="8766"/>
                  <a:pt x="3584" y="8806"/>
                  <a:pt x="3686" y="8806"/>
                </a:cubicBezTo>
                <a:cubicBezTo>
                  <a:pt x="3789" y="8806"/>
                  <a:pt x="3891" y="8766"/>
                  <a:pt x="3970" y="8688"/>
                </a:cubicBezTo>
                <a:cubicBezTo>
                  <a:pt x="4128" y="8530"/>
                  <a:pt x="4128" y="8278"/>
                  <a:pt x="3970" y="8089"/>
                </a:cubicBezTo>
                <a:lnTo>
                  <a:pt x="3119" y="7238"/>
                </a:lnTo>
                <a:lnTo>
                  <a:pt x="4191" y="6167"/>
                </a:lnTo>
                <a:lnTo>
                  <a:pt x="5041" y="7049"/>
                </a:lnTo>
                <a:cubicBezTo>
                  <a:pt x="5120" y="7128"/>
                  <a:pt x="5230" y="7167"/>
                  <a:pt x="5340" y="7167"/>
                </a:cubicBezTo>
                <a:cubicBezTo>
                  <a:pt x="5451" y="7167"/>
                  <a:pt x="5561" y="7128"/>
                  <a:pt x="5640" y="7049"/>
                </a:cubicBezTo>
                <a:cubicBezTo>
                  <a:pt x="5797" y="6892"/>
                  <a:pt x="5797" y="6608"/>
                  <a:pt x="5640" y="6451"/>
                </a:cubicBezTo>
                <a:lnTo>
                  <a:pt x="4758" y="5600"/>
                </a:lnTo>
                <a:lnTo>
                  <a:pt x="5829" y="4529"/>
                </a:lnTo>
                <a:lnTo>
                  <a:pt x="6711" y="5380"/>
                </a:lnTo>
                <a:cubicBezTo>
                  <a:pt x="6790" y="5458"/>
                  <a:pt x="6892" y="5498"/>
                  <a:pt x="6994" y="5498"/>
                </a:cubicBezTo>
                <a:cubicBezTo>
                  <a:pt x="7097" y="5498"/>
                  <a:pt x="7199" y="5458"/>
                  <a:pt x="7278" y="5380"/>
                </a:cubicBezTo>
                <a:cubicBezTo>
                  <a:pt x="7436" y="5222"/>
                  <a:pt x="7436" y="4970"/>
                  <a:pt x="7278" y="4812"/>
                </a:cubicBezTo>
                <a:lnTo>
                  <a:pt x="6427" y="3930"/>
                </a:lnTo>
                <a:lnTo>
                  <a:pt x="7499" y="2859"/>
                </a:lnTo>
                <a:lnTo>
                  <a:pt x="8349" y="3741"/>
                </a:lnTo>
                <a:cubicBezTo>
                  <a:pt x="8428" y="3820"/>
                  <a:pt x="8538" y="3859"/>
                  <a:pt x="8648" y="3859"/>
                </a:cubicBezTo>
                <a:cubicBezTo>
                  <a:pt x="8759" y="3859"/>
                  <a:pt x="8869" y="3820"/>
                  <a:pt x="8948" y="3741"/>
                </a:cubicBezTo>
                <a:cubicBezTo>
                  <a:pt x="9105" y="3584"/>
                  <a:pt x="9105" y="3300"/>
                  <a:pt x="8948" y="3143"/>
                </a:cubicBezTo>
                <a:lnTo>
                  <a:pt x="8066" y="2292"/>
                </a:lnTo>
                <a:lnTo>
                  <a:pt x="9326" y="1000"/>
                </a:lnTo>
                <a:close/>
                <a:moveTo>
                  <a:pt x="9357" y="0"/>
                </a:moveTo>
                <a:cubicBezTo>
                  <a:pt x="9255" y="0"/>
                  <a:pt x="9153" y="39"/>
                  <a:pt x="9074" y="118"/>
                </a:cubicBezTo>
                <a:lnTo>
                  <a:pt x="7247" y="1914"/>
                </a:lnTo>
                <a:lnTo>
                  <a:pt x="7120" y="2040"/>
                </a:lnTo>
                <a:lnTo>
                  <a:pt x="5608" y="3584"/>
                </a:lnTo>
                <a:lnTo>
                  <a:pt x="5482" y="3678"/>
                </a:lnTo>
                <a:lnTo>
                  <a:pt x="3938" y="5222"/>
                </a:lnTo>
                <a:lnTo>
                  <a:pt x="3812" y="5348"/>
                </a:lnTo>
                <a:lnTo>
                  <a:pt x="2300" y="6892"/>
                </a:lnTo>
                <a:lnTo>
                  <a:pt x="2174" y="7018"/>
                </a:lnTo>
                <a:lnTo>
                  <a:pt x="158" y="9003"/>
                </a:lnTo>
                <a:cubicBezTo>
                  <a:pt x="0" y="9160"/>
                  <a:pt x="0" y="9444"/>
                  <a:pt x="158" y="9601"/>
                </a:cubicBezTo>
                <a:lnTo>
                  <a:pt x="3088" y="12531"/>
                </a:lnTo>
                <a:cubicBezTo>
                  <a:pt x="3167" y="12610"/>
                  <a:pt x="3269" y="12649"/>
                  <a:pt x="3371" y="12649"/>
                </a:cubicBezTo>
                <a:cubicBezTo>
                  <a:pt x="3474" y="12649"/>
                  <a:pt x="3576" y="12610"/>
                  <a:pt x="3655" y="12531"/>
                </a:cubicBezTo>
                <a:lnTo>
                  <a:pt x="12539" y="3647"/>
                </a:lnTo>
                <a:cubicBezTo>
                  <a:pt x="12728" y="3458"/>
                  <a:pt x="12728" y="3174"/>
                  <a:pt x="12571" y="3017"/>
                </a:cubicBezTo>
                <a:lnTo>
                  <a:pt x="9641" y="118"/>
                </a:lnTo>
                <a:cubicBezTo>
                  <a:pt x="9562" y="39"/>
                  <a:pt x="9460" y="0"/>
                  <a:pt x="9357"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95" name="Google Shape;8598;p68">
            <a:extLst>
              <a:ext uri="{FF2B5EF4-FFF2-40B4-BE49-F238E27FC236}">
                <a16:creationId xmlns:a16="http://schemas.microsoft.com/office/drawing/2014/main" id="{E1F74EAF-F8C1-4EA7-62FF-6151148F544D}"/>
              </a:ext>
            </a:extLst>
          </p:cNvPr>
          <p:cNvGrpSpPr/>
          <p:nvPr/>
        </p:nvGrpSpPr>
        <p:grpSpPr>
          <a:xfrm>
            <a:off x="2886898" y="3916947"/>
            <a:ext cx="1025992" cy="964515"/>
            <a:chOff x="-42804750" y="1949600"/>
            <a:chExt cx="337125" cy="316925"/>
          </a:xfrm>
          <a:solidFill>
            <a:srgbClr val="555559"/>
          </a:solidFill>
        </p:grpSpPr>
        <p:sp>
          <p:nvSpPr>
            <p:cNvPr id="1855" name="Google Shape;8599;p68">
              <a:extLst>
                <a:ext uri="{FF2B5EF4-FFF2-40B4-BE49-F238E27FC236}">
                  <a16:creationId xmlns:a16="http://schemas.microsoft.com/office/drawing/2014/main" id="{FF8C96F3-57A4-1686-BBC6-DD70CBE4C33C}"/>
                </a:ext>
              </a:extLst>
            </p:cNvPr>
            <p:cNvSpPr/>
            <p:nvPr/>
          </p:nvSpPr>
          <p:spPr>
            <a:xfrm>
              <a:off x="-42731500" y="2013125"/>
              <a:ext cx="189825" cy="189900"/>
            </a:xfrm>
            <a:custGeom>
              <a:avLst/>
              <a:gdLst/>
              <a:ahLst/>
              <a:cxnLst/>
              <a:rect l="l" t="t" r="r" b="b"/>
              <a:pathLst>
                <a:path w="7593" h="7596" extrusionOk="0">
                  <a:moveTo>
                    <a:pt x="3781" y="805"/>
                  </a:moveTo>
                  <a:cubicBezTo>
                    <a:pt x="5419" y="805"/>
                    <a:pt x="6742" y="2128"/>
                    <a:pt x="6742" y="3767"/>
                  </a:cubicBezTo>
                  <a:cubicBezTo>
                    <a:pt x="6774" y="5405"/>
                    <a:pt x="5419" y="6760"/>
                    <a:pt x="3781" y="6760"/>
                  </a:cubicBezTo>
                  <a:cubicBezTo>
                    <a:pt x="2426" y="6760"/>
                    <a:pt x="1292" y="5878"/>
                    <a:pt x="946" y="4649"/>
                  </a:cubicBezTo>
                  <a:cubicBezTo>
                    <a:pt x="347" y="2727"/>
                    <a:pt x="1765" y="805"/>
                    <a:pt x="3781" y="805"/>
                  </a:cubicBezTo>
                  <a:close/>
                  <a:moveTo>
                    <a:pt x="3809" y="1"/>
                  </a:moveTo>
                  <a:cubicBezTo>
                    <a:pt x="3297" y="1"/>
                    <a:pt x="2785" y="105"/>
                    <a:pt x="2300" y="301"/>
                  </a:cubicBezTo>
                  <a:cubicBezTo>
                    <a:pt x="946" y="868"/>
                    <a:pt x="0" y="2223"/>
                    <a:pt x="0" y="3798"/>
                  </a:cubicBezTo>
                  <a:cubicBezTo>
                    <a:pt x="0" y="5058"/>
                    <a:pt x="630" y="6224"/>
                    <a:pt x="1670" y="6949"/>
                  </a:cubicBezTo>
                  <a:cubicBezTo>
                    <a:pt x="2333" y="7390"/>
                    <a:pt x="3060" y="7596"/>
                    <a:pt x="3776" y="7596"/>
                  </a:cubicBezTo>
                  <a:cubicBezTo>
                    <a:pt x="4286" y="7596"/>
                    <a:pt x="4790" y="7492"/>
                    <a:pt x="5262" y="7295"/>
                  </a:cubicBezTo>
                  <a:cubicBezTo>
                    <a:pt x="6648" y="6697"/>
                    <a:pt x="7593" y="5373"/>
                    <a:pt x="7593" y="3798"/>
                  </a:cubicBezTo>
                  <a:cubicBezTo>
                    <a:pt x="7593" y="2506"/>
                    <a:pt x="6931" y="1341"/>
                    <a:pt x="5892" y="648"/>
                  </a:cubicBezTo>
                  <a:cubicBezTo>
                    <a:pt x="5248" y="206"/>
                    <a:pt x="4528" y="1"/>
                    <a:pt x="380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8600;p68">
              <a:extLst>
                <a:ext uri="{FF2B5EF4-FFF2-40B4-BE49-F238E27FC236}">
                  <a16:creationId xmlns:a16="http://schemas.microsoft.com/office/drawing/2014/main" id="{46A304DD-A2EE-E39B-DD4C-F246778DB54E}"/>
                </a:ext>
              </a:extLst>
            </p:cNvPr>
            <p:cNvSpPr/>
            <p:nvPr/>
          </p:nvSpPr>
          <p:spPr>
            <a:xfrm>
              <a:off x="-42804750" y="1949600"/>
              <a:ext cx="337125" cy="316925"/>
            </a:xfrm>
            <a:custGeom>
              <a:avLst/>
              <a:gdLst/>
              <a:ahLst/>
              <a:cxnLst/>
              <a:rect l="l" t="t" r="r" b="b"/>
              <a:pathLst>
                <a:path w="13485" h="12677" extrusionOk="0">
                  <a:moveTo>
                    <a:pt x="3306" y="817"/>
                  </a:moveTo>
                  <a:cubicBezTo>
                    <a:pt x="3769" y="817"/>
                    <a:pt x="4233" y="967"/>
                    <a:pt x="4600" y="1267"/>
                  </a:cubicBezTo>
                  <a:cubicBezTo>
                    <a:pt x="3277" y="1802"/>
                    <a:pt x="2174" y="2905"/>
                    <a:pt x="1607" y="4260"/>
                  </a:cubicBezTo>
                  <a:cubicBezTo>
                    <a:pt x="914" y="3283"/>
                    <a:pt x="1072" y="1897"/>
                    <a:pt x="2143" y="1172"/>
                  </a:cubicBezTo>
                  <a:cubicBezTo>
                    <a:pt x="2484" y="935"/>
                    <a:pt x="2895" y="817"/>
                    <a:pt x="3306" y="817"/>
                  </a:cubicBezTo>
                  <a:close/>
                  <a:moveTo>
                    <a:pt x="10101" y="823"/>
                  </a:moveTo>
                  <a:cubicBezTo>
                    <a:pt x="10771" y="823"/>
                    <a:pt x="11436" y="1137"/>
                    <a:pt x="11846" y="1771"/>
                  </a:cubicBezTo>
                  <a:cubicBezTo>
                    <a:pt x="12382" y="2527"/>
                    <a:pt x="12319" y="3535"/>
                    <a:pt x="11783" y="4260"/>
                  </a:cubicBezTo>
                  <a:cubicBezTo>
                    <a:pt x="11248" y="2905"/>
                    <a:pt x="10177" y="1802"/>
                    <a:pt x="8790" y="1267"/>
                  </a:cubicBezTo>
                  <a:cubicBezTo>
                    <a:pt x="9176" y="971"/>
                    <a:pt x="9640" y="823"/>
                    <a:pt x="10101" y="823"/>
                  </a:cubicBezTo>
                  <a:close/>
                  <a:moveTo>
                    <a:pt x="6662" y="1686"/>
                  </a:moveTo>
                  <a:cubicBezTo>
                    <a:pt x="7287" y="1686"/>
                    <a:pt x="7908" y="1809"/>
                    <a:pt x="8475" y="2055"/>
                  </a:cubicBezTo>
                  <a:cubicBezTo>
                    <a:pt x="10177" y="2748"/>
                    <a:pt x="11311" y="4417"/>
                    <a:pt x="11311" y="6339"/>
                  </a:cubicBezTo>
                  <a:cubicBezTo>
                    <a:pt x="11374" y="8891"/>
                    <a:pt x="9263" y="10970"/>
                    <a:pt x="6711" y="10970"/>
                  </a:cubicBezTo>
                  <a:cubicBezTo>
                    <a:pt x="4159" y="10970"/>
                    <a:pt x="2048" y="8891"/>
                    <a:pt x="2017" y="6339"/>
                  </a:cubicBezTo>
                  <a:cubicBezTo>
                    <a:pt x="2017" y="4764"/>
                    <a:pt x="2804" y="3346"/>
                    <a:pt x="4065" y="2464"/>
                  </a:cubicBezTo>
                  <a:cubicBezTo>
                    <a:pt x="4846" y="1943"/>
                    <a:pt x="5759" y="1686"/>
                    <a:pt x="6662" y="1686"/>
                  </a:cubicBezTo>
                  <a:close/>
                  <a:moveTo>
                    <a:pt x="3282" y="1"/>
                  </a:moveTo>
                  <a:cubicBezTo>
                    <a:pt x="2347" y="1"/>
                    <a:pt x="1411" y="437"/>
                    <a:pt x="820" y="1298"/>
                  </a:cubicBezTo>
                  <a:cubicBezTo>
                    <a:pt x="0" y="2496"/>
                    <a:pt x="189" y="4165"/>
                    <a:pt x="1292" y="5142"/>
                  </a:cubicBezTo>
                  <a:cubicBezTo>
                    <a:pt x="820" y="7316"/>
                    <a:pt x="1702" y="9553"/>
                    <a:pt x="3497" y="10844"/>
                  </a:cubicBezTo>
                  <a:lnTo>
                    <a:pt x="2867" y="12073"/>
                  </a:lnTo>
                  <a:cubicBezTo>
                    <a:pt x="2773" y="12262"/>
                    <a:pt x="2867" y="12514"/>
                    <a:pt x="3088" y="12640"/>
                  </a:cubicBezTo>
                  <a:cubicBezTo>
                    <a:pt x="3137" y="12665"/>
                    <a:pt x="3189" y="12677"/>
                    <a:pt x="3240" y="12677"/>
                  </a:cubicBezTo>
                  <a:cubicBezTo>
                    <a:pt x="3386" y="12677"/>
                    <a:pt x="3530" y="12582"/>
                    <a:pt x="3623" y="12420"/>
                  </a:cubicBezTo>
                  <a:lnTo>
                    <a:pt x="4222" y="11254"/>
                  </a:lnTo>
                  <a:cubicBezTo>
                    <a:pt x="4994" y="11632"/>
                    <a:pt x="5821" y="11821"/>
                    <a:pt x="6648" y="11821"/>
                  </a:cubicBezTo>
                  <a:cubicBezTo>
                    <a:pt x="7475" y="11821"/>
                    <a:pt x="8302" y="11632"/>
                    <a:pt x="9074" y="11254"/>
                  </a:cubicBezTo>
                  <a:lnTo>
                    <a:pt x="9641" y="12420"/>
                  </a:lnTo>
                  <a:cubicBezTo>
                    <a:pt x="9736" y="12587"/>
                    <a:pt x="9904" y="12663"/>
                    <a:pt x="10062" y="12663"/>
                  </a:cubicBezTo>
                  <a:cubicBezTo>
                    <a:pt x="10113" y="12663"/>
                    <a:pt x="10162" y="12655"/>
                    <a:pt x="10208" y="12640"/>
                  </a:cubicBezTo>
                  <a:cubicBezTo>
                    <a:pt x="10397" y="12514"/>
                    <a:pt x="10492" y="12262"/>
                    <a:pt x="10397" y="12073"/>
                  </a:cubicBezTo>
                  <a:lnTo>
                    <a:pt x="9767" y="10844"/>
                  </a:lnTo>
                  <a:cubicBezTo>
                    <a:pt x="11594" y="9584"/>
                    <a:pt x="12476" y="7347"/>
                    <a:pt x="11972" y="5142"/>
                  </a:cubicBezTo>
                  <a:cubicBezTo>
                    <a:pt x="13485" y="3882"/>
                    <a:pt x="13359" y="1582"/>
                    <a:pt x="11752" y="511"/>
                  </a:cubicBezTo>
                  <a:cubicBezTo>
                    <a:pt x="11243" y="171"/>
                    <a:pt x="10658" y="5"/>
                    <a:pt x="10078" y="5"/>
                  </a:cubicBezTo>
                  <a:cubicBezTo>
                    <a:pt x="9258" y="5"/>
                    <a:pt x="8449" y="338"/>
                    <a:pt x="7877" y="983"/>
                  </a:cubicBezTo>
                  <a:cubicBezTo>
                    <a:pt x="7483" y="905"/>
                    <a:pt x="7081" y="865"/>
                    <a:pt x="6679" y="865"/>
                  </a:cubicBezTo>
                  <a:cubicBezTo>
                    <a:pt x="6278" y="865"/>
                    <a:pt x="5876" y="905"/>
                    <a:pt x="5482" y="983"/>
                  </a:cubicBezTo>
                  <a:cubicBezTo>
                    <a:pt x="4898" y="326"/>
                    <a:pt x="4090" y="1"/>
                    <a:pt x="328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8601;p68">
              <a:extLst>
                <a:ext uri="{FF2B5EF4-FFF2-40B4-BE49-F238E27FC236}">
                  <a16:creationId xmlns:a16="http://schemas.microsoft.com/office/drawing/2014/main" id="{7587DB2C-4481-535E-A6A2-F79E70F18262}"/>
                </a:ext>
              </a:extLst>
            </p:cNvPr>
            <p:cNvSpPr/>
            <p:nvPr/>
          </p:nvSpPr>
          <p:spPr>
            <a:xfrm>
              <a:off x="-42644075" y="2060025"/>
              <a:ext cx="59100" cy="65400"/>
            </a:xfrm>
            <a:custGeom>
              <a:avLst/>
              <a:gdLst/>
              <a:ahLst/>
              <a:cxnLst/>
              <a:rect l="l" t="t" r="r" b="b"/>
              <a:pathLst>
                <a:path w="2364" h="2616" extrusionOk="0">
                  <a:moveTo>
                    <a:pt x="442" y="0"/>
                  </a:moveTo>
                  <a:cubicBezTo>
                    <a:pt x="189" y="0"/>
                    <a:pt x="0" y="189"/>
                    <a:pt x="0" y="410"/>
                  </a:cubicBezTo>
                  <a:lnTo>
                    <a:pt x="0" y="2237"/>
                  </a:lnTo>
                  <a:cubicBezTo>
                    <a:pt x="0" y="2458"/>
                    <a:pt x="189" y="2615"/>
                    <a:pt x="442" y="2615"/>
                  </a:cubicBezTo>
                  <a:lnTo>
                    <a:pt x="1922" y="2615"/>
                  </a:lnTo>
                  <a:cubicBezTo>
                    <a:pt x="2174" y="2615"/>
                    <a:pt x="2363" y="2426"/>
                    <a:pt x="2363" y="2237"/>
                  </a:cubicBezTo>
                  <a:cubicBezTo>
                    <a:pt x="2363" y="1954"/>
                    <a:pt x="2174" y="1796"/>
                    <a:pt x="1922" y="1796"/>
                  </a:cubicBezTo>
                  <a:lnTo>
                    <a:pt x="820" y="1796"/>
                  </a:lnTo>
                  <a:lnTo>
                    <a:pt x="820" y="410"/>
                  </a:lnTo>
                  <a:cubicBezTo>
                    <a:pt x="820" y="189"/>
                    <a:pt x="631" y="0"/>
                    <a:pt x="44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6" name="Google Shape;8602;p68">
            <a:extLst>
              <a:ext uri="{FF2B5EF4-FFF2-40B4-BE49-F238E27FC236}">
                <a16:creationId xmlns:a16="http://schemas.microsoft.com/office/drawing/2014/main" id="{4B4FFA37-9CBD-1407-4C9C-C828727B5B9B}"/>
              </a:ext>
            </a:extLst>
          </p:cNvPr>
          <p:cNvGrpSpPr/>
          <p:nvPr/>
        </p:nvGrpSpPr>
        <p:grpSpPr>
          <a:xfrm>
            <a:off x="2972203" y="5044588"/>
            <a:ext cx="867736" cy="941538"/>
            <a:chOff x="-42778750" y="2320125"/>
            <a:chExt cx="285125" cy="309375"/>
          </a:xfrm>
          <a:solidFill>
            <a:srgbClr val="555559"/>
          </a:solidFill>
        </p:grpSpPr>
        <p:sp>
          <p:nvSpPr>
            <p:cNvPr id="1853" name="Google Shape;8603;p68">
              <a:extLst>
                <a:ext uri="{FF2B5EF4-FFF2-40B4-BE49-F238E27FC236}">
                  <a16:creationId xmlns:a16="http://schemas.microsoft.com/office/drawing/2014/main" id="{D3EEE88D-5E8D-0417-9376-2F05CDFEC330}"/>
                </a:ext>
              </a:extLst>
            </p:cNvPr>
            <p:cNvSpPr/>
            <p:nvPr/>
          </p:nvSpPr>
          <p:spPr>
            <a:xfrm>
              <a:off x="-42778750" y="2320125"/>
              <a:ext cx="285125" cy="309375"/>
            </a:xfrm>
            <a:custGeom>
              <a:avLst/>
              <a:gdLst/>
              <a:ahLst/>
              <a:cxnLst/>
              <a:rect l="l" t="t" r="r" b="b"/>
              <a:pathLst>
                <a:path w="11405" h="12375" extrusionOk="0">
                  <a:moveTo>
                    <a:pt x="5654" y="815"/>
                  </a:moveTo>
                  <a:cubicBezTo>
                    <a:pt x="5920" y="815"/>
                    <a:pt x="6185" y="965"/>
                    <a:pt x="6459" y="1253"/>
                  </a:cubicBezTo>
                  <a:cubicBezTo>
                    <a:pt x="6711" y="1568"/>
                    <a:pt x="6963" y="1978"/>
                    <a:pt x="7120" y="2419"/>
                  </a:cubicBezTo>
                  <a:cubicBezTo>
                    <a:pt x="6616" y="2545"/>
                    <a:pt x="6144" y="2734"/>
                    <a:pt x="5671" y="2923"/>
                  </a:cubicBezTo>
                  <a:cubicBezTo>
                    <a:pt x="5198" y="2734"/>
                    <a:pt x="4726" y="2545"/>
                    <a:pt x="4190" y="2419"/>
                  </a:cubicBezTo>
                  <a:cubicBezTo>
                    <a:pt x="4348" y="2072"/>
                    <a:pt x="4568" y="1663"/>
                    <a:pt x="4789" y="1348"/>
                  </a:cubicBezTo>
                  <a:cubicBezTo>
                    <a:pt x="5083" y="988"/>
                    <a:pt x="5368" y="815"/>
                    <a:pt x="5654" y="815"/>
                  </a:cubicBezTo>
                  <a:close/>
                  <a:moveTo>
                    <a:pt x="3938" y="3238"/>
                  </a:moveTo>
                  <a:cubicBezTo>
                    <a:pt x="4159" y="3332"/>
                    <a:pt x="4411" y="3364"/>
                    <a:pt x="4600" y="3427"/>
                  </a:cubicBezTo>
                  <a:cubicBezTo>
                    <a:pt x="4285" y="3616"/>
                    <a:pt x="4033" y="3774"/>
                    <a:pt x="3781" y="3900"/>
                  </a:cubicBezTo>
                  <a:cubicBezTo>
                    <a:pt x="3844" y="3679"/>
                    <a:pt x="3907" y="3427"/>
                    <a:pt x="3938" y="3238"/>
                  </a:cubicBezTo>
                  <a:close/>
                  <a:moveTo>
                    <a:pt x="7341" y="3238"/>
                  </a:moveTo>
                  <a:cubicBezTo>
                    <a:pt x="7435" y="3490"/>
                    <a:pt x="7467" y="3711"/>
                    <a:pt x="7498" y="3963"/>
                  </a:cubicBezTo>
                  <a:cubicBezTo>
                    <a:pt x="7246" y="3805"/>
                    <a:pt x="6963" y="3616"/>
                    <a:pt x="6679" y="3490"/>
                  </a:cubicBezTo>
                  <a:cubicBezTo>
                    <a:pt x="6868" y="3364"/>
                    <a:pt x="7120" y="3301"/>
                    <a:pt x="7341" y="3238"/>
                  </a:cubicBezTo>
                  <a:close/>
                  <a:moveTo>
                    <a:pt x="2340" y="2993"/>
                  </a:moveTo>
                  <a:cubicBezTo>
                    <a:pt x="2618" y="2993"/>
                    <a:pt x="2897" y="3021"/>
                    <a:pt x="3151" y="3049"/>
                  </a:cubicBezTo>
                  <a:cubicBezTo>
                    <a:pt x="3025" y="3522"/>
                    <a:pt x="2899" y="3994"/>
                    <a:pt x="2867" y="4593"/>
                  </a:cubicBezTo>
                  <a:cubicBezTo>
                    <a:pt x="2457" y="4908"/>
                    <a:pt x="2048" y="5223"/>
                    <a:pt x="1670" y="5569"/>
                  </a:cubicBezTo>
                  <a:cubicBezTo>
                    <a:pt x="1040" y="4782"/>
                    <a:pt x="473" y="3616"/>
                    <a:pt x="1355" y="3175"/>
                  </a:cubicBezTo>
                  <a:cubicBezTo>
                    <a:pt x="1651" y="3036"/>
                    <a:pt x="1995" y="2993"/>
                    <a:pt x="2340" y="2993"/>
                  </a:cubicBezTo>
                  <a:close/>
                  <a:moveTo>
                    <a:pt x="8935" y="3013"/>
                  </a:moveTo>
                  <a:cubicBezTo>
                    <a:pt x="9678" y="3013"/>
                    <a:pt x="10397" y="3218"/>
                    <a:pt x="10397" y="3868"/>
                  </a:cubicBezTo>
                  <a:cubicBezTo>
                    <a:pt x="10397" y="4435"/>
                    <a:pt x="9956" y="5097"/>
                    <a:pt x="9609" y="5569"/>
                  </a:cubicBezTo>
                  <a:cubicBezTo>
                    <a:pt x="9294" y="5254"/>
                    <a:pt x="8884" y="4908"/>
                    <a:pt x="8412" y="4593"/>
                  </a:cubicBezTo>
                  <a:cubicBezTo>
                    <a:pt x="8349" y="4089"/>
                    <a:pt x="8254" y="3553"/>
                    <a:pt x="8160" y="3080"/>
                  </a:cubicBezTo>
                  <a:cubicBezTo>
                    <a:pt x="8400" y="3039"/>
                    <a:pt x="8669" y="3013"/>
                    <a:pt x="8935" y="3013"/>
                  </a:cubicBezTo>
                  <a:close/>
                  <a:moveTo>
                    <a:pt x="8538" y="5695"/>
                  </a:moveTo>
                  <a:cubicBezTo>
                    <a:pt x="8727" y="5853"/>
                    <a:pt x="8884" y="6010"/>
                    <a:pt x="9042" y="6168"/>
                  </a:cubicBezTo>
                  <a:cubicBezTo>
                    <a:pt x="8884" y="6325"/>
                    <a:pt x="8695" y="6483"/>
                    <a:pt x="8538" y="6640"/>
                  </a:cubicBezTo>
                  <a:lnTo>
                    <a:pt x="8538" y="5695"/>
                  </a:lnTo>
                  <a:close/>
                  <a:moveTo>
                    <a:pt x="2741" y="5727"/>
                  </a:moveTo>
                  <a:lnTo>
                    <a:pt x="2741" y="6672"/>
                  </a:lnTo>
                  <a:cubicBezTo>
                    <a:pt x="2552" y="6514"/>
                    <a:pt x="2394" y="6357"/>
                    <a:pt x="2237" y="6199"/>
                  </a:cubicBezTo>
                  <a:cubicBezTo>
                    <a:pt x="2426" y="6010"/>
                    <a:pt x="2583" y="5884"/>
                    <a:pt x="2741" y="5727"/>
                  </a:cubicBezTo>
                  <a:close/>
                  <a:moveTo>
                    <a:pt x="5671" y="3837"/>
                  </a:moveTo>
                  <a:cubicBezTo>
                    <a:pt x="6364" y="4152"/>
                    <a:pt x="7026" y="4561"/>
                    <a:pt x="7656" y="5002"/>
                  </a:cubicBezTo>
                  <a:cubicBezTo>
                    <a:pt x="7750" y="5821"/>
                    <a:pt x="7750" y="6609"/>
                    <a:pt x="7656" y="7334"/>
                  </a:cubicBezTo>
                  <a:cubicBezTo>
                    <a:pt x="7026" y="7775"/>
                    <a:pt x="6364" y="8184"/>
                    <a:pt x="5671" y="8531"/>
                  </a:cubicBezTo>
                  <a:cubicBezTo>
                    <a:pt x="4946" y="8216"/>
                    <a:pt x="4285" y="7806"/>
                    <a:pt x="3655" y="7334"/>
                  </a:cubicBezTo>
                  <a:cubicBezTo>
                    <a:pt x="3560" y="6609"/>
                    <a:pt x="3560" y="5821"/>
                    <a:pt x="3655" y="5002"/>
                  </a:cubicBezTo>
                  <a:cubicBezTo>
                    <a:pt x="3970" y="4782"/>
                    <a:pt x="4285" y="4593"/>
                    <a:pt x="4631" y="4404"/>
                  </a:cubicBezTo>
                  <a:cubicBezTo>
                    <a:pt x="4978" y="4183"/>
                    <a:pt x="5356" y="3994"/>
                    <a:pt x="5671" y="3837"/>
                  </a:cubicBezTo>
                  <a:close/>
                  <a:moveTo>
                    <a:pt x="3781" y="8436"/>
                  </a:moveTo>
                  <a:lnTo>
                    <a:pt x="3781" y="8436"/>
                  </a:lnTo>
                  <a:cubicBezTo>
                    <a:pt x="3907" y="8531"/>
                    <a:pt x="4033" y="8594"/>
                    <a:pt x="4222" y="8688"/>
                  </a:cubicBezTo>
                  <a:cubicBezTo>
                    <a:pt x="4241" y="8641"/>
                    <a:pt x="4248" y="8625"/>
                    <a:pt x="4250" y="8625"/>
                  </a:cubicBezTo>
                  <a:lnTo>
                    <a:pt x="4250" y="8625"/>
                  </a:lnTo>
                  <a:cubicBezTo>
                    <a:pt x="4252" y="8625"/>
                    <a:pt x="4233" y="8679"/>
                    <a:pt x="4225" y="8690"/>
                  </a:cubicBezTo>
                  <a:lnTo>
                    <a:pt x="4225" y="8690"/>
                  </a:lnTo>
                  <a:cubicBezTo>
                    <a:pt x="4224" y="8689"/>
                    <a:pt x="4223" y="8689"/>
                    <a:pt x="4222" y="8688"/>
                  </a:cubicBezTo>
                  <a:lnTo>
                    <a:pt x="4222" y="8688"/>
                  </a:lnTo>
                  <a:cubicBezTo>
                    <a:pt x="4222" y="8691"/>
                    <a:pt x="4222" y="8692"/>
                    <a:pt x="4223" y="8692"/>
                  </a:cubicBezTo>
                  <a:cubicBezTo>
                    <a:pt x="4223" y="8692"/>
                    <a:pt x="4224" y="8691"/>
                    <a:pt x="4225" y="8690"/>
                  </a:cubicBezTo>
                  <a:lnTo>
                    <a:pt x="4225" y="8690"/>
                  </a:lnTo>
                  <a:cubicBezTo>
                    <a:pt x="4350" y="8753"/>
                    <a:pt x="4475" y="8846"/>
                    <a:pt x="4631" y="8909"/>
                  </a:cubicBezTo>
                  <a:cubicBezTo>
                    <a:pt x="4411" y="9003"/>
                    <a:pt x="4159" y="9066"/>
                    <a:pt x="3970" y="9129"/>
                  </a:cubicBezTo>
                  <a:cubicBezTo>
                    <a:pt x="3907" y="8909"/>
                    <a:pt x="3844" y="8688"/>
                    <a:pt x="3781" y="8436"/>
                  </a:cubicBezTo>
                  <a:close/>
                  <a:moveTo>
                    <a:pt x="7498" y="8499"/>
                  </a:moveTo>
                  <a:cubicBezTo>
                    <a:pt x="7467" y="8688"/>
                    <a:pt x="7435" y="8909"/>
                    <a:pt x="7341" y="9161"/>
                  </a:cubicBezTo>
                  <a:cubicBezTo>
                    <a:pt x="7120" y="9066"/>
                    <a:pt x="6868" y="9035"/>
                    <a:pt x="6679" y="8972"/>
                  </a:cubicBezTo>
                  <a:cubicBezTo>
                    <a:pt x="6994" y="8814"/>
                    <a:pt x="7278" y="8625"/>
                    <a:pt x="7498" y="8499"/>
                  </a:cubicBezTo>
                  <a:close/>
                  <a:moveTo>
                    <a:pt x="1638" y="6798"/>
                  </a:moveTo>
                  <a:cubicBezTo>
                    <a:pt x="1985" y="7145"/>
                    <a:pt x="2394" y="7491"/>
                    <a:pt x="2836" y="7775"/>
                  </a:cubicBezTo>
                  <a:cubicBezTo>
                    <a:pt x="2899" y="8279"/>
                    <a:pt x="2993" y="8814"/>
                    <a:pt x="3088" y="9287"/>
                  </a:cubicBezTo>
                  <a:cubicBezTo>
                    <a:pt x="2848" y="9347"/>
                    <a:pt x="2583" y="9369"/>
                    <a:pt x="2309" y="9369"/>
                  </a:cubicBezTo>
                  <a:cubicBezTo>
                    <a:pt x="2150" y="9369"/>
                    <a:pt x="1989" y="9361"/>
                    <a:pt x="1827" y="9350"/>
                  </a:cubicBezTo>
                  <a:cubicBezTo>
                    <a:pt x="1103" y="9224"/>
                    <a:pt x="725" y="8846"/>
                    <a:pt x="945" y="8090"/>
                  </a:cubicBezTo>
                  <a:cubicBezTo>
                    <a:pt x="1040" y="7649"/>
                    <a:pt x="1323" y="7239"/>
                    <a:pt x="1638" y="6798"/>
                  </a:cubicBezTo>
                  <a:close/>
                  <a:moveTo>
                    <a:pt x="9641" y="6830"/>
                  </a:moveTo>
                  <a:cubicBezTo>
                    <a:pt x="9987" y="7271"/>
                    <a:pt x="10428" y="7932"/>
                    <a:pt x="10428" y="8531"/>
                  </a:cubicBezTo>
                  <a:cubicBezTo>
                    <a:pt x="10405" y="9192"/>
                    <a:pt x="9707" y="9391"/>
                    <a:pt x="8988" y="9391"/>
                  </a:cubicBezTo>
                  <a:cubicBezTo>
                    <a:pt x="8713" y="9391"/>
                    <a:pt x="8435" y="9362"/>
                    <a:pt x="8191" y="9318"/>
                  </a:cubicBezTo>
                  <a:cubicBezTo>
                    <a:pt x="8286" y="8846"/>
                    <a:pt x="8412" y="8373"/>
                    <a:pt x="8443" y="7806"/>
                  </a:cubicBezTo>
                  <a:cubicBezTo>
                    <a:pt x="8853" y="7491"/>
                    <a:pt x="9294" y="7176"/>
                    <a:pt x="9641" y="6830"/>
                  </a:cubicBezTo>
                  <a:close/>
                  <a:moveTo>
                    <a:pt x="5671" y="9444"/>
                  </a:moveTo>
                  <a:cubicBezTo>
                    <a:pt x="6144" y="9633"/>
                    <a:pt x="6616" y="9822"/>
                    <a:pt x="7120" y="9948"/>
                  </a:cubicBezTo>
                  <a:cubicBezTo>
                    <a:pt x="6868" y="10453"/>
                    <a:pt x="6522" y="11177"/>
                    <a:pt x="6049" y="11429"/>
                  </a:cubicBezTo>
                  <a:cubicBezTo>
                    <a:pt x="5909" y="11527"/>
                    <a:pt x="5782" y="11569"/>
                    <a:pt x="5659" y="11569"/>
                  </a:cubicBezTo>
                  <a:cubicBezTo>
                    <a:pt x="5504" y="11569"/>
                    <a:pt x="5356" y="11503"/>
                    <a:pt x="5198" y="11398"/>
                  </a:cubicBezTo>
                  <a:cubicBezTo>
                    <a:pt x="4757" y="11083"/>
                    <a:pt x="4411" y="10453"/>
                    <a:pt x="4222" y="9948"/>
                  </a:cubicBezTo>
                  <a:cubicBezTo>
                    <a:pt x="4694" y="9822"/>
                    <a:pt x="5198" y="9633"/>
                    <a:pt x="5671" y="9444"/>
                  </a:cubicBezTo>
                  <a:close/>
                  <a:moveTo>
                    <a:pt x="5689" y="1"/>
                  </a:moveTo>
                  <a:cubicBezTo>
                    <a:pt x="5142" y="1"/>
                    <a:pt x="4663" y="283"/>
                    <a:pt x="4285" y="686"/>
                  </a:cubicBezTo>
                  <a:cubicBezTo>
                    <a:pt x="3907" y="1127"/>
                    <a:pt x="3623" y="1663"/>
                    <a:pt x="3434" y="2261"/>
                  </a:cubicBezTo>
                  <a:cubicBezTo>
                    <a:pt x="3054" y="2197"/>
                    <a:pt x="2712" y="2168"/>
                    <a:pt x="2405" y="2168"/>
                  </a:cubicBezTo>
                  <a:cubicBezTo>
                    <a:pt x="753" y="2168"/>
                    <a:pt x="126" y="3018"/>
                    <a:pt x="126" y="3868"/>
                  </a:cubicBezTo>
                  <a:cubicBezTo>
                    <a:pt x="126" y="4687"/>
                    <a:pt x="630" y="5538"/>
                    <a:pt x="1166" y="6168"/>
                  </a:cubicBezTo>
                  <a:cubicBezTo>
                    <a:pt x="788" y="6640"/>
                    <a:pt x="441" y="7176"/>
                    <a:pt x="221" y="7775"/>
                  </a:cubicBezTo>
                  <a:cubicBezTo>
                    <a:pt x="0" y="8499"/>
                    <a:pt x="126" y="9224"/>
                    <a:pt x="693" y="9696"/>
                  </a:cubicBezTo>
                  <a:cubicBezTo>
                    <a:pt x="1155" y="10078"/>
                    <a:pt x="1784" y="10204"/>
                    <a:pt x="2416" y="10204"/>
                  </a:cubicBezTo>
                  <a:cubicBezTo>
                    <a:pt x="2775" y="10204"/>
                    <a:pt x="3135" y="10163"/>
                    <a:pt x="3466" y="10106"/>
                  </a:cubicBezTo>
                  <a:lnTo>
                    <a:pt x="3812" y="10925"/>
                  </a:lnTo>
                  <a:cubicBezTo>
                    <a:pt x="4442" y="12059"/>
                    <a:pt x="5135" y="12374"/>
                    <a:pt x="5702" y="12374"/>
                  </a:cubicBezTo>
                  <a:cubicBezTo>
                    <a:pt x="6837" y="12374"/>
                    <a:pt x="7593" y="11177"/>
                    <a:pt x="8002" y="10106"/>
                  </a:cubicBezTo>
                  <a:cubicBezTo>
                    <a:pt x="8317" y="10159"/>
                    <a:pt x="8660" y="10194"/>
                    <a:pt x="9004" y="10194"/>
                  </a:cubicBezTo>
                  <a:cubicBezTo>
                    <a:pt x="9690" y="10194"/>
                    <a:pt x="10376" y="10054"/>
                    <a:pt x="10838" y="9633"/>
                  </a:cubicBezTo>
                  <a:cubicBezTo>
                    <a:pt x="11310" y="9161"/>
                    <a:pt x="11373" y="8531"/>
                    <a:pt x="11216" y="7901"/>
                  </a:cubicBezTo>
                  <a:cubicBezTo>
                    <a:pt x="10995" y="7302"/>
                    <a:pt x="10617" y="6703"/>
                    <a:pt x="10208" y="6199"/>
                  </a:cubicBezTo>
                  <a:cubicBezTo>
                    <a:pt x="10838" y="5443"/>
                    <a:pt x="11405" y="4435"/>
                    <a:pt x="11184" y="3490"/>
                  </a:cubicBezTo>
                  <a:cubicBezTo>
                    <a:pt x="10995" y="2765"/>
                    <a:pt x="10397" y="2387"/>
                    <a:pt x="9641" y="2230"/>
                  </a:cubicBezTo>
                  <a:cubicBezTo>
                    <a:pt x="9406" y="2175"/>
                    <a:pt x="9153" y="2150"/>
                    <a:pt x="8895" y="2150"/>
                  </a:cubicBezTo>
                  <a:cubicBezTo>
                    <a:pt x="8565" y="2150"/>
                    <a:pt x="8226" y="2191"/>
                    <a:pt x="7908" y="2261"/>
                  </a:cubicBezTo>
                  <a:cubicBezTo>
                    <a:pt x="7593" y="1348"/>
                    <a:pt x="6994" y="340"/>
                    <a:pt x="6112" y="56"/>
                  </a:cubicBezTo>
                  <a:cubicBezTo>
                    <a:pt x="5967" y="18"/>
                    <a:pt x="5826" y="1"/>
                    <a:pt x="568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8604;p68">
              <a:extLst>
                <a:ext uri="{FF2B5EF4-FFF2-40B4-BE49-F238E27FC236}">
                  <a16:creationId xmlns:a16="http://schemas.microsoft.com/office/drawing/2014/main" id="{5F4FB9C7-4E96-5EA0-C247-2A73A18EEC49}"/>
                </a:ext>
              </a:extLst>
            </p:cNvPr>
            <p:cNvSpPr/>
            <p:nvPr/>
          </p:nvSpPr>
          <p:spPr>
            <a:xfrm>
              <a:off x="-42667700" y="2443600"/>
              <a:ext cx="62250" cy="61475"/>
            </a:xfrm>
            <a:custGeom>
              <a:avLst/>
              <a:gdLst/>
              <a:ahLst/>
              <a:cxnLst/>
              <a:rect l="l" t="t" r="r" b="b"/>
              <a:pathLst>
                <a:path w="2490" h="2459" extrusionOk="0">
                  <a:moveTo>
                    <a:pt x="1249" y="858"/>
                  </a:moveTo>
                  <a:cubicBezTo>
                    <a:pt x="1468" y="858"/>
                    <a:pt x="1639" y="1027"/>
                    <a:pt x="1639" y="1260"/>
                  </a:cubicBezTo>
                  <a:cubicBezTo>
                    <a:pt x="1607" y="1418"/>
                    <a:pt x="1481" y="1575"/>
                    <a:pt x="1323" y="1670"/>
                  </a:cubicBezTo>
                  <a:cubicBezTo>
                    <a:pt x="1285" y="1681"/>
                    <a:pt x="1248" y="1686"/>
                    <a:pt x="1211" y="1686"/>
                  </a:cubicBezTo>
                  <a:cubicBezTo>
                    <a:pt x="1040" y="1686"/>
                    <a:pt x="897" y="1569"/>
                    <a:pt x="819" y="1386"/>
                  </a:cubicBezTo>
                  <a:cubicBezTo>
                    <a:pt x="756" y="1134"/>
                    <a:pt x="851" y="945"/>
                    <a:pt x="1103" y="882"/>
                  </a:cubicBezTo>
                  <a:cubicBezTo>
                    <a:pt x="1153" y="866"/>
                    <a:pt x="1202" y="858"/>
                    <a:pt x="1249" y="858"/>
                  </a:cubicBezTo>
                  <a:close/>
                  <a:moveTo>
                    <a:pt x="1229" y="0"/>
                  </a:moveTo>
                  <a:cubicBezTo>
                    <a:pt x="567" y="0"/>
                    <a:pt x="0" y="567"/>
                    <a:pt x="0" y="1229"/>
                  </a:cubicBezTo>
                  <a:cubicBezTo>
                    <a:pt x="0" y="1874"/>
                    <a:pt x="509" y="2459"/>
                    <a:pt x="1177" y="2459"/>
                  </a:cubicBezTo>
                  <a:cubicBezTo>
                    <a:pt x="1194" y="2459"/>
                    <a:pt x="1211" y="2458"/>
                    <a:pt x="1229" y="2458"/>
                  </a:cubicBezTo>
                  <a:cubicBezTo>
                    <a:pt x="1891" y="2458"/>
                    <a:pt x="2489" y="1891"/>
                    <a:pt x="2489" y="1229"/>
                  </a:cubicBezTo>
                  <a:cubicBezTo>
                    <a:pt x="2426" y="567"/>
                    <a:pt x="1891" y="0"/>
                    <a:pt x="122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7" name="Google Shape;8605;p68">
            <a:extLst>
              <a:ext uri="{FF2B5EF4-FFF2-40B4-BE49-F238E27FC236}">
                <a16:creationId xmlns:a16="http://schemas.microsoft.com/office/drawing/2014/main" id="{A6EA3F4F-B407-1EBE-F64C-0BA155881E03}"/>
              </a:ext>
            </a:extLst>
          </p:cNvPr>
          <p:cNvGrpSpPr/>
          <p:nvPr/>
        </p:nvGrpSpPr>
        <p:grpSpPr>
          <a:xfrm>
            <a:off x="2914477" y="6141870"/>
            <a:ext cx="970831" cy="968471"/>
            <a:chOff x="-42796875" y="2680675"/>
            <a:chExt cx="319000" cy="318225"/>
          </a:xfrm>
          <a:solidFill>
            <a:srgbClr val="555559"/>
          </a:solidFill>
        </p:grpSpPr>
        <p:sp>
          <p:nvSpPr>
            <p:cNvPr id="1848" name="Google Shape;8606;p68">
              <a:extLst>
                <a:ext uri="{FF2B5EF4-FFF2-40B4-BE49-F238E27FC236}">
                  <a16:creationId xmlns:a16="http://schemas.microsoft.com/office/drawing/2014/main" id="{52F5A3F3-E2A0-9828-2D71-9551D54247C5}"/>
                </a:ext>
              </a:extLst>
            </p:cNvPr>
            <p:cNvSpPr/>
            <p:nvPr/>
          </p:nvSpPr>
          <p:spPr>
            <a:xfrm>
              <a:off x="-42671650" y="2853950"/>
              <a:ext cx="70125" cy="21275"/>
            </a:xfrm>
            <a:custGeom>
              <a:avLst/>
              <a:gdLst/>
              <a:ahLst/>
              <a:cxnLst/>
              <a:rect l="l" t="t" r="r" b="b"/>
              <a:pathLst>
                <a:path w="2805" h="851" extrusionOk="0">
                  <a:moveTo>
                    <a:pt x="442" y="0"/>
                  </a:moveTo>
                  <a:cubicBezTo>
                    <a:pt x="190" y="0"/>
                    <a:pt x="1" y="221"/>
                    <a:pt x="1" y="410"/>
                  </a:cubicBezTo>
                  <a:cubicBezTo>
                    <a:pt x="1" y="630"/>
                    <a:pt x="190" y="851"/>
                    <a:pt x="442" y="851"/>
                  </a:cubicBezTo>
                  <a:lnTo>
                    <a:pt x="2364" y="851"/>
                  </a:lnTo>
                  <a:cubicBezTo>
                    <a:pt x="2616" y="851"/>
                    <a:pt x="2773" y="630"/>
                    <a:pt x="2773" y="410"/>
                  </a:cubicBezTo>
                  <a:cubicBezTo>
                    <a:pt x="2805" y="221"/>
                    <a:pt x="2584" y="0"/>
                    <a:pt x="236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8607;p68">
              <a:extLst>
                <a:ext uri="{FF2B5EF4-FFF2-40B4-BE49-F238E27FC236}">
                  <a16:creationId xmlns:a16="http://schemas.microsoft.com/office/drawing/2014/main" id="{B0A95EE3-04E6-AB12-5286-8B5AA465946E}"/>
                </a:ext>
              </a:extLst>
            </p:cNvPr>
            <p:cNvSpPr/>
            <p:nvPr/>
          </p:nvSpPr>
          <p:spPr>
            <a:xfrm>
              <a:off x="-42671650" y="2895675"/>
              <a:ext cx="70125" cy="20525"/>
            </a:xfrm>
            <a:custGeom>
              <a:avLst/>
              <a:gdLst/>
              <a:ahLst/>
              <a:cxnLst/>
              <a:rect l="l" t="t" r="r" b="b"/>
              <a:pathLst>
                <a:path w="2805" h="821" extrusionOk="0">
                  <a:moveTo>
                    <a:pt x="442" y="1"/>
                  </a:moveTo>
                  <a:cubicBezTo>
                    <a:pt x="190" y="1"/>
                    <a:pt x="1" y="190"/>
                    <a:pt x="1" y="442"/>
                  </a:cubicBezTo>
                  <a:cubicBezTo>
                    <a:pt x="1" y="663"/>
                    <a:pt x="190" y="820"/>
                    <a:pt x="442" y="820"/>
                  </a:cubicBezTo>
                  <a:lnTo>
                    <a:pt x="2364" y="820"/>
                  </a:lnTo>
                  <a:cubicBezTo>
                    <a:pt x="2616" y="820"/>
                    <a:pt x="2773" y="631"/>
                    <a:pt x="2773" y="442"/>
                  </a:cubicBezTo>
                  <a:cubicBezTo>
                    <a:pt x="2805" y="190"/>
                    <a:pt x="2584" y="1"/>
                    <a:pt x="236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8608;p68">
              <a:extLst>
                <a:ext uri="{FF2B5EF4-FFF2-40B4-BE49-F238E27FC236}">
                  <a16:creationId xmlns:a16="http://schemas.microsoft.com/office/drawing/2014/main" id="{F3628EDD-E034-088E-F669-1C03E65B173F}"/>
                </a:ext>
              </a:extLst>
            </p:cNvPr>
            <p:cNvSpPr/>
            <p:nvPr/>
          </p:nvSpPr>
          <p:spPr>
            <a:xfrm>
              <a:off x="-42796875" y="2680675"/>
              <a:ext cx="319000" cy="318225"/>
            </a:xfrm>
            <a:custGeom>
              <a:avLst/>
              <a:gdLst/>
              <a:ahLst/>
              <a:cxnLst/>
              <a:rect l="l" t="t" r="r" b="b"/>
              <a:pathLst>
                <a:path w="12760" h="12729" extrusionOk="0">
                  <a:moveTo>
                    <a:pt x="9011" y="882"/>
                  </a:moveTo>
                  <a:cubicBezTo>
                    <a:pt x="9168" y="882"/>
                    <a:pt x="9357" y="914"/>
                    <a:pt x="9483" y="945"/>
                  </a:cubicBezTo>
                  <a:cubicBezTo>
                    <a:pt x="9799" y="1071"/>
                    <a:pt x="10051" y="1355"/>
                    <a:pt x="10177" y="1701"/>
                  </a:cubicBezTo>
                  <a:lnTo>
                    <a:pt x="2615" y="1701"/>
                  </a:lnTo>
                  <a:cubicBezTo>
                    <a:pt x="2804" y="1229"/>
                    <a:pt x="3245" y="882"/>
                    <a:pt x="3781" y="882"/>
                  </a:cubicBezTo>
                  <a:close/>
                  <a:moveTo>
                    <a:pt x="1733" y="3623"/>
                  </a:moveTo>
                  <a:lnTo>
                    <a:pt x="1733" y="5293"/>
                  </a:lnTo>
                  <a:lnTo>
                    <a:pt x="914" y="5293"/>
                  </a:lnTo>
                  <a:lnTo>
                    <a:pt x="914" y="3623"/>
                  </a:lnTo>
                  <a:close/>
                  <a:moveTo>
                    <a:pt x="11941" y="3623"/>
                  </a:moveTo>
                  <a:lnTo>
                    <a:pt x="11941" y="5293"/>
                  </a:lnTo>
                  <a:lnTo>
                    <a:pt x="11122" y="5293"/>
                  </a:lnTo>
                  <a:lnTo>
                    <a:pt x="11122" y="3623"/>
                  </a:lnTo>
                  <a:close/>
                  <a:moveTo>
                    <a:pt x="10240" y="2521"/>
                  </a:moveTo>
                  <a:lnTo>
                    <a:pt x="10240" y="5316"/>
                  </a:lnTo>
                  <a:lnTo>
                    <a:pt x="10240" y="5316"/>
                  </a:lnTo>
                  <a:cubicBezTo>
                    <a:pt x="10144" y="5293"/>
                    <a:pt x="10003" y="5293"/>
                    <a:pt x="9862" y="5293"/>
                  </a:cubicBezTo>
                  <a:lnTo>
                    <a:pt x="6932" y="5293"/>
                  </a:lnTo>
                  <a:lnTo>
                    <a:pt x="6932" y="2521"/>
                  </a:lnTo>
                  <a:close/>
                  <a:moveTo>
                    <a:pt x="6144" y="2521"/>
                  </a:moveTo>
                  <a:lnTo>
                    <a:pt x="6144" y="5293"/>
                  </a:lnTo>
                  <a:lnTo>
                    <a:pt x="2962" y="5293"/>
                  </a:lnTo>
                  <a:cubicBezTo>
                    <a:pt x="2804" y="5293"/>
                    <a:pt x="2678" y="5293"/>
                    <a:pt x="2552" y="5324"/>
                  </a:cubicBezTo>
                  <a:lnTo>
                    <a:pt x="2552" y="2521"/>
                  </a:lnTo>
                  <a:close/>
                  <a:moveTo>
                    <a:pt x="9893" y="6207"/>
                  </a:moveTo>
                  <a:cubicBezTo>
                    <a:pt x="10555" y="6207"/>
                    <a:pt x="11122" y="6742"/>
                    <a:pt x="11122" y="7404"/>
                  </a:cubicBezTo>
                  <a:lnTo>
                    <a:pt x="11122" y="9861"/>
                  </a:lnTo>
                  <a:cubicBezTo>
                    <a:pt x="11122" y="10019"/>
                    <a:pt x="11027" y="10145"/>
                    <a:pt x="10933" y="10208"/>
                  </a:cubicBezTo>
                  <a:cubicBezTo>
                    <a:pt x="10838" y="10239"/>
                    <a:pt x="10775" y="10302"/>
                    <a:pt x="10681" y="10302"/>
                  </a:cubicBezTo>
                  <a:lnTo>
                    <a:pt x="2143" y="10302"/>
                  </a:lnTo>
                  <a:cubicBezTo>
                    <a:pt x="1922" y="10302"/>
                    <a:pt x="1796" y="10176"/>
                    <a:pt x="1733" y="10019"/>
                  </a:cubicBezTo>
                  <a:cubicBezTo>
                    <a:pt x="1702" y="9924"/>
                    <a:pt x="1733" y="10050"/>
                    <a:pt x="1733" y="8254"/>
                  </a:cubicBezTo>
                  <a:lnTo>
                    <a:pt x="1733" y="7404"/>
                  </a:lnTo>
                  <a:cubicBezTo>
                    <a:pt x="1733" y="6994"/>
                    <a:pt x="1922" y="6616"/>
                    <a:pt x="2300" y="6396"/>
                  </a:cubicBezTo>
                  <a:cubicBezTo>
                    <a:pt x="2489" y="6270"/>
                    <a:pt x="2710" y="6207"/>
                    <a:pt x="2993" y="6207"/>
                  </a:cubicBezTo>
                  <a:close/>
                  <a:moveTo>
                    <a:pt x="3403" y="11090"/>
                  </a:moveTo>
                  <a:lnTo>
                    <a:pt x="3403" y="11909"/>
                  </a:lnTo>
                  <a:lnTo>
                    <a:pt x="2552" y="11909"/>
                  </a:lnTo>
                  <a:lnTo>
                    <a:pt x="2552" y="11090"/>
                  </a:lnTo>
                  <a:close/>
                  <a:moveTo>
                    <a:pt x="10271" y="11090"/>
                  </a:moveTo>
                  <a:lnTo>
                    <a:pt x="10271" y="11909"/>
                  </a:lnTo>
                  <a:lnTo>
                    <a:pt x="9452" y="11909"/>
                  </a:lnTo>
                  <a:lnTo>
                    <a:pt x="9452" y="11090"/>
                  </a:lnTo>
                  <a:close/>
                  <a:moveTo>
                    <a:pt x="3750" y="0"/>
                  </a:moveTo>
                  <a:cubicBezTo>
                    <a:pt x="2615" y="0"/>
                    <a:pt x="1670" y="945"/>
                    <a:pt x="1670" y="2079"/>
                  </a:cubicBezTo>
                  <a:lnTo>
                    <a:pt x="1670" y="2804"/>
                  </a:lnTo>
                  <a:lnTo>
                    <a:pt x="442" y="2804"/>
                  </a:lnTo>
                  <a:cubicBezTo>
                    <a:pt x="190" y="2804"/>
                    <a:pt x="0" y="2993"/>
                    <a:pt x="0" y="3214"/>
                  </a:cubicBezTo>
                  <a:lnTo>
                    <a:pt x="0" y="5671"/>
                  </a:lnTo>
                  <a:cubicBezTo>
                    <a:pt x="0" y="5923"/>
                    <a:pt x="190" y="6112"/>
                    <a:pt x="442" y="6112"/>
                  </a:cubicBezTo>
                  <a:lnTo>
                    <a:pt x="1261" y="6112"/>
                  </a:lnTo>
                  <a:cubicBezTo>
                    <a:pt x="977" y="6459"/>
                    <a:pt x="820" y="6900"/>
                    <a:pt x="820" y="7341"/>
                  </a:cubicBezTo>
                  <a:lnTo>
                    <a:pt x="820" y="9830"/>
                  </a:lnTo>
                  <a:cubicBezTo>
                    <a:pt x="820" y="10365"/>
                    <a:pt x="1198" y="10806"/>
                    <a:pt x="1670" y="10995"/>
                  </a:cubicBezTo>
                  <a:lnTo>
                    <a:pt x="1670" y="12287"/>
                  </a:lnTo>
                  <a:cubicBezTo>
                    <a:pt x="1670" y="12539"/>
                    <a:pt x="1859" y="12728"/>
                    <a:pt x="2048" y="12728"/>
                  </a:cubicBezTo>
                  <a:lnTo>
                    <a:pt x="3718" y="12728"/>
                  </a:lnTo>
                  <a:cubicBezTo>
                    <a:pt x="3939" y="12728"/>
                    <a:pt x="4096" y="12539"/>
                    <a:pt x="4096" y="12287"/>
                  </a:cubicBezTo>
                  <a:lnTo>
                    <a:pt x="4096" y="11090"/>
                  </a:lnTo>
                  <a:lnTo>
                    <a:pt x="8507" y="11090"/>
                  </a:lnTo>
                  <a:lnTo>
                    <a:pt x="8507" y="12287"/>
                  </a:lnTo>
                  <a:cubicBezTo>
                    <a:pt x="8507" y="12539"/>
                    <a:pt x="8696" y="12728"/>
                    <a:pt x="8916" y="12728"/>
                  </a:cubicBezTo>
                  <a:lnTo>
                    <a:pt x="10555" y="12728"/>
                  </a:lnTo>
                  <a:cubicBezTo>
                    <a:pt x="10807" y="12728"/>
                    <a:pt x="10964" y="12539"/>
                    <a:pt x="10964" y="12287"/>
                  </a:cubicBezTo>
                  <a:lnTo>
                    <a:pt x="10964" y="10995"/>
                  </a:lnTo>
                  <a:cubicBezTo>
                    <a:pt x="11468" y="10838"/>
                    <a:pt x="11783" y="10365"/>
                    <a:pt x="11783" y="9830"/>
                  </a:cubicBezTo>
                  <a:lnTo>
                    <a:pt x="11783" y="7341"/>
                  </a:lnTo>
                  <a:cubicBezTo>
                    <a:pt x="11783" y="6868"/>
                    <a:pt x="11626" y="6427"/>
                    <a:pt x="11374" y="6112"/>
                  </a:cubicBezTo>
                  <a:lnTo>
                    <a:pt x="12224" y="6112"/>
                  </a:lnTo>
                  <a:cubicBezTo>
                    <a:pt x="12445" y="6112"/>
                    <a:pt x="12602" y="5923"/>
                    <a:pt x="12602" y="5671"/>
                  </a:cubicBezTo>
                  <a:lnTo>
                    <a:pt x="12602" y="3214"/>
                  </a:lnTo>
                  <a:cubicBezTo>
                    <a:pt x="12760" y="2993"/>
                    <a:pt x="12571" y="2804"/>
                    <a:pt x="12319" y="2804"/>
                  </a:cubicBezTo>
                  <a:lnTo>
                    <a:pt x="11059" y="2804"/>
                  </a:lnTo>
                  <a:lnTo>
                    <a:pt x="11059" y="2079"/>
                  </a:lnTo>
                  <a:cubicBezTo>
                    <a:pt x="11059" y="945"/>
                    <a:pt x="10145" y="0"/>
                    <a:pt x="897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8609;p68">
              <a:extLst>
                <a:ext uri="{FF2B5EF4-FFF2-40B4-BE49-F238E27FC236}">
                  <a16:creationId xmlns:a16="http://schemas.microsoft.com/office/drawing/2014/main" id="{94B62ED7-E8EF-CF90-E2FE-6192DDF2D2DD}"/>
                </a:ext>
              </a:extLst>
            </p:cNvPr>
            <p:cNvSpPr/>
            <p:nvPr/>
          </p:nvSpPr>
          <p:spPr>
            <a:xfrm>
              <a:off x="-42753550" y="2854500"/>
              <a:ext cx="63825" cy="61700"/>
            </a:xfrm>
            <a:custGeom>
              <a:avLst/>
              <a:gdLst/>
              <a:ahLst/>
              <a:cxnLst/>
              <a:rect l="l" t="t" r="r" b="b"/>
              <a:pathLst>
                <a:path w="2553" h="2468" extrusionOk="0">
                  <a:moveTo>
                    <a:pt x="1263" y="829"/>
                  </a:moveTo>
                  <a:cubicBezTo>
                    <a:pt x="1435" y="829"/>
                    <a:pt x="1565" y="949"/>
                    <a:pt x="1639" y="1144"/>
                  </a:cubicBezTo>
                  <a:cubicBezTo>
                    <a:pt x="1718" y="1410"/>
                    <a:pt x="1483" y="1676"/>
                    <a:pt x="1218" y="1676"/>
                  </a:cubicBezTo>
                  <a:cubicBezTo>
                    <a:pt x="1170" y="1676"/>
                    <a:pt x="1120" y="1668"/>
                    <a:pt x="1071" y="1648"/>
                  </a:cubicBezTo>
                  <a:cubicBezTo>
                    <a:pt x="945" y="1616"/>
                    <a:pt x="882" y="1490"/>
                    <a:pt x="851" y="1364"/>
                  </a:cubicBezTo>
                  <a:cubicBezTo>
                    <a:pt x="756" y="1144"/>
                    <a:pt x="914" y="892"/>
                    <a:pt x="1103" y="860"/>
                  </a:cubicBezTo>
                  <a:cubicBezTo>
                    <a:pt x="1160" y="839"/>
                    <a:pt x="1213" y="829"/>
                    <a:pt x="1263" y="829"/>
                  </a:cubicBezTo>
                  <a:close/>
                  <a:moveTo>
                    <a:pt x="1234" y="0"/>
                  </a:moveTo>
                  <a:cubicBezTo>
                    <a:pt x="841" y="0"/>
                    <a:pt x="443" y="194"/>
                    <a:pt x="189" y="545"/>
                  </a:cubicBezTo>
                  <a:cubicBezTo>
                    <a:pt x="95" y="734"/>
                    <a:pt x="0" y="986"/>
                    <a:pt x="0" y="1238"/>
                  </a:cubicBezTo>
                  <a:cubicBezTo>
                    <a:pt x="0" y="1932"/>
                    <a:pt x="567" y="2467"/>
                    <a:pt x="1229" y="2467"/>
                  </a:cubicBezTo>
                  <a:cubicBezTo>
                    <a:pt x="1765" y="2467"/>
                    <a:pt x="2237" y="2121"/>
                    <a:pt x="2395" y="1616"/>
                  </a:cubicBezTo>
                  <a:cubicBezTo>
                    <a:pt x="2552" y="1081"/>
                    <a:pt x="2363" y="514"/>
                    <a:pt x="1922" y="230"/>
                  </a:cubicBezTo>
                  <a:cubicBezTo>
                    <a:pt x="1718" y="74"/>
                    <a:pt x="1477" y="0"/>
                    <a:pt x="12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8610;p68">
              <a:extLst>
                <a:ext uri="{FF2B5EF4-FFF2-40B4-BE49-F238E27FC236}">
                  <a16:creationId xmlns:a16="http://schemas.microsoft.com/office/drawing/2014/main" id="{BA4309FE-95C0-88D2-4F8E-C3B82BC18FA6}"/>
                </a:ext>
              </a:extLst>
            </p:cNvPr>
            <p:cNvSpPr/>
            <p:nvPr/>
          </p:nvSpPr>
          <p:spPr>
            <a:xfrm>
              <a:off x="-42581850" y="2853950"/>
              <a:ext cx="63025" cy="61475"/>
            </a:xfrm>
            <a:custGeom>
              <a:avLst/>
              <a:gdLst/>
              <a:ahLst/>
              <a:cxnLst/>
              <a:rect l="l" t="t" r="r" b="b"/>
              <a:pathLst>
                <a:path w="2521" h="2459" extrusionOk="0">
                  <a:moveTo>
                    <a:pt x="1269" y="860"/>
                  </a:moveTo>
                  <a:cubicBezTo>
                    <a:pt x="1493" y="860"/>
                    <a:pt x="1670" y="1049"/>
                    <a:pt x="1670" y="1260"/>
                  </a:cubicBezTo>
                  <a:cubicBezTo>
                    <a:pt x="1670" y="1481"/>
                    <a:pt x="1576" y="1638"/>
                    <a:pt x="1355" y="1670"/>
                  </a:cubicBezTo>
                  <a:cubicBezTo>
                    <a:pt x="1311" y="1683"/>
                    <a:pt x="1268" y="1689"/>
                    <a:pt x="1227" y="1689"/>
                  </a:cubicBezTo>
                  <a:cubicBezTo>
                    <a:pt x="1063" y="1689"/>
                    <a:pt x="927" y="1588"/>
                    <a:pt x="851" y="1386"/>
                  </a:cubicBezTo>
                  <a:cubicBezTo>
                    <a:pt x="788" y="1166"/>
                    <a:pt x="882" y="945"/>
                    <a:pt x="1135" y="882"/>
                  </a:cubicBezTo>
                  <a:cubicBezTo>
                    <a:pt x="1180" y="867"/>
                    <a:pt x="1225" y="860"/>
                    <a:pt x="1269" y="860"/>
                  </a:cubicBezTo>
                  <a:close/>
                  <a:moveTo>
                    <a:pt x="1261" y="0"/>
                  </a:moveTo>
                  <a:cubicBezTo>
                    <a:pt x="567" y="0"/>
                    <a:pt x="0" y="567"/>
                    <a:pt x="32" y="1229"/>
                  </a:cubicBezTo>
                  <a:cubicBezTo>
                    <a:pt x="32" y="1874"/>
                    <a:pt x="541" y="2459"/>
                    <a:pt x="1208" y="2459"/>
                  </a:cubicBezTo>
                  <a:cubicBezTo>
                    <a:pt x="1226" y="2459"/>
                    <a:pt x="1243" y="2458"/>
                    <a:pt x="1261" y="2458"/>
                  </a:cubicBezTo>
                  <a:cubicBezTo>
                    <a:pt x="1922" y="2458"/>
                    <a:pt x="2521" y="1891"/>
                    <a:pt x="2458" y="1229"/>
                  </a:cubicBezTo>
                  <a:cubicBezTo>
                    <a:pt x="2521" y="567"/>
                    <a:pt x="1954" y="0"/>
                    <a:pt x="126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98" name="Google Shape;8611;p68">
            <a:extLst>
              <a:ext uri="{FF2B5EF4-FFF2-40B4-BE49-F238E27FC236}">
                <a16:creationId xmlns:a16="http://schemas.microsoft.com/office/drawing/2014/main" id="{FC2AF3DF-8BF2-32BB-97EC-B33EA0F56D2C}"/>
              </a:ext>
            </a:extLst>
          </p:cNvPr>
          <p:cNvSpPr/>
          <p:nvPr/>
        </p:nvSpPr>
        <p:spPr>
          <a:xfrm>
            <a:off x="8599389" y="3983186"/>
            <a:ext cx="970831" cy="964212"/>
          </a:xfrm>
          <a:custGeom>
            <a:avLst/>
            <a:gdLst/>
            <a:ahLst/>
            <a:cxnLst/>
            <a:rect l="l" t="t" r="r" b="b"/>
            <a:pathLst>
              <a:path w="12760" h="12673" extrusionOk="0">
                <a:moveTo>
                  <a:pt x="2225" y="866"/>
                </a:moveTo>
                <a:cubicBezTo>
                  <a:pt x="2371" y="866"/>
                  <a:pt x="2521" y="929"/>
                  <a:pt x="2647" y="1056"/>
                </a:cubicBezTo>
                <a:lnTo>
                  <a:pt x="3245" y="1654"/>
                </a:lnTo>
                <a:lnTo>
                  <a:pt x="1702" y="3166"/>
                </a:lnTo>
                <a:lnTo>
                  <a:pt x="1103" y="2599"/>
                </a:lnTo>
                <a:cubicBezTo>
                  <a:pt x="1072" y="2536"/>
                  <a:pt x="977" y="2473"/>
                  <a:pt x="977" y="2379"/>
                </a:cubicBezTo>
                <a:cubicBezTo>
                  <a:pt x="914" y="2190"/>
                  <a:pt x="946" y="1906"/>
                  <a:pt x="1103" y="1749"/>
                </a:cubicBezTo>
                <a:lnTo>
                  <a:pt x="1828" y="1056"/>
                </a:lnTo>
                <a:cubicBezTo>
                  <a:pt x="1938" y="929"/>
                  <a:pt x="2080" y="866"/>
                  <a:pt x="2225" y="866"/>
                </a:cubicBezTo>
                <a:close/>
                <a:moveTo>
                  <a:pt x="3812" y="2221"/>
                </a:moveTo>
                <a:lnTo>
                  <a:pt x="4506" y="2914"/>
                </a:lnTo>
                <a:lnTo>
                  <a:pt x="2962" y="4427"/>
                </a:lnTo>
                <a:lnTo>
                  <a:pt x="2300" y="3765"/>
                </a:lnTo>
                <a:lnTo>
                  <a:pt x="3812" y="2221"/>
                </a:lnTo>
                <a:close/>
                <a:moveTo>
                  <a:pt x="9452" y="1056"/>
                </a:moveTo>
                <a:lnTo>
                  <a:pt x="11783" y="3387"/>
                </a:lnTo>
                <a:lnTo>
                  <a:pt x="8979" y="6159"/>
                </a:lnTo>
                <a:lnTo>
                  <a:pt x="6648" y="3828"/>
                </a:lnTo>
                <a:lnTo>
                  <a:pt x="7908" y="2599"/>
                </a:lnTo>
                <a:lnTo>
                  <a:pt x="8790" y="3450"/>
                </a:lnTo>
                <a:cubicBezTo>
                  <a:pt x="8869" y="3529"/>
                  <a:pt x="8979" y="3568"/>
                  <a:pt x="9090" y="3568"/>
                </a:cubicBezTo>
                <a:cubicBezTo>
                  <a:pt x="9200" y="3568"/>
                  <a:pt x="9310" y="3529"/>
                  <a:pt x="9389" y="3450"/>
                </a:cubicBezTo>
                <a:cubicBezTo>
                  <a:pt x="9546" y="3292"/>
                  <a:pt x="9546" y="3009"/>
                  <a:pt x="9389" y="2851"/>
                </a:cubicBezTo>
                <a:lnTo>
                  <a:pt x="8507" y="2001"/>
                </a:lnTo>
                <a:lnTo>
                  <a:pt x="9452" y="1056"/>
                </a:lnTo>
                <a:close/>
                <a:moveTo>
                  <a:pt x="5041" y="3450"/>
                </a:moveTo>
                <a:cubicBezTo>
                  <a:pt x="5356" y="3765"/>
                  <a:pt x="10366" y="8711"/>
                  <a:pt x="10523" y="8932"/>
                </a:cubicBezTo>
                <a:lnTo>
                  <a:pt x="8948" y="10412"/>
                </a:lnTo>
                <a:lnTo>
                  <a:pt x="3497" y="4994"/>
                </a:lnTo>
                <a:lnTo>
                  <a:pt x="5041" y="3450"/>
                </a:lnTo>
                <a:close/>
                <a:moveTo>
                  <a:pt x="10996" y="9625"/>
                </a:moveTo>
                <a:lnTo>
                  <a:pt x="11657" y="11610"/>
                </a:lnTo>
                <a:lnTo>
                  <a:pt x="9609" y="10948"/>
                </a:lnTo>
                <a:lnTo>
                  <a:pt x="10996" y="9625"/>
                </a:lnTo>
                <a:close/>
                <a:moveTo>
                  <a:pt x="3939" y="6600"/>
                </a:moveTo>
                <a:lnTo>
                  <a:pt x="6270" y="8932"/>
                </a:lnTo>
                <a:lnTo>
                  <a:pt x="3466" y="11736"/>
                </a:lnTo>
                <a:lnTo>
                  <a:pt x="1135" y="9404"/>
                </a:lnTo>
                <a:lnTo>
                  <a:pt x="2489" y="8050"/>
                </a:lnTo>
                <a:lnTo>
                  <a:pt x="3340" y="8932"/>
                </a:lnTo>
                <a:cubicBezTo>
                  <a:pt x="3419" y="9010"/>
                  <a:pt x="3529" y="9050"/>
                  <a:pt x="3639" y="9050"/>
                </a:cubicBezTo>
                <a:cubicBezTo>
                  <a:pt x="3749" y="9050"/>
                  <a:pt x="3860" y="9010"/>
                  <a:pt x="3939" y="8932"/>
                </a:cubicBezTo>
                <a:cubicBezTo>
                  <a:pt x="4096" y="8774"/>
                  <a:pt x="4096" y="8491"/>
                  <a:pt x="3939" y="8333"/>
                </a:cubicBezTo>
                <a:lnTo>
                  <a:pt x="3088" y="7482"/>
                </a:lnTo>
                <a:lnTo>
                  <a:pt x="3939" y="6600"/>
                </a:lnTo>
                <a:close/>
                <a:moveTo>
                  <a:pt x="2194" y="0"/>
                </a:moveTo>
                <a:cubicBezTo>
                  <a:pt x="1828" y="0"/>
                  <a:pt x="1465" y="142"/>
                  <a:pt x="1198" y="425"/>
                </a:cubicBezTo>
                <a:lnTo>
                  <a:pt x="473" y="1119"/>
                </a:lnTo>
                <a:cubicBezTo>
                  <a:pt x="221" y="1402"/>
                  <a:pt x="95" y="1749"/>
                  <a:pt x="95" y="2127"/>
                </a:cubicBezTo>
                <a:cubicBezTo>
                  <a:pt x="95" y="2473"/>
                  <a:pt x="252" y="2851"/>
                  <a:pt x="473" y="3103"/>
                </a:cubicBezTo>
                <a:lnTo>
                  <a:pt x="1387" y="4017"/>
                </a:lnTo>
                <a:cubicBezTo>
                  <a:pt x="1387" y="4017"/>
                  <a:pt x="2647" y="5277"/>
                  <a:pt x="2615" y="5277"/>
                </a:cubicBezTo>
                <a:lnTo>
                  <a:pt x="3277" y="5939"/>
                </a:lnTo>
                <a:lnTo>
                  <a:pt x="2174" y="7041"/>
                </a:lnTo>
                <a:lnTo>
                  <a:pt x="2048" y="7167"/>
                </a:lnTo>
                <a:lnTo>
                  <a:pt x="158" y="9058"/>
                </a:lnTo>
                <a:cubicBezTo>
                  <a:pt x="0" y="9215"/>
                  <a:pt x="0" y="9467"/>
                  <a:pt x="158" y="9625"/>
                </a:cubicBezTo>
                <a:lnTo>
                  <a:pt x="3088" y="12555"/>
                </a:lnTo>
                <a:cubicBezTo>
                  <a:pt x="3167" y="12634"/>
                  <a:pt x="3269" y="12673"/>
                  <a:pt x="3371" y="12673"/>
                </a:cubicBezTo>
                <a:cubicBezTo>
                  <a:pt x="3474" y="12673"/>
                  <a:pt x="3576" y="12634"/>
                  <a:pt x="3655" y="12555"/>
                </a:cubicBezTo>
                <a:lnTo>
                  <a:pt x="6742" y="9467"/>
                </a:lnTo>
                <a:lnTo>
                  <a:pt x="8570" y="11295"/>
                </a:lnTo>
                <a:cubicBezTo>
                  <a:pt x="8601" y="11326"/>
                  <a:pt x="8633" y="11358"/>
                  <a:pt x="8696" y="11358"/>
                </a:cubicBezTo>
                <a:cubicBezTo>
                  <a:pt x="8759" y="11452"/>
                  <a:pt x="8822" y="11515"/>
                  <a:pt x="8948" y="11578"/>
                </a:cubicBezTo>
                <a:lnTo>
                  <a:pt x="12098" y="12618"/>
                </a:lnTo>
                <a:cubicBezTo>
                  <a:pt x="12147" y="12637"/>
                  <a:pt x="12196" y="12646"/>
                  <a:pt x="12243" y="12646"/>
                </a:cubicBezTo>
                <a:cubicBezTo>
                  <a:pt x="12500" y="12646"/>
                  <a:pt x="12709" y="12380"/>
                  <a:pt x="12602" y="12114"/>
                </a:cubicBezTo>
                <a:lnTo>
                  <a:pt x="11657" y="8963"/>
                </a:lnTo>
                <a:cubicBezTo>
                  <a:pt x="11626" y="8900"/>
                  <a:pt x="11594" y="8806"/>
                  <a:pt x="11468" y="8743"/>
                </a:cubicBezTo>
                <a:cubicBezTo>
                  <a:pt x="11437" y="8648"/>
                  <a:pt x="11531" y="8806"/>
                  <a:pt x="9546" y="6758"/>
                </a:cubicBezTo>
                <a:lnTo>
                  <a:pt x="12602" y="3702"/>
                </a:lnTo>
                <a:cubicBezTo>
                  <a:pt x="12760" y="3544"/>
                  <a:pt x="12760" y="3261"/>
                  <a:pt x="12602" y="3103"/>
                </a:cubicBezTo>
                <a:lnTo>
                  <a:pt x="9704" y="173"/>
                </a:lnTo>
                <a:cubicBezTo>
                  <a:pt x="9625" y="95"/>
                  <a:pt x="9515" y="55"/>
                  <a:pt x="9405" y="55"/>
                </a:cubicBezTo>
                <a:cubicBezTo>
                  <a:pt x="9294" y="55"/>
                  <a:pt x="9184" y="95"/>
                  <a:pt x="9105" y="173"/>
                </a:cubicBezTo>
                <a:lnTo>
                  <a:pt x="7656" y="1654"/>
                </a:lnTo>
                <a:lnTo>
                  <a:pt x="7530" y="1749"/>
                </a:lnTo>
                <a:lnTo>
                  <a:pt x="6049" y="3261"/>
                </a:lnTo>
                <a:lnTo>
                  <a:pt x="3214" y="425"/>
                </a:lnTo>
                <a:cubicBezTo>
                  <a:pt x="2930" y="142"/>
                  <a:pt x="2560" y="0"/>
                  <a:pt x="2194"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8612;p68">
            <a:extLst>
              <a:ext uri="{FF2B5EF4-FFF2-40B4-BE49-F238E27FC236}">
                <a16:creationId xmlns:a16="http://schemas.microsoft.com/office/drawing/2014/main" id="{9B372998-5A67-03C0-298B-7FE37FB094DF}"/>
              </a:ext>
            </a:extLst>
          </p:cNvPr>
          <p:cNvSpPr/>
          <p:nvPr/>
        </p:nvSpPr>
        <p:spPr>
          <a:xfrm>
            <a:off x="8574718" y="5185199"/>
            <a:ext cx="982851" cy="822240"/>
          </a:xfrm>
          <a:custGeom>
            <a:avLst/>
            <a:gdLst/>
            <a:ahLst/>
            <a:cxnLst/>
            <a:rect l="l" t="t" r="r" b="b"/>
            <a:pathLst>
              <a:path w="12918" h="10807" extrusionOk="0">
                <a:moveTo>
                  <a:pt x="10807" y="851"/>
                </a:moveTo>
                <a:cubicBezTo>
                  <a:pt x="10366" y="1608"/>
                  <a:pt x="10366" y="2584"/>
                  <a:pt x="10807" y="3340"/>
                </a:cubicBezTo>
                <a:lnTo>
                  <a:pt x="2332" y="3340"/>
                </a:lnTo>
                <a:cubicBezTo>
                  <a:pt x="1765" y="3340"/>
                  <a:pt x="1293" y="2962"/>
                  <a:pt x="1135" y="2458"/>
                </a:cubicBezTo>
                <a:cubicBezTo>
                  <a:pt x="915" y="1671"/>
                  <a:pt x="1513" y="851"/>
                  <a:pt x="2332" y="851"/>
                </a:cubicBezTo>
                <a:close/>
                <a:moveTo>
                  <a:pt x="8822" y="4159"/>
                </a:moveTo>
                <a:lnTo>
                  <a:pt x="8822" y="6648"/>
                </a:lnTo>
                <a:lnTo>
                  <a:pt x="1891" y="6648"/>
                </a:lnTo>
                <a:lnTo>
                  <a:pt x="1891" y="4159"/>
                </a:lnTo>
                <a:close/>
                <a:moveTo>
                  <a:pt x="10524" y="4159"/>
                </a:moveTo>
                <a:lnTo>
                  <a:pt x="10524" y="6648"/>
                </a:lnTo>
                <a:lnTo>
                  <a:pt x="9704" y="6648"/>
                </a:lnTo>
                <a:lnTo>
                  <a:pt x="9704" y="4159"/>
                </a:lnTo>
                <a:close/>
                <a:moveTo>
                  <a:pt x="12130" y="4159"/>
                </a:moveTo>
                <a:lnTo>
                  <a:pt x="12130" y="6648"/>
                </a:lnTo>
                <a:lnTo>
                  <a:pt x="11343" y="6648"/>
                </a:lnTo>
                <a:lnTo>
                  <a:pt x="11343" y="4159"/>
                </a:lnTo>
                <a:close/>
                <a:moveTo>
                  <a:pt x="1986" y="7467"/>
                </a:moveTo>
                <a:lnTo>
                  <a:pt x="1986" y="9956"/>
                </a:lnTo>
                <a:lnTo>
                  <a:pt x="1104" y="9956"/>
                </a:lnTo>
                <a:lnTo>
                  <a:pt x="1104" y="7467"/>
                </a:lnTo>
                <a:close/>
                <a:moveTo>
                  <a:pt x="3624" y="7467"/>
                </a:moveTo>
                <a:lnTo>
                  <a:pt x="3624" y="9956"/>
                </a:lnTo>
                <a:lnTo>
                  <a:pt x="2805" y="9956"/>
                </a:lnTo>
                <a:lnTo>
                  <a:pt x="2805" y="7467"/>
                </a:lnTo>
                <a:close/>
                <a:moveTo>
                  <a:pt x="11311" y="7467"/>
                </a:moveTo>
                <a:lnTo>
                  <a:pt x="11311" y="9956"/>
                </a:lnTo>
                <a:lnTo>
                  <a:pt x="4443" y="9956"/>
                </a:lnTo>
                <a:lnTo>
                  <a:pt x="4443" y="7467"/>
                </a:lnTo>
                <a:close/>
                <a:moveTo>
                  <a:pt x="2364" y="1"/>
                </a:moveTo>
                <a:cubicBezTo>
                  <a:pt x="1671" y="1"/>
                  <a:pt x="1041" y="379"/>
                  <a:pt x="631" y="914"/>
                </a:cubicBezTo>
                <a:cubicBezTo>
                  <a:pt x="1" y="1828"/>
                  <a:pt x="253" y="3088"/>
                  <a:pt x="1104" y="3718"/>
                </a:cubicBezTo>
                <a:lnTo>
                  <a:pt x="1104" y="6648"/>
                </a:lnTo>
                <a:lnTo>
                  <a:pt x="694" y="6648"/>
                </a:lnTo>
                <a:cubicBezTo>
                  <a:pt x="442" y="6648"/>
                  <a:pt x="284" y="6837"/>
                  <a:pt x="284" y="7058"/>
                </a:cubicBezTo>
                <a:lnTo>
                  <a:pt x="284" y="10366"/>
                </a:lnTo>
                <a:cubicBezTo>
                  <a:pt x="284" y="10618"/>
                  <a:pt x="473" y="10807"/>
                  <a:pt x="694" y="10807"/>
                </a:cubicBezTo>
                <a:lnTo>
                  <a:pt x="11721" y="10807"/>
                </a:lnTo>
                <a:cubicBezTo>
                  <a:pt x="11941" y="10807"/>
                  <a:pt x="12130" y="10618"/>
                  <a:pt x="12130" y="10366"/>
                </a:cubicBezTo>
                <a:lnTo>
                  <a:pt x="12130" y="7499"/>
                </a:lnTo>
                <a:lnTo>
                  <a:pt x="12540" y="7499"/>
                </a:lnTo>
                <a:cubicBezTo>
                  <a:pt x="12760" y="7499"/>
                  <a:pt x="12918" y="7310"/>
                  <a:pt x="12918" y="7058"/>
                </a:cubicBezTo>
                <a:lnTo>
                  <a:pt x="12918" y="3750"/>
                </a:lnTo>
                <a:cubicBezTo>
                  <a:pt x="12918" y="3529"/>
                  <a:pt x="12760" y="3340"/>
                  <a:pt x="12540" y="3340"/>
                </a:cubicBezTo>
                <a:lnTo>
                  <a:pt x="11878" y="3340"/>
                </a:lnTo>
                <a:cubicBezTo>
                  <a:pt x="11091" y="2647"/>
                  <a:pt x="11122" y="1387"/>
                  <a:pt x="11973" y="757"/>
                </a:cubicBezTo>
                <a:cubicBezTo>
                  <a:pt x="12256" y="536"/>
                  <a:pt x="12130" y="64"/>
                  <a:pt x="11784"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8613;p68">
            <a:extLst>
              <a:ext uri="{FF2B5EF4-FFF2-40B4-BE49-F238E27FC236}">
                <a16:creationId xmlns:a16="http://schemas.microsoft.com/office/drawing/2014/main" id="{EBA53D6D-A72F-3031-8CDE-03CA5D845DD5}"/>
              </a:ext>
            </a:extLst>
          </p:cNvPr>
          <p:cNvSpPr/>
          <p:nvPr/>
        </p:nvSpPr>
        <p:spPr>
          <a:xfrm>
            <a:off x="8599352" y="6219530"/>
            <a:ext cx="970907" cy="962689"/>
          </a:xfrm>
          <a:custGeom>
            <a:avLst/>
            <a:gdLst/>
            <a:ahLst/>
            <a:cxnLst/>
            <a:rect l="l" t="t" r="r" b="b"/>
            <a:pathLst>
              <a:path w="12761" h="12653" extrusionOk="0">
                <a:moveTo>
                  <a:pt x="6396" y="866"/>
                </a:moveTo>
                <a:lnTo>
                  <a:pt x="11469" y="3796"/>
                </a:lnTo>
                <a:cubicBezTo>
                  <a:pt x="8759" y="5340"/>
                  <a:pt x="12729" y="3072"/>
                  <a:pt x="6396" y="6695"/>
                </a:cubicBezTo>
                <a:cubicBezTo>
                  <a:pt x="1" y="3072"/>
                  <a:pt x="4097" y="5403"/>
                  <a:pt x="1324" y="3796"/>
                </a:cubicBezTo>
                <a:lnTo>
                  <a:pt x="6396" y="866"/>
                </a:lnTo>
                <a:close/>
                <a:moveTo>
                  <a:pt x="10208" y="5498"/>
                </a:moveTo>
                <a:lnTo>
                  <a:pt x="10208" y="8081"/>
                </a:lnTo>
                <a:cubicBezTo>
                  <a:pt x="10177" y="8207"/>
                  <a:pt x="10051" y="8365"/>
                  <a:pt x="9925" y="8428"/>
                </a:cubicBezTo>
                <a:cubicBezTo>
                  <a:pt x="9312" y="8970"/>
                  <a:pt x="7887" y="9300"/>
                  <a:pt x="6364" y="9300"/>
                </a:cubicBezTo>
                <a:cubicBezTo>
                  <a:pt x="5852" y="9300"/>
                  <a:pt x="5329" y="9263"/>
                  <a:pt x="4821" y="9184"/>
                </a:cubicBezTo>
                <a:cubicBezTo>
                  <a:pt x="4317" y="9121"/>
                  <a:pt x="3718" y="8963"/>
                  <a:pt x="3246" y="8711"/>
                </a:cubicBezTo>
                <a:cubicBezTo>
                  <a:pt x="2994" y="8585"/>
                  <a:pt x="2584" y="8333"/>
                  <a:pt x="2584" y="8050"/>
                </a:cubicBezTo>
                <a:lnTo>
                  <a:pt x="2584" y="5498"/>
                </a:lnTo>
                <a:cubicBezTo>
                  <a:pt x="4412" y="6537"/>
                  <a:pt x="4317" y="6474"/>
                  <a:pt x="6207" y="7545"/>
                </a:cubicBezTo>
                <a:cubicBezTo>
                  <a:pt x="6255" y="7577"/>
                  <a:pt x="6318" y="7593"/>
                  <a:pt x="6385" y="7593"/>
                </a:cubicBezTo>
                <a:cubicBezTo>
                  <a:pt x="6452" y="7593"/>
                  <a:pt x="6522" y="7577"/>
                  <a:pt x="6585" y="7545"/>
                </a:cubicBezTo>
                <a:cubicBezTo>
                  <a:pt x="6617" y="7482"/>
                  <a:pt x="9925" y="5592"/>
                  <a:pt x="10208" y="5498"/>
                </a:cubicBezTo>
                <a:close/>
                <a:moveTo>
                  <a:pt x="6385" y="0"/>
                </a:moveTo>
                <a:cubicBezTo>
                  <a:pt x="6318" y="0"/>
                  <a:pt x="6255" y="16"/>
                  <a:pt x="6207" y="47"/>
                </a:cubicBezTo>
                <a:lnTo>
                  <a:pt x="284" y="3450"/>
                </a:lnTo>
                <a:cubicBezTo>
                  <a:pt x="1" y="3607"/>
                  <a:pt x="1" y="3985"/>
                  <a:pt x="284" y="4143"/>
                </a:cubicBezTo>
                <a:lnTo>
                  <a:pt x="1797" y="4962"/>
                </a:lnTo>
                <a:lnTo>
                  <a:pt x="1797" y="8018"/>
                </a:lnTo>
                <a:cubicBezTo>
                  <a:pt x="1797" y="8711"/>
                  <a:pt x="2458" y="9215"/>
                  <a:pt x="3088" y="9499"/>
                </a:cubicBezTo>
                <a:cubicBezTo>
                  <a:pt x="3994" y="9903"/>
                  <a:pt x="5215" y="10104"/>
                  <a:pt x="6430" y="10104"/>
                </a:cubicBezTo>
                <a:cubicBezTo>
                  <a:pt x="7963" y="10104"/>
                  <a:pt x="9488" y="9785"/>
                  <a:pt x="10366" y="9152"/>
                </a:cubicBezTo>
                <a:cubicBezTo>
                  <a:pt x="10776" y="8869"/>
                  <a:pt x="11091" y="8491"/>
                  <a:pt x="11091" y="8018"/>
                </a:cubicBezTo>
                <a:lnTo>
                  <a:pt x="11091" y="4962"/>
                </a:lnTo>
                <a:lnTo>
                  <a:pt x="11941" y="4490"/>
                </a:lnTo>
                <a:lnTo>
                  <a:pt x="11941" y="12208"/>
                </a:lnTo>
                <a:cubicBezTo>
                  <a:pt x="11941" y="12429"/>
                  <a:pt x="12099" y="12618"/>
                  <a:pt x="12288" y="12649"/>
                </a:cubicBezTo>
                <a:cubicBezTo>
                  <a:pt x="12306" y="12652"/>
                  <a:pt x="12325" y="12653"/>
                  <a:pt x="12343" y="12653"/>
                </a:cubicBezTo>
                <a:cubicBezTo>
                  <a:pt x="12571" y="12653"/>
                  <a:pt x="12760" y="12475"/>
                  <a:pt x="12760" y="12271"/>
                </a:cubicBezTo>
                <a:lnTo>
                  <a:pt x="12760" y="3796"/>
                </a:lnTo>
                <a:cubicBezTo>
                  <a:pt x="12729" y="3639"/>
                  <a:pt x="12666" y="3513"/>
                  <a:pt x="12508" y="3450"/>
                </a:cubicBezTo>
                <a:lnTo>
                  <a:pt x="6585" y="47"/>
                </a:lnTo>
                <a:cubicBezTo>
                  <a:pt x="6522" y="16"/>
                  <a:pt x="6452" y="0"/>
                  <a:pt x="6385"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8614;p68">
            <a:extLst>
              <a:ext uri="{FF2B5EF4-FFF2-40B4-BE49-F238E27FC236}">
                <a16:creationId xmlns:a16="http://schemas.microsoft.com/office/drawing/2014/main" id="{59F23301-FB61-8CAC-54EF-5D077F746A59}"/>
              </a:ext>
            </a:extLst>
          </p:cNvPr>
          <p:cNvSpPr/>
          <p:nvPr/>
        </p:nvSpPr>
        <p:spPr>
          <a:xfrm>
            <a:off x="14427163" y="3910072"/>
            <a:ext cx="695255" cy="958885"/>
          </a:xfrm>
          <a:custGeom>
            <a:avLst/>
            <a:gdLst/>
            <a:ahLst/>
            <a:cxnLst/>
            <a:rect l="l" t="t" r="r" b="b"/>
            <a:pathLst>
              <a:path w="9138" h="12603" extrusionOk="0">
                <a:moveTo>
                  <a:pt x="5420" y="788"/>
                </a:moveTo>
                <a:cubicBezTo>
                  <a:pt x="7026" y="788"/>
                  <a:pt x="8287" y="2080"/>
                  <a:pt x="8287" y="3655"/>
                </a:cubicBezTo>
                <a:lnTo>
                  <a:pt x="8287" y="4978"/>
                </a:lnTo>
                <a:lnTo>
                  <a:pt x="5829" y="4978"/>
                </a:lnTo>
                <a:lnTo>
                  <a:pt x="5829" y="3718"/>
                </a:lnTo>
                <a:cubicBezTo>
                  <a:pt x="5829" y="3151"/>
                  <a:pt x="5451" y="2710"/>
                  <a:pt x="4979" y="2521"/>
                </a:cubicBezTo>
                <a:lnTo>
                  <a:pt x="4979" y="788"/>
                </a:lnTo>
                <a:close/>
                <a:moveTo>
                  <a:pt x="4159" y="882"/>
                </a:moveTo>
                <a:lnTo>
                  <a:pt x="4159" y="2615"/>
                </a:lnTo>
                <a:cubicBezTo>
                  <a:pt x="3687" y="2773"/>
                  <a:pt x="3340" y="3245"/>
                  <a:pt x="3340" y="3781"/>
                </a:cubicBezTo>
                <a:lnTo>
                  <a:pt x="3340" y="5041"/>
                </a:lnTo>
                <a:lnTo>
                  <a:pt x="851" y="5041"/>
                </a:lnTo>
                <a:lnTo>
                  <a:pt x="851" y="3749"/>
                </a:lnTo>
                <a:cubicBezTo>
                  <a:pt x="851" y="2143"/>
                  <a:pt x="2175" y="882"/>
                  <a:pt x="3781" y="882"/>
                </a:cubicBezTo>
                <a:close/>
                <a:moveTo>
                  <a:pt x="4569" y="3308"/>
                </a:moveTo>
                <a:cubicBezTo>
                  <a:pt x="4790" y="3308"/>
                  <a:pt x="4947" y="3497"/>
                  <a:pt x="4947" y="3749"/>
                </a:cubicBezTo>
                <a:lnTo>
                  <a:pt x="4947" y="5388"/>
                </a:lnTo>
                <a:cubicBezTo>
                  <a:pt x="4947" y="5620"/>
                  <a:pt x="4736" y="5830"/>
                  <a:pt x="4504" y="5830"/>
                </a:cubicBezTo>
                <a:cubicBezTo>
                  <a:pt x="4453" y="5830"/>
                  <a:pt x="4400" y="5820"/>
                  <a:pt x="4348" y="5797"/>
                </a:cubicBezTo>
                <a:cubicBezTo>
                  <a:pt x="4191" y="5703"/>
                  <a:pt x="4128" y="5608"/>
                  <a:pt x="4128" y="5388"/>
                </a:cubicBezTo>
                <a:lnTo>
                  <a:pt x="4128" y="3718"/>
                </a:lnTo>
                <a:cubicBezTo>
                  <a:pt x="4159" y="3466"/>
                  <a:pt x="4348" y="3308"/>
                  <a:pt x="4569" y="3308"/>
                </a:cubicBezTo>
                <a:close/>
                <a:moveTo>
                  <a:pt x="8287" y="5797"/>
                </a:moveTo>
                <a:lnTo>
                  <a:pt x="8287" y="8948"/>
                </a:lnTo>
                <a:cubicBezTo>
                  <a:pt x="8287" y="10554"/>
                  <a:pt x="6995" y="11815"/>
                  <a:pt x="5420" y="11815"/>
                </a:cubicBezTo>
                <a:lnTo>
                  <a:pt x="3781" y="11815"/>
                </a:lnTo>
                <a:cubicBezTo>
                  <a:pt x="2143" y="11815"/>
                  <a:pt x="883" y="10523"/>
                  <a:pt x="851" y="8948"/>
                </a:cubicBezTo>
                <a:lnTo>
                  <a:pt x="851" y="5797"/>
                </a:lnTo>
                <a:lnTo>
                  <a:pt x="3403" y="5797"/>
                </a:lnTo>
                <a:cubicBezTo>
                  <a:pt x="3498" y="6018"/>
                  <a:pt x="3655" y="6270"/>
                  <a:pt x="3876" y="6427"/>
                </a:cubicBezTo>
                <a:cubicBezTo>
                  <a:pt x="4098" y="6579"/>
                  <a:pt x="4340" y="6649"/>
                  <a:pt x="4575" y="6649"/>
                </a:cubicBezTo>
                <a:cubicBezTo>
                  <a:pt x="5073" y="6649"/>
                  <a:pt x="5542" y="6332"/>
                  <a:pt x="5735" y="5797"/>
                </a:cubicBezTo>
                <a:close/>
                <a:moveTo>
                  <a:pt x="3750" y="0"/>
                </a:moveTo>
                <a:cubicBezTo>
                  <a:pt x="1702" y="0"/>
                  <a:pt x="1" y="1670"/>
                  <a:pt x="1" y="3718"/>
                </a:cubicBezTo>
                <a:lnTo>
                  <a:pt x="1" y="8885"/>
                </a:lnTo>
                <a:cubicBezTo>
                  <a:pt x="1" y="10932"/>
                  <a:pt x="1639" y="12602"/>
                  <a:pt x="3750" y="12602"/>
                </a:cubicBezTo>
                <a:lnTo>
                  <a:pt x="5388" y="12602"/>
                </a:lnTo>
                <a:cubicBezTo>
                  <a:pt x="7436" y="12602"/>
                  <a:pt x="9137" y="10964"/>
                  <a:pt x="9074" y="8885"/>
                </a:cubicBezTo>
                <a:lnTo>
                  <a:pt x="9074" y="3686"/>
                </a:lnTo>
                <a:cubicBezTo>
                  <a:pt x="9137" y="1670"/>
                  <a:pt x="7467" y="0"/>
                  <a:pt x="5388"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8615;p68">
            <a:extLst>
              <a:ext uri="{FF2B5EF4-FFF2-40B4-BE49-F238E27FC236}">
                <a16:creationId xmlns:a16="http://schemas.microsoft.com/office/drawing/2014/main" id="{C14AF435-F191-EEE5-61E5-05E7CCFEE04A}"/>
              </a:ext>
            </a:extLst>
          </p:cNvPr>
          <p:cNvSpPr/>
          <p:nvPr/>
        </p:nvSpPr>
        <p:spPr>
          <a:xfrm>
            <a:off x="14135116" y="5935441"/>
            <a:ext cx="76" cy="76"/>
          </a:xfrm>
          <a:custGeom>
            <a:avLst/>
            <a:gdLst/>
            <a:ahLst/>
            <a:cxnLst/>
            <a:rect l="l" t="t" r="r" b="b"/>
            <a:pathLst>
              <a:path w="1" h="1" extrusionOk="0">
                <a:moveTo>
                  <a:pt x="1" y="1"/>
                </a:move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03" name="Google Shape;8616;p68">
            <a:extLst>
              <a:ext uri="{FF2B5EF4-FFF2-40B4-BE49-F238E27FC236}">
                <a16:creationId xmlns:a16="http://schemas.microsoft.com/office/drawing/2014/main" id="{2083CD00-B71A-C35A-085E-2E7310022147}"/>
              </a:ext>
            </a:extLst>
          </p:cNvPr>
          <p:cNvGrpSpPr/>
          <p:nvPr/>
        </p:nvGrpSpPr>
        <p:grpSpPr>
          <a:xfrm>
            <a:off x="14266299" y="5031956"/>
            <a:ext cx="1009177" cy="955308"/>
            <a:chOff x="-39055650" y="2315975"/>
            <a:chExt cx="331600" cy="313900"/>
          </a:xfrm>
          <a:solidFill>
            <a:srgbClr val="555559"/>
          </a:solidFill>
        </p:grpSpPr>
        <p:sp>
          <p:nvSpPr>
            <p:cNvPr id="1846" name="Google Shape;8617;p68">
              <a:extLst>
                <a:ext uri="{FF2B5EF4-FFF2-40B4-BE49-F238E27FC236}">
                  <a16:creationId xmlns:a16="http://schemas.microsoft.com/office/drawing/2014/main" id="{822064C0-4764-79EF-B249-CB998063BB2D}"/>
                </a:ext>
              </a:extLst>
            </p:cNvPr>
            <p:cNvSpPr/>
            <p:nvPr/>
          </p:nvSpPr>
          <p:spPr>
            <a:xfrm>
              <a:off x="-38976900" y="2390225"/>
              <a:ext cx="167775" cy="165825"/>
            </a:xfrm>
            <a:custGeom>
              <a:avLst/>
              <a:gdLst/>
              <a:ahLst/>
              <a:cxnLst/>
              <a:rect l="l" t="t" r="r" b="b"/>
              <a:pathLst>
                <a:path w="6711" h="6633" extrusionOk="0">
                  <a:moveTo>
                    <a:pt x="3765" y="1"/>
                  </a:moveTo>
                  <a:cubicBezTo>
                    <a:pt x="3655" y="1"/>
                    <a:pt x="3545" y="40"/>
                    <a:pt x="3466" y="119"/>
                  </a:cubicBezTo>
                  <a:cubicBezTo>
                    <a:pt x="3309" y="276"/>
                    <a:pt x="3309" y="560"/>
                    <a:pt x="3466" y="718"/>
                  </a:cubicBezTo>
                  <a:lnTo>
                    <a:pt x="4411" y="1663"/>
                  </a:lnTo>
                  <a:lnTo>
                    <a:pt x="3340" y="2734"/>
                  </a:lnTo>
                  <a:lnTo>
                    <a:pt x="2395" y="1789"/>
                  </a:lnTo>
                  <a:cubicBezTo>
                    <a:pt x="2316" y="1710"/>
                    <a:pt x="2214" y="1671"/>
                    <a:pt x="2111" y="1671"/>
                  </a:cubicBezTo>
                  <a:cubicBezTo>
                    <a:pt x="2009" y="1671"/>
                    <a:pt x="1907" y="1710"/>
                    <a:pt x="1828" y="1789"/>
                  </a:cubicBezTo>
                  <a:cubicBezTo>
                    <a:pt x="1670" y="1946"/>
                    <a:pt x="1670" y="2198"/>
                    <a:pt x="1828" y="2387"/>
                  </a:cubicBezTo>
                  <a:lnTo>
                    <a:pt x="2773" y="3332"/>
                  </a:lnTo>
                  <a:lnTo>
                    <a:pt x="1702" y="4372"/>
                  </a:lnTo>
                  <a:lnTo>
                    <a:pt x="757" y="3427"/>
                  </a:lnTo>
                  <a:cubicBezTo>
                    <a:pt x="678" y="3348"/>
                    <a:pt x="568" y="3309"/>
                    <a:pt x="457" y="3309"/>
                  </a:cubicBezTo>
                  <a:cubicBezTo>
                    <a:pt x="347" y="3309"/>
                    <a:pt x="237" y="3348"/>
                    <a:pt x="158" y="3427"/>
                  </a:cubicBezTo>
                  <a:cubicBezTo>
                    <a:pt x="1" y="3584"/>
                    <a:pt x="1" y="3868"/>
                    <a:pt x="158" y="4026"/>
                  </a:cubicBezTo>
                  <a:lnTo>
                    <a:pt x="1103" y="4971"/>
                  </a:lnTo>
                  <a:lnTo>
                    <a:pt x="977" y="5097"/>
                  </a:lnTo>
                  <a:cubicBezTo>
                    <a:pt x="820" y="5254"/>
                    <a:pt x="820" y="5538"/>
                    <a:pt x="977" y="5695"/>
                  </a:cubicBezTo>
                  <a:cubicBezTo>
                    <a:pt x="1056" y="5774"/>
                    <a:pt x="1166" y="5813"/>
                    <a:pt x="1276" y="5813"/>
                  </a:cubicBezTo>
                  <a:cubicBezTo>
                    <a:pt x="1387" y="5813"/>
                    <a:pt x="1497" y="5774"/>
                    <a:pt x="1576" y="5695"/>
                  </a:cubicBezTo>
                  <a:lnTo>
                    <a:pt x="1702" y="5569"/>
                  </a:lnTo>
                  <a:lnTo>
                    <a:pt x="2647" y="6514"/>
                  </a:lnTo>
                  <a:cubicBezTo>
                    <a:pt x="2726" y="6593"/>
                    <a:pt x="2836" y="6633"/>
                    <a:pt x="2946" y="6633"/>
                  </a:cubicBezTo>
                  <a:cubicBezTo>
                    <a:pt x="3057" y="6633"/>
                    <a:pt x="3167" y="6593"/>
                    <a:pt x="3246" y="6514"/>
                  </a:cubicBezTo>
                  <a:cubicBezTo>
                    <a:pt x="3403" y="6357"/>
                    <a:pt x="3403" y="6073"/>
                    <a:pt x="3246" y="5916"/>
                  </a:cubicBezTo>
                  <a:lnTo>
                    <a:pt x="2300" y="4971"/>
                  </a:lnTo>
                  <a:lnTo>
                    <a:pt x="3340" y="3899"/>
                  </a:lnTo>
                  <a:lnTo>
                    <a:pt x="4285" y="4845"/>
                  </a:lnTo>
                  <a:cubicBezTo>
                    <a:pt x="4364" y="4923"/>
                    <a:pt x="4474" y="4963"/>
                    <a:pt x="4585" y="4963"/>
                  </a:cubicBezTo>
                  <a:cubicBezTo>
                    <a:pt x="4695" y="4963"/>
                    <a:pt x="4805" y="4923"/>
                    <a:pt x="4884" y="4845"/>
                  </a:cubicBezTo>
                  <a:cubicBezTo>
                    <a:pt x="5041" y="4687"/>
                    <a:pt x="5041" y="4435"/>
                    <a:pt x="4884" y="4278"/>
                  </a:cubicBezTo>
                  <a:lnTo>
                    <a:pt x="3939" y="3332"/>
                  </a:lnTo>
                  <a:lnTo>
                    <a:pt x="5010" y="2261"/>
                  </a:lnTo>
                  <a:lnTo>
                    <a:pt x="5955" y="3206"/>
                  </a:lnTo>
                  <a:cubicBezTo>
                    <a:pt x="6034" y="3285"/>
                    <a:pt x="6144" y="3325"/>
                    <a:pt x="6254" y="3325"/>
                  </a:cubicBezTo>
                  <a:cubicBezTo>
                    <a:pt x="6365" y="3325"/>
                    <a:pt x="6475" y="3285"/>
                    <a:pt x="6554" y="3206"/>
                  </a:cubicBezTo>
                  <a:cubicBezTo>
                    <a:pt x="6711" y="3049"/>
                    <a:pt x="6711" y="2765"/>
                    <a:pt x="6554" y="2608"/>
                  </a:cubicBezTo>
                  <a:lnTo>
                    <a:pt x="5608" y="1663"/>
                  </a:lnTo>
                  <a:lnTo>
                    <a:pt x="5703" y="1537"/>
                  </a:lnTo>
                  <a:cubicBezTo>
                    <a:pt x="5860" y="1379"/>
                    <a:pt x="5860" y="1127"/>
                    <a:pt x="5703" y="970"/>
                  </a:cubicBezTo>
                  <a:cubicBezTo>
                    <a:pt x="5624" y="891"/>
                    <a:pt x="5522" y="851"/>
                    <a:pt x="5419" y="851"/>
                  </a:cubicBezTo>
                  <a:cubicBezTo>
                    <a:pt x="5317" y="851"/>
                    <a:pt x="5215" y="891"/>
                    <a:pt x="5136" y="970"/>
                  </a:cubicBezTo>
                  <a:lnTo>
                    <a:pt x="5010" y="1064"/>
                  </a:lnTo>
                  <a:lnTo>
                    <a:pt x="4065" y="119"/>
                  </a:lnTo>
                  <a:cubicBezTo>
                    <a:pt x="3986" y="40"/>
                    <a:pt x="3876" y="1"/>
                    <a:pt x="376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8618;p68">
              <a:extLst>
                <a:ext uri="{FF2B5EF4-FFF2-40B4-BE49-F238E27FC236}">
                  <a16:creationId xmlns:a16="http://schemas.microsoft.com/office/drawing/2014/main" id="{6800C5A6-8F17-9A03-3223-2A33698ED62B}"/>
                </a:ext>
              </a:extLst>
            </p:cNvPr>
            <p:cNvSpPr/>
            <p:nvPr/>
          </p:nvSpPr>
          <p:spPr>
            <a:xfrm>
              <a:off x="-39055650" y="2315975"/>
              <a:ext cx="331600" cy="313900"/>
            </a:xfrm>
            <a:custGeom>
              <a:avLst/>
              <a:gdLst/>
              <a:ahLst/>
              <a:cxnLst/>
              <a:rect l="l" t="t" r="r" b="b"/>
              <a:pathLst>
                <a:path w="13264" h="12556" extrusionOk="0">
                  <a:moveTo>
                    <a:pt x="9083" y="792"/>
                  </a:moveTo>
                  <a:cubicBezTo>
                    <a:pt x="9988" y="792"/>
                    <a:pt x="10673" y="917"/>
                    <a:pt x="11121" y="1041"/>
                  </a:cubicBezTo>
                  <a:cubicBezTo>
                    <a:pt x="11216" y="1073"/>
                    <a:pt x="11373" y="1167"/>
                    <a:pt x="11499" y="1199"/>
                  </a:cubicBezTo>
                  <a:lnTo>
                    <a:pt x="11625" y="1325"/>
                  </a:lnTo>
                  <a:cubicBezTo>
                    <a:pt x="11814" y="1608"/>
                    <a:pt x="11909" y="2144"/>
                    <a:pt x="11940" y="2459"/>
                  </a:cubicBezTo>
                  <a:cubicBezTo>
                    <a:pt x="12003" y="3152"/>
                    <a:pt x="12003" y="3845"/>
                    <a:pt x="11972" y="4475"/>
                  </a:cubicBezTo>
                  <a:lnTo>
                    <a:pt x="8317" y="821"/>
                  </a:lnTo>
                  <a:cubicBezTo>
                    <a:pt x="8588" y="801"/>
                    <a:pt x="8843" y="792"/>
                    <a:pt x="9083" y="792"/>
                  </a:cubicBezTo>
                  <a:close/>
                  <a:moveTo>
                    <a:pt x="7246" y="978"/>
                  </a:moveTo>
                  <a:lnTo>
                    <a:pt x="11814" y="5546"/>
                  </a:lnTo>
                  <a:cubicBezTo>
                    <a:pt x="11184" y="8728"/>
                    <a:pt x="9136" y="11028"/>
                    <a:pt x="5797" y="11595"/>
                  </a:cubicBezTo>
                  <a:lnTo>
                    <a:pt x="1229" y="7027"/>
                  </a:lnTo>
                  <a:cubicBezTo>
                    <a:pt x="1890" y="3845"/>
                    <a:pt x="3907" y="1608"/>
                    <a:pt x="7246" y="978"/>
                  </a:cubicBezTo>
                  <a:close/>
                  <a:moveTo>
                    <a:pt x="1071" y="8004"/>
                  </a:moveTo>
                  <a:lnTo>
                    <a:pt x="4726" y="11690"/>
                  </a:lnTo>
                  <a:cubicBezTo>
                    <a:pt x="4391" y="11722"/>
                    <a:pt x="4083" y="11736"/>
                    <a:pt x="3800" y="11736"/>
                  </a:cubicBezTo>
                  <a:cubicBezTo>
                    <a:pt x="2431" y="11736"/>
                    <a:pt x="1669" y="11411"/>
                    <a:pt x="1512" y="11280"/>
                  </a:cubicBezTo>
                  <a:cubicBezTo>
                    <a:pt x="1229" y="11028"/>
                    <a:pt x="914" y="9799"/>
                    <a:pt x="1071" y="8004"/>
                  </a:cubicBezTo>
                  <a:close/>
                  <a:moveTo>
                    <a:pt x="9132" y="0"/>
                  </a:moveTo>
                  <a:cubicBezTo>
                    <a:pt x="8355" y="0"/>
                    <a:pt x="7508" y="77"/>
                    <a:pt x="6742" y="222"/>
                  </a:cubicBezTo>
                  <a:cubicBezTo>
                    <a:pt x="5482" y="506"/>
                    <a:pt x="4411" y="978"/>
                    <a:pt x="3560" y="1640"/>
                  </a:cubicBezTo>
                  <a:cubicBezTo>
                    <a:pt x="1764" y="2931"/>
                    <a:pt x="756" y="4948"/>
                    <a:pt x="347" y="7090"/>
                  </a:cubicBezTo>
                  <a:lnTo>
                    <a:pt x="347" y="7122"/>
                  </a:lnTo>
                  <a:cubicBezTo>
                    <a:pt x="0" y="9012"/>
                    <a:pt x="189" y="10934"/>
                    <a:pt x="756" y="11721"/>
                  </a:cubicBezTo>
                  <a:cubicBezTo>
                    <a:pt x="882" y="11879"/>
                    <a:pt x="945" y="11942"/>
                    <a:pt x="1103" y="12036"/>
                  </a:cubicBezTo>
                  <a:cubicBezTo>
                    <a:pt x="1678" y="12389"/>
                    <a:pt x="2725" y="12556"/>
                    <a:pt x="3868" y="12556"/>
                  </a:cubicBezTo>
                  <a:cubicBezTo>
                    <a:pt x="4664" y="12556"/>
                    <a:pt x="5506" y="12475"/>
                    <a:pt x="6270" y="12320"/>
                  </a:cubicBezTo>
                  <a:cubicBezTo>
                    <a:pt x="8380" y="11879"/>
                    <a:pt x="9956" y="10776"/>
                    <a:pt x="11058" y="9295"/>
                  </a:cubicBezTo>
                  <a:cubicBezTo>
                    <a:pt x="13264" y="6302"/>
                    <a:pt x="13075" y="2018"/>
                    <a:pt x="12255" y="852"/>
                  </a:cubicBezTo>
                  <a:cubicBezTo>
                    <a:pt x="12129" y="695"/>
                    <a:pt x="11972" y="537"/>
                    <a:pt x="11657" y="411"/>
                  </a:cubicBezTo>
                  <a:cubicBezTo>
                    <a:pt x="11279" y="222"/>
                    <a:pt x="10712" y="159"/>
                    <a:pt x="10271" y="64"/>
                  </a:cubicBezTo>
                  <a:cubicBezTo>
                    <a:pt x="9925" y="21"/>
                    <a:pt x="9538" y="0"/>
                    <a:pt x="913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04" name="Google Shape;8619;p68">
            <a:extLst>
              <a:ext uri="{FF2B5EF4-FFF2-40B4-BE49-F238E27FC236}">
                <a16:creationId xmlns:a16="http://schemas.microsoft.com/office/drawing/2014/main" id="{94410147-04A9-EB21-C0BF-5F75B6EC2E89}"/>
              </a:ext>
            </a:extLst>
          </p:cNvPr>
          <p:cNvSpPr/>
          <p:nvPr/>
        </p:nvSpPr>
        <p:spPr>
          <a:xfrm>
            <a:off x="14283424" y="6223104"/>
            <a:ext cx="968395" cy="822240"/>
          </a:xfrm>
          <a:custGeom>
            <a:avLst/>
            <a:gdLst/>
            <a:ahLst/>
            <a:cxnLst/>
            <a:rect l="l" t="t" r="r" b="b"/>
            <a:pathLst>
              <a:path w="12728" h="10807" extrusionOk="0">
                <a:moveTo>
                  <a:pt x="11877" y="819"/>
                </a:moveTo>
                <a:lnTo>
                  <a:pt x="11877" y="2489"/>
                </a:lnTo>
                <a:lnTo>
                  <a:pt x="851" y="2489"/>
                </a:lnTo>
                <a:lnTo>
                  <a:pt x="851" y="819"/>
                </a:lnTo>
                <a:close/>
                <a:moveTo>
                  <a:pt x="3340" y="3308"/>
                </a:moveTo>
                <a:lnTo>
                  <a:pt x="3340" y="6616"/>
                </a:lnTo>
                <a:lnTo>
                  <a:pt x="2520" y="6616"/>
                </a:lnTo>
                <a:lnTo>
                  <a:pt x="2520" y="3308"/>
                </a:lnTo>
                <a:close/>
                <a:moveTo>
                  <a:pt x="6648" y="3308"/>
                </a:moveTo>
                <a:lnTo>
                  <a:pt x="6648" y="6616"/>
                </a:lnTo>
                <a:lnTo>
                  <a:pt x="5828" y="6616"/>
                </a:lnTo>
                <a:lnTo>
                  <a:pt x="5828" y="3308"/>
                </a:lnTo>
                <a:close/>
                <a:moveTo>
                  <a:pt x="10239" y="3308"/>
                </a:moveTo>
                <a:lnTo>
                  <a:pt x="10239" y="6616"/>
                </a:lnTo>
                <a:lnTo>
                  <a:pt x="9420" y="6616"/>
                </a:lnTo>
                <a:lnTo>
                  <a:pt x="9420" y="3308"/>
                </a:lnTo>
                <a:close/>
                <a:moveTo>
                  <a:pt x="1701" y="3308"/>
                </a:moveTo>
                <a:lnTo>
                  <a:pt x="1701" y="7026"/>
                </a:lnTo>
                <a:cubicBezTo>
                  <a:pt x="1701" y="7246"/>
                  <a:pt x="1890" y="7435"/>
                  <a:pt x="2111" y="7435"/>
                </a:cubicBezTo>
                <a:lnTo>
                  <a:pt x="2552" y="7435"/>
                </a:lnTo>
                <a:lnTo>
                  <a:pt x="2552" y="9924"/>
                </a:lnTo>
                <a:lnTo>
                  <a:pt x="851" y="9924"/>
                </a:lnTo>
                <a:lnTo>
                  <a:pt x="851" y="3308"/>
                </a:lnTo>
                <a:close/>
                <a:moveTo>
                  <a:pt x="5009" y="3308"/>
                </a:moveTo>
                <a:lnTo>
                  <a:pt x="5009" y="7026"/>
                </a:lnTo>
                <a:cubicBezTo>
                  <a:pt x="5009" y="7246"/>
                  <a:pt x="5198" y="7435"/>
                  <a:pt x="5387" y="7435"/>
                </a:cubicBezTo>
                <a:lnTo>
                  <a:pt x="5828" y="7435"/>
                </a:lnTo>
                <a:lnTo>
                  <a:pt x="5828" y="9924"/>
                </a:lnTo>
                <a:lnTo>
                  <a:pt x="3340" y="9924"/>
                </a:lnTo>
                <a:lnTo>
                  <a:pt x="3340" y="7435"/>
                </a:lnTo>
                <a:lnTo>
                  <a:pt x="3781" y="7435"/>
                </a:lnTo>
                <a:cubicBezTo>
                  <a:pt x="4001" y="7435"/>
                  <a:pt x="4159" y="7246"/>
                  <a:pt x="4159" y="7026"/>
                </a:cubicBezTo>
                <a:lnTo>
                  <a:pt x="4159" y="3308"/>
                </a:lnTo>
                <a:close/>
                <a:moveTo>
                  <a:pt x="8569" y="3308"/>
                </a:moveTo>
                <a:lnTo>
                  <a:pt x="8569" y="7026"/>
                </a:lnTo>
                <a:cubicBezTo>
                  <a:pt x="8569" y="7246"/>
                  <a:pt x="8790" y="7435"/>
                  <a:pt x="9010" y="7435"/>
                </a:cubicBezTo>
                <a:lnTo>
                  <a:pt x="9452" y="7435"/>
                </a:lnTo>
                <a:lnTo>
                  <a:pt x="9452" y="9924"/>
                </a:lnTo>
                <a:lnTo>
                  <a:pt x="6648" y="9924"/>
                </a:lnTo>
                <a:lnTo>
                  <a:pt x="6648" y="7435"/>
                </a:lnTo>
                <a:lnTo>
                  <a:pt x="7089" y="7435"/>
                </a:lnTo>
                <a:cubicBezTo>
                  <a:pt x="7309" y="7435"/>
                  <a:pt x="7467" y="7246"/>
                  <a:pt x="7467" y="7026"/>
                </a:cubicBezTo>
                <a:lnTo>
                  <a:pt x="7467" y="3308"/>
                </a:lnTo>
                <a:close/>
                <a:moveTo>
                  <a:pt x="11940" y="3308"/>
                </a:moveTo>
                <a:lnTo>
                  <a:pt x="11940" y="9924"/>
                </a:lnTo>
                <a:lnTo>
                  <a:pt x="10239" y="9924"/>
                </a:lnTo>
                <a:lnTo>
                  <a:pt x="10239" y="7435"/>
                </a:lnTo>
                <a:lnTo>
                  <a:pt x="10680" y="7435"/>
                </a:lnTo>
                <a:cubicBezTo>
                  <a:pt x="10901" y="7435"/>
                  <a:pt x="11090" y="7246"/>
                  <a:pt x="11090" y="7026"/>
                </a:cubicBezTo>
                <a:lnTo>
                  <a:pt x="11090" y="3308"/>
                </a:lnTo>
                <a:close/>
                <a:moveTo>
                  <a:pt x="441" y="0"/>
                </a:moveTo>
                <a:cubicBezTo>
                  <a:pt x="189" y="0"/>
                  <a:pt x="0" y="189"/>
                  <a:pt x="0" y="441"/>
                </a:cubicBezTo>
                <a:lnTo>
                  <a:pt x="0" y="10365"/>
                </a:lnTo>
                <a:cubicBezTo>
                  <a:pt x="0" y="10586"/>
                  <a:pt x="189" y="10806"/>
                  <a:pt x="441" y="10806"/>
                </a:cubicBezTo>
                <a:lnTo>
                  <a:pt x="12287" y="10806"/>
                </a:lnTo>
                <a:cubicBezTo>
                  <a:pt x="12508" y="10806"/>
                  <a:pt x="12728" y="10586"/>
                  <a:pt x="12728" y="10365"/>
                </a:cubicBezTo>
                <a:lnTo>
                  <a:pt x="12728" y="2930"/>
                </a:lnTo>
                <a:lnTo>
                  <a:pt x="12728" y="441"/>
                </a:lnTo>
                <a:cubicBezTo>
                  <a:pt x="12728" y="189"/>
                  <a:pt x="12508" y="0"/>
                  <a:pt x="12287"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8620;p68">
            <a:extLst>
              <a:ext uri="{FF2B5EF4-FFF2-40B4-BE49-F238E27FC236}">
                <a16:creationId xmlns:a16="http://schemas.microsoft.com/office/drawing/2014/main" id="{656D6078-88C5-1FB3-60C7-21C3833163C6}"/>
              </a:ext>
            </a:extLst>
          </p:cNvPr>
          <p:cNvSpPr/>
          <p:nvPr/>
        </p:nvSpPr>
        <p:spPr>
          <a:xfrm>
            <a:off x="18989295" y="4994082"/>
            <a:ext cx="750340" cy="970222"/>
          </a:xfrm>
          <a:custGeom>
            <a:avLst/>
            <a:gdLst/>
            <a:ahLst/>
            <a:cxnLst/>
            <a:rect l="l" t="t" r="r" b="b"/>
            <a:pathLst>
              <a:path w="9862" h="12752" extrusionOk="0">
                <a:moveTo>
                  <a:pt x="2395" y="1001"/>
                </a:moveTo>
                <a:lnTo>
                  <a:pt x="5042" y="3552"/>
                </a:lnTo>
                <a:lnTo>
                  <a:pt x="3971" y="4655"/>
                </a:lnTo>
                <a:lnTo>
                  <a:pt x="1356" y="2103"/>
                </a:lnTo>
                <a:lnTo>
                  <a:pt x="2395" y="1001"/>
                </a:lnTo>
                <a:close/>
                <a:moveTo>
                  <a:pt x="5640" y="4151"/>
                </a:moveTo>
                <a:lnTo>
                  <a:pt x="6302" y="4781"/>
                </a:lnTo>
                <a:lnTo>
                  <a:pt x="5231" y="5884"/>
                </a:lnTo>
                <a:lnTo>
                  <a:pt x="4569" y="5254"/>
                </a:lnTo>
                <a:lnTo>
                  <a:pt x="5640" y="4151"/>
                </a:lnTo>
                <a:close/>
                <a:moveTo>
                  <a:pt x="4443" y="8562"/>
                </a:moveTo>
                <a:cubicBezTo>
                  <a:pt x="4664" y="8562"/>
                  <a:pt x="4821" y="8688"/>
                  <a:pt x="4853" y="8845"/>
                </a:cubicBezTo>
                <a:cubicBezTo>
                  <a:pt x="4884" y="8908"/>
                  <a:pt x="4853" y="8877"/>
                  <a:pt x="4884" y="9790"/>
                </a:cubicBezTo>
                <a:lnTo>
                  <a:pt x="4884" y="10200"/>
                </a:lnTo>
                <a:lnTo>
                  <a:pt x="4065" y="10200"/>
                </a:lnTo>
                <a:lnTo>
                  <a:pt x="4065" y="9003"/>
                </a:lnTo>
                <a:cubicBezTo>
                  <a:pt x="4065" y="8751"/>
                  <a:pt x="4254" y="8562"/>
                  <a:pt x="4443" y="8562"/>
                </a:cubicBezTo>
                <a:close/>
                <a:moveTo>
                  <a:pt x="7814" y="10956"/>
                </a:moveTo>
                <a:cubicBezTo>
                  <a:pt x="8035" y="10956"/>
                  <a:pt x="8224" y="11145"/>
                  <a:pt x="8224" y="11366"/>
                </a:cubicBezTo>
                <a:lnTo>
                  <a:pt x="8224" y="11744"/>
                </a:lnTo>
                <a:lnTo>
                  <a:pt x="789" y="11870"/>
                </a:lnTo>
                <a:lnTo>
                  <a:pt x="789" y="11460"/>
                </a:lnTo>
                <a:cubicBezTo>
                  <a:pt x="789" y="11271"/>
                  <a:pt x="915" y="11114"/>
                  <a:pt x="1072" y="11082"/>
                </a:cubicBezTo>
                <a:cubicBezTo>
                  <a:pt x="1104" y="11066"/>
                  <a:pt x="1072" y="11066"/>
                  <a:pt x="1371" y="11066"/>
                </a:cubicBezTo>
                <a:cubicBezTo>
                  <a:pt x="1671" y="11066"/>
                  <a:pt x="2301" y="11066"/>
                  <a:pt x="3656" y="11051"/>
                </a:cubicBezTo>
                <a:cubicBezTo>
                  <a:pt x="3719" y="11051"/>
                  <a:pt x="5357" y="10988"/>
                  <a:pt x="5325" y="10988"/>
                </a:cubicBezTo>
                <a:cubicBezTo>
                  <a:pt x="5483" y="10988"/>
                  <a:pt x="7121" y="10956"/>
                  <a:pt x="7814" y="10956"/>
                </a:cubicBezTo>
                <a:close/>
                <a:moveTo>
                  <a:pt x="2427" y="0"/>
                </a:moveTo>
                <a:cubicBezTo>
                  <a:pt x="2324" y="0"/>
                  <a:pt x="2222" y="40"/>
                  <a:pt x="2143" y="118"/>
                </a:cubicBezTo>
                <a:lnTo>
                  <a:pt x="505" y="1820"/>
                </a:lnTo>
                <a:cubicBezTo>
                  <a:pt x="348" y="1977"/>
                  <a:pt x="348" y="2261"/>
                  <a:pt x="505" y="2418"/>
                </a:cubicBezTo>
                <a:lnTo>
                  <a:pt x="1608" y="3458"/>
                </a:lnTo>
                <a:cubicBezTo>
                  <a:pt x="726" y="4624"/>
                  <a:pt x="505" y="6104"/>
                  <a:pt x="946" y="7396"/>
                </a:cubicBezTo>
                <a:cubicBezTo>
                  <a:pt x="1356" y="8499"/>
                  <a:pt x="2175" y="9412"/>
                  <a:pt x="3277" y="9885"/>
                </a:cubicBezTo>
                <a:lnTo>
                  <a:pt x="3277" y="10263"/>
                </a:lnTo>
                <a:lnTo>
                  <a:pt x="1230" y="10294"/>
                </a:lnTo>
                <a:cubicBezTo>
                  <a:pt x="568" y="10294"/>
                  <a:pt x="1" y="10862"/>
                  <a:pt x="1" y="11555"/>
                </a:cubicBezTo>
                <a:lnTo>
                  <a:pt x="1" y="12374"/>
                </a:lnTo>
                <a:cubicBezTo>
                  <a:pt x="1" y="12594"/>
                  <a:pt x="222" y="12752"/>
                  <a:pt x="442" y="12752"/>
                </a:cubicBezTo>
                <a:lnTo>
                  <a:pt x="8728" y="12657"/>
                </a:lnTo>
                <a:cubicBezTo>
                  <a:pt x="8948" y="12657"/>
                  <a:pt x="9106" y="12437"/>
                  <a:pt x="9106" y="12216"/>
                </a:cubicBezTo>
                <a:lnTo>
                  <a:pt x="9106" y="11397"/>
                </a:lnTo>
                <a:cubicBezTo>
                  <a:pt x="9106" y="10704"/>
                  <a:pt x="8507" y="10168"/>
                  <a:pt x="7846" y="10168"/>
                </a:cubicBezTo>
                <a:lnTo>
                  <a:pt x="5798" y="10200"/>
                </a:lnTo>
                <a:lnTo>
                  <a:pt x="5798" y="10137"/>
                </a:lnTo>
                <a:cubicBezTo>
                  <a:pt x="7153" y="9853"/>
                  <a:pt x="8255" y="8908"/>
                  <a:pt x="8759" y="7680"/>
                </a:cubicBezTo>
                <a:lnTo>
                  <a:pt x="9452" y="7680"/>
                </a:lnTo>
                <a:cubicBezTo>
                  <a:pt x="9704" y="7680"/>
                  <a:pt x="9862" y="7491"/>
                  <a:pt x="9862" y="7270"/>
                </a:cubicBezTo>
                <a:cubicBezTo>
                  <a:pt x="9799" y="6986"/>
                  <a:pt x="9610" y="6797"/>
                  <a:pt x="9389" y="6797"/>
                </a:cubicBezTo>
                <a:lnTo>
                  <a:pt x="6901" y="6829"/>
                </a:lnTo>
                <a:cubicBezTo>
                  <a:pt x="6649" y="6829"/>
                  <a:pt x="6491" y="7018"/>
                  <a:pt x="6491" y="7270"/>
                </a:cubicBezTo>
                <a:cubicBezTo>
                  <a:pt x="6491" y="7491"/>
                  <a:pt x="6712" y="7648"/>
                  <a:pt x="6932" y="7648"/>
                </a:cubicBezTo>
                <a:lnTo>
                  <a:pt x="7751" y="7648"/>
                </a:lnTo>
                <a:cubicBezTo>
                  <a:pt x="7342" y="8436"/>
                  <a:pt x="6586" y="9003"/>
                  <a:pt x="5703" y="9223"/>
                </a:cubicBezTo>
                <a:lnTo>
                  <a:pt x="5703" y="8908"/>
                </a:lnTo>
                <a:cubicBezTo>
                  <a:pt x="5703" y="8341"/>
                  <a:pt x="5357" y="7900"/>
                  <a:pt x="4821" y="7711"/>
                </a:cubicBezTo>
                <a:cubicBezTo>
                  <a:pt x="4709" y="7680"/>
                  <a:pt x="4598" y="7665"/>
                  <a:pt x="4488" y="7665"/>
                </a:cubicBezTo>
                <a:cubicBezTo>
                  <a:pt x="3826" y="7665"/>
                  <a:pt x="3246" y="8205"/>
                  <a:pt x="3246" y="8908"/>
                </a:cubicBezTo>
                <a:cubicBezTo>
                  <a:pt x="1450" y="7932"/>
                  <a:pt x="1041" y="5569"/>
                  <a:pt x="2206" y="4025"/>
                </a:cubicBezTo>
                <a:lnTo>
                  <a:pt x="2206" y="4025"/>
                </a:lnTo>
                <a:lnTo>
                  <a:pt x="5010" y="6734"/>
                </a:lnTo>
                <a:cubicBezTo>
                  <a:pt x="5089" y="6813"/>
                  <a:pt x="5199" y="6853"/>
                  <a:pt x="5310" y="6853"/>
                </a:cubicBezTo>
                <a:cubicBezTo>
                  <a:pt x="5420" y="6853"/>
                  <a:pt x="5530" y="6813"/>
                  <a:pt x="5609" y="6734"/>
                </a:cubicBezTo>
                <a:lnTo>
                  <a:pt x="7216" y="5033"/>
                </a:lnTo>
                <a:cubicBezTo>
                  <a:pt x="7373" y="4876"/>
                  <a:pt x="7373" y="4624"/>
                  <a:pt x="7216" y="4466"/>
                </a:cubicBezTo>
                <a:lnTo>
                  <a:pt x="5955" y="3237"/>
                </a:lnTo>
                <a:lnTo>
                  <a:pt x="2710" y="118"/>
                </a:lnTo>
                <a:cubicBezTo>
                  <a:pt x="2632" y="40"/>
                  <a:pt x="2529" y="0"/>
                  <a:pt x="2427"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06" name="Google Shape;8621;p68">
            <a:extLst>
              <a:ext uri="{FF2B5EF4-FFF2-40B4-BE49-F238E27FC236}">
                <a16:creationId xmlns:a16="http://schemas.microsoft.com/office/drawing/2014/main" id="{8F764E1D-B058-2FBD-EA96-37CCED217419}"/>
              </a:ext>
            </a:extLst>
          </p:cNvPr>
          <p:cNvGrpSpPr/>
          <p:nvPr/>
        </p:nvGrpSpPr>
        <p:grpSpPr>
          <a:xfrm>
            <a:off x="3999094" y="3917405"/>
            <a:ext cx="982851" cy="961014"/>
            <a:chOff x="-42430625" y="1949750"/>
            <a:chExt cx="322950" cy="315775"/>
          </a:xfrm>
          <a:solidFill>
            <a:srgbClr val="555559"/>
          </a:solidFill>
        </p:grpSpPr>
        <p:sp>
          <p:nvSpPr>
            <p:cNvPr id="1842" name="Google Shape;8622;p68">
              <a:extLst>
                <a:ext uri="{FF2B5EF4-FFF2-40B4-BE49-F238E27FC236}">
                  <a16:creationId xmlns:a16="http://schemas.microsoft.com/office/drawing/2014/main" id="{72F85BDF-B7F0-2D64-ABC2-4A42D55AAF22}"/>
                </a:ext>
              </a:extLst>
            </p:cNvPr>
            <p:cNvSpPr/>
            <p:nvPr/>
          </p:nvSpPr>
          <p:spPr>
            <a:xfrm>
              <a:off x="-42353450" y="2065525"/>
              <a:ext cx="40975" cy="41000"/>
            </a:xfrm>
            <a:custGeom>
              <a:avLst/>
              <a:gdLst/>
              <a:ahLst/>
              <a:cxnLst/>
              <a:rect l="l" t="t" r="r" b="b"/>
              <a:pathLst>
                <a:path w="1639" h="1640" extrusionOk="0">
                  <a:moveTo>
                    <a:pt x="820" y="1"/>
                  </a:moveTo>
                  <a:cubicBezTo>
                    <a:pt x="379" y="1"/>
                    <a:pt x="1" y="379"/>
                    <a:pt x="1" y="820"/>
                  </a:cubicBezTo>
                  <a:cubicBezTo>
                    <a:pt x="1" y="1293"/>
                    <a:pt x="379" y="1639"/>
                    <a:pt x="820" y="1639"/>
                  </a:cubicBezTo>
                  <a:cubicBezTo>
                    <a:pt x="1261" y="1639"/>
                    <a:pt x="1639" y="1293"/>
                    <a:pt x="1639" y="820"/>
                  </a:cubicBezTo>
                  <a:cubicBezTo>
                    <a:pt x="1639" y="379"/>
                    <a:pt x="1261" y="1"/>
                    <a:pt x="82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8623;p68">
              <a:extLst>
                <a:ext uri="{FF2B5EF4-FFF2-40B4-BE49-F238E27FC236}">
                  <a16:creationId xmlns:a16="http://schemas.microsoft.com/office/drawing/2014/main" id="{7A0C897E-1F63-6A26-D04B-48D21C6881C1}"/>
                </a:ext>
              </a:extLst>
            </p:cNvPr>
            <p:cNvSpPr/>
            <p:nvPr/>
          </p:nvSpPr>
          <p:spPr>
            <a:xfrm>
              <a:off x="-42289650" y="2065525"/>
              <a:ext cx="40975" cy="41000"/>
            </a:xfrm>
            <a:custGeom>
              <a:avLst/>
              <a:gdLst/>
              <a:ahLst/>
              <a:cxnLst/>
              <a:rect l="l" t="t" r="r" b="b"/>
              <a:pathLst>
                <a:path w="1639" h="1640" extrusionOk="0">
                  <a:moveTo>
                    <a:pt x="820" y="1"/>
                  </a:moveTo>
                  <a:cubicBezTo>
                    <a:pt x="379" y="1"/>
                    <a:pt x="1" y="379"/>
                    <a:pt x="1" y="820"/>
                  </a:cubicBezTo>
                  <a:cubicBezTo>
                    <a:pt x="1" y="1293"/>
                    <a:pt x="379" y="1639"/>
                    <a:pt x="820" y="1639"/>
                  </a:cubicBezTo>
                  <a:cubicBezTo>
                    <a:pt x="1292" y="1639"/>
                    <a:pt x="1639" y="1293"/>
                    <a:pt x="1639" y="820"/>
                  </a:cubicBezTo>
                  <a:cubicBezTo>
                    <a:pt x="1639" y="379"/>
                    <a:pt x="1292" y="1"/>
                    <a:pt x="82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8624;p68">
              <a:extLst>
                <a:ext uri="{FF2B5EF4-FFF2-40B4-BE49-F238E27FC236}">
                  <a16:creationId xmlns:a16="http://schemas.microsoft.com/office/drawing/2014/main" id="{EA361486-6A18-78A2-AB45-689DF2C75DDA}"/>
                </a:ext>
              </a:extLst>
            </p:cNvPr>
            <p:cNvSpPr/>
            <p:nvPr/>
          </p:nvSpPr>
          <p:spPr>
            <a:xfrm>
              <a:off x="-42226625" y="2065525"/>
              <a:ext cx="40975" cy="41000"/>
            </a:xfrm>
            <a:custGeom>
              <a:avLst/>
              <a:gdLst/>
              <a:ahLst/>
              <a:cxnLst/>
              <a:rect l="l" t="t" r="r" b="b"/>
              <a:pathLst>
                <a:path w="1639" h="1640" extrusionOk="0">
                  <a:moveTo>
                    <a:pt x="819" y="1"/>
                  </a:moveTo>
                  <a:cubicBezTo>
                    <a:pt x="378" y="1"/>
                    <a:pt x="0" y="379"/>
                    <a:pt x="0" y="820"/>
                  </a:cubicBezTo>
                  <a:cubicBezTo>
                    <a:pt x="0" y="1293"/>
                    <a:pt x="378" y="1639"/>
                    <a:pt x="819" y="1639"/>
                  </a:cubicBezTo>
                  <a:cubicBezTo>
                    <a:pt x="1292" y="1639"/>
                    <a:pt x="1638" y="1293"/>
                    <a:pt x="1638" y="820"/>
                  </a:cubicBezTo>
                  <a:cubicBezTo>
                    <a:pt x="1638" y="379"/>
                    <a:pt x="1292" y="1"/>
                    <a:pt x="81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8625;p68">
              <a:extLst>
                <a:ext uri="{FF2B5EF4-FFF2-40B4-BE49-F238E27FC236}">
                  <a16:creationId xmlns:a16="http://schemas.microsoft.com/office/drawing/2014/main" id="{3FF83A52-B18A-142B-ADDE-AE88D80EB49F}"/>
                </a:ext>
              </a:extLst>
            </p:cNvPr>
            <p:cNvSpPr/>
            <p:nvPr/>
          </p:nvSpPr>
          <p:spPr>
            <a:xfrm>
              <a:off x="-42430625" y="1949750"/>
              <a:ext cx="322950" cy="315775"/>
            </a:xfrm>
            <a:custGeom>
              <a:avLst/>
              <a:gdLst/>
              <a:ahLst/>
              <a:cxnLst/>
              <a:rect l="l" t="t" r="r" b="b"/>
              <a:pathLst>
                <a:path w="12918" h="12631" extrusionOk="0">
                  <a:moveTo>
                    <a:pt x="6427" y="757"/>
                  </a:moveTo>
                  <a:cubicBezTo>
                    <a:pt x="8790" y="757"/>
                    <a:pt x="10712" y="2017"/>
                    <a:pt x="11500" y="3655"/>
                  </a:cubicBezTo>
                  <a:cubicBezTo>
                    <a:pt x="12098" y="4821"/>
                    <a:pt x="12098" y="6081"/>
                    <a:pt x="11500" y="7215"/>
                  </a:cubicBezTo>
                  <a:cubicBezTo>
                    <a:pt x="10679" y="8857"/>
                    <a:pt x="8789" y="10067"/>
                    <a:pt x="6472" y="10067"/>
                  </a:cubicBezTo>
                  <a:cubicBezTo>
                    <a:pt x="6210" y="10067"/>
                    <a:pt x="5943" y="10051"/>
                    <a:pt x="5671" y="10019"/>
                  </a:cubicBezTo>
                  <a:cubicBezTo>
                    <a:pt x="5545" y="10019"/>
                    <a:pt x="5451" y="10051"/>
                    <a:pt x="5325" y="10145"/>
                  </a:cubicBezTo>
                  <a:lnTo>
                    <a:pt x="4285" y="11153"/>
                  </a:lnTo>
                  <a:lnTo>
                    <a:pt x="4285" y="9988"/>
                  </a:lnTo>
                  <a:cubicBezTo>
                    <a:pt x="4285" y="9830"/>
                    <a:pt x="4190" y="9673"/>
                    <a:pt x="4033" y="9578"/>
                  </a:cubicBezTo>
                  <a:cubicBezTo>
                    <a:pt x="3088" y="9200"/>
                    <a:pt x="2300" y="8602"/>
                    <a:pt x="1796" y="7908"/>
                  </a:cubicBezTo>
                  <a:cubicBezTo>
                    <a:pt x="0" y="5577"/>
                    <a:pt x="1071" y="2458"/>
                    <a:pt x="4033" y="1229"/>
                  </a:cubicBezTo>
                  <a:cubicBezTo>
                    <a:pt x="4726" y="914"/>
                    <a:pt x="5545" y="757"/>
                    <a:pt x="6427" y="757"/>
                  </a:cubicBezTo>
                  <a:close/>
                  <a:moveTo>
                    <a:pt x="6427" y="1"/>
                  </a:moveTo>
                  <a:cubicBezTo>
                    <a:pt x="2962" y="1"/>
                    <a:pt x="126" y="2427"/>
                    <a:pt x="126" y="5451"/>
                  </a:cubicBezTo>
                  <a:cubicBezTo>
                    <a:pt x="126" y="7593"/>
                    <a:pt x="1544" y="9389"/>
                    <a:pt x="3497" y="10303"/>
                  </a:cubicBezTo>
                  <a:lnTo>
                    <a:pt x="3497" y="12193"/>
                  </a:lnTo>
                  <a:cubicBezTo>
                    <a:pt x="3497" y="12319"/>
                    <a:pt x="3560" y="12477"/>
                    <a:pt x="3655" y="12540"/>
                  </a:cubicBezTo>
                  <a:cubicBezTo>
                    <a:pt x="3729" y="12599"/>
                    <a:pt x="3825" y="12631"/>
                    <a:pt x="3921" y="12631"/>
                  </a:cubicBezTo>
                  <a:cubicBezTo>
                    <a:pt x="4029" y="12631"/>
                    <a:pt x="4139" y="12591"/>
                    <a:pt x="4222" y="12508"/>
                  </a:cubicBezTo>
                  <a:lnTo>
                    <a:pt x="5829" y="10901"/>
                  </a:lnTo>
                  <a:cubicBezTo>
                    <a:pt x="6063" y="10925"/>
                    <a:pt x="6295" y="10936"/>
                    <a:pt x="6524" y="10936"/>
                  </a:cubicBezTo>
                  <a:cubicBezTo>
                    <a:pt x="9075" y="10936"/>
                    <a:pt x="11304" y="9530"/>
                    <a:pt x="12287" y="7593"/>
                  </a:cubicBezTo>
                  <a:cubicBezTo>
                    <a:pt x="12917" y="6239"/>
                    <a:pt x="12917" y="4663"/>
                    <a:pt x="12256" y="3309"/>
                  </a:cubicBezTo>
                  <a:cubicBezTo>
                    <a:pt x="11311" y="1324"/>
                    <a:pt x="9074" y="1"/>
                    <a:pt x="642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07" name="Google Shape;8626;p68">
            <a:extLst>
              <a:ext uri="{FF2B5EF4-FFF2-40B4-BE49-F238E27FC236}">
                <a16:creationId xmlns:a16="http://schemas.microsoft.com/office/drawing/2014/main" id="{92CFC147-3532-2276-0243-70F63810BE11}"/>
              </a:ext>
            </a:extLst>
          </p:cNvPr>
          <p:cNvSpPr/>
          <p:nvPr/>
        </p:nvSpPr>
        <p:spPr>
          <a:xfrm>
            <a:off x="4075234" y="5031821"/>
            <a:ext cx="839053" cy="963678"/>
          </a:xfrm>
          <a:custGeom>
            <a:avLst/>
            <a:gdLst/>
            <a:ahLst/>
            <a:cxnLst/>
            <a:rect l="l" t="t" r="r" b="b"/>
            <a:pathLst>
              <a:path w="11028" h="12666" extrusionOk="0">
                <a:moveTo>
                  <a:pt x="8538" y="820"/>
                </a:moveTo>
                <a:lnTo>
                  <a:pt x="8538" y="2710"/>
                </a:lnTo>
                <a:lnTo>
                  <a:pt x="8412" y="2584"/>
                </a:lnTo>
                <a:cubicBezTo>
                  <a:pt x="8333" y="2505"/>
                  <a:pt x="8223" y="2466"/>
                  <a:pt x="8113" y="2466"/>
                </a:cubicBezTo>
                <a:cubicBezTo>
                  <a:pt x="8003" y="2466"/>
                  <a:pt x="7892" y="2505"/>
                  <a:pt x="7814" y="2584"/>
                </a:cubicBezTo>
                <a:lnTo>
                  <a:pt x="7719" y="2710"/>
                </a:lnTo>
                <a:lnTo>
                  <a:pt x="7719" y="820"/>
                </a:lnTo>
                <a:close/>
                <a:moveTo>
                  <a:pt x="10177" y="820"/>
                </a:moveTo>
                <a:lnTo>
                  <a:pt x="10177" y="9357"/>
                </a:lnTo>
                <a:lnTo>
                  <a:pt x="2458" y="9357"/>
                </a:lnTo>
                <a:lnTo>
                  <a:pt x="2458" y="820"/>
                </a:lnTo>
                <a:lnTo>
                  <a:pt x="6869" y="820"/>
                </a:lnTo>
                <a:lnTo>
                  <a:pt x="6869" y="3687"/>
                </a:lnTo>
                <a:cubicBezTo>
                  <a:pt x="6869" y="3813"/>
                  <a:pt x="6932" y="3970"/>
                  <a:pt x="7026" y="4033"/>
                </a:cubicBezTo>
                <a:cubicBezTo>
                  <a:pt x="7100" y="4093"/>
                  <a:pt x="7196" y="4124"/>
                  <a:pt x="7292" y="4124"/>
                </a:cubicBezTo>
                <a:cubicBezTo>
                  <a:pt x="7400" y="4124"/>
                  <a:pt x="7510" y="4085"/>
                  <a:pt x="7593" y="4002"/>
                </a:cubicBezTo>
                <a:lnTo>
                  <a:pt x="8129" y="3466"/>
                </a:lnTo>
                <a:lnTo>
                  <a:pt x="8664" y="3970"/>
                </a:lnTo>
                <a:cubicBezTo>
                  <a:pt x="8719" y="4024"/>
                  <a:pt x="8844" y="4102"/>
                  <a:pt x="8958" y="4102"/>
                </a:cubicBezTo>
                <a:cubicBezTo>
                  <a:pt x="8976" y="4102"/>
                  <a:pt x="8994" y="4100"/>
                  <a:pt x="9011" y="4096"/>
                </a:cubicBezTo>
                <a:cubicBezTo>
                  <a:pt x="9200" y="4033"/>
                  <a:pt x="9357" y="3876"/>
                  <a:pt x="9357" y="3687"/>
                </a:cubicBezTo>
                <a:lnTo>
                  <a:pt x="9357" y="820"/>
                </a:lnTo>
                <a:close/>
                <a:moveTo>
                  <a:pt x="1639" y="851"/>
                </a:moveTo>
                <a:lnTo>
                  <a:pt x="1639" y="9326"/>
                </a:lnTo>
                <a:cubicBezTo>
                  <a:pt x="1355" y="9326"/>
                  <a:pt x="1103" y="9389"/>
                  <a:pt x="820" y="9546"/>
                </a:cubicBezTo>
                <a:lnTo>
                  <a:pt x="820" y="2017"/>
                </a:lnTo>
                <a:cubicBezTo>
                  <a:pt x="820" y="1481"/>
                  <a:pt x="1166" y="1040"/>
                  <a:pt x="1639" y="851"/>
                </a:cubicBezTo>
                <a:close/>
                <a:moveTo>
                  <a:pt x="10145" y="10177"/>
                </a:moveTo>
                <a:lnTo>
                  <a:pt x="10145" y="11846"/>
                </a:lnTo>
                <a:lnTo>
                  <a:pt x="1639" y="11846"/>
                </a:lnTo>
                <a:cubicBezTo>
                  <a:pt x="1166" y="11846"/>
                  <a:pt x="820" y="11500"/>
                  <a:pt x="820" y="11027"/>
                </a:cubicBezTo>
                <a:cubicBezTo>
                  <a:pt x="820" y="10555"/>
                  <a:pt x="1166" y="10177"/>
                  <a:pt x="1639" y="10177"/>
                </a:cubicBezTo>
                <a:close/>
                <a:moveTo>
                  <a:pt x="1985" y="0"/>
                </a:moveTo>
                <a:cubicBezTo>
                  <a:pt x="851" y="32"/>
                  <a:pt x="0" y="946"/>
                  <a:pt x="0" y="2017"/>
                </a:cubicBezTo>
                <a:lnTo>
                  <a:pt x="0" y="11027"/>
                </a:lnTo>
                <a:cubicBezTo>
                  <a:pt x="0" y="11909"/>
                  <a:pt x="725" y="12665"/>
                  <a:pt x="1639" y="12665"/>
                </a:cubicBezTo>
                <a:lnTo>
                  <a:pt x="10618" y="12665"/>
                </a:lnTo>
                <a:cubicBezTo>
                  <a:pt x="10870" y="12665"/>
                  <a:pt x="11027" y="12476"/>
                  <a:pt x="11027" y="12224"/>
                </a:cubicBezTo>
                <a:lnTo>
                  <a:pt x="11027" y="379"/>
                </a:lnTo>
                <a:cubicBezTo>
                  <a:pt x="11027" y="189"/>
                  <a:pt x="10807" y="0"/>
                  <a:pt x="10586"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8627;p68">
            <a:extLst>
              <a:ext uri="{FF2B5EF4-FFF2-40B4-BE49-F238E27FC236}">
                <a16:creationId xmlns:a16="http://schemas.microsoft.com/office/drawing/2014/main" id="{D84F7279-4406-55A4-A8B0-18F8B1D01020}"/>
              </a:ext>
            </a:extLst>
          </p:cNvPr>
          <p:cNvSpPr/>
          <p:nvPr/>
        </p:nvSpPr>
        <p:spPr>
          <a:xfrm>
            <a:off x="4017005" y="6149611"/>
            <a:ext cx="956527" cy="963223"/>
          </a:xfrm>
          <a:custGeom>
            <a:avLst/>
            <a:gdLst/>
            <a:ahLst/>
            <a:cxnLst/>
            <a:rect l="l" t="t" r="r" b="b"/>
            <a:pathLst>
              <a:path w="12572" h="12660" extrusionOk="0">
                <a:moveTo>
                  <a:pt x="2773" y="840"/>
                </a:moveTo>
                <a:cubicBezTo>
                  <a:pt x="3025" y="840"/>
                  <a:pt x="3183" y="1061"/>
                  <a:pt x="3183" y="1250"/>
                </a:cubicBezTo>
                <a:lnTo>
                  <a:pt x="3183" y="2888"/>
                </a:lnTo>
                <a:cubicBezTo>
                  <a:pt x="3183" y="3140"/>
                  <a:pt x="2962" y="3298"/>
                  <a:pt x="2773" y="3298"/>
                </a:cubicBezTo>
                <a:cubicBezTo>
                  <a:pt x="2553" y="3298"/>
                  <a:pt x="2395" y="3109"/>
                  <a:pt x="2332" y="2888"/>
                </a:cubicBezTo>
                <a:lnTo>
                  <a:pt x="2332" y="1250"/>
                </a:lnTo>
                <a:cubicBezTo>
                  <a:pt x="2332" y="998"/>
                  <a:pt x="2553" y="840"/>
                  <a:pt x="2773" y="840"/>
                </a:cubicBezTo>
                <a:close/>
                <a:moveTo>
                  <a:pt x="9673" y="840"/>
                </a:moveTo>
                <a:cubicBezTo>
                  <a:pt x="9925" y="840"/>
                  <a:pt x="10082" y="1061"/>
                  <a:pt x="10082" y="1250"/>
                </a:cubicBezTo>
                <a:lnTo>
                  <a:pt x="10082" y="2888"/>
                </a:lnTo>
                <a:cubicBezTo>
                  <a:pt x="10082" y="3140"/>
                  <a:pt x="9862" y="3298"/>
                  <a:pt x="9673" y="3298"/>
                </a:cubicBezTo>
                <a:cubicBezTo>
                  <a:pt x="9452" y="3298"/>
                  <a:pt x="9295" y="3109"/>
                  <a:pt x="9232" y="2888"/>
                </a:cubicBezTo>
                <a:lnTo>
                  <a:pt x="9232" y="1250"/>
                </a:lnTo>
                <a:cubicBezTo>
                  <a:pt x="9232" y="998"/>
                  <a:pt x="9452" y="840"/>
                  <a:pt x="9673" y="840"/>
                </a:cubicBezTo>
                <a:close/>
                <a:moveTo>
                  <a:pt x="11374" y="2479"/>
                </a:moveTo>
                <a:cubicBezTo>
                  <a:pt x="11469" y="2479"/>
                  <a:pt x="11595" y="2542"/>
                  <a:pt x="11689" y="2668"/>
                </a:cubicBezTo>
                <a:cubicBezTo>
                  <a:pt x="11752" y="2794"/>
                  <a:pt x="11721" y="2857"/>
                  <a:pt x="11721" y="2983"/>
                </a:cubicBezTo>
                <a:lnTo>
                  <a:pt x="11721" y="4936"/>
                </a:lnTo>
                <a:lnTo>
                  <a:pt x="694" y="4936"/>
                </a:lnTo>
                <a:lnTo>
                  <a:pt x="694" y="2983"/>
                </a:lnTo>
                <a:cubicBezTo>
                  <a:pt x="694" y="2857"/>
                  <a:pt x="694" y="2794"/>
                  <a:pt x="725" y="2668"/>
                </a:cubicBezTo>
                <a:cubicBezTo>
                  <a:pt x="820" y="2542"/>
                  <a:pt x="946" y="2479"/>
                  <a:pt x="1040" y="2479"/>
                </a:cubicBezTo>
                <a:lnTo>
                  <a:pt x="1513" y="2479"/>
                </a:lnTo>
                <a:lnTo>
                  <a:pt x="1513" y="2888"/>
                </a:lnTo>
                <a:cubicBezTo>
                  <a:pt x="1513" y="3614"/>
                  <a:pt x="2132" y="4133"/>
                  <a:pt x="2803" y="4133"/>
                </a:cubicBezTo>
                <a:cubicBezTo>
                  <a:pt x="2919" y="4133"/>
                  <a:pt x="3036" y="4118"/>
                  <a:pt x="3151" y="4085"/>
                </a:cubicBezTo>
                <a:cubicBezTo>
                  <a:pt x="3655" y="3928"/>
                  <a:pt x="4002" y="3455"/>
                  <a:pt x="4002" y="2888"/>
                </a:cubicBezTo>
                <a:lnTo>
                  <a:pt x="4002" y="2479"/>
                </a:lnTo>
                <a:lnTo>
                  <a:pt x="8413" y="2479"/>
                </a:lnTo>
                <a:lnTo>
                  <a:pt x="8413" y="2888"/>
                </a:lnTo>
                <a:cubicBezTo>
                  <a:pt x="8413" y="3455"/>
                  <a:pt x="8759" y="3928"/>
                  <a:pt x="9263" y="4085"/>
                </a:cubicBezTo>
                <a:cubicBezTo>
                  <a:pt x="9379" y="4118"/>
                  <a:pt x="9496" y="4133"/>
                  <a:pt x="9612" y="4133"/>
                </a:cubicBezTo>
                <a:cubicBezTo>
                  <a:pt x="10282" y="4133"/>
                  <a:pt x="10902" y="3614"/>
                  <a:pt x="10902" y="2888"/>
                </a:cubicBezTo>
                <a:lnTo>
                  <a:pt x="10902" y="2479"/>
                </a:lnTo>
                <a:close/>
                <a:moveTo>
                  <a:pt x="11721" y="5787"/>
                </a:moveTo>
                <a:lnTo>
                  <a:pt x="11721" y="11457"/>
                </a:lnTo>
                <a:cubicBezTo>
                  <a:pt x="11721" y="11678"/>
                  <a:pt x="11532" y="11835"/>
                  <a:pt x="11280" y="11867"/>
                </a:cubicBezTo>
                <a:lnTo>
                  <a:pt x="1072" y="11867"/>
                </a:lnTo>
                <a:cubicBezTo>
                  <a:pt x="851" y="11867"/>
                  <a:pt x="694" y="11678"/>
                  <a:pt x="694" y="11457"/>
                </a:cubicBezTo>
                <a:lnTo>
                  <a:pt x="694" y="5787"/>
                </a:lnTo>
                <a:close/>
                <a:moveTo>
                  <a:pt x="2825" y="1"/>
                </a:moveTo>
                <a:cubicBezTo>
                  <a:pt x="2180" y="1"/>
                  <a:pt x="1608" y="526"/>
                  <a:pt x="1608" y="1250"/>
                </a:cubicBezTo>
                <a:lnTo>
                  <a:pt x="1608" y="1691"/>
                </a:lnTo>
                <a:lnTo>
                  <a:pt x="1135" y="1691"/>
                </a:lnTo>
                <a:cubicBezTo>
                  <a:pt x="851" y="1691"/>
                  <a:pt x="568" y="1785"/>
                  <a:pt x="379" y="2006"/>
                </a:cubicBezTo>
                <a:cubicBezTo>
                  <a:pt x="158" y="2227"/>
                  <a:pt x="1" y="2542"/>
                  <a:pt x="1" y="2888"/>
                </a:cubicBezTo>
                <a:lnTo>
                  <a:pt x="1" y="11457"/>
                </a:lnTo>
                <a:cubicBezTo>
                  <a:pt x="1" y="12087"/>
                  <a:pt x="486" y="12659"/>
                  <a:pt x="1102" y="12659"/>
                </a:cubicBezTo>
                <a:cubicBezTo>
                  <a:pt x="1134" y="12659"/>
                  <a:pt x="1166" y="12658"/>
                  <a:pt x="1198" y="12655"/>
                </a:cubicBezTo>
                <a:lnTo>
                  <a:pt x="11311" y="12655"/>
                </a:lnTo>
                <a:cubicBezTo>
                  <a:pt x="12004" y="12655"/>
                  <a:pt x="12571" y="12119"/>
                  <a:pt x="12571" y="11457"/>
                </a:cubicBezTo>
                <a:lnTo>
                  <a:pt x="12571" y="2888"/>
                </a:lnTo>
                <a:cubicBezTo>
                  <a:pt x="12571" y="2542"/>
                  <a:pt x="12414" y="2227"/>
                  <a:pt x="12193" y="2006"/>
                </a:cubicBezTo>
                <a:cubicBezTo>
                  <a:pt x="12004" y="1785"/>
                  <a:pt x="11721" y="1691"/>
                  <a:pt x="11437" y="1691"/>
                </a:cubicBezTo>
                <a:lnTo>
                  <a:pt x="10965" y="1691"/>
                </a:lnTo>
                <a:lnTo>
                  <a:pt x="10965" y="1250"/>
                </a:lnTo>
                <a:cubicBezTo>
                  <a:pt x="10965" y="526"/>
                  <a:pt x="10392" y="1"/>
                  <a:pt x="9747" y="1"/>
                </a:cubicBezTo>
                <a:cubicBezTo>
                  <a:pt x="9577" y="1"/>
                  <a:pt x="9402" y="37"/>
                  <a:pt x="9232" y="116"/>
                </a:cubicBezTo>
                <a:cubicBezTo>
                  <a:pt x="8759" y="305"/>
                  <a:pt x="8507" y="746"/>
                  <a:pt x="8507" y="1250"/>
                </a:cubicBezTo>
                <a:lnTo>
                  <a:pt x="8507" y="1691"/>
                </a:lnTo>
                <a:lnTo>
                  <a:pt x="4096" y="1691"/>
                </a:lnTo>
                <a:lnTo>
                  <a:pt x="4096" y="1250"/>
                </a:lnTo>
                <a:cubicBezTo>
                  <a:pt x="4096" y="746"/>
                  <a:pt x="3781" y="305"/>
                  <a:pt x="3340" y="116"/>
                </a:cubicBezTo>
                <a:cubicBezTo>
                  <a:pt x="3170" y="37"/>
                  <a:pt x="2995" y="1"/>
                  <a:pt x="2825"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8628;p68">
            <a:extLst>
              <a:ext uri="{FF2B5EF4-FFF2-40B4-BE49-F238E27FC236}">
                <a16:creationId xmlns:a16="http://schemas.microsoft.com/office/drawing/2014/main" id="{BA176AD1-EF67-3CE3-0C73-3B9FEBAC4463}"/>
              </a:ext>
            </a:extLst>
          </p:cNvPr>
          <p:cNvSpPr/>
          <p:nvPr/>
        </p:nvSpPr>
        <p:spPr>
          <a:xfrm>
            <a:off x="9736419" y="4005935"/>
            <a:ext cx="966114" cy="879758"/>
          </a:xfrm>
          <a:custGeom>
            <a:avLst/>
            <a:gdLst/>
            <a:ahLst/>
            <a:cxnLst/>
            <a:rect l="l" t="t" r="r" b="b"/>
            <a:pathLst>
              <a:path w="12698" h="11563" extrusionOk="0">
                <a:moveTo>
                  <a:pt x="2490" y="820"/>
                </a:moveTo>
                <a:cubicBezTo>
                  <a:pt x="3529" y="914"/>
                  <a:pt x="4600" y="1292"/>
                  <a:pt x="5483" y="2017"/>
                </a:cubicBezTo>
                <a:lnTo>
                  <a:pt x="5798" y="2237"/>
                </a:lnTo>
                <a:lnTo>
                  <a:pt x="5798" y="10334"/>
                </a:lnTo>
                <a:lnTo>
                  <a:pt x="5766" y="10334"/>
                </a:lnTo>
                <a:cubicBezTo>
                  <a:pt x="4789" y="9609"/>
                  <a:pt x="3655" y="9168"/>
                  <a:pt x="2490" y="9105"/>
                </a:cubicBezTo>
                <a:lnTo>
                  <a:pt x="2490" y="820"/>
                </a:lnTo>
                <a:close/>
                <a:moveTo>
                  <a:pt x="9925" y="883"/>
                </a:moveTo>
                <a:lnTo>
                  <a:pt x="9925" y="9137"/>
                </a:lnTo>
                <a:cubicBezTo>
                  <a:pt x="8728" y="9200"/>
                  <a:pt x="7593" y="9609"/>
                  <a:pt x="6617" y="10334"/>
                </a:cubicBezTo>
                <a:lnTo>
                  <a:pt x="6617" y="2300"/>
                </a:lnTo>
                <a:lnTo>
                  <a:pt x="6932" y="2048"/>
                </a:lnTo>
                <a:cubicBezTo>
                  <a:pt x="7782" y="1355"/>
                  <a:pt x="8854" y="946"/>
                  <a:pt x="9925" y="883"/>
                </a:cubicBezTo>
                <a:close/>
                <a:moveTo>
                  <a:pt x="1702" y="2458"/>
                </a:moveTo>
                <a:lnTo>
                  <a:pt x="1702" y="9483"/>
                </a:lnTo>
                <a:cubicBezTo>
                  <a:pt x="1702" y="9735"/>
                  <a:pt x="1891" y="9924"/>
                  <a:pt x="2080" y="9924"/>
                </a:cubicBezTo>
                <a:cubicBezTo>
                  <a:pt x="3057" y="9924"/>
                  <a:pt x="4096" y="10208"/>
                  <a:pt x="4978" y="10744"/>
                </a:cubicBezTo>
                <a:lnTo>
                  <a:pt x="1261" y="10744"/>
                </a:lnTo>
                <a:cubicBezTo>
                  <a:pt x="1009" y="10744"/>
                  <a:pt x="851" y="10555"/>
                  <a:pt x="851" y="10334"/>
                </a:cubicBezTo>
                <a:lnTo>
                  <a:pt x="851" y="2867"/>
                </a:lnTo>
                <a:cubicBezTo>
                  <a:pt x="851" y="2647"/>
                  <a:pt x="1040" y="2489"/>
                  <a:pt x="1261" y="2458"/>
                </a:cubicBezTo>
                <a:close/>
                <a:moveTo>
                  <a:pt x="11406" y="2458"/>
                </a:moveTo>
                <a:cubicBezTo>
                  <a:pt x="11658" y="2458"/>
                  <a:pt x="11815" y="2647"/>
                  <a:pt x="11847" y="2867"/>
                </a:cubicBezTo>
                <a:lnTo>
                  <a:pt x="11847" y="10334"/>
                </a:lnTo>
                <a:cubicBezTo>
                  <a:pt x="11847" y="10555"/>
                  <a:pt x="11658" y="10712"/>
                  <a:pt x="11406" y="10744"/>
                </a:cubicBezTo>
                <a:lnTo>
                  <a:pt x="7436" y="10744"/>
                </a:lnTo>
                <a:cubicBezTo>
                  <a:pt x="8255" y="10239"/>
                  <a:pt x="9295" y="9924"/>
                  <a:pt x="10303" y="9924"/>
                </a:cubicBezTo>
                <a:cubicBezTo>
                  <a:pt x="10555" y="9924"/>
                  <a:pt x="10712" y="9735"/>
                  <a:pt x="10712" y="9483"/>
                </a:cubicBezTo>
                <a:lnTo>
                  <a:pt x="10712" y="2458"/>
                </a:lnTo>
                <a:close/>
                <a:moveTo>
                  <a:pt x="2080" y="0"/>
                </a:moveTo>
                <a:cubicBezTo>
                  <a:pt x="1828" y="0"/>
                  <a:pt x="1670" y="189"/>
                  <a:pt x="1670" y="410"/>
                </a:cubicBezTo>
                <a:lnTo>
                  <a:pt x="1670" y="1670"/>
                </a:lnTo>
                <a:lnTo>
                  <a:pt x="1261" y="1670"/>
                </a:lnTo>
                <a:cubicBezTo>
                  <a:pt x="568" y="1670"/>
                  <a:pt x="1" y="2206"/>
                  <a:pt x="32" y="2930"/>
                </a:cubicBezTo>
                <a:lnTo>
                  <a:pt x="32" y="10334"/>
                </a:lnTo>
                <a:cubicBezTo>
                  <a:pt x="32" y="10996"/>
                  <a:pt x="568" y="11563"/>
                  <a:pt x="1261" y="11563"/>
                </a:cubicBezTo>
                <a:lnTo>
                  <a:pt x="11437" y="11563"/>
                </a:lnTo>
                <a:cubicBezTo>
                  <a:pt x="12130" y="11563"/>
                  <a:pt x="12697" y="11027"/>
                  <a:pt x="12697" y="10334"/>
                </a:cubicBezTo>
                <a:lnTo>
                  <a:pt x="12697" y="2867"/>
                </a:lnTo>
                <a:cubicBezTo>
                  <a:pt x="12666" y="2206"/>
                  <a:pt x="12130" y="1670"/>
                  <a:pt x="11437" y="1670"/>
                </a:cubicBezTo>
                <a:lnTo>
                  <a:pt x="10744" y="1670"/>
                </a:lnTo>
                <a:lnTo>
                  <a:pt x="10744" y="410"/>
                </a:lnTo>
                <a:cubicBezTo>
                  <a:pt x="10744" y="158"/>
                  <a:pt x="10555" y="0"/>
                  <a:pt x="10334" y="0"/>
                </a:cubicBezTo>
                <a:cubicBezTo>
                  <a:pt x="8980" y="0"/>
                  <a:pt x="7562" y="473"/>
                  <a:pt x="6396" y="1387"/>
                </a:cubicBezTo>
                <a:lnTo>
                  <a:pt x="6207" y="1544"/>
                </a:lnTo>
                <a:lnTo>
                  <a:pt x="6018" y="1387"/>
                </a:lnTo>
                <a:cubicBezTo>
                  <a:pt x="4915" y="473"/>
                  <a:pt x="3498" y="0"/>
                  <a:pt x="2080"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8629;p68">
            <a:extLst>
              <a:ext uri="{FF2B5EF4-FFF2-40B4-BE49-F238E27FC236}">
                <a16:creationId xmlns:a16="http://schemas.microsoft.com/office/drawing/2014/main" id="{9E0CFD25-AA6E-0CB1-0822-2C0CF7E4A404}"/>
              </a:ext>
            </a:extLst>
          </p:cNvPr>
          <p:cNvSpPr/>
          <p:nvPr/>
        </p:nvSpPr>
        <p:spPr>
          <a:xfrm>
            <a:off x="9729229" y="5098922"/>
            <a:ext cx="980493" cy="966114"/>
          </a:xfrm>
          <a:custGeom>
            <a:avLst/>
            <a:gdLst/>
            <a:ahLst/>
            <a:cxnLst/>
            <a:rect l="l" t="t" r="r" b="b"/>
            <a:pathLst>
              <a:path w="12887" h="12698" extrusionOk="0">
                <a:moveTo>
                  <a:pt x="7814" y="3309"/>
                </a:moveTo>
                <a:cubicBezTo>
                  <a:pt x="7782" y="3592"/>
                  <a:pt x="7782" y="3907"/>
                  <a:pt x="7814" y="4159"/>
                </a:cubicBezTo>
                <a:lnTo>
                  <a:pt x="4947" y="4159"/>
                </a:lnTo>
                <a:cubicBezTo>
                  <a:pt x="4978" y="3876"/>
                  <a:pt x="4978" y="3592"/>
                  <a:pt x="4947" y="3309"/>
                </a:cubicBezTo>
                <a:close/>
                <a:moveTo>
                  <a:pt x="9830" y="788"/>
                </a:moveTo>
                <a:cubicBezTo>
                  <a:pt x="10082" y="788"/>
                  <a:pt x="10366" y="820"/>
                  <a:pt x="10618" y="946"/>
                </a:cubicBezTo>
                <a:cubicBezTo>
                  <a:pt x="11721" y="1481"/>
                  <a:pt x="12193" y="2678"/>
                  <a:pt x="11752" y="3718"/>
                </a:cubicBezTo>
                <a:cubicBezTo>
                  <a:pt x="11500" y="4254"/>
                  <a:pt x="11027" y="4695"/>
                  <a:pt x="10460" y="4884"/>
                </a:cubicBezTo>
                <a:cubicBezTo>
                  <a:pt x="10261" y="4950"/>
                  <a:pt x="10035" y="4990"/>
                  <a:pt x="9816" y="4990"/>
                </a:cubicBezTo>
                <a:cubicBezTo>
                  <a:pt x="9619" y="4990"/>
                  <a:pt x="9427" y="4958"/>
                  <a:pt x="9263" y="4884"/>
                </a:cubicBezTo>
                <a:cubicBezTo>
                  <a:pt x="9074" y="4821"/>
                  <a:pt x="8885" y="4663"/>
                  <a:pt x="8791" y="4474"/>
                </a:cubicBezTo>
                <a:cubicBezTo>
                  <a:pt x="8791" y="4411"/>
                  <a:pt x="8759" y="4380"/>
                  <a:pt x="8728" y="4348"/>
                </a:cubicBezTo>
                <a:cubicBezTo>
                  <a:pt x="8570" y="3970"/>
                  <a:pt x="8570" y="3561"/>
                  <a:pt x="8728" y="3183"/>
                </a:cubicBezTo>
                <a:cubicBezTo>
                  <a:pt x="8759" y="3151"/>
                  <a:pt x="8759" y="3120"/>
                  <a:pt x="8791" y="3088"/>
                </a:cubicBezTo>
                <a:cubicBezTo>
                  <a:pt x="8980" y="2710"/>
                  <a:pt x="9358" y="2521"/>
                  <a:pt x="9830" y="2521"/>
                </a:cubicBezTo>
                <a:cubicBezTo>
                  <a:pt x="9956" y="2521"/>
                  <a:pt x="10019" y="2552"/>
                  <a:pt x="10082" y="2615"/>
                </a:cubicBezTo>
                <a:cubicBezTo>
                  <a:pt x="10240" y="2773"/>
                  <a:pt x="10240" y="3025"/>
                  <a:pt x="10145" y="3183"/>
                </a:cubicBezTo>
                <a:cubicBezTo>
                  <a:pt x="10051" y="3309"/>
                  <a:pt x="9956" y="3340"/>
                  <a:pt x="9830" y="3340"/>
                </a:cubicBezTo>
                <a:cubicBezTo>
                  <a:pt x="9578" y="3340"/>
                  <a:pt x="9389" y="3561"/>
                  <a:pt x="9389" y="3781"/>
                </a:cubicBezTo>
                <a:cubicBezTo>
                  <a:pt x="9389" y="4033"/>
                  <a:pt x="9578" y="4222"/>
                  <a:pt x="9830" y="4222"/>
                </a:cubicBezTo>
                <a:cubicBezTo>
                  <a:pt x="10555" y="4222"/>
                  <a:pt x="11059" y="3655"/>
                  <a:pt x="11059" y="2962"/>
                </a:cubicBezTo>
                <a:cubicBezTo>
                  <a:pt x="11059" y="2395"/>
                  <a:pt x="10681" y="1891"/>
                  <a:pt x="10114" y="1733"/>
                </a:cubicBezTo>
                <a:cubicBezTo>
                  <a:pt x="10034" y="1721"/>
                  <a:pt x="9933" y="1712"/>
                  <a:pt x="9817" y="1712"/>
                </a:cubicBezTo>
                <a:cubicBezTo>
                  <a:pt x="9339" y="1712"/>
                  <a:pt x="8611" y="1861"/>
                  <a:pt x="8129" y="2521"/>
                </a:cubicBezTo>
                <a:lnTo>
                  <a:pt x="4600" y="2521"/>
                </a:lnTo>
                <a:cubicBezTo>
                  <a:pt x="4191" y="1985"/>
                  <a:pt x="3592" y="1702"/>
                  <a:pt x="2931" y="1702"/>
                </a:cubicBezTo>
                <a:cubicBezTo>
                  <a:pt x="2395" y="1702"/>
                  <a:pt x="1986" y="1985"/>
                  <a:pt x="1796" y="2458"/>
                </a:cubicBezTo>
                <a:cubicBezTo>
                  <a:pt x="1481" y="3246"/>
                  <a:pt x="1954" y="4191"/>
                  <a:pt x="2931" y="4191"/>
                </a:cubicBezTo>
                <a:cubicBezTo>
                  <a:pt x="3183" y="4191"/>
                  <a:pt x="3340" y="3970"/>
                  <a:pt x="3340" y="3750"/>
                </a:cubicBezTo>
                <a:cubicBezTo>
                  <a:pt x="3340" y="3498"/>
                  <a:pt x="3120" y="3309"/>
                  <a:pt x="2931" y="3309"/>
                </a:cubicBezTo>
                <a:cubicBezTo>
                  <a:pt x="2805" y="3309"/>
                  <a:pt x="2742" y="3277"/>
                  <a:pt x="2647" y="3246"/>
                </a:cubicBezTo>
                <a:cubicBezTo>
                  <a:pt x="2458" y="3057"/>
                  <a:pt x="2490" y="2615"/>
                  <a:pt x="2805" y="2521"/>
                </a:cubicBezTo>
                <a:cubicBezTo>
                  <a:pt x="2836" y="2513"/>
                  <a:pt x="2879" y="2509"/>
                  <a:pt x="2931" y="2509"/>
                </a:cubicBezTo>
                <a:cubicBezTo>
                  <a:pt x="3084" y="2509"/>
                  <a:pt x="3309" y="2545"/>
                  <a:pt x="3498" y="2615"/>
                </a:cubicBezTo>
                <a:cubicBezTo>
                  <a:pt x="3687" y="2678"/>
                  <a:pt x="3876" y="2836"/>
                  <a:pt x="3970" y="3025"/>
                </a:cubicBezTo>
                <a:cubicBezTo>
                  <a:pt x="3970" y="3088"/>
                  <a:pt x="4002" y="3120"/>
                  <a:pt x="4033" y="3151"/>
                </a:cubicBezTo>
                <a:cubicBezTo>
                  <a:pt x="4191" y="3498"/>
                  <a:pt x="4191" y="3939"/>
                  <a:pt x="4033" y="4285"/>
                </a:cubicBezTo>
                <a:cubicBezTo>
                  <a:pt x="4002" y="4348"/>
                  <a:pt x="4002" y="4380"/>
                  <a:pt x="3970" y="4411"/>
                </a:cubicBezTo>
                <a:cubicBezTo>
                  <a:pt x="3750" y="4726"/>
                  <a:pt x="3403" y="4978"/>
                  <a:pt x="2931" y="4978"/>
                </a:cubicBezTo>
                <a:cubicBezTo>
                  <a:pt x="1796" y="4978"/>
                  <a:pt x="851" y="4033"/>
                  <a:pt x="851" y="2899"/>
                </a:cubicBezTo>
                <a:cubicBezTo>
                  <a:pt x="851" y="1733"/>
                  <a:pt x="1765" y="851"/>
                  <a:pt x="2931" y="788"/>
                </a:cubicBezTo>
                <a:close/>
                <a:moveTo>
                  <a:pt x="7751" y="4915"/>
                </a:moveTo>
                <a:lnTo>
                  <a:pt x="7751" y="10618"/>
                </a:lnTo>
                <a:cubicBezTo>
                  <a:pt x="7751" y="10838"/>
                  <a:pt x="7940" y="11027"/>
                  <a:pt x="8129" y="11027"/>
                </a:cubicBezTo>
                <a:cubicBezTo>
                  <a:pt x="8318" y="11027"/>
                  <a:pt x="8570" y="10838"/>
                  <a:pt x="8570" y="10618"/>
                </a:cubicBezTo>
                <a:lnTo>
                  <a:pt x="8570" y="5419"/>
                </a:lnTo>
                <a:cubicBezTo>
                  <a:pt x="8791" y="5577"/>
                  <a:pt x="9074" y="5671"/>
                  <a:pt x="9389" y="5766"/>
                </a:cubicBezTo>
                <a:lnTo>
                  <a:pt x="9389" y="11878"/>
                </a:lnTo>
                <a:lnTo>
                  <a:pt x="3372" y="11878"/>
                </a:lnTo>
                <a:lnTo>
                  <a:pt x="3372" y="5766"/>
                </a:lnTo>
                <a:cubicBezTo>
                  <a:pt x="3687" y="5734"/>
                  <a:pt x="3970" y="5608"/>
                  <a:pt x="4191" y="5419"/>
                </a:cubicBezTo>
                <a:lnTo>
                  <a:pt x="4191" y="10618"/>
                </a:lnTo>
                <a:cubicBezTo>
                  <a:pt x="4191" y="10838"/>
                  <a:pt x="4380" y="11027"/>
                  <a:pt x="4600" y="11027"/>
                </a:cubicBezTo>
                <a:cubicBezTo>
                  <a:pt x="4821" y="11027"/>
                  <a:pt x="5010" y="10838"/>
                  <a:pt x="5010" y="10618"/>
                </a:cubicBezTo>
                <a:lnTo>
                  <a:pt x="5010" y="4915"/>
                </a:lnTo>
                <a:lnTo>
                  <a:pt x="5861" y="4915"/>
                </a:lnTo>
                <a:lnTo>
                  <a:pt x="5861" y="10618"/>
                </a:lnTo>
                <a:cubicBezTo>
                  <a:pt x="5861" y="10838"/>
                  <a:pt x="6050" y="11027"/>
                  <a:pt x="6239" y="11027"/>
                </a:cubicBezTo>
                <a:cubicBezTo>
                  <a:pt x="6428" y="11027"/>
                  <a:pt x="6648" y="10838"/>
                  <a:pt x="6648" y="10618"/>
                </a:cubicBezTo>
                <a:lnTo>
                  <a:pt x="6648" y="4915"/>
                </a:lnTo>
                <a:close/>
                <a:moveTo>
                  <a:pt x="2931" y="1"/>
                </a:moveTo>
                <a:cubicBezTo>
                  <a:pt x="1324" y="1"/>
                  <a:pt x="1" y="1324"/>
                  <a:pt x="1" y="2899"/>
                </a:cubicBezTo>
                <a:cubicBezTo>
                  <a:pt x="1" y="4348"/>
                  <a:pt x="1072" y="5514"/>
                  <a:pt x="2490" y="5766"/>
                </a:cubicBezTo>
                <a:lnTo>
                  <a:pt x="2490" y="12256"/>
                </a:lnTo>
                <a:cubicBezTo>
                  <a:pt x="2490" y="12508"/>
                  <a:pt x="2679" y="12697"/>
                  <a:pt x="2931" y="12697"/>
                </a:cubicBezTo>
                <a:lnTo>
                  <a:pt x="9830" y="12697"/>
                </a:lnTo>
                <a:cubicBezTo>
                  <a:pt x="10051" y="12697"/>
                  <a:pt x="10208" y="12508"/>
                  <a:pt x="10208" y="12256"/>
                </a:cubicBezTo>
                <a:lnTo>
                  <a:pt x="10208" y="5797"/>
                </a:lnTo>
                <a:cubicBezTo>
                  <a:pt x="10964" y="5671"/>
                  <a:pt x="11721" y="5293"/>
                  <a:pt x="12193" y="4537"/>
                </a:cubicBezTo>
                <a:cubicBezTo>
                  <a:pt x="12823" y="3718"/>
                  <a:pt x="12886" y="2678"/>
                  <a:pt x="12508" y="1796"/>
                </a:cubicBezTo>
                <a:cubicBezTo>
                  <a:pt x="12067" y="725"/>
                  <a:pt x="10996" y="1"/>
                  <a:pt x="9830"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8630;p68">
            <a:extLst>
              <a:ext uri="{FF2B5EF4-FFF2-40B4-BE49-F238E27FC236}">
                <a16:creationId xmlns:a16="http://schemas.microsoft.com/office/drawing/2014/main" id="{2D5CDF8E-54B9-16F5-02B8-45BC2DB7A0C7}"/>
              </a:ext>
            </a:extLst>
          </p:cNvPr>
          <p:cNvSpPr/>
          <p:nvPr/>
        </p:nvSpPr>
        <p:spPr>
          <a:xfrm>
            <a:off x="9730350" y="6216409"/>
            <a:ext cx="966114" cy="966038"/>
          </a:xfrm>
          <a:custGeom>
            <a:avLst/>
            <a:gdLst/>
            <a:ahLst/>
            <a:cxnLst/>
            <a:rect l="l" t="t" r="r" b="b"/>
            <a:pathLst>
              <a:path w="12698" h="12697" extrusionOk="0">
                <a:moveTo>
                  <a:pt x="11784" y="970"/>
                </a:moveTo>
                <a:lnTo>
                  <a:pt x="11784" y="2577"/>
                </a:lnTo>
                <a:lnTo>
                  <a:pt x="5168" y="4026"/>
                </a:lnTo>
                <a:lnTo>
                  <a:pt x="5168" y="2420"/>
                </a:lnTo>
                <a:lnTo>
                  <a:pt x="11784" y="970"/>
                </a:lnTo>
                <a:close/>
                <a:moveTo>
                  <a:pt x="10115" y="7741"/>
                </a:moveTo>
                <a:cubicBezTo>
                  <a:pt x="10982" y="7741"/>
                  <a:pt x="11784" y="8286"/>
                  <a:pt x="11784" y="8973"/>
                </a:cubicBezTo>
                <a:cubicBezTo>
                  <a:pt x="11784" y="9666"/>
                  <a:pt x="11027" y="10201"/>
                  <a:pt x="10145" y="10201"/>
                </a:cubicBezTo>
                <a:cubicBezTo>
                  <a:pt x="9358" y="10201"/>
                  <a:pt x="8665" y="9792"/>
                  <a:pt x="8507" y="9225"/>
                </a:cubicBezTo>
                <a:cubicBezTo>
                  <a:pt x="8350" y="8689"/>
                  <a:pt x="8728" y="8154"/>
                  <a:pt x="9263" y="7933"/>
                </a:cubicBezTo>
                <a:cubicBezTo>
                  <a:pt x="9537" y="7800"/>
                  <a:pt x="9829" y="7741"/>
                  <a:pt x="10115" y="7741"/>
                </a:cubicBezTo>
                <a:close/>
                <a:moveTo>
                  <a:pt x="2665" y="9393"/>
                </a:moveTo>
                <a:cubicBezTo>
                  <a:pt x="3537" y="9393"/>
                  <a:pt x="4348" y="9928"/>
                  <a:pt x="4348" y="10642"/>
                </a:cubicBezTo>
                <a:cubicBezTo>
                  <a:pt x="4348" y="11304"/>
                  <a:pt x="3592" y="11871"/>
                  <a:pt x="2679" y="11871"/>
                </a:cubicBezTo>
                <a:cubicBezTo>
                  <a:pt x="1891" y="11871"/>
                  <a:pt x="1229" y="11430"/>
                  <a:pt x="1072" y="10894"/>
                </a:cubicBezTo>
                <a:cubicBezTo>
                  <a:pt x="914" y="10327"/>
                  <a:pt x="1261" y="9823"/>
                  <a:pt x="1828" y="9571"/>
                </a:cubicBezTo>
                <a:cubicBezTo>
                  <a:pt x="2097" y="9448"/>
                  <a:pt x="2384" y="9393"/>
                  <a:pt x="2665" y="9393"/>
                </a:cubicBezTo>
                <a:close/>
                <a:moveTo>
                  <a:pt x="12242" y="1"/>
                </a:moveTo>
                <a:cubicBezTo>
                  <a:pt x="12197" y="1"/>
                  <a:pt x="12149" y="9"/>
                  <a:pt x="12099" y="25"/>
                </a:cubicBezTo>
                <a:lnTo>
                  <a:pt x="4663" y="1664"/>
                </a:lnTo>
                <a:cubicBezTo>
                  <a:pt x="4474" y="1695"/>
                  <a:pt x="4348" y="1853"/>
                  <a:pt x="4348" y="2073"/>
                </a:cubicBezTo>
                <a:lnTo>
                  <a:pt x="4348" y="9067"/>
                </a:lnTo>
                <a:cubicBezTo>
                  <a:pt x="3876" y="8721"/>
                  <a:pt x="3277" y="8563"/>
                  <a:pt x="2679" y="8563"/>
                </a:cubicBezTo>
                <a:cubicBezTo>
                  <a:pt x="1481" y="8563"/>
                  <a:pt x="536" y="9256"/>
                  <a:pt x="284" y="10138"/>
                </a:cubicBezTo>
                <a:cubicBezTo>
                  <a:pt x="1" y="11084"/>
                  <a:pt x="568" y="12060"/>
                  <a:pt x="1670" y="12501"/>
                </a:cubicBezTo>
                <a:cubicBezTo>
                  <a:pt x="1997" y="12634"/>
                  <a:pt x="2349" y="12697"/>
                  <a:pt x="2700" y="12697"/>
                </a:cubicBezTo>
                <a:cubicBezTo>
                  <a:pt x="3600" y="12697"/>
                  <a:pt x="4494" y="12281"/>
                  <a:pt x="4947" y="11556"/>
                </a:cubicBezTo>
                <a:cubicBezTo>
                  <a:pt x="5104" y="11273"/>
                  <a:pt x="5199" y="10957"/>
                  <a:pt x="5199" y="10611"/>
                </a:cubicBezTo>
                <a:lnTo>
                  <a:pt x="5199" y="4909"/>
                </a:lnTo>
                <a:lnTo>
                  <a:pt x="11815" y="3428"/>
                </a:lnTo>
                <a:lnTo>
                  <a:pt x="11815" y="7460"/>
                </a:lnTo>
                <a:cubicBezTo>
                  <a:pt x="11342" y="7114"/>
                  <a:pt x="10775" y="6956"/>
                  <a:pt x="10177" y="6956"/>
                </a:cubicBezTo>
                <a:cubicBezTo>
                  <a:pt x="8948" y="6956"/>
                  <a:pt x="8003" y="7649"/>
                  <a:pt x="7782" y="8532"/>
                </a:cubicBezTo>
                <a:cubicBezTo>
                  <a:pt x="7499" y="9477"/>
                  <a:pt x="8034" y="10453"/>
                  <a:pt x="9137" y="10894"/>
                </a:cubicBezTo>
                <a:cubicBezTo>
                  <a:pt x="9470" y="11017"/>
                  <a:pt x="9823" y="11076"/>
                  <a:pt x="10172" y="11076"/>
                </a:cubicBezTo>
                <a:cubicBezTo>
                  <a:pt x="11077" y="11076"/>
                  <a:pt x="11959" y="10677"/>
                  <a:pt x="12414" y="9949"/>
                </a:cubicBezTo>
                <a:cubicBezTo>
                  <a:pt x="12571" y="9666"/>
                  <a:pt x="12697" y="9351"/>
                  <a:pt x="12697" y="8973"/>
                </a:cubicBezTo>
                <a:cubicBezTo>
                  <a:pt x="12603" y="8941"/>
                  <a:pt x="12603" y="403"/>
                  <a:pt x="12603" y="403"/>
                </a:cubicBezTo>
                <a:cubicBezTo>
                  <a:pt x="12603" y="170"/>
                  <a:pt x="12453" y="1"/>
                  <a:pt x="12242"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8631;p68">
            <a:extLst>
              <a:ext uri="{FF2B5EF4-FFF2-40B4-BE49-F238E27FC236}">
                <a16:creationId xmlns:a16="http://schemas.microsoft.com/office/drawing/2014/main" id="{C9B088B6-D5D5-8F4F-D70C-C3508B74572C}"/>
              </a:ext>
            </a:extLst>
          </p:cNvPr>
          <p:cNvSpPr/>
          <p:nvPr/>
        </p:nvSpPr>
        <p:spPr>
          <a:xfrm>
            <a:off x="15424601" y="3902236"/>
            <a:ext cx="968471" cy="970907"/>
          </a:xfrm>
          <a:custGeom>
            <a:avLst/>
            <a:gdLst/>
            <a:ahLst/>
            <a:cxnLst/>
            <a:rect l="l" t="t" r="r" b="b"/>
            <a:pathLst>
              <a:path w="12729" h="12761" extrusionOk="0">
                <a:moveTo>
                  <a:pt x="10595" y="882"/>
                </a:moveTo>
                <a:cubicBezTo>
                  <a:pt x="11081" y="882"/>
                  <a:pt x="11558" y="1164"/>
                  <a:pt x="11752" y="1647"/>
                </a:cubicBezTo>
                <a:cubicBezTo>
                  <a:pt x="11941" y="2120"/>
                  <a:pt x="11846" y="2624"/>
                  <a:pt x="11500" y="3033"/>
                </a:cubicBezTo>
                <a:lnTo>
                  <a:pt x="11374" y="3128"/>
                </a:lnTo>
                <a:lnTo>
                  <a:pt x="9609" y="1363"/>
                </a:lnTo>
                <a:lnTo>
                  <a:pt x="9735" y="1237"/>
                </a:lnTo>
                <a:cubicBezTo>
                  <a:pt x="9979" y="994"/>
                  <a:pt x="10288" y="882"/>
                  <a:pt x="10595" y="882"/>
                </a:cubicBezTo>
                <a:close/>
                <a:moveTo>
                  <a:pt x="9011" y="1899"/>
                </a:moveTo>
                <a:lnTo>
                  <a:pt x="10807" y="3695"/>
                </a:lnTo>
                <a:lnTo>
                  <a:pt x="7656" y="6845"/>
                </a:lnTo>
                <a:lnTo>
                  <a:pt x="5860" y="5049"/>
                </a:lnTo>
                <a:lnTo>
                  <a:pt x="9011" y="1899"/>
                </a:lnTo>
                <a:close/>
                <a:moveTo>
                  <a:pt x="5293" y="5648"/>
                </a:moveTo>
                <a:lnTo>
                  <a:pt x="7057" y="7444"/>
                </a:lnTo>
                <a:lnTo>
                  <a:pt x="4065" y="10437"/>
                </a:lnTo>
                <a:lnTo>
                  <a:pt x="2300" y="8641"/>
                </a:lnTo>
                <a:lnTo>
                  <a:pt x="5293" y="5648"/>
                </a:lnTo>
                <a:close/>
                <a:moveTo>
                  <a:pt x="2017" y="9523"/>
                </a:moveTo>
                <a:lnTo>
                  <a:pt x="3245" y="10752"/>
                </a:lnTo>
                <a:lnTo>
                  <a:pt x="1733" y="11004"/>
                </a:lnTo>
                <a:lnTo>
                  <a:pt x="2017" y="9523"/>
                </a:lnTo>
                <a:close/>
                <a:moveTo>
                  <a:pt x="7762" y="1"/>
                </a:moveTo>
                <a:cubicBezTo>
                  <a:pt x="7443" y="1"/>
                  <a:pt x="7120" y="119"/>
                  <a:pt x="6868" y="355"/>
                </a:cubicBezTo>
                <a:lnTo>
                  <a:pt x="4569" y="2624"/>
                </a:lnTo>
                <a:cubicBezTo>
                  <a:pt x="4411" y="2781"/>
                  <a:pt x="4411" y="3065"/>
                  <a:pt x="4569" y="3222"/>
                </a:cubicBezTo>
                <a:cubicBezTo>
                  <a:pt x="4647" y="3301"/>
                  <a:pt x="4758" y="3340"/>
                  <a:pt x="4868" y="3340"/>
                </a:cubicBezTo>
                <a:cubicBezTo>
                  <a:pt x="4978" y="3340"/>
                  <a:pt x="5088" y="3301"/>
                  <a:pt x="5167" y="3222"/>
                </a:cubicBezTo>
                <a:lnTo>
                  <a:pt x="7436" y="922"/>
                </a:lnTo>
                <a:cubicBezTo>
                  <a:pt x="7514" y="844"/>
                  <a:pt x="7625" y="804"/>
                  <a:pt x="7735" y="804"/>
                </a:cubicBezTo>
                <a:cubicBezTo>
                  <a:pt x="7845" y="804"/>
                  <a:pt x="7955" y="844"/>
                  <a:pt x="8034" y="922"/>
                </a:cubicBezTo>
                <a:lnTo>
                  <a:pt x="8475" y="1363"/>
                </a:lnTo>
                <a:lnTo>
                  <a:pt x="5041" y="4797"/>
                </a:lnTo>
                <a:lnTo>
                  <a:pt x="1450" y="8389"/>
                </a:lnTo>
                <a:cubicBezTo>
                  <a:pt x="1418" y="8420"/>
                  <a:pt x="1387" y="8483"/>
                  <a:pt x="1355" y="8578"/>
                </a:cubicBezTo>
                <a:cubicBezTo>
                  <a:pt x="1355" y="8610"/>
                  <a:pt x="1387" y="8420"/>
                  <a:pt x="883" y="11319"/>
                </a:cubicBezTo>
                <a:lnTo>
                  <a:pt x="158" y="12044"/>
                </a:lnTo>
                <a:cubicBezTo>
                  <a:pt x="0" y="12201"/>
                  <a:pt x="0" y="12485"/>
                  <a:pt x="158" y="12642"/>
                </a:cubicBezTo>
                <a:cubicBezTo>
                  <a:pt x="237" y="12721"/>
                  <a:pt x="347" y="12760"/>
                  <a:pt x="457" y="12760"/>
                </a:cubicBezTo>
                <a:cubicBezTo>
                  <a:pt x="567" y="12760"/>
                  <a:pt x="678" y="12721"/>
                  <a:pt x="756" y="12642"/>
                </a:cubicBezTo>
                <a:lnTo>
                  <a:pt x="1450" y="11918"/>
                </a:lnTo>
                <a:cubicBezTo>
                  <a:pt x="1513" y="11918"/>
                  <a:pt x="4191" y="11445"/>
                  <a:pt x="4191" y="11445"/>
                </a:cubicBezTo>
                <a:cubicBezTo>
                  <a:pt x="4254" y="11445"/>
                  <a:pt x="4317" y="11413"/>
                  <a:pt x="4380" y="11382"/>
                </a:cubicBezTo>
                <a:lnTo>
                  <a:pt x="12130" y="3600"/>
                </a:lnTo>
                <a:cubicBezTo>
                  <a:pt x="12539" y="3222"/>
                  <a:pt x="12728" y="2718"/>
                  <a:pt x="12728" y="2151"/>
                </a:cubicBezTo>
                <a:cubicBezTo>
                  <a:pt x="12697" y="985"/>
                  <a:pt x="11783" y="72"/>
                  <a:pt x="10649" y="72"/>
                </a:cubicBezTo>
                <a:cubicBezTo>
                  <a:pt x="10082" y="72"/>
                  <a:pt x="9578" y="261"/>
                  <a:pt x="9168" y="670"/>
                </a:cubicBezTo>
                <a:lnTo>
                  <a:pt x="9074" y="765"/>
                </a:lnTo>
                <a:lnTo>
                  <a:pt x="8633" y="355"/>
                </a:lnTo>
                <a:cubicBezTo>
                  <a:pt x="8396" y="119"/>
                  <a:pt x="8081" y="1"/>
                  <a:pt x="7762"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13" name="Google Shape;8632;p68">
            <a:extLst>
              <a:ext uri="{FF2B5EF4-FFF2-40B4-BE49-F238E27FC236}">
                <a16:creationId xmlns:a16="http://schemas.microsoft.com/office/drawing/2014/main" id="{96C81A7A-E3E1-8087-A0A2-8CA35D82EBEC}"/>
              </a:ext>
            </a:extLst>
          </p:cNvPr>
          <p:cNvGrpSpPr/>
          <p:nvPr/>
        </p:nvGrpSpPr>
        <p:grpSpPr>
          <a:xfrm>
            <a:off x="15442891" y="5027162"/>
            <a:ext cx="963678" cy="961700"/>
            <a:chOff x="-38686275" y="2314400"/>
            <a:chExt cx="316650" cy="316000"/>
          </a:xfrm>
          <a:solidFill>
            <a:srgbClr val="555559"/>
          </a:solidFill>
        </p:grpSpPr>
        <p:sp>
          <p:nvSpPr>
            <p:cNvPr id="1840" name="Google Shape;8633;p68">
              <a:extLst>
                <a:ext uri="{FF2B5EF4-FFF2-40B4-BE49-F238E27FC236}">
                  <a16:creationId xmlns:a16="http://schemas.microsoft.com/office/drawing/2014/main" id="{827A0B46-35F5-A9C4-0A92-C6400763B5A2}"/>
                </a:ext>
              </a:extLst>
            </p:cNvPr>
            <p:cNvSpPr/>
            <p:nvPr/>
          </p:nvSpPr>
          <p:spPr>
            <a:xfrm>
              <a:off x="-38686275" y="2314400"/>
              <a:ext cx="316650" cy="316000"/>
            </a:xfrm>
            <a:custGeom>
              <a:avLst/>
              <a:gdLst/>
              <a:ahLst/>
              <a:cxnLst/>
              <a:rect l="l" t="t" r="r" b="b"/>
              <a:pathLst>
                <a:path w="12666" h="12640" extrusionOk="0">
                  <a:moveTo>
                    <a:pt x="8161" y="852"/>
                  </a:moveTo>
                  <a:cubicBezTo>
                    <a:pt x="8381" y="852"/>
                    <a:pt x="8539" y="1041"/>
                    <a:pt x="8570" y="1262"/>
                  </a:cubicBezTo>
                  <a:lnTo>
                    <a:pt x="8570" y="1703"/>
                  </a:lnTo>
                  <a:lnTo>
                    <a:pt x="4160" y="1703"/>
                  </a:lnTo>
                  <a:lnTo>
                    <a:pt x="4160" y="1230"/>
                  </a:lnTo>
                  <a:lnTo>
                    <a:pt x="4128" y="1230"/>
                  </a:lnTo>
                  <a:cubicBezTo>
                    <a:pt x="4128" y="1199"/>
                    <a:pt x="4128" y="1104"/>
                    <a:pt x="4160" y="1073"/>
                  </a:cubicBezTo>
                  <a:cubicBezTo>
                    <a:pt x="4254" y="915"/>
                    <a:pt x="4380" y="852"/>
                    <a:pt x="4569" y="852"/>
                  </a:cubicBezTo>
                  <a:close/>
                  <a:moveTo>
                    <a:pt x="11437" y="2427"/>
                  </a:moveTo>
                  <a:cubicBezTo>
                    <a:pt x="11658" y="2427"/>
                    <a:pt x="11815" y="2616"/>
                    <a:pt x="11847" y="2805"/>
                  </a:cubicBezTo>
                  <a:lnTo>
                    <a:pt x="11847" y="5641"/>
                  </a:lnTo>
                  <a:cubicBezTo>
                    <a:pt x="11847" y="5830"/>
                    <a:pt x="11721" y="5987"/>
                    <a:pt x="11563" y="6050"/>
                  </a:cubicBezTo>
                  <a:cubicBezTo>
                    <a:pt x="11542" y="6061"/>
                    <a:pt x="11532" y="6064"/>
                    <a:pt x="11478" y="6064"/>
                  </a:cubicBezTo>
                  <a:cubicBezTo>
                    <a:pt x="11371" y="6064"/>
                    <a:pt x="11091" y="6050"/>
                    <a:pt x="10208" y="6050"/>
                  </a:cubicBezTo>
                  <a:lnTo>
                    <a:pt x="10208" y="4822"/>
                  </a:lnTo>
                  <a:cubicBezTo>
                    <a:pt x="10208" y="4570"/>
                    <a:pt x="9988" y="4381"/>
                    <a:pt x="9767" y="4381"/>
                  </a:cubicBezTo>
                  <a:lnTo>
                    <a:pt x="8129" y="4381"/>
                  </a:lnTo>
                  <a:cubicBezTo>
                    <a:pt x="7877" y="4381"/>
                    <a:pt x="7688" y="4570"/>
                    <a:pt x="7688" y="4822"/>
                  </a:cubicBezTo>
                  <a:lnTo>
                    <a:pt x="7688" y="6050"/>
                  </a:lnTo>
                  <a:lnTo>
                    <a:pt x="4916" y="6050"/>
                  </a:lnTo>
                  <a:lnTo>
                    <a:pt x="4916" y="4822"/>
                  </a:lnTo>
                  <a:cubicBezTo>
                    <a:pt x="4916" y="4570"/>
                    <a:pt x="4727" y="4381"/>
                    <a:pt x="4506" y="4381"/>
                  </a:cubicBezTo>
                  <a:lnTo>
                    <a:pt x="2836" y="4381"/>
                  </a:lnTo>
                  <a:cubicBezTo>
                    <a:pt x="2710" y="4381"/>
                    <a:pt x="2647" y="4412"/>
                    <a:pt x="2553" y="4507"/>
                  </a:cubicBezTo>
                  <a:cubicBezTo>
                    <a:pt x="2490" y="4570"/>
                    <a:pt x="2458" y="4696"/>
                    <a:pt x="2458" y="4790"/>
                  </a:cubicBezTo>
                  <a:lnTo>
                    <a:pt x="2458" y="5987"/>
                  </a:lnTo>
                  <a:lnTo>
                    <a:pt x="1230" y="5987"/>
                  </a:lnTo>
                  <a:cubicBezTo>
                    <a:pt x="978" y="5987"/>
                    <a:pt x="820" y="5798"/>
                    <a:pt x="788" y="5578"/>
                  </a:cubicBezTo>
                  <a:lnTo>
                    <a:pt x="788" y="2805"/>
                  </a:lnTo>
                  <a:cubicBezTo>
                    <a:pt x="788" y="2585"/>
                    <a:pt x="978" y="2427"/>
                    <a:pt x="1230" y="2427"/>
                  </a:cubicBezTo>
                  <a:close/>
                  <a:moveTo>
                    <a:pt x="4128" y="5200"/>
                  </a:moveTo>
                  <a:lnTo>
                    <a:pt x="4128" y="6428"/>
                  </a:lnTo>
                  <a:cubicBezTo>
                    <a:pt x="4128" y="6586"/>
                    <a:pt x="4065" y="6712"/>
                    <a:pt x="3939" y="6775"/>
                  </a:cubicBezTo>
                  <a:cubicBezTo>
                    <a:pt x="3857" y="6826"/>
                    <a:pt x="3768" y="6851"/>
                    <a:pt x="3684" y="6851"/>
                  </a:cubicBezTo>
                  <a:cubicBezTo>
                    <a:pt x="3508" y="6851"/>
                    <a:pt x="3351" y="6746"/>
                    <a:pt x="3309" y="6554"/>
                  </a:cubicBezTo>
                  <a:lnTo>
                    <a:pt x="3309" y="5200"/>
                  </a:lnTo>
                  <a:close/>
                  <a:moveTo>
                    <a:pt x="9358" y="5200"/>
                  </a:moveTo>
                  <a:lnTo>
                    <a:pt x="9358" y="6428"/>
                  </a:lnTo>
                  <a:cubicBezTo>
                    <a:pt x="9358" y="6586"/>
                    <a:pt x="9295" y="6712"/>
                    <a:pt x="9169" y="6775"/>
                  </a:cubicBezTo>
                  <a:cubicBezTo>
                    <a:pt x="9097" y="6826"/>
                    <a:pt x="9015" y="6851"/>
                    <a:pt x="8934" y="6851"/>
                  </a:cubicBezTo>
                  <a:cubicBezTo>
                    <a:pt x="8766" y="6851"/>
                    <a:pt x="8602" y="6746"/>
                    <a:pt x="8539" y="6554"/>
                  </a:cubicBezTo>
                  <a:lnTo>
                    <a:pt x="8539" y="5200"/>
                  </a:lnTo>
                  <a:close/>
                  <a:moveTo>
                    <a:pt x="11059" y="6869"/>
                  </a:moveTo>
                  <a:lnTo>
                    <a:pt x="11059" y="11438"/>
                  </a:lnTo>
                  <a:lnTo>
                    <a:pt x="11028" y="11438"/>
                  </a:lnTo>
                  <a:cubicBezTo>
                    <a:pt x="11028" y="11658"/>
                    <a:pt x="10839" y="11816"/>
                    <a:pt x="10618" y="11816"/>
                  </a:cubicBezTo>
                  <a:lnTo>
                    <a:pt x="2080" y="11816"/>
                  </a:lnTo>
                  <a:cubicBezTo>
                    <a:pt x="1860" y="11816"/>
                    <a:pt x="1702" y="11627"/>
                    <a:pt x="1702" y="11438"/>
                  </a:cubicBezTo>
                  <a:lnTo>
                    <a:pt x="1702" y="6869"/>
                  </a:lnTo>
                  <a:lnTo>
                    <a:pt x="2616" y="6869"/>
                  </a:lnTo>
                  <a:cubicBezTo>
                    <a:pt x="2710" y="7216"/>
                    <a:pt x="3025" y="7531"/>
                    <a:pt x="3403" y="7657"/>
                  </a:cubicBezTo>
                  <a:cubicBezTo>
                    <a:pt x="3520" y="7692"/>
                    <a:pt x="3637" y="7709"/>
                    <a:pt x="3752" y="7709"/>
                  </a:cubicBezTo>
                  <a:cubicBezTo>
                    <a:pt x="4263" y="7709"/>
                    <a:pt x="4736" y="7383"/>
                    <a:pt x="4916" y="6869"/>
                  </a:cubicBezTo>
                  <a:lnTo>
                    <a:pt x="7846" y="6869"/>
                  </a:lnTo>
                  <a:cubicBezTo>
                    <a:pt x="8017" y="7384"/>
                    <a:pt x="8513" y="7708"/>
                    <a:pt x="9036" y="7708"/>
                  </a:cubicBezTo>
                  <a:cubicBezTo>
                    <a:pt x="9185" y="7708"/>
                    <a:pt x="9337" y="7682"/>
                    <a:pt x="9484" y="7626"/>
                  </a:cubicBezTo>
                  <a:cubicBezTo>
                    <a:pt x="9799" y="7500"/>
                    <a:pt x="10082" y="7216"/>
                    <a:pt x="10145" y="6869"/>
                  </a:cubicBezTo>
                  <a:close/>
                  <a:moveTo>
                    <a:pt x="8211" y="0"/>
                  </a:moveTo>
                  <a:cubicBezTo>
                    <a:pt x="8194" y="0"/>
                    <a:pt x="8177" y="1"/>
                    <a:pt x="8161" y="1"/>
                  </a:cubicBezTo>
                  <a:lnTo>
                    <a:pt x="4569" y="1"/>
                  </a:lnTo>
                  <a:cubicBezTo>
                    <a:pt x="3907" y="1"/>
                    <a:pt x="3309" y="569"/>
                    <a:pt x="3340" y="1230"/>
                  </a:cubicBezTo>
                  <a:lnTo>
                    <a:pt x="3340" y="1671"/>
                  </a:lnTo>
                  <a:lnTo>
                    <a:pt x="1261" y="1671"/>
                  </a:lnTo>
                  <a:cubicBezTo>
                    <a:pt x="599" y="1671"/>
                    <a:pt x="1" y="2207"/>
                    <a:pt x="1" y="2868"/>
                  </a:cubicBezTo>
                  <a:lnTo>
                    <a:pt x="1" y="5641"/>
                  </a:lnTo>
                  <a:cubicBezTo>
                    <a:pt x="1" y="6145"/>
                    <a:pt x="316" y="6617"/>
                    <a:pt x="820" y="6838"/>
                  </a:cubicBezTo>
                  <a:lnTo>
                    <a:pt x="820" y="11438"/>
                  </a:lnTo>
                  <a:cubicBezTo>
                    <a:pt x="820" y="12067"/>
                    <a:pt x="1333" y="12639"/>
                    <a:pt x="1953" y="12639"/>
                  </a:cubicBezTo>
                  <a:cubicBezTo>
                    <a:pt x="1984" y="12639"/>
                    <a:pt x="2016" y="12638"/>
                    <a:pt x="2049" y="12635"/>
                  </a:cubicBezTo>
                  <a:lnTo>
                    <a:pt x="10587" y="12635"/>
                  </a:lnTo>
                  <a:cubicBezTo>
                    <a:pt x="11248" y="12635"/>
                    <a:pt x="11847" y="12099"/>
                    <a:pt x="11815" y="11438"/>
                  </a:cubicBezTo>
                  <a:lnTo>
                    <a:pt x="11815" y="6838"/>
                  </a:lnTo>
                  <a:cubicBezTo>
                    <a:pt x="12288" y="6680"/>
                    <a:pt x="12634" y="6208"/>
                    <a:pt x="12634" y="5641"/>
                  </a:cubicBezTo>
                  <a:lnTo>
                    <a:pt x="12634" y="2868"/>
                  </a:lnTo>
                  <a:cubicBezTo>
                    <a:pt x="12666" y="2207"/>
                    <a:pt x="12130" y="1640"/>
                    <a:pt x="11469" y="1640"/>
                  </a:cubicBezTo>
                  <a:lnTo>
                    <a:pt x="9358" y="1640"/>
                  </a:lnTo>
                  <a:lnTo>
                    <a:pt x="9358" y="1230"/>
                  </a:lnTo>
                  <a:cubicBezTo>
                    <a:pt x="9358" y="585"/>
                    <a:pt x="8849" y="0"/>
                    <a:pt x="821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8634;p68">
              <a:extLst>
                <a:ext uri="{FF2B5EF4-FFF2-40B4-BE49-F238E27FC236}">
                  <a16:creationId xmlns:a16="http://schemas.microsoft.com/office/drawing/2014/main" id="{275F58C3-BADB-81C1-DE2A-CFAC9A1E167A}"/>
                </a:ext>
              </a:extLst>
            </p:cNvPr>
            <p:cNvSpPr/>
            <p:nvPr/>
          </p:nvSpPr>
          <p:spPr>
            <a:xfrm>
              <a:off x="-38583075" y="2527075"/>
              <a:ext cx="111075" cy="63050"/>
            </a:xfrm>
            <a:custGeom>
              <a:avLst/>
              <a:gdLst/>
              <a:ahLst/>
              <a:cxnLst/>
              <a:rect l="l" t="t" r="r" b="b"/>
              <a:pathLst>
                <a:path w="4443" h="2522" extrusionOk="0">
                  <a:moveTo>
                    <a:pt x="3592" y="851"/>
                  </a:moveTo>
                  <a:lnTo>
                    <a:pt x="3592" y="1670"/>
                  </a:lnTo>
                  <a:lnTo>
                    <a:pt x="819" y="1670"/>
                  </a:lnTo>
                  <a:lnTo>
                    <a:pt x="819" y="851"/>
                  </a:lnTo>
                  <a:close/>
                  <a:moveTo>
                    <a:pt x="441" y="1"/>
                  </a:moveTo>
                  <a:cubicBezTo>
                    <a:pt x="189" y="1"/>
                    <a:pt x="0" y="221"/>
                    <a:pt x="0" y="442"/>
                  </a:cubicBezTo>
                  <a:lnTo>
                    <a:pt x="0" y="2112"/>
                  </a:lnTo>
                  <a:cubicBezTo>
                    <a:pt x="0" y="2332"/>
                    <a:pt x="189" y="2521"/>
                    <a:pt x="441" y="2521"/>
                  </a:cubicBezTo>
                  <a:lnTo>
                    <a:pt x="4033" y="2521"/>
                  </a:lnTo>
                  <a:cubicBezTo>
                    <a:pt x="4253" y="2521"/>
                    <a:pt x="4442" y="2332"/>
                    <a:pt x="4442" y="2112"/>
                  </a:cubicBezTo>
                  <a:lnTo>
                    <a:pt x="4442" y="442"/>
                  </a:lnTo>
                  <a:cubicBezTo>
                    <a:pt x="4411" y="221"/>
                    <a:pt x="4253" y="1"/>
                    <a:pt x="403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4" name="Google Shape;8635;p68">
            <a:extLst>
              <a:ext uri="{FF2B5EF4-FFF2-40B4-BE49-F238E27FC236}">
                <a16:creationId xmlns:a16="http://schemas.microsoft.com/office/drawing/2014/main" id="{9F5AD132-0589-476E-A86C-65E7DEA8533A}"/>
              </a:ext>
            </a:extLst>
          </p:cNvPr>
          <p:cNvGrpSpPr/>
          <p:nvPr/>
        </p:nvGrpSpPr>
        <p:grpSpPr>
          <a:xfrm>
            <a:off x="15439278" y="6146663"/>
            <a:ext cx="970907" cy="966038"/>
            <a:chOff x="-38686275" y="2682250"/>
            <a:chExt cx="319025" cy="317425"/>
          </a:xfrm>
          <a:solidFill>
            <a:srgbClr val="555559"/>
          </a:solidFill>
        </p:grpSpPr>
        <p:sp>
          <p:nvSpPr>
            <p:cNvPr id="1838" name="Google Shape;8636;p68">
              <a:extLst>
                <a:ext uri="{FF2B5EF4-FFF2-40B4-BE49-F238E27FC236}">
                  <a16:creationId xmlns:a16="http://schemas.microsoft.com/office/drawing/2014/main" id="{7EEFD873-9114-1B43-67A7-1F4AF560F190}"/>
                </a:ext>
              </a:extLst>
            </p:cNvPr>
            <p:cNvSpPr/>
            <p:nvPr/>
          </p:nvSpPr>
          <p:spPr>
            <a:xfrm>
              <a:off x="-38686275" y="2682250"/>
              <a:ext cx="319025" cy="317425"/>
            </a:xfrm>
            <a:custGeom>
              <a:avLst/>
              <a:gdLst/>
              <a:ahLst/>
              <a:cxnLst/>
              <a:rect l="l" t="t" r="r" b="b"/>
              <a:pathLst>
                <a:path w="12761" h="12697" extrusionOk="0">
                  <a:moveTo>
                    <a:pt x="11511" y="5995"/>
                  </a:moveTo>
                  <a:cubicBezTo>
                    <a:pt x="11742" y="5995"/>
                    <a:pt x="11941" y="6184"/>
                    <a:pt x="11941" y="6396"/>
                  </a:cubicBezTo>
                  <a:cubicBezTo>
                    <a:pt x="11941" y="6616"/>
                    <a:pt x="11815" y="6774"/>
                    <a:pt x="11626" y="6805"/>
                  </a:cubicBezTo>
                  <a:cubicBezTo>
                    <a:pt x="11576" y="6818"/>
                    <a:pt x="11528" y="6824"/>
                    <a:pt x="11483" y="6824"/>
                  </a:cubicBezTo>
                  <a:cubicBezTo>
                    <a:pt x="11302" y="6824"/>
                    <a:pt x="11166" y="6723"/>
                    <a:pt x="11091" y="6522"/>
                  </a:cubicBezTo>
                  <a:cubicBezTo>
                    <a:pt x="11028" y="6301"/>
                    <a:pt x="11154" y="6081"/>
                    <a:pt x="11374" y="6018"/>
                  </a:cubicBezTo>
                  <a:cubicBezTo>
                    <a:pt x="11420" y="6002"/>
                    <a:pt x="11466" y="5995"/>
                    <a:pt x="11511" y="5995"/>
                  </a:cubicBezTo>
                  <a:close/>
                  <a:moveTo>
                    <a:pt x="5042" y="788"/>
                  </a:moveTo>
                  <a:cubicBezTo>
                    <a:pt x="7310" y="788"/>
                    <a:pt x="9169" y="2615"/>
                    <a:pt x="9169" y="4915"/>
                  </a:cubicBezTo>
                  <a:cubicBezTo>
                    <a:pt x="9169" y="7183"/>
                    <a:pt x="7310" y="9042"/>
                    <a:pt x="5042" y="9042"/>
                  </a:cubicBezTo>
                  <a:cubicBezTo>
                    <a:pt x="3624" y="9042"/>
                    <a:pt x="2364" y="8317"/>
                    <a:pt x="1608" y="7246"/>
                  </a:cubicBezTo>
                  <a:cubicBezTo>
                    <a:pt x="820" y="6049"/>
                    <a:pt x="694" y="4568"/>
                    <a:pt x="1230" y="3308"/>
                  </a:cubicBezTo>
                  <a:cubicBezTo>
                    <a:pt x="1860" y="1827"/>
                    <a:pt x="3309" y="788"/>
                    <a:pt x="5042" y="788"/>
                  </a:cubicBezTo>
                  <a:close/>
                  <a:moveTo>
                    <a:pt x="7531" y="9200"/>
                  </a:moveTo>
                  <a:lnTo>
                    <a:pt x="7531" y="11373"/>
                  </a:lnTo>
                  <a:cubicBezTo>
                    <a:pt x="7531" y="11594"/>
                    <a:pt x="7310" y="11751"/>
                    <a:pt x="7089" y="11814"/>
                  </a:cubicBezTo>
                  <a:lnTo>
                    <a:pt x="2962" y="11814"/>
                  </a:lnTo>
                  <a:cubicBezTo>
                    <a:pt x="2710" y="11814"/>
                    <a:pt x="2553" y="11594"/>
                    <a:pt x="2553" y="11373"/>
                  </a:cubicBezTo>
                  <a:lnTo>
                    <a:pt x="2553" y="9200"/>
                  </a:lnTo>
                  <a:cubicBezTo>
                    <a:pt x="3316" y="9645"/>
                    <a:pt x="4174" y="9873"/>
                    <a:pt x="5041" y="9873"/>
                  </a:cubicBezTo>
                  <a:cubicBezTo>
                    <a:pt x="5892" y="9873"/>
                    <a:pt x="6750" y="9652"/>
                    <a:pt x="7531" y="9200"/>
                  </a:cubicBezTo>
                  <a:close/>
                  <a:moveTo>
                    <a:pt x="4947" y="0"/>
                  </a:moveTo>
                  <a:cubicBezTo>
                    <a:pt x="4296" y="0"/>
                    <a:pt x="3643" y="126"/>
                    <a:pt x="3025" y="378"/>
                  </a:cubicBezTo>
                  <a:cubicBezTo>
                    <a:pt x="1230" y="1134"/>
                    <a:pt x="1" y="2930"/>
                    <a:pt x="1" y="4946"/>
                  </a:cubicBezTo>
                  <a:cubicBezTo>
                    <a:pt x="1" y="6396"/>
                    <a:pt x="631" y="7750"/>
                    <a:pt x="1639" y="8664"/>
                  </a:cubicBezTo>
                  <a:lnTo>
                    <a:pt x="1639" y="11436"/>
                  </a:lnTo>
                  <a:cubicBezTo>
                    <a:pt x="1639" y="12098"/>
                    <a:pt x="2206" y="12697"/>
                    <a:pt x="2868" y="12697"/>
                  </a:cubicBezTo>
                  <a:lnTo>
                    <a:pt x="6995" y="12697"/>
                  </a:lnTo>
                  <a:cubicBezTo>
                    <a:pt x="7562" y="12697"/>
                    <a:pt x="8035" y="12350"/>
                    <a:pt x="8192" y="11877"/>
                  </a:cubicBezTo>
                  <a:cubicBezTo>
                    <a:pt x="10114" y="11720"/>
                    <a:pt x="11847" y="10113"/>
                    <a:pt x="11847" y="8160"/>
                  </a:cubicBezTo>
                  <a:lnTo>
                    <a:pt x="11847" y="7719"/>
                  </a:lnTo>
                  <a:cubicBezTo>
                    <a:pt x="12351" y="7530"/>
                    <a:pt x="12666" y="7089"/>
                    <a:pt x="12666" y="6522"/>
                  </a:cubicBezTo>
                  <a:cubicBezTo>
                    <a:pt x="12760" y="5734"/>
                    <a:pt x="12193" y="5198"/>
                    <a:pt x="11500" y="5198"/>
                  </a:cubicBezTo>
                  <a:cubicBezTo>
                    <a:pt x="10839" y="5198"/>
                    <a:pt x="10240" y="5734"/>
                    <a:pt x="10240" y="6459"/>
                  </a:cubicBezTo>
                  <a:cubicBezTo>
                    <a:pt x="10240" y="6994"/>
                    <a:pt x="10587" y="7435"/>
                    <a:pt x="11059" y="7624"/>
                  </a:cubicBezTo>
                  <a:lnTo>
                    <a:pt x="11059" y="8097"/>
                  </a:lnTo>
                  <a:cubicBezTo>
                    <a:pt x="11059" y="9546"/>
                    <a:pt x="9767" y="10775"/>
                    <a:pt x="8318" y="10964"/>
                  </a:cubicBezTo>
                  <a:lnTo>
                    <a:pt x="8318" y="8664"/>
                  </a:lnTo>
                  <a:cubicBezTo>
                    <a:pt x="8633" y="8380"/>
                    <a:pt x="8885" y="8065"/>
                    <a:pt x="9106" y="7750"/>
                  </a:cubicBezTo>
                  <a:cubicBezTo>
                    <a:pt x="10618" y="5514"/>
                    <a:pt x="10051" y="2395"/>
                    <a:pt x="7751" y="851"/>
                  </a:cubicBezTo>
                  <a:cubicBezTo>
                    <a:pt x="6900" y="284"/>
                    <a:pt x="5925" y="0"/>
                    <a:pt x="49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8637;p68">
              <a:extLst>
                <a:ext uri="{FF2B5EF4-FFF2-40B4-BE49-F238E27FC236}">
                  <a16:creationId xmlns:a16="http://schemas.microsoft.com/office/drawing/2014/main" id="{BECE990A-EA5C-3D8B-A24D-32B182A8B1C1}"/>
                </a:ext>
              </a:extLst>
            </p:cNvPr>
            <p:cNvSpPr/>
            <p:nvPr/>
          </p:nvSpPr>
          <p:spPr>
            <a:xfrm>
              <a:off x="-38591750" y="2773600"/>
              <a:ext cx="63025" cy="61350"/>
            </a:xfrm>
            <a:custGeom>
              <a:avLst/>
              <a:gdLst/>
              <a:ahLst/>
              <a:cxnLst/>
              <a:rect l="l" t="t" r="r" b="b"/>
              <a:pathLst>
                <a:path w="2521" h="2454" extrusionOk="0">
                  <a:moveTo>
                    <a:pt x="1264" y="788"/>
                  </a:moveTo>
                  <a:cubicBezTo>
                    <a:pt x="1315" y="788"/>
                    <a:pt x="1368" y="798"/>
                    <a:pt x="1418" y="820"/>
                  </a:cubicBezTo>
                  <a:cubicBezTo>
                    <a:pt x="1544" y="851"/>
                    <a:pt x="1607" y="977"/>
                    <a:pt x="1639" y="1103"/>
                  </a:cubicBezTo>
                  <a:cubicBezTo>
                    <a:pt x="1716" y="1387"/>
                    <a:pt x="1519" y="1649"/>
                    <a:pt x="1273" y="1649"/>
                  </a:cubicBezTo>
                  <a:cubicBezTo>
                    <a:pt x="1218" y="1649"/>
                    <a:pt x="1161" y="1636"/>
                    <a:pt x="1103" y="1607"/>
                  </a:cubicBezTo>
                  <a:cubicBezTo>
                    <a:pt x="914" y="1544"/>
                    <a:pt x="788" y="1292"/>
                    <a:pt x="851" y="1072"/>
                  </a:cubicBezTo>
                  <a:cubicBezTo>
                    <a:pt x="924" y="902"/>
                    <a:pt x="1090" y="788"/>
                    <a:pt x="1264" y="788"/>
                  </a:cubicBezTo>
                  <a:close/>
                  <a:moveTo>
                    <a:pt x="1261" y="1"/>
                  </a:moveTo>
                  <a:cubicBezTo>
                    <a:pt x="599" y="1"/>
                    <a:pt x="0" y="536"/>
                    <a:pt x="32" y="1229"/>
                  </a:cubicBezTo>
                  <a:cubicBezTo>
                    <a:pt x="32" y="1765"/>
                    <a:pt x="379" y="2238"/>
                    <a:pt x="914" y="2395"/>
                  </a:cubicBezTo>
                  <a:cubicBezTo>
                    <a:pt x="1038" y="2435"/>
                    <a:pt x="1163" y="2453"/>
                    <a:pt x="1285" y="2453"/>
                  </a:cubicBezTo>
                  <a:cubicBezTo>
                    <a:pt x="1939" y="2453"/>
                    <a:pt x="2521" y="1920"/>
                    <a:pt x="2521" y="1229"/>
                  </a:cubicBezTo>
                  <a:cubicBezTo>
                    <a:pt x="2489" y="536"/>
                    <a:pt x="1922" y="1"/>
                    <a:pt x="12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5" name="Google Shape;8638;p68">
            <a:extLst>
              <a:ext uri="{FF2B5EF4-FFF2-40B4-BE49-F238E27FC236}">
                <a16:creationId xmlns:a16="http://schemas.microsoft.com/office/drawing/2014/main" id="{E51FB2A7-EB7A-E464-318E-BCFD4F5A77B4}"/>
              </a:ext>
            </a:extLst>
          </p:cNvPr>
          <p:cNvGrpSpPr/>
          <p:nvPr/>
        </p:nvGrpSpPr>
        <p:grpSpPr>
          <a:xfrm>
            <a:off x="18847045" y="6103522"/>
            <a:ext cx="1011612" cy="973571"/>
            <a:chOff x="-37534750" y="2668075"/>
            <a:chExt cx="332400" cy="319900"/>
          </a:xfrm>
          <a:solidFill>
            <a:srgbClr val="555559"/>
          </a:solidFill>
        </p:grpSpPr>
        <p:sp>
          <p:nvSpPr>
            <p:cNvPr id="1836" name="Google Shape;8639;p68">
              <a:extLst>
                <a:ext uri="{FF2B5EF4-FFF2-40B4-BE49-F238E27FC236}">
                  <a16:creationId xmlns:a16="http://schemas.microsoft.com/office/drawing/2014/main" id="{5890CFE2-5CD5-3453-5D7B-4ACDC2E2C55F}"/>
                </a:ext>
              </a:extLst>
            </p:cNvPr>
            <p:cNvSpPr/>
            <p:nvPr/>
          </p:nvSpPr>
          <p:spPr>
            <a:xfrm>
              <a:off x="-37534750" y="2668075"/>
              <a:ext cx="332400" cy="319900"/>
            </a:xfrm>
            <a:custGeom>
              <a:avLst/>
              <a:gdLst/>
              <a:ahLst/>
              <a:cxnLst/>
              <a:rect l="l" t="t" r="r" b="b"/>
              <a:pathLst>
                <a:path w="13296" h="12796" extrusionOk="0">
                  <a:moveTo>
                    <a:pt x="5258" y="834"/>
                  </a:moveTo>
                  <a:cubicBezTo>
                    <a:pt x="5799" y="834"/>
                    <a:pt x="6338" y="935"/>
                    <a:pt x="6837" y="1134"/>
                  </a:cubicBezTo>
                  <a:cubicBezTo>
                    <a:pt x="9105" y="2142"/>
                    <a:pt x="10019" y="4852"/>
                    <a:pt x="8822" y="6963"/>
                  </a:cubicBezTo>
                  <a:cubicBezTo>
                    <a:pt x="8790" y="7026"/>
                    <a:pt x="8790" y="7026"/>
                    <a:pt x="8790" y="7057"/>
                  </a:cubicBezTo>
                  <a:cubicBezTo>
                    <a:pt x="8632" y="7372"/>
                    <a:pt x="8412" y="7656"/>
                    <a:pt x="8160" y="7876"/>
                  </a:cubicBezTo>
                  <a:cubicBezTo>
                    <a:pt x="8002" y="8002"/>
                    <a:pt x="7876" y="8128"/>
                    <a:pt x="7782" y="8191"/>
                  </a:cubicBezTo>
                  <a:cubicBezTo>
                    <a:pt x="7687" y="8223"/>
                    <a:pt x="7719" y="8223"/>
                    <a:pt x="7687" y="8286"/>
                  </a:cubicBezTo>
                  <a:cubicBezTo>
                    <a:pt x="7152" y="8664"/>
                    <a:pt x="6585" y="8947"/>
                    <a:pt x="5923" y="9073"/>
                  </a:cubicBezTo>
                  <a:cubicBezTo>
                    <a:pt x="5694" y="9110"/>
                    <a:pt x="5468" y="9128"/>
                    <a:pt x="5245" y="9128"/>
                  </a:cubicBezTo>
                  <a:cubicBezTo>
                    <a:pt x="2977" y="9128"/>
                    <a:pt x="1071" y="7298"/>
                    <a:pt x="1071" y="4946"/>
                  </a:cubicBezTo>
                  <a:cubicBezTo>
                    <a:pt x="1071" y="3592"/>
                    <a:pt x="1796" y="2268"/>
                    <a:pt x="2899" y="1544"/>
                  </a:cubicBezTo>
                  <a:cubicBezTo>
                    <a:pt x="3603" y="1068"/>
                    <a:pt x="4433" y="834"/>
                    <a:pt x="5258" y="834"/>
                  </a:cubicBezTo>
                  <a:close/>
                  <a:moveTo>
                    <a:pt x="9200" y="7876"/>
                  </a:moveTo>
                  <a:lnTo>
                    <a:pt x="11909" y="10586"/>
                  </a:lnTo>
                  <a:cubicBezTo>
                    <a:pt x="12067" y="10743"/>
                    <a:pt x="12130" y="10901"/>
                    <a:pt x="12130" y="11153"/>
                  </a:cubicBezTo>
                  <a:cubicBezTo>
                    <a:pt x="12130" y="11594"/>
                    <a:pt x="11783" y="11909"/>
                    <a:pt x="11405" y="11909"/>
                  </a:cubicBezTo>
                  <a:cubicBezTo>
                    <a:pt x="11184" y="11909"/>
                    <a:pt x="10995" y="11814"/>
                    <a:pt x="10838" y="11657"/>
                  </a:cubicBezTo>
                  <a:lnTo>
                    <a:pt x="8128" y="8947"/>
                  </a:lnTo>
                  <a:cubicBezTo>
                    <a:pt x="8160" y="8916"/>
                    <a:pt x="8759" y="8506"/>
                    <a:pt x="9200" y="7876"/>
                  </a:cubicBezTo>
                  <a:close/>
                  <a:moveTo>
                    <a:pt x="5198" y="0"/>
                  </a:moveTo>
                  <a:cubicBezTo>
                    <a:pt x="3529" y="0"/>
                    <a:pt x="1985" y="882"/>
                    <a:pt x="1103" y="2205"/>
                  </a:cubicBezTo>
                  <a:cubicBezTo>
                    <a:pt x="158" y="3623"/>
                    <a:pt x="0" y="5387"/>
                    <a:pt x="630" y="6931"/>
                  </a:cubicBezTo>
                  <a:cubicBezTo>
                    <a:pt x="1470" y="8860"/>
                    <a:pt x="3356" y="9972"/>
                    <a:pt x="5251" y="9972"/>
                  </a:cubicBezTo>
                  <a:cubicBezTo>
                    <a:pt x="5988" y="9972"/>
                    <a:pt x="6725" y="9804"/>
                    <a:pt x="7404" y="9452"/>
                  </a:cubicBezTo>
                  <a:lnTo>
                    <a:pt x="10302" y="12318"/>
                  </a:lnTo>
                  <a:cubicBezTo>
                    <a:pt x="10588" y="12626"/>
                    <a:pt x="11026" y="12796"/>
                    <a:pt x="11468" y="12796"/>
                  </a:cubicBezTo>
                  <a:cubicBezTo>
                    <a:pt x="11661" y="12796"/>
                    <a:pt x="11854" y="12763"/>
                    <a:pt x="12035" y="12697"/>
                  </a:cubicBezTo>
                  <a:cubicBezTo>
                    <a:pt x="13043" y="12161"/>
                    <a:pt x="13295" y="10806"/>
                    <a:pt x="12539" y="10050"/>
                  </a:cubicBezTo>
                  <a:lnTo>
                    <a:pt x="9672" y="7183"/>
                  </a:lnTo>
                  <a:cubicBezTo>
                    <a:pt x="10334" y="5860"/>
                    <a:pt x="10334" y="4348"/>
                    <a:pt x="9767" y="3025"/>
                  </a:cubicBezTo>
                  <a:cubicBezTo>
                    <a:pt x="9042" y="1229"/>
                    <a:pt x="7215" y="0"/>
                    <a:pt x="519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8640;p68">
              <a:extLst>
                <a:ext uri="{FF2B5EF4-FFF2-40B4-BE49-F238E27FC236}">
                  <a16:creationId xmlns:a16="http://schemas.microsoft.com/office/drawing/2014/main" id="{24C669D1-119D-0CC9-C559-54AEDDCB8A46}"/>
                </a:ext>
              </a:extLst>
            </p:cNvPr>
            <p:cNvSpPr/>
            <p:nvPr/>
          </p:nvSpPr>
          <p:spPr>
            <a:xfrm>
              <a:off x="-37487500" y="2709475"/>
              <a:ext cx="165425" cy="164450"/>
            </a:xfrm>
            <a:custGeom>
              <a:avLst/>
              <a:gdLst/>
              <a:ahLst/>
              <a:cxnLst/>
              <a:rect l="l" t="t" r="r" b="b"/>
              <a:pathLst>
                <a:path w="6617" h="6578" extrusionOk="0">
                  <a:moveTo>
                    <a:pt x="3308" y="833"/>
                  </a:moveTo>
                  <a:cubicBezTo>
                    <a:pt x="4695" y="833"/>
                    <a:pt x="5797" y="1936"/>
                    <a:pt x="5797" y="3290"/>
                  </a:cubicBezTo>
                  <a:cubicBezTo>
                    <a:pt x="5797" y="4614"/>
                    <a:pt x="4726" y="5779"/>
                    <a:pt x="3308" y="5779"/>
                  </a:cubicBezTo>
                  <a:cubicBezTo>
                    <a:pt x="1954" y="5779"/>
                    <a:pt x="851" y="4677"/>
                    <a:pt x="851" y="3290"/>
                  </a:cubicBezTo>
                  <a:cubicBezTo>
                    <a:pt x="851" y="1936"/>
                    <a:pt x="1954" y="833"/>
                    <a:pt x="3308" y="833"/>
                  </a:cubicBezTo>
                  <a:close/>
                  <a:moveTo>
                    <a:pt x="3319" y="0"/>
                  </a:moveTo>
                  <a:cubicBezTo>
                    <a:pt x="2880" y="0"/>
                    <a:pt x="2438" y="81"/>
                    <a:pt x="2017" y="234"/>
                  </a:cubicBezTo>
                  <a:cubicBezTo>
                    <a:pt x="851" y="738"/>
                    <a:pt x="0" y="1936"/>
                    <a:pt x="0" y="3259"/>
                  </a:cubicBezTo>
                  <a:cubicBezTo>
                    <a:pt x="0" y="4362"/>
                    <a:pt x="568" y="5401"/>
                    <a:pt x="1481" y="6031"/>
                  </a:cubicBezTo>
                  <a:cubicBezTo>
                    <a:pt x="2033" y="6405"/>
                    <a:pt x="2645" y="6578"/>
                    <a:pt x="3255" y="6578"/>
                  </a:cubicBezTo>
                  <a:cubicBezTo>
                    <a:pt x="3725" y="6578"/>
                    <a:pt x="4193" y="6475"/>
                    <a:pt x="4632" y="6283"/>
                  </a:cubicBezTo>
                  <a:cubicBezTo>
                    <a:pt x="5829" y="5748"/>
                    <a:pt x="6585" y="4551"/>
                    <a:pt x="6585" y="3259"/>
                  </a:cubicBezTo>
                  <a:cubicBezTo>
                    <a:pt x="6616" y="2219"/>
                    <a:pt x="6081" y="1180"/>
                    <a:pt x="5167" y="549"/>
                  </a:cubicBezTo>
                  <a:cubicBezTo>
                    <a:pt x="4605" y="175"/>
                    <a:pt x="3965" y="0"/>
                    <a:pt x="331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16" name="Google Shape;8641;p68">
            <a:extLst>
              <a:ext uri="{FF2B5EF4-FFF2-40B4-BE49-F238E27FC236}">
                <a16:creationId xmlns:a16="http://schemas.microsoft.com/office/drawing/2014/main" id="{2D6A4B7C-049A-F8B0-0F3C-2C277347F5A3}"/>
              </a:ext>
            </a:extLst>
          </p:cNvPr>
          <p:cNvSpPr/>
          <p:nvPr/>
        </p:nvSpPr>
        <p:spPr>
          <a:xfrm>
            <a:off x="5154106" y="3915475"/>
            <a:ext cx="970831" cy="963071"/>
          </a:xfrm>
          <a:custGeom>
            <a:avLst/>
            <a:gdLst/>
            <a:ahLst/>
            <a:cxnLst/>
            <a:rect l="l" t="t" r="r" b="b"/>
            <a:pathLst>
              <a:path w="12760" h="12658" extrusionOk="0">
                <a:moveTo>
                  <a:pt x="6270" y="1032"/>
                </a:moveTo>
                <a:lnTo>
                  <a:pt x="6932" y="1693"/>
                </a:lnTo>
                <a:lnTo>
                  <a:pt x="5640" y="1693"/>
                </a:lnTo>
                <a:lnTo>
                  <a:pt x="6270" y="1032"/>
                </a:lnTo>
                <a:close/>
                <a:moveTo>
                  <a:pt x="11342" y="2481"/>
                </a:moveTo>
                <a:lnTo>
                  <a:pt x="10523" y="3300"/>
                </a:lnTo>
                <a:lnTo>
                  <a:pt x="2332" y="3300"/>
                </a:lnTo>
                <a:lnTo>
                  <a:pt x="1513" y="2481"/>
                </a:lnTo>
                <a:close/>
                <a:moveTo>
                  <a:pt x="8381" y="9381"/>
                </a:moveTo>
                <a:lnTo>
                  <a:pt x="8381" y="10200"/>
                </a:lnTo>
                <a:lnTo>
                  <a:pt x="6711" y="10200"/>
                </a:lnTo>
                <a:lnTo>
                  <a:pt x="6711" y="9381"/>
                </a:lnTo>
                <a:close/>
                <a:moveTo>
                  <a:pt x="10303" y="4151"/>
                </a:moveTo>
                <a:lnTo>
                  <a:pt x="10303" y="10200"/>
                </a:lnTo>
                <a:lnTo>
                  <a:pt x="9200" y="10200"/>
                </a:lnTo>
                <a:lnTo>
                  <a:pt x="9200" y="9003"/>
                </a:lnTo>
                <a:cubicBezTo>
                  <a:pt x="9200" y="8751"/>
                  <a:pt x="8980" y="8562"/>
                  <a:pt x="8759" y="8562"/>
                </a:cubicBezTo>
                <a:lnTo>
                  <a:pt x="6270" y="8562"/>
                </a:lnTo>
                <a:cubicBezTo>
                  <a:pt x="6050" y="8562"/>
                  <a:pt x="5892" y="8751"/>
                  <a:pt x="5892" y="9003"/>
                </a:cubicBezTo>
                <a:lnTo>
                  <a:pt x="5892" y="10200"/>
                </a:lnTo>
                <a:lnTo>
                  <a:pt x="2584" y="10200"/>
                </a:lnTo>
                <a:lnTo>
                  <a:pt x="2584" y="4151"/>
                </a:lnTo>
                <a:close/>
                <a:moveTo>
                  <a:pt x="914" y="3080"/>
                </a:moveTo>
                <a:lnTo>
                  <a:pt x="1733" y="3899"/>
                </a:lnTo>
                <a:lnTo>
                  <a:pt x="1733" y="10452"/>
                </a:lnTo>
                <a:lnTo>
                  <a:pt x="914" y="11271"/>
                </a:lnTo>
                <a:lnTo>
                  <a:pt x="914" y="3080"/>
                </a:lnTo>
                <a:close/>
                <a:moveTo>
                  <a:pt x="11941" y="3080"/>
                </a:moveTo>
                <a:lnTo>
                  <a:pt x="11941" y="11271"/>
                </a:lnTo>
                <a:lnTo>
                  <a:pt x="11122" y="10452"/>
                </a:lnTo>
                <a:lnTo>
                  <a:pt x="11122" y="3899"/>
                </a:lnTo>
                <a:lnTo>
                  <a:pt x="11941" y="3080"/>
                </a:lnTo>
                <a:close/>
                <a:moveTo>
                  <a:pt x="10492" y="11050"/>
                </a:moveTo>
                <a:lnTo>
                  <a:pt x="11311" y="11870"/>
                </a:lnTo>
                <a:lnTo>
                  <a:pt x="1481" y="11870"/>
                </a:lnTo>
                <a:lnTo>
                  <a:pt x="2300" y="11050"/>
                </a:lnTo>
                <a:close/>
                <a:moveTo>
                  <a:pt x="6254" y="0"/>
                </a:moveTo>
                <a:cubicBezTo>
                  <a:pt x="6144" y="0"/>
                  <a:pt x="6034" y="39"/>
                  <a:pt x="5955" y="118"/>
                </a:cubicBezTo>
                <a:lnTo>
                  <a:pt x="4443" y="1662"/>
                </a:lnTo>
                <a:lnTo>
                  <a:pt x="379" y="1662"/>
                </a:lnTo>
                <a:cubicBezTo>
                  <a:pt x="221" y="1693"/>
                  <a:pt x="95" y="1819"/>
                  <a:pt x="64" y="1946"/>
                </a:cubicBezTo>
                <a:cubicBezTo>
                  <a:pt x="1" y="2009"/>
                  <a:pt x="64" y="1473"/>
                  <a:pt x="64" y="12248"/>
                </a:cubicBezTo>
                <a:cubicBezTo>
                  <a:pt x="64" y="12374"/>
                  <a:pt x="95" y="12500"/>
                  <a:pt x="221" y="12563"/>
                </a:cubicBezTo>
                <a:cubicBezTo>
                  <a:pt x="284" y="12657"/>
                  <a:pt x="379" y="12657"/>
                  <a:pt x="473" y="12657"/>
                </a:cubicBezTo>
                <a:lnTo>
                  <a:pt x="12351" y="12657"/>
                </a:lnTo>
                <a:cubicBezTo>
                  <a:pt x="12571" y="12657"/>
                  <a:pt x="12729" y="12468"/>
                  <a:pt x="12729" y="12216"/>
                </a:cubicBezTo>
                <a:lnTo>
                  <a:pt x="12729" y="2009"/>
                </a:lnTo>
                <a:cubicBezTo>
                  <a:pt x="12760" y="1851"/>
                  <a:pt x="12571" y="1662"/>
                  <a:pt x="12351" y="1662"/>
                </a:cubicBezTo>
                <a:lnTo>
                  <a:pt x="8097" y="1662"/>
                </a:lnTo>
                <a:lnTo>
                  <a:pt x="6554" y="118"/>
                </a:lnTo>
                <a:cubicBezTo>
                  <a:pt x="6475" y="39"/>
                  <a:pt x="6365" y="0"/>
                  <a:pt x="6254"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17" name="Google Shape;8642;p68">
            <a:extLst>
              <a:ext uri="{FF2B5EF4-FFF2-40B4-BE49-F238E27FC236}">
                <a16:creationId xmlns:a16="http://schemas.microsoft.com/office/drawing/2014/main" id="{61CCBC8F-4A28-7555-8A7F-DFA32C6CDCEB}"/>
              </a:ext>
            </a:extLst>
          </p:cNvPr>
          <p:cNvGrpSpPr/>
          <p:nvPr/>
        </p:nvGrpSpPr>
        <p:grpSpPr>
          <a:xfrm>
            <a:off x="5142106" y="5032034"/>
            <a:ext cx="970831" cy="966875"/>
            <a:chOff x="-42062025" y="2316000"/>
            <a:chExt cx="319000" cy="317700"/>
          </a:xfrm>
          <a:solidFill>
            <a:srgbClr val="555559"/>
          </a:solidFill>
        </p:grpSpPr>
        <p:sp>
          <p:nvSpPr>
            <p:cNvPr id="1834" name="Google Shape;8643;p68">
              <a:extLst>
                <a:ext uri="{FF2B5EF4-FFF2-40B4-BE49-F238E27FC236}">
                  <a16:creationId xmlns:a16="http://schemas.microsoft.com/office/drawing/2014/main" id="{E3F84CD9-363A-B8CC-DAF7-A1B7EA15CEE1}"/>
                </a:ext>
              </a:extLst>
            </p:cNvPr>
            <p:cNvSpPr/>
            <p:nvPr/>
          </p:nvSpPr>
          <p:spPr>
            <a:xfrm>
              <a:off x="-41965150" y="2477075"/>
              <a:ext cx="124475" cy="112675"/>
            </a:xfrm>
            <a:custGeom>
              <a:avLst/>
              <a:gdLst/>
              <a:ahLst/>
              <a:cxnLst/>
              <a:rect l="l" t="t" r="r" b="b"/>
              <a:pathLst>
                <a:path w="4979" h="4507" extrusionOk="0">
                  <a:moveTo>
                    <a:pt x="2521" y="1371"/>
                  </a:moveTo>
                  <a:lnTo>
                    <a:pt x="2773" y="1812"/>
                  </a:lnTo>
                  <a:cubicBezTo>
                    <a:pt x="2836" y="1938"/>
                    <a:pt x="2931" y="2001"/>
                    <a:pt x="3088" y="2064"/>
                  </a:cubicBezTo>
                  <a:lnTo>
                    <a:pt x="3592" y="2127"/>
                  </a:lnTo>
                  <a:lnTo>
                    <a:pt x="3151" y="2473"/>
                  </a:lnTo>
                  <a:cubicBezTo>
                    <a:pt x="3088" y="2568"/>
                    <a:pt x="2994" y="2725"/>
                    <a:pt x="3057" y="2851"/>
                  </a:cubicBezTo>
                  <a:lnTo>
                    <a:pt x="3120" y="3355"/>
                  </a:lnTo>
                  <a:lnTo>
                    <a:pt x="2679" y="3103"/>
                  </a:lnTo>
                  <a:cubicBezTo>
                    <a:pt x="2631" y="3072"/>
                    <a:pt x="2568" y="3056"/>
                    <a:pt x="2501" y="3056"/>
                  </a:cubicBezTo>
                  <a:cubicBezTo>
                    <a:pt x="2434" y="3056"/>
                    <a:pt x="2364" y="3072"/>
                    <a:pt x="2301" y="3103"/>
                  </a:cubicBezTo>
                  <a:lnTo>
                    <a:pt x="1860" y="3355"/>
                  </a:lnTo>
                  <a:lnTo>
                    <a:pt x="1954" y="2851"/>
                  </a:lnTo>
                  <a:cubicBezTo>
                    <a:pt x="1986" y="2725"/>
                    <a:pt x="1891" y="2568"/>
                    <a:pt x="1828" y="2473"/>
                  </a:cubicBezTo>
                  <a:lnTo>
                    <a:pt x="1481" y="2127"/>
                  </a:lnTo>
                  <a:lnTo>
                    <a:pt x="1986" y="2064"/>
                  </a:lnTo>
                  <a:cubicBezTo>
                    <a:pt x="2112" y="2064"/>
                    <a:pt x="2206" y="1938"/>
                    <a:pt x="2301" y="1812"/>
                  </a:cubicBezTo>
                  <a:lnTo>
                    <a:pt x="2521" y="1371"/>
                  </a:lnTo>
                  <a:close/>
                  <a:moveTo>
                    <a:pt x="2474" y="0"/>
                  </a:moveTo>
                  <a:cubicBezTo>
                    <a:pt x="2332" y="0"/>
                    <a:pt x="2190" y="79"/>
                    <a:pt x="2112" y="236"/>
                  </a:cubicBezTo>
                  <a:lnTo>
                    <a:pt x="1576" y="1276"/>
                  </a:lnTo>
                  <a:lnTo>
                    <a:pt x="473" y="1434"/>
                  </a:lnTo>
                  <a:cubicBezTo>
                    <a:pt x="127" y="1465"/>
                    <a:pt x="1" y="1906"/>
                    <a:pt x="253" y="2127"/>
                  </a:cubicBezTo>
                  <a:lnTo>
                    <a:pt x="1040" y="2914"/>
                  </a:lnTo>
                  <a:lnTo>
                    <a:pt x="851" y="4017"/>
                  </a:lnTo>
                  <a:cubicBezTo>
                    <a:pt x="802" y="4291"/>
                    <a:pt x="1028" y="4506"/>
                    <a:pt x="1249" y="4506"/>
                  </a:cubicBezTo>
                  <a:cubicBezTo>
                    <a:pt x="1308" y="4506"/>
                    <a:pt x="1366" y="4491"/>
                    <a:pt x="1418" y="4458"/>
                  </a:cubicBezTo>
                  <a:lnTo>
                    <a:pt x="2427" y="3954"/>
                  </a:lnTo>
                  <a:lnTo>
                    <a:pt x="3403" y="4458"/>
                  </a:lnTo>
                  <a:cubicBezTo>
                    <a:pt x="3465" y="4489"/>
                    <a:pt x="3528" y="4503"/>
                    <a:pt x="3589" y="4503"/>
                  </a:cubicBezTo>
                  <a:cubicBezTo>
                    <a:pt x="3839" y="4503"/>
                    <a:pt x="4052" y="4270"/>
                    <a:pt x="4002" y="4017"/>
                  </a:cubicBezTo>
                  <a:lnTo>
                    <a:pt x="3781" y="2914"/>
                  </a:lnTo>
                  <a:lnTo>
                    <a:pt x="4569" y="2127"/>
                  </a:lnTo>
                  <a:cubicBezTo>
                    <a:pt x="4978" y="1906"/>
                    <a:pt x="4821" y="1465"/>
                    <a:pt x="4474" y="1434"/>
                  </a:cubicBezTo>
                  <a:lnTo>
                    <a:pt x="3372" y="1276"/>
                  </a:lnTo>
                  <a:lnTo>
                    <a:pt x="2836" y="236"/>
                  </a:lnTo>
                  <a:cubicBezTo>
                    <a:pt x="2757" y="79"/>
                    <a:pt x="2616" y="0"/>
                    <a:pt x="247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8644;p68">
              <a:extLst>
                <a:ext uri="{FF2B5EF4-FFF2-40B4-BE49-F238E27FC236}">
                  <a16:creationId xmlns:a16="http://schemas.microsoft.com/office/drawing/2014/main" id="{E5C16D59-F5AF-590B-36FC-57FA6D18069D}"/>
                </a:ext>
              </a:extLst>
            </p:cNvPr>
            <p:cNvSpPr/>
            <p:nvPr/>
          </p:nvSpPr>
          <p:spPr>
            <a:xfrm>
              <a:off x="-42062025" y="2316000"/>
              <a:ext cx="319000" cy="317700"/>
            </a:xfrm>
            <a:custGeom>
              <a:avLst/>
              <a:gdLst/>
              <a:ahLst/>
              <a:cxnLst/>
              <a:rect l="l" t="t" r="r" b="b"/>
              <a:pathLst>
                <a:path w="12760" h="12708" extrusionOk="0">
                  <a:moveTo>
                    <a:pt x="9610" y="851"/>
                  </a:moveTo>
                  <a:lnTo>
                    <a:pt x="8129" y="2615"/>
                  </a:lnTo>
                  <a:cubicBezTo>
                    <a:pt x="8097" y="2584"/>
                    <a:pt x="8034" y="2584"/>
                    <a:pt x="7940" y="2584"/>
                  </a:cubicBezTo>
                  <a:lnTo>
                    <a:pt x="4821" y="2584"/>
                  </a:lnTo>
                  <a:cubicBezTo>
                    <a:pt x="4758" y="2584"/>
                    <a:pt x="4726" y="2584"/>
                    <a:pt x="4632" y="2615"/>
                  </a:cubicBezTo>
                  <a:lnTo>
                    <a:pt x="3183" y="851"/>
                  </a:lnTo>
                  <a:close/>
                  <a:moveTo>
                    <a:pt x="7530" y="3371"/>
                  </a:moveTo>
                  <a:lnTo>
                    <a:pt x="6396" y="4726"/>
                  </a:lnTo>
                  <a:lnTo>
                    <a:pt x="5293" y="3371"/>
                  </a:lnTo>
                  <a:close/>
                  <a:moveTo>
                    <a:pt x="10555" y="1009"/>
                  </a:moveTo>
                  <a:lnTo>
                    <a:pt x="11783" y="2237"/>
                  </a:lnTo>
                  <a:lnTo>
                    <a:pt x="8759" y="5923"/>
                  </a:lnTo>
                  <a:cubicBezTo>
                    <a:pt x="8255" y="5545"/>
                    <a:pt x="7719" y="5262"/>
                    <a:pt x="7121" y="5136"/>
                  </a:cubicBezTo>
                  <a:lnTo>
                    <a:pt x="10555" y="1009"/>
                  </a:lnTo>
                  <a:close/>
                  <a:moveTo>
                    <a:pt x="2269" y="1040"/>
                  </a:moveTo>
                  <a:lnTo>
                    <a:pt x="5703" y="5199"/>
                  </a:lnTo>
                  <a:cubicBezTo>
                    <a:pt x="5104" y="5293"/>
                    <a:pt x="4506" y="5545"/>
                    <a:pt x="4033" y="5986"/>
                  </a:cubicBezTo>
                  <a:cubicBezTo>
                    <a:pt x="3214" y="4947"/>
                    <a:pt x="1040" y="2269"/>
                    <a:pt x="1040" y="2269"/>
                  </a:cubicBezTo>
                  <a:lnTo>
                    <a:pt x="2269" y="1040"/>
                  </a:lnTo>
                  <a:close/>
                  <a:moveTo>
                    <a:pt x="6349" y="5978"/>
                  </a:moveTo>
                  <a:cubicBezTo>
                    <a:pt x="7097" y="5978"/>
                    <a:pt x="7845" y="6254"/>
                    <a:pt x="8412" y="6805"/>
                  </a:cubicBezTo>
                  <a:lnTo>
                    <a:pt x="8538" y="6932"/>
                  </a:lnTo>
                  <a:cubicBezTo>
                    <a:pt x="8633" y="7026"/>
                    <a:pt x="8727" y="7152"/>
                    <a:pt x="8822" y="7278"/>
                  </a:cubicBezTo>
                  <a:cubicBezTo>
                    <a:pt x="9452" y="8097"/>
                    <a:pt x="9484" y="9168"/>
                    <a:pt x="9137" y="10082"/>
                  </a:cubicBezTo>
                  <a:cubicBezTo>
                    <a:pt x="8662" y="11199"/>
                    <a:pt x="7524" y="11885"/>
                    <a:pt x="6358" y="11885"/>
                  </a:cubicBezTo>
                  <a:cubicBezTo>
                    <a:pt x="5978" y="11885"/>
                    <a:pt x="5595" y="11812"/>
                    <a:pt x="5230" y="11657"/>
                  </a:cubicBezTo>
                  <a:cubicBezTo>
                    <a:pt x="3340" y="10870"/>
                    <a:pt x="2805" y="8412"/>
                    <a:pt x="4159" y="6932"/>
                  </a:cubicBezTo>
                  <a:lnTo>
                    <a:pt x="4285" y="6805"/>
                  </a:lnTo>
                  <a:cubicBezTo>
                    <a:pt x="4852" y="6254"/>
                    <a:pt x="5601" y="5978"/>
                    <a:pt x="6349" y="5978"/>
                  </a:cubicBezTo>
                  <a:close/>
                  <a:moveTo>
                    <a:pt x="2269" y="0"/>
                  </a:moveTo>
                  <a:cubicBezTo>
                    <a:pt x="2143" y="0"/>
                    <a:pt x="2048" y="32"/>
                    <a:pt x="1954" y="95"/>
                  </a:cubicBezTo>
                  <a:lnTo>
                    <a:pt x="158" y="1922"/>
                  </a:lnTo>
                  <a:cubicBezTo>
                    <a:pt x="1" y="2080"/>
                    <a:pt x="1" y="2300"/>
                    <a:pt x="95" y="2458"/>
                  </a:cubicBezTo>
                  <a:lnTo>
                    <a:pt x="3372" y="6522"/>
                  </a:lnTo>
                  <a:cubicBezTo>
                    <a:pt x="1985" y="8255"/>
                    <a:pt x="2395" y="10807"/>
                    <a:pt x="4254" y="12035"/>
                  </a:cubicBezTo>
                  <a:cubicBezTo>
                    <a:pt x="4911" y="12489"/>
                    <a:pt x="5659" y="12708"/>
                    <a:pt x="6397" y="12708"/>
                  </a:cubicBezTo>
                  <a:cubicBezTo>
                    <a:pt x="7606" y="12708"/>
                    <a:pt x="8791" y="12122"/>
                    <a:pt x="9515" y="11027"/>
                  </a:cubicBezTo>
                  <a:cubicBezTo>
                    <a:pt x="10429" y="9641"/>
                    <a:pt x="10397" y="7814"/>
                    <a:pt x="9326" y="6522"/>
                  </a:cubicBezTo>
                  <a:lnTo>
                    <a:pt x="12634" y="2458"/>
                  </a:lnTo>
                  <a:cubicBezTo>
                    <a:pt x="12760" y="2300"/>
                    <a:pt x="12760" y="2080"/>
                    <a:pt x="12603" y="1922"/>
                  </a:cubicBezTo>
                  <a:lnTo>
                    <a:pt x="10775" y="95"/>
                  </a:lnTo>
                  <a:cubicBezTo>
                    <a:pt x="10712" y="32"/>
                    <a:pt x="10555" y="0"/>
                    <a:pt x="1042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18" name="Google Shape;8645;p68">
            <a:extLst>
              <a:ext uri="{FF2B5EF4-FFF2-40B4-BE49-F238E27FC236}">
                <a16:creationId xmlns:a16="http://schemas.microsoft.com/office/drawing/2014/main" id="{87250661-574E-65C9-C25D-0BA3D8EAC7EF}"/>
              </a:ext>
            </a:extLst>
          </p:cNvPr>
          <p:cNvSpPr/>
          <p:nvPr/>
        </p:nvSpPr>
        <p:spPr>
          <a:xfrm>
            <a:off x="5150493" y="6147251"/>
            <a:ext cx="978057" cy="970070"/>
          </a:xfrm>
          <a:custGeom>
            <a:avLst/>
            <a:gdLst/>
            <a:ahLst/>
            <a:cxnLst/>
            <a:rect l="l" t="t" r="r" b="b"/>
            <a:pathLst>
              <a:path w="12855" h="12750" extrusionOk="0">
                <a:moveTo>
                  <a:pt x="6304" y="770"/>
                </a:moveTo>
                <a:cubicBezTo>
                  <a:pt x="6519" y="770"/>
                  <a:pt x="6711" y="952"/>
                  <a:pt x="6711" y="1186"/>
                </a:cubicBezTo>
                <a:lnTo>
                  <a:pt x="6711" y="1659"/>
                </a:lnTo>
                <a:cubicBezTo>
                  <a:pt x="6569" y="1643"/>
                  <a:pt x="6435" y="1635"/>
                  <a:pt x="6302" y="1635"/>
                </a:cubicBezTo>
                <a:cubicBezTo>
                  <a:pt x="6168" y="1635"/>
                  <a:pt x="6034" y="1643"/>
                  <a:pt x="5892" y="1659"/>
                </a:cubicBezTo>
                <a:lnTo>
                  <a:pt x="5892" y="1186"/>
                </a:lnTo>
                <a:cubicBezTo>
                  <a:pt x="5892" y="1029"/>
                  <a:pt x="5955" y="934"/>
                  <a:pt x="6081" y="840"/>
                </a:cubicBezTo>
                <a:cubicBezTo>
                  <a:pt x="6154" y="791"/>
                  <a:pt x="6230" y="770"/>
                  <a:pt x="6304" y="770"/>
                </a:cubicBezTo>
                <a:close/>
                <a:moveTo>
                  <a:pt x="6249" y="2423"/>
                </a:moveTo>
                <a:cubicBezTo>
                  <a:pt x="7067" y="2423"/>
                  <a:pt x="7748" y="3312"/>
                  <a:pt x="7373" y="4148"/>
                </a:cubicBezTo>
                <a:cubicBezTo>
                  <a:pt x="7184" y="4619"/>
                  <a:pt x="6731" y="4914"/>
                  <a:pt x="6251" y="4914"/>
                </a:cubicBezTo>
                <a:cubicBezTo>
                  <a:pt x="6089" y="4914"/>
                  <a:pt x="5925" y="4881"/>
                  <a:pt x="5766" y="4809"/>
                </a:cubicBezTo>
                <a:cubicBezTo>
                  <a:pt x="5136" y="4557"/>
                  <a:pt x="4852" y="3707"/>
                  <a:pt x="5230" y="3045"/>
                </a:cubicBezTo>
                <a:cubicBezTo>
                  <a:pt x="5325" y="2856"/>
                  <a:pt x="5482" y="2699"/>
                  <a:pt x="5640" y="2604"/>
                </a:cubicBezTo>
                <a:cubicBezTo>
                  <a:pt x="5766" y="2541"/>
                  <a:pt x="5892" y="2510"/>
                  <a:pt x="6018" y="2447"/>
                </a:cubicBezTo>
                <a:cubicBezTo>
                  <a:pt x="6096" y="2431"/>
                  <a:pt x="6173" y="2423"/>
                  <a:pt x="6249" y="2423"/>
                </a:cubicBezTo>
                <a:close/>
                <a:moveTo>
                  <a:pt x="4852" y="5156"/>
                </a:moveTo>
                <a:cubicBezTo>
                  <a:pt x="5041" y="5377"/>
                  <a:pt x="5293" y="5534"/>
                  <a:pt x="5577" y="5597"/>
                </a:cubicBezTo>
                <a:lnTo>
                  <a:pt x="3939" y="8243"/>
                </a:lnTo>
                <a:lnTo>
                  <a:pt x="2962" y="8243"/>
                </a:lnTo>
                <a:lnTo>
                  <a:pt x="4852" y="5156"/>
                </a:lnTo>
                <a:close/>
                <a:moveTo>
                  <a:pt x="7719" y="5187"/>
                </a:moveTo>
                <a:lnTo>
                  <a:pt x="9610" y="8243"/>
                </a:lnTo>
                <a:lnTo>
                  <a:pt x="8633" y="8243"/>
                </a:lnTo>
                <a:lnTo>
                  <a:pt x="7026" y="5597"/>
                </a:lnTo>
                <a:cubicBezTo>
                  <a:pt x="7310" y="5503"/>
                  <a:pt x="7530" y="5377"/>
                  <a:pt x="7719" y="5187"/>
                </a:cubicBezTo>
                <a:close/>
                <a:moveTo>
                  <a:pt x="6333" y="6007"/>
                </a:moveTo>
                <a:lnTo>
                  <a:pt x="7688" y="8275"/>
                </a:lnTo>
                <a:lnTo>
                  <a:pt x="7467" y="8275"/>
                </a:lnTo>
                <a:lnTo>
                  <a:pt x="7467" y="8243"/>
                </a:lnTo>
                <a:cubicBezTo>
                  <a:pt x="7373" y="7960"/>
                  <a:pt x="7215" y="7771"/>
                  <a:pt x="6995" y="7613"/>
                </a:cubicBezTo>
                <a:cubicBezTo>
                  <a:pt x="6783" y="7462"/>
                  <a:pt x="6545" y="7391"/>
                  <a:pt x="6310" y="7391"/>
                </a:cubicBezTo>
                <a:cubicBezTo>
                  <a:pt x="5812" y="7391"/>
                  <a:pt x="5329" y="7708"/>
                  <a:pt x="5136" y="8243"/>
                </a:cubicBezTo>
                <a:lnTo>
                  <a:pt x="4947" y="8243"/>
                </a:lnTo>
                <a:lnTo>
                  <a:pt x="6333" y="6007"/>
                </a:lnTo>
                <a:close/>
                <a:moveTo>
                  <a:pt x="6274" y="8212"/>
                </a:moveTo>
                <a:cubicBezTo>
                  <a:pt x="6325" y="8212"/>
                  <a:pt x="6377" y="8222"/>
                  <a:pt x="6428" y="8243"/>
                </a:cubicBezTo>
                <a:cubicBezTo>
                  <a:pt x="6585" y="8306"/>
                  <a:pt x="6680" y="8495"/>
                  <a:pt x="6680" y="8653"/>
                </a:cubicBezTo>
                <a:cubicBezTo>
                  <a:pt x="6704" y="8901"/>
                  <a:pt x="6515" y="9071"/>
                  <a:pt x="6295" y="9071"/>
                </a:cubicBezTo>
                <a:cubicBezTo>
                  <a:pt x="6235" y="9071"/>
                  <a:pt x="6173" y="9058"/>
                  <a:pt x="6113" y="9031"/>
                </a:cubicBezTo>
                <a:cubicBezTo>
                  <a:pt x="5924" y="8968"/>
                  <a:pt x="5798" y="8716"/>
                  <a:pt x="5892" y="8495"/>
                </a:cubicBezTo>
                <a:cubicBezTo>
                  <a:pt x="5941" y="8326"/>
                  <a:pt x="6101" y="8212"/>
                  <a:pt x="6274" y="8212"/>
                </a:cubicBezTo>
                <a:close/>
                <a:moveTo>
                  <a:pt x="3435" y="9063"/>
                </a:moveTo>
                <a:lnTo>
                  <a:pt x="1891" y="11583"/>
                </a:lnTo>
                <a:cubicBezTo>
                  <a:pt x="1576" y="11205"/>
                  <a:pt x="1513" y="10606"/>
                  <a:pt x="1796" y="10165"/>
                </a:cubicBezTo>
                <a:lnTo>
                  <a:pt x="2458" y="9063"/>
                </a:lnTo>
                <a:close/>
                <a:moveTo>
                  <a:pt x="10145" y="9063"/>
                </a:moveTo>
                <a:lnTo>
                  <a:pt x="10807" y="10165"/>
                </a:lnTo>
                <a:cubicBezTo>
                  <a:pt x="11027" y="10606"/>
                  <a:pt x="10996" y="11205"/>
                  <a:pt x="10681" y="11583"/>
                </a:cubicBezTo>
                <a:lnTo>
                  <a:pt x="9169" y="9063"/>
                </a:lnTo>
                <a:close/>
                <a:moveTo>
                  <a:pt x="6256" y="1"/>
                </a:moveTo>
                <a:cubicBezTo>
                  <a:pt x="5728" y="1"/>
                  <a:pt x="5259" y="331"/>
                  <a:pt x="5104" y="871"/>
                </a:cubicBezTo>
                <a:cubicBezTo>
                  <a:pt x="5041" y="997"/>
                  <a:pt x="5041" y="1123"/>
                  <a:pt x="5041" y="1218"/>
                </a:cubicBezTo>
                <a:lnTo>
                  <a:pt x="5041" y="2069"/>
                </a:lnTo>
                <a:cubicBezTo>
                  <a:pt x="4317" y="2604"/>
                  <a:pt x="4033" y="3581"/>
                  <a:pt x="4348" y="4431"/>
                </a:cubicBezTo>
                <a:cubicBezTo>
                  <a:pt x="4002" y="4998"/>
                  <a:pt x="2836" y="6920"/>
                  <a:pt x="1985" y="8275"/>
                </a:cubicBezTo>
                <a:lnTo>
                  <a:pt x="473" y="8275"/>
                </a:lnTo>
                <a:cubicBezTo>
                  <a:pt x="284" y="8275"/>
                  <a:pt x="95" y="8432"/>
                  <a:pt x="64" y="8653"/>
                </a:cubicBezTo>
                <a:cubicBezTo>
                  <a:pt x="1" y="8874"/>
                  <a:pt x="221" y="9094"/>
                  <a:pt x="442" y="9094"/>
                </a:cubicBezTo>
                <a:lnTo>
                  <a:pt x="1418" y="9094"/>
                </a:lnTo>
                <a:lnTo>
                  <a:pt x="1009" y="9787"/>
                </a:lnTo>
                <a:cubicBezTo>
                  <a:pt x="599" y="10417"/>
                  <a:pt x="599" y="11236"/>
                  <a:pt x="946" y="11866"/>
                </a:cubicBezTo>
                <a:cubicBezTo>
                  <a:pt x="1103" y="12182"/>
                  <a:pt x="1387" y="12465"/>
                  <a:pt x="1702" y="12654"/>
                </a:cubicBezTo>
                <a:cubicBezTo>
                  <a:pt x="1761" y="12694"/>
                  <a:pt x="1827" y="12711"/>
                  <a:pt x="1893" y="12711"/>
                </a:cubicBezTo>
                <a:cubicBezTo>
                  <a:pt x="2037" y="12711"/>
                  <a:pt x="2182" y="12626"/>
                  <a:pt x="2269" y="12497"/>
                </a:cubicBezTo>
                <a:lnTo>
                  <a:pt x="4348" y="9094"/>
                </a:lnTo>
                <a:lnTo>
                  <a:pt x="5041" y="9094"/>
                </a:lnTo>
                <a:cubicBezTo>
                  <a:pt x="5167" y="9504"/>
                  <a:pt x="5482" y="9787"/>
                  <a:pt x="5829" y="9882"/>
                </a:cubicBezTo>
                <a:cubicBezTo>
                  <a:pt x="5961" y="9928"/>
                  <a:pt x="6096" y="9950"/>
                  <a:pt x="6227" y="9950"/>
                </a:cubicBezTo>
                <a:cubicBezTo>
                  <a:pt x="6628" y="9950"/>
                  <a:pt x="7002" y="9749"/>
                  <a:pt x="7215" y="9441"/>
                </a:cubicBezTo>
                <a:cubicBezTo>
                  <a:pt x="7310" y="9346"/>
                  <a:pt x="7373" y="9189"/>
                  <a:pt x="7373" y="9189"/>
                </a:cubicBezTo>
                <a:lnTo>
                  <a:pt x="8097" y="9189"/>
                </a:lnTo>
                <a:lnTo>
                  <a:pt x="10145" y="12528"/>
                </a:lnTo>
                <a:cubicBezTo>
                  <a:pt x="10207" y="12673"/>
                  <a:pt x="10337" y="12750"/>
                  <a:pt x="10473" y="12750"/>
                </a:cubicBezTo>
                <a:cubicBezTo>
                  <a:pt x="10544" y="12750"/>
                  <a:pt x="10616" y="12729"/>
                  <a:pt x="10681" y="12686"/>
                </a:cubicBezTo>
                <a:cubicBezTo>
                  <a:pt x="11657" y="12119"/>
                  <a:pt x="11972" y="10795"/>
                  <a:pt x="11405" y="9850"/>
                </a:cubicBezTo>
                <a:lnTo>
                  <a:pt x="10996" y="9189"/>
                </a:lnTo>
                <a:lnTo>
                  <a:pt x="12288" y="9189"/>
                </a:lnTo>
                <a:cubicBezTo>
                  <a:pt x="12508" y="9189"/>
                  <a:pt x="12697" y="9031"/>
                  <a:pt x="12729" y="8842"/>
                </a:cubicBezTo>
                <a:cubicBezTo>
                  <a:pt x="12855" y="8432"/>
                  <a:pt x="12666" y="8243"/>
                  <a:pt x="12382" y="8243"/>
                </a:cubicBezTo>
                <a:lnTo>
                  <a:pt x="10555" y="8243"/>
                </a:lnTo>
                <a:lnTo>
                  <a:pt x="8192" y="4368"/>
                </a:lnTo>
                <a:cubicBezTo>
                  <a:pt x="8507" y="3549"/>
                  <a:pt x="8255" y="2573"/>
                  <a:pt x="7499" y="2005"/>
                </a:cubicBezTo>
                <a:lnTo>
                  <a:pt x="7499" y="1218"/>
                </a:lnTo>
                <a:cubicBezTo>
                  <a:pt x="7499" y="682"/>
                  <a:pt x="7152" y="210"/>
                  <a:pt x="6617" y="52"/>
                </a:cubicBezTo>
                <a:cubicBezTo>
                  <a:pt x="6495" y="18"/>
                  <a:pt x="6374" y="1"/>
                  <a:pt x="6256"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19" name="Google Shape;8646;p68">
            <a:extLst>
              <a:ext uri="{FF2B5EF4-FFF2-40B4-BE49-F238E27FC236}">
                <a16:creationId xmlns:a16="http://schemas.microsoft.com/office/drawing/2014/main" id="{8633E08B-AA06-68B5-0E2A-D758A7E17DC7}"/>
              </a:ext>
            </a:extLst>
          </p:cNvPr>
          <p:cNvGrpSpPr/>
          <p:nvPr/>
        </p:nvGrpSpPr>
        <p:grpSpPr>
          <a:xfrm>
            <a:off x="10927806" y="4001325"/>
            <a:ext cx="853356" cy="951658"/>
            <a:chOff x="-40150450" y="1977325"/>
            <a:chExt cx="280400" cy="312700"/>
          </a:xfrm>
          <a:solidFill>
            <a:srgbClr val="555559"/>
          </a:solidFill>
        </p:grpSpPr>
        <p:sp>
          <p:nvSpPr>
            <p:cNvPr id="1830" name="Google Shape;8647;p68">
              <a:extLst>
                <a:ext uri="{FF2B5EF4-FFF2-40B4-BE49-F238E27FC236}">
                  <a16:creationId xmlns:a16="http://schemas.microsoft.com/office/drawing/2014/main" id="{2EDBA437-77F3-7BEB-0F26-1474C516DA95}"/>
                </a:ext>
              </a:extLst>
            </p:cNvPr>
            <p:cNvSpPr/>
            <p:nvPr/>
          </p:nvSpPr>
          <p:spPr>
            <a:xfrm>
              <a:off x="-40052800" y="2041125"/>
              <a:ext cx="25" cy="25"/>
            </a:xfrm>
            <a:custGeom>
              <a:avLst/>
              <a:gdLst/>
              <a:ahLst/>
              <a:cxnLst/>
              <a:rect l="l" t="t" r="r" b="b"/>
              <a:pathLst>
                <a:path w="1" h="1" extrusionOk="0">
                  <a:moveTo>
                    <a:pt x="1" y="0"/>
                  </a:move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8648;p68">
              <a:extLst>
                <a:ext uri="{FF2B5EF4-FFF2-40B4-BE49-F238E27FC236}">
                  <a16:creationId xmlns:a16="http://schemas.microsoft.com/office/drawing/2014/main" id="{C6CAD206-586F-2BB9-6DFB-56388FD64400}"/>
                </a:ext>
              </a:extLst>
            </p:cNvPr>
            <p:cNvSpPr/>
            <p:nvPr/>
          </p:nvSpPr>
          <p:spPr>
            <a:xfrm>
              <a:off x="-40150450" y="1977325"/>
              <a:ext cx="280400" cy="312700"/>
            </a:xfrm>
            <a:custGeom>
              <a:avLst/>
              <a:gdLst/>
              <a:ahLst/>
              <a:cxnLst/>
              <a:rect l="l" t="t" r="r" b="b"/>
              <a:pathLst>
                <a:path w="11216" h="12508" extrusionOk="0">
                  <a:moveTo>
                    <a:pt x="8379" y="838"/>
                  </a:moveTo>
                  <a:cubicBezTo>
                    <a:pt x="8626" y="838"/>
                    <a:pt x="8880" y="873"/>
                    <a:pt x="9137" y="946"/>
                  </a:cubicBezTo>
                  <a:cubicBezTo>
                    <a:pt x="8948" y="1733"/>
                    <a:pt x="8506" y="2300"/>
                    <a:pt x="7971" y="2615"/>
                  </a:cubicBezTo>
                  <a:cubicBezTo>
                    <a:pt x="7908" y="2678"/>
                    <a:pt x="7876" y="2678"/>
                    <a:pt x="7876" y="2678"/>
                  </a:cubicBezTo>
                  <a:cubicBezTo>
                    <a:pt x="7861" y="2694"/>
                    <a:pt x="7853" y="2694"/>
                    <a:pt x="7845" y="2694"/>
                  </a:cubicBezTo>
                  <a:cubicBezTo>
                    <a:pt x="7837" y="2694"/>
                    <a:pt x="7829" y="2694"/>
                    <a:pt x="7813" y="2710"/>
                  </a:cubicBezTo>
                  <a:cubicBezTo>
                    <a:pt x="7470" y="2868"/>
                    <a:pt x="7083" y="2938"/>
                    <a:pt x="6744" y="2938"/>
                  </a:cubicBezTo>
                  <a:cubicBezTo>
                    <a:pt x="6678" y="2938"/>
                    <a:pt x="6615" y="2935"/>
                    <a:pt x="6553" y="2930"/>
                  </a:cubicBezTo>
                  <a:lnTo>
                    <a:pt x="6459" y="2930"/>
                  </a:lnTo>
                  <a:cubicBezTo>
                    <a:pt x="6301" y="2930"/>
                    <a:pt x="6112" y="2899"/>
                    <a:pt x="5955" y="2867"/>
                  </a:cubicBezTo>
                  <a:cubicBezTo>
                    <a:pt x="6240" y="1597"/>
                    <a:pt x="7230" y="838"/>
                    <a:pt x="8379" y="838"/>
                  </a:cubicBezTo>
                  <a:close/>
                  <a:moveTo>
                    <a:pt x="9798" y="8538"/>
                  </a:moveTo>
                  <a:lnTo>
                    <a:pt x="9798" y="8538"/>
                  </a:lnTo>
                  <a:cubicBezTo>
                    <a:pt x="9831" y="8545"/>
                    <a:pt x="9862" y="8554"/>
                    <a:pt x="9892" y="8565"/>
                  </a:cubicBezTo>
                  <a:lnTo>
                    <a:pt x="9892" y="8565"/>
                  </a:lnTo>
                  <a:cubicBezTo>
                    <a:pt x="9829" y="8546"/>
                    <a:pt x="9798" y="8538"/>
                    <a:pt x="9798" y="8538"/>
                  </a:cubicBezTo>
                  <a:close/>
                  <a:moveTo>
                    <a:pt x="3433" y="3256"/>
                  </a:moveTo>
                  <a:cubicBezTo>
                    <a:pt x="3506" y="3256"/>
                    <a:pt x="3570" y="3264"/>
                    <a:pt x="3623" y="3277"/>
                  </a:cubicBezTo>
                  <a:cubicBezTo>
                    <a:pt x="4064" y="3403"/>
                    <a:pt x="4631" y="3970"/>
                    <a:pt x="5167" y="4128"/>
                  </a:cubicBezTo>
                  <a:cubicBezTo>
                    <a:pt x="5293" y="4159"/>
                    <a:pt x="5419" y="4159"/>
                    <a:pt x="5514" y="4159"/>
                  </a:cubicBezTo>
                  <a:lnTo>
                    <a:pt x="5577" y="4159"/>
                  </a:lnTo>
                  <a:cubicBezTo>
                    <a:pt x="5923" y="4159"/>
                    <a:pt x="6270" y="3907"/>
                    <a:pt x="6585" y="3718"/>
                  </a:cubicBezTo>
                  <a:cubicBezTo>
                    <a:pt x="7152" y="3718"/>
                    <a:pt x="7687" y="3592"/>
                    <a:pt x="8160" y="3371"/>
                  </a:cubicBezTo>
                  <a:cubicBezTo>
                    <a:pt x="9294" y="3812"/>
                    <a:pt x="10838" y="5388"/>
                    <a:pt x="9767" y="8475"/>
                  </a:cubicBezTo>
                  <a:cubicBezTo>
                    <a:pt x="9420" y="9672"/>
                    <a:pt x="8506" y="11342"/>
                    <a:pt x="7561" y="11594"/>
                  </a:cubicBezTo>
                  <a:cubicBezTo>
                    <a:pt x="7484" y="11627"/>
                    <a:pt x="7404" y="11641"/>
                    <a:pt x="7319" y="11641"/>
                  </a:cubicBezTo>
                  <a:cubicBezTo>
                    <a:pt x="7161" y="11641"/>
                    <a:pt x="6990" y="11593"/>
                    <a:pt x="6805" y="11531"/>
                  </a:cubicBezTo>
                  <a:cubicBezTo>
                    <a:pt x="6459" y="11279"/>
                    <a:pt x="6081" y="11027"/>
                    <a:pt x="5608" y="11027"/>
                  </a:cubicBezTo>
                  <a:cubicBezTo>
                    <a:pt x="5482" y="11027"/>
                    <a:pt x="5356" y="11027"/>
                    <a:pt x="5135" y="11059"/>
                  </a:cubicBezTo>
                  <a:cubicBezTo>
                    <a:pt x="4820" y="11122"/>
                    <a:pt x="4537" y="11311"/>
                    <a:pt x="4253" y="11468"/>
                  </a:cubicBezTo>
                  <a:cubicBezTo>
                    <a:pt x="4094" y="11568"/>
                    <a:pt x="3934" y="11630"/>
                    <a:pt x="3767" y="11630"/>
                  </a:cubicBezTo>
                  <a:cubicBezTo>
                    <a:pt x="3670" y="11630"/>
                    <a:pt x="3570" y="11609"/>
                    <a:pt x="3466" y="11563"/>
                  </a:cubicBezTo>
                  <a:cubicBezTo>
                    <a:pt x="3119" y="11437"/>
                    <a:pt x="2804" y="11122"/>
                    <a:pt x="2552" y="10838"/>
                  </a:cubicBezTo>
                  <a:cubicBezTo>
                    <a:pt x="1386" y="9515"/>
                    <a:pt x="0" y="6207"/>
                    <a:pt x="1670" y="4222"/>
                  </a:cubicBezTo>
                  <a:cubicBezTo>
                    <a:pt x="2238" y="3518"/>
                    <a:pt x="2992" y="3256"/>
                    <a:pt x="3433" y="3256"/>
                  </a:cubicBezTo>
                  <a:close/>
                  <a:moveTo>
                    <a:pt x="8415" y="0"/>
                  </a:moveTo>
                  <a:cubicBezTo>
                    <a:pt x="7084" y="0"/>
                    <a:pt x="5925" y="752"/>
                    <a:pt x="5356" y="1985"/>
                  </a:cubicBezTo>
                  <a:cubicBezTo>
                    <a:pt x="5104" y="1576"/>
                    <a:pt x="4663" y="1198"/>
                    <a:pt x="4190" y="977"/>
                  </a:cubicBezTo>
                  <a:lnTo>
                    <a:pt x="4033" y="883"/>
                  </a:lnTo>
                  <a:cubicBezTo>
                    <a:pt x="3975" y="858"/>
                    <a:pt x="3917" y="846"/>
                    <a:pt x="3862" y="846"/>
                  </a:cubicBezTo>
                  <a:cubicBezTo>
                    <a:pt x="3703" y="846"/>
                    <a:pt x="3559" y="940"/>
                    <a:pt x="3466" y="1103"/>
                  </a:cubicBezTo>
                  <a:cubicBezTo>
                    <a:pt x="3340" y="1292"/>
                    <a:pt x="3466" y="1513"/>
                    <a:pt x="3655" y="1639"/>
                  </a:cubicBezTo>
                  <a:lnTo>
                    <a:pt x="3812" y="1733"/>
                  </a:lnTo>
                  <a:cubicBezTo>
                    <a:pt x="4411" y="1985"/>
                    <a:pt x="4820" y="2521"/>
                    <a:pt x="4978" y="3088"/>
                  </a:cubicBezTo>
                  <a:cubicBezTo>
                    <a:pt x="4600" y="2867"/>
                    <a:pt x="4253" y="2615"/>
                    <a:pt x="3907" y="2521"/>
                  </a:cubicBezTo>
                  <a:cubicBezTo>
                    <a:pt x="3773" y="2479"/>
                    <a:pt x="3623" y="2459"/>
                    <a:pt x="3462" y="2459"/>
                  </a:cubicBezTo>
                  <a:cubicBezTo>
                    <a:pt x="2151" y="2459"/>
                    <a:pt x="126" y="3831"/>
                    <a:pt x="126" y="6553"/>
                  </a:cubicBezTo>
                  <a:cubicBezTo>
                    <a:pt x="126" y="8034"/>
                    <a:pt x="725" y="9641"/>
                    <a:pt x="1544" y="10870"/>
                  </a:cubicBezTo>
                  <a:cubicBezTo>
                    <a:pt x="2365" y="12070"/>
                    <a:pt x="3159" y="12482"/>
                    <a:pt x="3830" y="12482"/>
                  </a:cubicBezTo>
                  <a:cubicBezTo>
                    <a:pt x="4162" y="12482"/>
                    <a:pt x="4465" y="12381"/>
                    <a:pt x="4726" y="12224"/>
                  </a:cubicBezTo>
                  <a:cubicBezTo>
                    <a:pt x="4978" y="12067"/>
                    <a:pt x="5324" y="11846"/>
                    <a:pt x="5514" y="11846"/>
                  </a:cubicBezTo>
                  <a:cubicBezTo>
                    <a:pt x="5545" y="11846"/>
                    <a:pt x="5573" y="11844"/>
                    <a:pt x="5602" y="11844"/>
                  </a:cubicBezTo>
                  <a:cubicBezTo>
                    <a:pt x="5689" y="11844"/>
                    <a:pt x="5789" y="11862"/>
                    <a:pt x="6049" y="12004"/>
                  </a:cubicBezTo>
                  <a:lnTo>
                    <a:pt x="6396" y="12224"/>
                  </a:lnTo>
                  <a:cubicBezTo>
                    <a:pt x="6711" y="12445"/>
                    <a:pt x="6994" y="12508"/>
                    <a:pt x="7309" y="12508"/>
                  </a:cubicBezTo>
                  <a:cubicBezTo>
                    <a:pt x="8822" y="12508"/>
                    <a:pt x="10082" y="10302"/>
                    <a:pt x="10617" y="8853"/>
                  </a:cubicBezTo>
                  <a:cubicBezTo>
                    <a:pt x="11121" y="7246"/>
                    <a:pt x="11216" y="5514"/>
                    <a:pt x="10271" y="4096"/>
                  </a:cubicBezTo>
                  <a:cubicBezTo>
                    <a:pt x="9924" y="3560"/>
                    <a:pt x="9452" y="3151"/>
                    <a:pt x="8979" y="2867"/>
                  </a:cubicBezTo>
                  <a:cubicBezTo>
                    <a:pt x="9546" y="2363"/>
                    <a:pt x="9924" y="1607"/>
                    <a:pt x="10050" y="693"/>
                  </a:cubicBezTo>
                  <a:cubicBezTo>
                    <a:pt x="10082" y="504"/>
                    <a:pt x="9956" y="347"/>
                    <a:pt x="9767" y="252"/>
                  </a:cubicBezTo>
                  <a:cubicBezTo>
                    <a:pt x="9308" y="81"/>
                    <a:pt x="8852" y="0"/>
                    <a:pt x="841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8649;p68">
              <a:extLst>
                <a:ext uri="{FF2B5EF4-FFF2-40B4-BE49-F238E27FC236}">
                  <a16:creationId xmlns:a16="http://schemas.microsoft.com/office/drawing/2014/main" id="{A9BF5373-B775-70E8-5308-9688E273834B}"/>
                </a:ext>
              </a:extLst>
            </p:cNvPr>
            <p:cNvSpPr/>
            <p:nvPr/>
          </p:nvSpPr>
          <p:spPr>
            <a:xfrm>
              <a:off x="-39925200" y="2108075"/>
              <a:ext cx="25" cy="25"/>
            </a:xfrm>
            <a:custGeom>
              <a:avLst/>
              <a:gdLst/>
              <a:ahLst/>
              <a:cxnLst/>
              <a:rect l="l" t="t" r="r" b="b"/>
              <a:pathLst>
                <a:path w="1" h="1" extrusionOk="0">
                  <a:moveTo>
                    <a:pt x="1" y="0"/>
                  </a:move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8650;p68">
              <a:extLst>
                <a:ext uri="{FF2B5EF4-FFF2-40B4-BE49-F238E27FC236}">
                  <a16:creationId xmlns:a16="http://schemas.microsoft.com/office/drawing/2014/main" id="{FE79CFE7-920C-F48F-1392-33D3F060B1A9}"/>
                </a:ext>
              </a:extLst>
            </p:cNvPr>
            <p:cNvSpPr/>
            <p:nvPr/>
          </p:nvSpPr>
          <p:spPr>
            <a:xfrm>
              <a:off x="-39958275" y="2087025"/>
              <a:ext cx="44925" cy="105350"/>
            </a:xfrm>
            <a:custGeom>
              <a:avLst/>
              <a:gdLst/>
              <a:ahLst/>
              <a:cxnLst/>
              <a:rect l="l" t="t" r="r" b="b"/>
              <a:pathLst>
                <a:path w="1797" h="4214" extrusionOk="0">
                  <a:moveTo>
                    <a:pt x="439" y="1"/>
                  </a:moveTo>
                  <a:cubicBezTo>
                    <a:pt x="326" y="1"/>
                    <a:pt x="216" y="55"/>
                    <a:pt x="126" y="181"/>
                  </a:cubicBezTo>
                  <a:cubicBezTo>
                    <a:pt x="0" y="370"/>
                    <a:pt x="0" y="590"/>
                    <a:pt x="189" y="748"/>
                  </a:cubicBezTo>
                  <a:cubicBezTo>
                    <a:pt x="1009" y="1378"/>
                    <a:pt x="914" y="2638"/>
                    <a:pt x="536" y="3678"/>
                  </a:cubicBezTo>
                  <a:cubicBezTo>
                    <a:pt x="473" y="3867"/>
                    <a:pt x="599" y="4087"/>
                    <a:pt x="819" y="4182"/>
                  </a:cubicBezTo>
                  <a:cubicBezTo>
                    <a:pt x="862" y="4203"/>
                    <a:pt x="908" y="4213"/>
                    <a:pt x="954" y="4213"/>
                  </a:cubicBezTo>
                  <a:cubicBezTo>
                    <a:pt x="1112" y="4213"/>
                    <a:pt x="1275" y="4093"/>
                    <a:pt x="1324" y="3898"/>
                  </a:cubicBezTo>
                  <a:cubicBezTo>
                    <a:pt x="1639" y="2922"/>
                    <a:pt x="1796" y="1787"/>
                    <a:pt x="1324" y="842"/>
                  </a:cubicBezTo>
                  <a:cubicBezTo>
                    <a:pt x="1166" y="559"/>
                    <a:pt x="977" y="275"/>
                    <a:pt x="693" y="86"/>
                  </a:cubicBezTo>
                  <a:cubicBezTo>
                    <a:pt x="612" y="32"/>
                    <a:pt x="525" y="1"/>
                    <a:pt x="43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20" name="Google Shape;8651;p68">
            <a:extLst>
              <a:ext uri="{FF2B5EF4-FFF2-40B4-BE49-F238E27FC236}">
                <a16:creationId xmlns:a16="http://schemas.microsoft.com/office/drawing/2014/main" id="{9401ABC5-B694-455E-4103-300CEAB248D6}"/>
              </a:ext>
            </a:extLst>
          </p:cNvPr>
          <p:cNvGrpSpPr/>
          <p:nvPr/>
        </p:nvGrpSpPr>
        <p:grpSpPr>
          <a:xfrm>
            <a:off x="10912210" y="5103932"/>
            <a:ext cx="884551" cy="963678"/>
            <a:chOff x="-40160700" y="2339625"/>
            <a:chExt cx="290650" cy="316650"/>
          </a:xfrm>
          <a:solidFill>
            <a:srgbClr val="555559"/>
          </a:solidFill>
        </p:grpSpPr>
        <p:sp>
          <p:nvSpPr>
            <p:cNvPr id="1826" name="Google Shape;8652;p68">
              <a:extLst>
                <a:ext uri="{FF2B5EF4-FFF2-40B4-BE49-F238E27FC236}">
                  <a16:creationId xmlns:a16="http://schemas.microsoft.com/office/drawing/2014/main" id="{C72910A0-CDDB-3894-8145-2416258900C6}"/>
                </a:ext>
              </a:extLst>
            </p:cNvPr>
            <p:cNvSpPr/>
            <p:nvPr/>
          </p:nvSpPr>
          <p:spPr>
            <a:xfrm>
              <a:off x="-40005525" y="2552600"/>
              <a:ext cx="70900" cy="62175"/>
            </a:xfrm>
            <a:custGeom>
              <a:avLst/>
              <a:gdLst/>
              <a:ahLst/>
              <a:cxnLst/>
              <a:rect l="l" t="t" r="r" b="b"/>
              <a:pathLst>
                <a:path w="2836" h="2487" extrusionOk="0">
                  <a:moveTo>
                    <a:pt x="1408" y="807"/>
                  </a:moveTo>
                  <a:cubicBezTo>
                    <a:pt x="1461" y="807"/>
                    <a:pt x="1518" y="817"/>
                    <a:pt x="1575" y="839"/>
                  </a:cubicBezTo>
                  <a:cubicBezTo>
                    <a:pt x="1733" y="902"/>
                    <a:pt x="1796" y="1028"/>
                    <a:pt x="1796" y="1248"/>
                  </a:cubicBezTo>
                  <a:cubicBezTo>
                    <a:pt x="1845" y="1496"/>
                    <a:pt x="1661" y="1666"/>
                    <a:pt x="1442" y="1666"/>
                  </a:cubicBezTo>
                  <a:cubicBezTo>
                    <a:pt x="1383" y="1666"/>
                    <a:pt x="1321" y="1653"/>
                    <a:pt x="1260" y="1626"/>
                  </a:cubicBezTo>
                  <a:cubicBezTo>
                    <a:pt x="1071" y="1563"/>
                    <a:pt x="945" y="1311"/>
                    <a:pt x="1008" y="1091"/>
                  </a:cubicBezTo>
                  <a:cubicBezTo>
                    <a:pt x="1081" y="921"/>
                    <a:pt x="1229" y="807"/>
                    <a:pt x="1408" y="807"/>
                  </a:cubicBezTo>
                  <a:close/>
                  <a:moveTo>
                    <a:pt x="1438" y="1"/>
                  </a:moveTo>
                  <a:cubicBezTo>
                    <a:pt x="1040" y="1"/>
                    <a:pt x="635" y="188"/>
                    <a:pt x="378" y="523"/>
                  </a:cubicBezTo>
                  <a:cubicBezTo>
                    <a:pt x="0" y="1091"/>
                    <a:pt x="158" y="1878"/>
                    <a:pt x="693" y="2256"/>
                  </a:cubicBezTo>
                  <a:cubicBezTo>
                    <a:pt x="909" y="2412"/>
                    <a:pt x="1158" y="2486"/>
                    <a:pt x="1405" y="2486"/>
                  </a:cubicBezTo>
                  <a:cubicBezTo>
                    <a:pt x="1806" y="2486"/>
                    <a:pt x="2204" y="2292"/>
                    <a:pt x="2457" y="1941"/>
                  </a:cubicBezTo>
                  <a:cubicBezTo>
                    <a:pt x="2836" y="1406"/>
                    <a:pt x="2678" y="618"/>
                    <a:pt x="2111" y="208"/>
                  </a:cubicBezTo>
                  <a:cubicBezTo>
                    <a:pt x="1911" y="67"/>
                    <a:pt x="1676" y="1"/>
                    <a:pt x="143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8653;p68">
              <a:extLst>
                <a:ext uri="{FF2B5EF4-FFF2-40B4-BE49-F238E27FC236}">
                  <a16:creationId xmlns:a16="http://schemas.microsoft.com/office/drawing/2014/main" id="{D77D79A6-BDC3-392C-DDD9-8017173257FB}"/>
                </a:ext>
              </a:extLst>
            </p:cNvPr>
            <p:cNvSpPr/>
            <p:nvPr/>
          </p:nvSpPr>
          <p:spPr>
            <a:xfrm>
              <a:off x="-40039400" y="2605050"/>
              <a:ext cx="29150" cy="20500"/>
            </a:xfrm>
            <a:custGeom>
              <a:avLst/>
              <a:gdLst/>
              <a:ahLst/>
              <a:cxnLst/>
              <a:rect l="l" t="t" r="r" b="b"/>
              <a:pathLst>
                <a:path w="1166" h="820" extrusionOk="0">
                  <a:moveTo>
                    <a:pt x="725" y="1"/>
                  </a:moveTo>
                  <a:cubicBezTo>
                    <a:pt x="473" y="1"/>
                    <a:pt x="0" y="190"/>
                    <a:pt x="0" y="410"/>
                  </a:cubicBezTo>
                  <a:cubicBezTo>
                    <a:pt x="0" y="631"/>
                    <a:pt x="473" y="820"/>
                    <a:pt x="725" y="820"/>
                  </a:cubicBezTo>
                  <a:cubicBezTo>
                    <a:pt x="945" y="820"/>
                    <a:pt x="1166" y="631"/>
                    <a:pt x="1166" y="410"/>
                  </a:cubicBezTo>
                  <a:cubicBezTo>
                    <a:pt x="1103" y="158"/>
                    <a:pt x="914" y="1"/>
                    <a:pt x="72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8654;p68">
              <a:extLst>
                <a:ext uri="{FF2B5EF4-FFF2-40B4-BE49-F238E27FC236}">
                  <a16:creationId xmlns:a16="http://schemas.microsoft.com/office/drawing/2014/main" id="{D21CD44A-B82A-05D2-B884-4B1298050C99}"/>
                </a:ext>
              </a:extLst>
            </p:cNvPr>
            <p:cNvSpPr/>
            <p:nvPr/>
          </p:nvSpPr>
          <p:spPr>
            <a:xfrm>
              <a:off x="-40079575" y="2584575"/>
              <a:ext cx="19725" cy="19725"/>
            </a:xfrm>
            <a:custGeom>
              <a:avLst/>
              <a:gdLst/>
              <a:ahLst/>
              <a:cxnLst/>
              <a:rect l="l" t="t" r="r" b="b"/>
              <a:pathLst>
                <a:path w="789" h="789" extrusionOk="0">
                  <a:moveTo>
                    <a:pt x="410" y="1"/>
                  </a:moveTo>
                  <a:cubicBezTo>
                    <a:pt x="190" y="1"/>
                    <a:pt x="1" y="158"/>
                    <a:pt x="1" y="379"/>
                  </a:cubicBezTo>
                  <a:cubicBezTo>
                    <a:pt x="1" y="599"/>
                    <a:pt x="190" y="788"/>
                    <a:pt x="410" y="788"/>
                  </a:cubicBezTo>
                  <a:cubicBezTo>
                    <a:pt x="631" y="788"/>
                    <a:pt x="788" y="599"/>
                    <a:pt x="788" y="379"/>
                  </a:cubicBezTo>
                  <a:cubicBezTo>
                    <a:pt x="788" y="158"/>
                    <a:pt x="631" y="1"/>
                    <a:pt x="41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8655;p68">
              <a:extLst>
                <a:ext uri="{FF2B5EF4-FFF2-40B4-BE49-F238E27FC236}">
                  <a16:creationId xmlns:a16="http://schemas.microsoft.com/office/drawing/2014/main" id="{4094DFEB-1D95-5B03-5355-C9E30623D2F3}"/>
                </a:ext>
              </a:extLst>
            </p:cNvPr>
            <p:cNvSpPr/>
            <p:nvPr/>
          </p:nvSpPr>
          <p:spPr>
            <a:xfrm>
              <a:off x="-40160700" y="2339625"/>
              <a:ext cx="290650" cy="316650"/>
            </a:xfrm>
            <a:custGeom>
              <a:avLst/>
              <a:gdLst/>
              <a:ahLst/>
              <a:cxnLst/>
              <a:rect l="l" t="t" r="r" b="b"/>
              <a:pathLst>
                <a:path w="11626" h="12666" extrusionOk="0">
                  <a:moveTo>
                    <a:pt x="7656" y="820"/>
                  </a:moveTo>
                  <a:cubicBezTo>
                    <a:pt x="7845" y="820"/>
                    <a:pt x="8003" y="946"/>
                    <a:pt x="8066" y="1072"/>
                  </a:cubicBezTo>
                  <a:cubicBezTo>
                    <a:pt x="8129" y="1355"/>
                    <a:pt x="7940" y="1639"/>
                    <a:pt x="7656" y="1639"/>
                  </a:cubicBezTo>
                  <a:lnTo>
                    <a:pt x="4065" y="1639"/>
                  </a:lnTo>
                  <a:cubicBezTo>
                    <a:pt x="3876" y="1639"/>
                    <a:pt x="3687" y="1450"/>
                    <a:pt x="3687" y="1261"/>
                  </a:cubicBezTo>
                  <a:cubicBezTo>
                    <a:pt x="3687" y="1009"/>
                    <a:pt x="3876" y="851"/>
                    <a:pt x="4065" y="820"/>
                  </a:cubicBezTo>
                  <a:close/>
                  <a:moveTo>
                    <a:pt x="7310" y="2458"/>
                  </a:moveTo>
                  <a:lnTo>
                    <a:pt x="7310" y="5860"/>
                  </a:lnTo>
                  <a:cubicBezTo>
                    <a:pt x="7310" y="6270"/>
                    <a:pt x="7467" y="6711"/>
                    <a:pt x="7656" y="7026"/>
                  </a:cubicBezTo>
                  <a:cubicBezTo>
                    <a:pt x="7026" y="7152"/>
                    <a:pt x="6396" y="7404"/>
                    <a:pt x="5797" y="7782"/>
                  </a:cubicBezTo>
                  <a:cubicBezTo>
                    <a:pt x="5146" y="8207"/>
                    <a:pt x="4241" y="8453"/>
                    <a:pt x="3401" y="8453"/>
                  </a:cubicBezTo>
                  <a:cubicBezTo>
                    <a:pt x="3306" y="8453"/>
                    <a:pt x="3212" y="8450"/>
                    <a:pt x="3120" y="8444"/>
                  </a:cubicBezTo>
                  <a:lnTo>
                    <a:pt x="4128" y="7026"/>
                  </a:lnTo>
                  <a:cubicBezTo>
                    <a:pt x="4380" y="6680"/>
                    <a:pt x="4537" y="6239"/>
                    <a:pt x="4537" y="5829"/>
                  </a:cubicBezTo>
                  <a:lnTo>
                    <a:pt x="4537" y="2458"/>
                  </a:lnTo>
                  <a:close/>
                  <a:moveTo>
                    <a:pt x="8192" y="7782"/>
                  </a:moveTo>
                  <a:cubicBezTo>
                    <a:pt x="10775" y="11500"/>
                    <a:pt x="10586" y="11216"/>
                    <a:pt x="10618" y="11279"/>
                  </a:cubicBezTo>
                  <a:cubicBezTo>
                    <a:pt x="10681" y="11563"/>
                    <a:pt x="10523" y="11846"/>
                    <a:pt x="10208" y="11846"/>
                  </a:cubicBezTo>
                  <a:lnTo>
                    <a:pt x="1576" y="11846"/>
                  </a:lnTo>
                  <a:cubicBezTo>
                    <a:pt x="1198" y="11846"/>
                    <a:pt x="1040" y="11437"/>
                    <a:pt x="1198" y="11216"/>
                  </a:cubicBezTo>
                  <a:lnTo>
                    <a:pt x="2584" y="9232"/>
                  </a:lnTo>
                  <a:cubicBezTo>
                    <a:pt x="2825" y="9263"/>
                    <a:pt x="3077" y="9280"/>
                    <a:pt x="3333" y="9280"/>
                  </a:cubicBezTo>
                  <a:cubicBezTo>
                    <a:pt x="4347" y="9280"/>
                    <a:pt x="5434" y="9022"/>
                    <a:pt x="6239" y="8444"/>
                  </a:cubicBezTo>
                  <a:cubicBezTo>
                    <a:pt x="6837" y="8066"/>
                    <a:pt x="7499" y="7814"/>
                    <a:pt x="8192" y="7782"/>
                  </a:cubicBezTo>
                  <a:close/>
                  <a:moveTo>
                    <a:pt x="4128" y="1"/>
                  </a:moveTo>
                  <a:cubicBezTo>
                    <a:pt x="3435" y="1"/>
                    <a:pt x="2899" y="536"/>
                    <a:pt x="2899" y="1261"/>
                  </a:cubicBezTo>
                  <a:cubicBezTo>
                    <a:pt x="2899" y="1765"/>
                    <a:pt x="3214" y="2237"/>
                    <a:pt x="3718" y="2426"/>
                  </a:cubicBezTo>
                  <a:lnTo>
                    <a:pt x="3718" y="5860"/>
                  </a:lnTo>
                  <a:cubicBezTo>
                    <a:pt x="3718" y="6081"/>
                    <a:pt x="3655" y="6365"/>
                    <a:pt x="3498" y="6554"/>
                  </a:cubicBezTo>
                  <a:lnTo>
                    <a:pt x="568" y="10744"/>
                  </a:lnTo>
                  <a:cubicBezTo>
                    <a:pt x="1" y="11563"/>
                    <a:pt x="568" y="12666"/>
                    <a:pt x="1607" y="12666"/>
                  </a:cubicBezTo>
                  <a:lnTo>
                    <a:pt x="10271" y="12666"/>
                  </a:lnTo>
                  <a:cubicBezTo>
                    <a:pt x="10555" y="12666"/>
                    <a:pt x="10870" y="12540"/>
                    <a:pt x="11090" y="12350"/>
                  </a:cubicBezTo>
                  <a:cubicBezTo>
                    <a:pt x="11531" y="11972"/>
                    <a:pt x="11626" y="11248"/>
                    <a:pt x="11248" y="10744"/>
                  </a:cubicBezTo>
                  <a:lnTo>
                    <a:pt x="8318" y="6554"/>
                  </a:lnTo>
                  <a:cubicBezTo>
                    <a:pt x="8160" y="6365"/>
                    <a:pt x="8097" y="6081"/>
                    <a:pt x="8097" y="5860"/>
                  </a:cubicBezTo>
                  <a:lnTo>
                    <a:pt x="8097" y="2426"/>
                  </a:lnTo>
                  <a:cubicBezTo>
                    <a:pt x="8570" y="2269"/>
                    <a:pt x="8916" y="1796"/>
                    <a:pt x="8916" y="1261"/>
                  </a:cubicBezTo>
                  <a:cubicBezTo>
                    <a:pt x="8916" y="568"/>
                    <a:pt x="8381" y="1"/>
                    <a:pt x="768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21" name="Google Shape;8656;p68">
            <a:extLst>
              <a:ext uri="{FF2B5EF4-FFF2-40B4-BE49-F238E27FC236}">
                <a16:creationId xmlns:a16="http://schemas.microsoft.com/office/drawing/2014/main" id="{A5258657-FF29-ED01-4E81-AA61F8E0E3BE}"/>
              </a:ext>
            </a:extLst>
          </p:cNvPr>
          <p:cNvGrpSpPr/>
          <p:nvPr/>
        </p:nvGrpSpPr>
        <p:grpSpPr>
          <a:xfrm>
            <a:off x="10865228" y="6218561"/>
            <a:ext cx="970831" cy="963678"/>
            <a:chOff x="-40171725" y="2705875"/>
            <a:chExt cx="319000" cy="316650"/>
          </a:xfrm>
          <a:solidFill>
            <a:srgbClr val="555559"/>
          </a:solidFill>
        </p:grpSpPr>
        <p:sp>
          <p:nvSpPr>
            <p:cNvPr id="1824" name="Google Shape;8657;p68">
              <a:extLst>
                <a:ext uri="{FF2B5EF4-FFF2-40B4-BE49-F238E27FC236}">
                  <a16:creationId xmlns:a16="http://schemas.microsoft.com/office/drawing/2014/main" id="{F620C0D5-B80E-C00C-E4AB-8B5A136D2D27}"/>
                </a:ext>
              </a:extLst>
            </p:cNvPr>
            <p:cNvSpPr/>
            <p:nvPr/>
          </p:nvSpPr>
          <p:spPr>
            <a:xfrm>
              <a:off x="-40068550" y="2788575"/>
              <a:ext cx="48075" cy="58775"/>
            </a:xfrm>
            <a:custGeom>
              <a:avLst/>
              <a:gdLst/>
              <a:ahLst/>
              <a:cxnLst/>
              <a:rect l="l" t="t" r="r" b="b"/>
              <a:pathLst>
                <a:path w="1923" h="2351" extrusionOk="0">
                  <a:moveTo>
                    <a:pt x="442" y="0"/>
                  </a:moveTo>
                  <a:cubicBezTo>
                    <a:pt x="190" y="0"/>
                    <a:pt x="1" y="158"/>
                    <a:pt x="32" y="410"/>
                  </a:cubicBezTo>
                  <a:cubicBezTo>
                    <a:pt x="32" y="1261"/>
                    <a:pt x="505" y="1985"/>
                    <a:pt x="1261" y="2300"/>
                  </a:cubicBezTo>
                  <a:cubicBezTo>
                    <a:pt x="1322" y="2335"/>
                    <a:pt x="1386" y="2351"/>
                    <a:pt x="1448" y="2351"/>
                  </a:cubicBezTo>
                  <a:cubicBezTo>
                    <a:pt x="1607" y="2351"/>
                    <a:pt x="1751" y="2247"/>
                    <a:pt x="1796" y="2111"/>
                  </a:cubicBezTo>
                  <a:cubicBezTo>
                    <a:pt x="1922" y="1891"/>
                    <a:pt x="1796" y="1639"/>
                    <a:pt x="1607" y="1576"/>
                  </a:cubicBezTo>
                  <a:cubicBezTo>
                    <a:pt x="1135" y="1355"/>
                    <a:pt x="851" y="945"/>
                    <a:pt x="851" y="410"/>
                  </a:cubicBezTo>
                  <a:cubicBezTo>
                    <a:pt x="851" y="189"/>
                    <a:pt x="662" y="0"/>
                    <a:pt x="44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8658;p68">
              <a:extLst>
                <a:ext uri="{FF2B5EF4-FFF2-40B4-BE49-F238E27FC236}">
                  <a16:creationId xmlns:a16="http://schemas.microsoft.com/office/drawing/2014/main" id="{A7B83598-0247-9694-670D-7D6D7B994680}"/>
                </a:ext>
              </a:extLst>
            </p:cNvPr>
            <p:cNvSpPr/>
            <p:nvPr/>
          </p:nvSpPr>
          <p:spPr>
            <a:xfrm>
              <a:off x="-40171725" y="2705875"/>
              <a:ext cx="319000" cy="316650"/>
            </a:xfrm>
            <a:custGeom>
              <a:avLst/>
              <a:gdLst/>
              <a:ahLst/>
              <a:cxnLst/>
              <a:rect l="l" t="t" r="r" b="b"/>
              <a:pathLst>
                <a:path w="12760" h="12666" extrusionOk="0">
                  <a:moveTo>
                    <a:pt x="2489" y="1639"/>
                  </a:moveTo>
                  <a:lnTo>
                    <a:pt x="2489" y="3718"/>
                  </a:lnTo>
                  <a:cubicBezTo>
                    <a:pt x="2489" y="4127"/>
                    <a:pt x="2552" y="4506"/>
                    <a:pt x="2678" y="4884"/>
                  </a:cubicBezTo>
                  <a:cubicBezTo>
                    <a:pt x="1639" y="4600"/>
                    <a:pt x="820" y="3623"/>
                    <a:pt x="820" y="2458"/>
                  </a:cubicBezTo>
                  <a:lnTo>
                    <a:pt x="820" y="2048"/>
                  </a:lnTo>
                  <a:cubicBezTo>
                    <a:pt x="820" y="1796"/>
                    <a:pt x="1009" y="1639"/>
                    <a:pt x="1261" y="1639"/>
                  </a:cubicBezTo>
                  <a:close/>
                  <a:moveTo>
                    <a:pt x="11500" y="1639"/>
                  </a:moveTo>
                  <a:cubicBezTo>
                    <a:pt x="11720" y="1639"/>
                    <a:pt x="11878" y="1828"/>
                    <a:pt x="11878" y="2048"/>
                  </a:cubicBezTo>
                  <a:lnTo>
                    <a:pt x="11878" y="2426"/>
                  </a:lnTo>
                  <a:cubicBezTo>
                    <a:pt x="11878" y="3623"/>
                    <a:pt x="11090" y="4569"/>
                    <a:pt x="10019" y="4884"/>
                  </a:cubicBezTo>
                  <a:cubicBezTo>
                    <a:pt x="10145" y="4506"/>
                    <a:pt x="10240" y="4127"/>
                    <a:pt x="10240" y="3718"/>
                  </a:cubicBezTo>
                  <a:lnTo>
                    <a:pt x="10240" y="1639"/>
                  </a:lnTo>
                  <a:close/>
                  <a:moveTo>
                    <a:pt x="9389" y="788"/>
                  </a:moveTo>
                  <a:lnTo>
                    <a:pt x="9389" y="3686"/>
                  </a:lnTo>
                  <a:cubicBezTo>
                    <a:pt x="9389" y="4789"/>
                    <a:pt x="8759" y="5860"/>
                    <a:pt x="7656" y="6333"/>
                  </a:cubicBezTo>
                  <a:cubicBezTo>
                    <a:pt x="7247" y="6522"/>
                    <a:pt x="6932" y="6963"/>
                    <a:pt x="6932" y="7467"/>
                  </a:cubicBezTo>
                  <a:cubicBezTo>
                    <a:pt x="6932" y="7467"/>
                    <a:pt x="6932" y="7908"/>
                    <a:pt x="7026" y="8507"/>
                  </a:cubicBezTo>
                  <a:cubicBezTo>
                    <a:pt x="7121" y="8759"/>
                    <a:pt x="7247" y="9074"/>
                    <a:pt x="7341" y="9357"/>
                  </a:cubicBezTo>
                  <a:lnTo>
                    <a:pt x="5356" y="9357"/>
                  </a:lnTo>
                  <a:cubicBezTo>
                    <a:pt x="5671" y="8759"/>
                    <a:pt x="5766" y="8066"/>
                    <a:pt x="5766" y="7498"/>
                  </a:cubicBezTo>
                  <a:cubicBezTo>
                    <a:pt x="5766" y="6994"/>
                    <a:pt x="5451" y="6553"/>
                    <a:pt x="5041" y="6364"/>
                  </a:cubicBezTo>
                  <a:cubicBezTo>
                    <a:pt x="4569" y="6144"/>
                    <a:pt x="4128" y="5766"/>
                    <a:pt x="3813" y="5293"/>
                  </a:cubicBezTo>
                  <a:cubicBezTo>
                    <a:pt x="3498" y="4821"/>
                    <a:pt x="3340" y="4285"/>
                    <a:pt x="3340" y="3686"/>
                  </a:cubicBezTo>
                  <a:lnTo>
                    <a:pt x="3340" y="788"/>
                  </a:lnTo>
                  <a:close/>
                  <a:moveTo>
                    <a:pt x="8696" y="10176"/>
                  </a:moveTo>
                  <a:lnTo>
                    <a:pt x="9263" y="11846"/>
                  </a:lnTo>
                  <a:lnTo>
                    <a:pt x="3498" y="11846"/>
                  </a:lnTo>
                  <a:lnTo>
                    <a:pt x="4033" y="10176"/>
                  </a:lnTo>
                  <a:close/>
                  <a:moveTo>
                    <a:pt x="2930" y="0"/>
                  </a:moveTo>
                  <a:cubicBezTo>
                    <a:pt x="2710" y="0"/>
                    <a:pt x="2552" y="189"/>
                    <a:pt x="2552" y="410"/>
                  </a:cubicBezTo>
                  <a:lnTo>
                    <a:pt x="2552" y="851"/>
                  </a:lnTo>
                  <a:lnTo>
                    <a:pt x="1324" y="851"/>
                  </a:lnTo>
                  <a:cubicBezTo>
                    <a:pt x="1302" y="850"/>
                    <a:pt x="1280" y="850"/>
                    <a:pt x="1258" y="850"/>
                  </a:cubicBezTo>
                  <a:cubicBezTo>
                    <a:pt x="506" y="850"/>
                    <a:pt x="1" y="1374"/>
                    <a:pt x="1" y="2048"/>
                  </a:cubicBezTo>
                  <a:lnTo>
                    <a:pt x="1" y="2426"/>
                  </a:lnTo>
                  <a:cubicBezTo>
                    <a:pt x="1" y="4190"/>
                    <a:pt x="1355" y="5608"/>
                    <a:pt x="3088" y="5766"/>
                  </a:cubicBezTo>
                  <a:cubicBezTo>
                    <a:pt x="3498" y="6364"/>
                    <a:pt x="4033" y="6837"/>
                    <a:pt x="4726" y="7120"/>
                  </a:cubicBezTo>
                  <a:cubicBezTo>
                    <a:pt x="4884" y="7183"/>
                    <a:pt x="4947" y="7309"/>
                    <a:pt x="4947" y="7498"/>
                  </a:cubicBezTo>
                  <a:cubicBezTo>
                    <a:pt x="4947" y="8097"/>
                    <a:pt x="4726" y="8885"/>
                    <a:pt x="4348" y="9357"/>
                  </a:cubicBezTo>
                  <a:lnTo>
                    <a:pt x="3718" y="9357"/>
                  </a:lnTo>
                  <a:cubicBezTo>
                    <a:pt x="3529" y="9357"/>
                    <a:pt x="3372" y="9483"/>
                    <a:pt x="3340" y="9641"/>
                  </a:cubicBezTo>
                  <a:lnTo>
                    <a:pt x="2521" y="12130"/>
                  </a:lnTo>
                  <a:cubicBezTo>
                    <a:pt x="2426" y="12382"/>
                    <a:pt x="2615" y="12665"/>
                    <a:pt x="2899" y="12665"/>
                  </a:cubicBezTo>
                  <a:lnTo>
                    <a:pt x="9799" y="12665"/>
                  </a:lnTo>
                  <a:cubicBezTo>
                    <a:pt x="10082" y="12665"/>
                    <a:pt x="10271" y="12382"/>
                    <a:pt x="10177" y="12130"/>
                  </a:cubicBezTo>
                  <a:lnTo>
                    <a:pt x="9357" y="9641"/>
                  </a:lnTo>
                  <a:cubicBezTo>
                    <a:pt x="9326" y="9483"/>
                    <a:pt x="9168" y="9357"/>
                    <a:pt x="8979" y="9357"/>
                  </a:cubicBezTo>
                  <a:lnTo>
                    <a:pt x="8349" y="9357"/>
                  </a:lnTo>
                  <a:cubicBezTo>
                    <a:pt x="7971" y="8885"/>
                    <a:pt x="7751" y="8097"/>
                    <a:pt x="7751" y="7498"/>
                  </a:cubicBezTo>
                  <a:cubicBezTo>
                    <a:pt x="7751" y="7341"/>
                    <a:pt x="7877" y="7183"/>
                    <a:pt x="7971" y="7152"/>
                  </a:cubicBezTo>
                  <a:cubicBezTo>
                    <a:pt x="8601" y="6868"/>
                    <a:pt x="9200" y="6396"/>
                    <a:pt x="9610" y="5829"/>
                  </a:cubicBezTo>
                  <a:cubicBezTo>
                    <a:pt x="10901" y="5734"/>
                    <a:pt x="12004" y="4947"/>
                    <a:pt x="12476" y="3781"/>
                  </a:cubicBezTo>
                  <a:cubicBezTo>
                    <a:pt x="12760" y="3056"/>
                    <a:pt x="12760" y="2552"/>
                    <a:pt x="12760" y="2080"/>
                  </a:cubicBezTo>
                  <a:cubicBezTo>
                    <a:pt x="12760" y="1435"/>
                    <a:pt x="12221" y="850"/>
                    <a:pt x="11581" y="850"/>
                  </a:cubicBezTo>
                  <a:cubicBezTo>
                    <a:pt x="11565" y="850"/>
                    <a:pt x="11548" y="850"/>
                    <a:pt x="11531" y="851"/>
                  </a:cubicBezTo>
                  <a:lnTo>
                    <a:pt x="10271" y="851"/>
                  </a:lnTo>
                  <a:lnTo>
                    <a:pt x="10271" y="410"/>
                  </a:lnTo>
                  <a:cubicBezTo>
                    <a:pt x="10271" y="189"/>
                    <a:pt x="10082" y="0"/>
                    <a:pt x="98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22" name="Google Shape;8659;p68">
            <a:extLst>
              <a:ext uri="{FF2B5EF4-FFF2-40B4-BE49-F238E27FC236}">
                <a16:creationId xmlns:a16="http://schemas.microsoft.com/office/drawing/2014/main" id="{28500D94-0E91-39D9-509A-E4683EC1A62F}"/>
              </a:ext>
            </a:extLst>
          </p:cNvPr>
          <p:cNvGrpSpPr/>
          <p:nvPr/>
        </p:nvGrpSpPr>
        <p:grpSpPr>
          <a:xfrm>
            <a:off x="16700692" y="3907816"/>
            <a:ext cx="704841" cy="966114"/>
            <a:chOff x="-38275925" y="1946600"/>
            <a:chExt cx="231600" cy="317450"/>
          </a:xfrm>
          <a:solidFill>
            <a:srgbClr val="555559"/>
          </a:solidFill>
        </p:grpSpPr>
        <p:sp>
          <p:nvSpPr>
            <p:cNvPr id="1822" name="Google Shape;8660;p68">
              <a:extLst>
                <a:ext uri="{FF2B5EF4-FFF2-40B4-BE49-F238E27FC236}">
                  <a16:creationId xmlns:a16="http://schemas.microsoft.com/office/drawing/2014/main" id="{F2A31305-6DEE-F22D-A526-0ED924765481}"/>
                </a:ext>
              </a:extLst>
            </p:cNvPr>
            <p:cNvSpPr/>
            <p:nvPr/>
          </p:nvSpPr>
          <p:spPr>
            <a:xfrm>
              <a:off x="-38275925" y="1946600"/>
              <a:ext cx="231600" cy="317450"/>
            </a:xfrm>
            <a:custGeom>
              <a:avLst/>
              <a:gdLst/>
              <a:ahLst/>
              <a:cxnLst/>
              <a:rect l="l" t="t" r="r" b="b"/>
              <a:pathLst>
                <a:path w="9264" h="12698" extrusionOk="0">
                  <a:moveTo>
                    <a:pt x="4546" y="892"/>
                  </a:moveTo>
                  <a:cubicBezTo>
                    <a:pt x="4811" y="892"/>
                    <a:pt x="5082" y="920"/>
                    <a:pt x="5357" y="977"/>
                  </a:cubicBezTo>
                  <a:cubicBezTo>
                    <a:pt x="6964" y="1292"/>
                    <a:pt x="8287" y="2742"/>
                    <a:pt x="8287" y="4600"/>
                  </a:cubicBezTo>
                  <a:cubicBezTo>
                    <a:pt x="8287" y="5987"/>
                    <a:pt x="7531" y="7215"/>
                    <a:pt x="6396" y="7845"/>
                  </a:cubicBezTo>
                  <a:cubicBezTo>
                    <a:pt x="5987" y="8034"/>
                    <a:pt x="5798" y="8475"/>
                    <a:pt x="5798" y="8885"/>
                  </a:cubicBezTo>
                  <a:lnTo>
                    <a:pt x="5798" y="9169"/>
                  </a:lnTo>
                  <a:lnTo>
                    <a:pt x="3309" y="9169"/>
                  </a:lnTo>
                  <a:lnTo>
                    <a:pt x="3309" y="8854"/>
                  </a:lnTo>
                  <a:cubicBezTo>
                    <a:pt x="3309" y="8412"/>
                    <a:pt x="3088" y="8034"/>
                    <a:pt x="2679" y="7782"/>
                  </a:cubicBezTo>
                  <a:cubicBezTo>
                    <a:pt x="1545" y="7121"/>
                    <a:pt x="820" y="5955"/>
                    <a:pt x="820" y="4600"/>
                  </a:cubicBezTo>
                  <a:cubicBezTo>
                    <a:pt x="820" y="2536"/>
                    <a:pt x="2499" y="892"/>
                    <a:pt x="4546" y="892"/>
                  </a:cubicBezTo>
                  <a:close/>
                  <a:moveTo>
                    <a:pt x="5798" y="9956"/>
                  </a:moveTo>
                  <a:lnTo>
                    <a:pt x="5798" y="10681"/>
                  </a:lnTo>
                  <a:cubicBezTo>
                    <a:pt x="5798" y="10901"/>
                    <a:pt x="5609" y="11059"/>
                    <a:pt x="5357" y="11090"/>
                  </a:cubicBezTo>
                  <a:lnTo>
                    <a:pt x="3719" y="11090"/>
                  </a:lnTo>
                  <a:cubicBezTo>
                    <a:pt x="3467" y="11090"/>
                    <a:pt x="3309" y="10901"/>
                    <a:pt x="3277" y="10681"/>
                  </a:cubicBezTo>
                  <a:lnTo>
                    <a:pt x="3277" y="9956"/>
                  </a:lnTo>
                  <a:close/>
                  <a:moveTo>
                    <a:pt x="4443" y="1"/>
                  </a:moveTo>
                  <a:cubicBezTo>
                    <a:pt x="2049" y="32"/>
                    <a:pt x="1" y="2080"/>
                    <a:pt x="1" y="4600"/>
                  </a:cubicBezTo>
                  <a:cubicBezTo>
                    <a:pt x="1" y="6270"/>
                    <a:pt x="883" y="7719"/>
                    <a:pt x="2238" y="8539"/>
                  </a:cubicBezTo>
                  <a:cubicBezTo>
                    <a:pt x="2332" y="8570"/>
                    <a:pt x="2395" y="8696"/>
                    <a:pt x="2458" y="8759"/>
                  </a:cubicBezTo>
                  <a:lnTo>
                    <a:pt x="2458" y="10681"/>
                  </a:lnTo>
                  <a:cubicBezTo>
                    <a:pt x="2458" y="11216"/>
                    <a:pt x="2805" y="11689"/>
                    <a:pt x="3309" y="11847"/>
                  </a:cubicBezTo>
                  <a:cubicBezTo>
                    <a:pt x="3467" y="12351"/>
                    <a:pt x="3939" y="12697"/>
                    <a:pt x="4506" y="12697"/>
                  </a:cubicBezTo>
                  <a:cubicBezTo>
                    <a:pt x="5042" y="12697"/>
                    <a:pt x="5514" y="12351"/>
                    <a:pt x="5672" y="11847"/>
                  </a:cubicBezTo>
                  <a:cubicBezTo>
                    <a:pt x="6176" y="11689"/>
                    <a:pt x="6554" y="11216"/>
                    <a:pt x="6554" y="10681"/>
                  </a:cubicBezTo>
                  <a:lnTo>
                    <a:pt x="6554" y="8854"/>
                  </a:lnTo>
                  <a:cubicBezTo>
                    <a:pt x="6554" y="8728"/>
                    <a:pt x="6617" y="8570"/>
                    <a:pt x="6712" y="8507"/>
                  </a:cubicBezTo>
                  <a:cubicBezTo>
                    <a:pt x="8318" y="7593"/>
                    <a:pt x="9263" y="5735"/>
                    <a:pt x="8948" y="3750"/>
                  </a:cubicBezTo>
                  <a:cubicBezTo>
                    <a:pt x="8602" y="1702"/>
                    <a:pt x="6806" y="1"/>
                    <a:pt x="44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8661;p68">
              <a:extLst>
                <a:ext uri="{FF2B5EF4-FFF2-40B4-BE49-F238E27FC236}">
                  <a16:creationId xmlns:a16="http://schemas.microsoft.com/office/drawing/2014/main" id="{E245500D-E5FB-B3F4-038C-9DA3B77F58B1}"/>
                </a:ext>
              </a:extLst>
            </p:cNvPr>
            <p:cNvSpPr/>
            <p:nvPr/>
          </p:nvSpPr>
          <p:spPr>
            <a:xfrm>
              <a:off x="-38235750" y="1989125"/>
              <a:ext cx="84300" cy="83525"/>
            </a:xfrm>
            <a:custGeom>
              <a:avLst/>
              <a:gdLst/>
              <a:ahLst/>
              <a:cxnLst/>
              <a:rect l="l" t="t" r="r" b="b"/>
              <a:pathLst>
                <a:path w="3372" h="3341" extrusionOk="0">
                  <a:moveTo>
                    <a:pt x="2931" y="1"/>
                  </a:moveTo>
                  <a:cubicBezTo>
                    <a:pt x="1355" y="1"/>
                    <a:pt x="64" y="1293"/>
                    <a:pt x="1" y="2899"/>
                  </a:cubicBezTo>
                  <a:cubicBezTo>
                    <a:pt x="1" y="3120"/>
                    <a:pt x="158" y="3340"/>
                    <a:pt x="410" y="3340"/>
                  </a:cubicBezTo>
                  <a:cubicBezTo>
                    <a:pt x="631" y="3340"/>
                    <a:pt x="851" y="3120"/>
                    <a:pt x="851" y="2899"/>
                  </a:cubicBezTo>
                  <a:cubicBezTo>
                    <a:pt x="883" y="1765"/>
                    <a:pt x="1796" y="820"/>
                    <a:pt x="2931" y="820"/>
                  </a:cubicBezTo>
                  <a:cubicBezTo>
                    <a:pt x="3151" y="820"/>
                    <a:pt x="3372" y="631"/>
                    <a:pt x="3372" y="379"/>
                  </a:cubicBezTo>
                  <a:cubicBezTo>
                    <a:pt x="3372" y="190"/>
                    <a:pt x="3151" y="1"/>
                    <a:pt x="293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23" name="Google Shape;8662;p68">
            <a:extLst>
              <a:ext uri="{FF2B5EF4-FFF2-40B4-BE49-F238E27FC236}">
                <a16:creationId xmlns:a16="http://schemas.microsoft.com/office/drawing/2014/main" id="{1651C425-4CF7-5F03-C8F0-068D1DD663A6}"/>
              </a:ext>
            </a:extLst>
          </p:cNvPr>
          <p:cNvSpPr/>
          <p:nvPr/>
        </p:nvSpPr>
        <p:spPr>
          <a:xfrm>
            <a:off x="16565857" y="5023754"/>
            <a:ext cx="968471" cy="966951"/>
          </a:xfrm>
          <a:custGeom>
            <a:avLst/>
            <a:gdLst/>
            <a:ahLst/>
            <a:cxnLst/>
            <a:rect l="l" t="t" r="r" b="b"/>
            <a:pathLst>
              <a:path w="12729" h="12709" extrusionOk="0">
                <a:moveTo>
                  <a:pt x="7089" y="894"/>
                </a:moveTo>
                <a:lnTo>
                  <a:pt x="7089" y="894"/>
                </a:lnTo>
                <a:cubicBezTo>
                  <a:pt x="8160" y="989"/>
                  <a:pt x="9137" y="1461"/>
                  <a:pt x="9956" y="2186"/>
                </a:cubicBezTo>
                <a:lnTo>
                  <a:pt x="8192" y="3950"/>
                </a:lnTo>
                <a:cubicBezTo>
                  <a:pt x="7436" y="3099"/>
                  <a:pt x="7089" y="1934"/>
                  <a:pt x="7089" y="894"/>
                </a:cubicBezTo>
                <a:close/>
                <a:moveTo>
                  <a:pt x="10555" y="2721"/>
                </a:moveTo>
                <a:cubicBezTo>
                  <a:pt x="11248" y="3572"/>
                  <a:pt x="11689" y="4549"/>
                  <a:pt x="11847" y="5620"/>
                </a:cubicBezTo>
                <a:cubicBezTo>
                  <a:pt x="10775" y="5620"/>
                  <a:pt x="9673" y="5242"/>
                  <a:pt x="8791" y="4486"/>
                </a:cubicBezTo>
                <a:lnTo>
                  <a:pt x="10555" y="2721"/>
                </a:lnTo>
                <a:close/>
                <a:moveTo>
                  <a:pt x="6270" y="831"/>
                </a:moveTo>
                <a:cubicBezTo>
                  <a:pt x="6207" y="2154"/>
                  <a:pt x="6680" y="3477"/>
                  <a:pt x="7593" y="4549"/>
                </a:cubicBezTo>
                <a:lnTo>
                  <a:pt x="6365" y="5777"/>
                </a:lnTo>
                <a:lnTo>
                  <a:pt x="2805" y="2186"/>
                </a:lnTo>
                <a:cubicBezTo>
                  <a:pt x="3781" y="1304"/>
                  <a:pt x="5010" y="831"/>
                  <a:pt x="6270" y="831"/>
                </a:cubicBezTo>
                <a:close/>
                <a:moveTo>
                  <a:pt x="2206" y="2721"/>
                </a:moveTo>
                <a:lnTo>
                  <a:pt x="5798" y="6313"/>
                </a:lnTo>
                <a:lnTo>
                  <a:pt x="4569" y="7542"/>
                </a:lnTo>
                <a:cubicBezTo>
                  <a:pt x="3648" y="6620"/>
                  <a:pt x="2337" y="6028"/>
                  <a:pt x="958" y="6028"/>
                </a:cubicBezTo>
                <a:cubicBezTo>
                  <a:pt x="923" y="6028"/>
                  <a:pt x="887" y="6029"/>
                  <a:pt x="851" y="6029"/>
                </a:cubicBezTo>
                <a:cubicBezTo>
                  <a:pt x="946" y="4864"/>
                  <a:pt x="1387" y="3666"/>
                  <a:pt x="2206" y="2721"/>
                </a:cubicBezTo>
                <a:close/>
                <a:moveTo>
                  <a:pt x="8192" y="5147"/>
                </a:moveTo>
                <a:cubicBezTo>
                  <a:pt x="9263" y="6029"/>
                  <a:pt x="10586" y="6470"/>
                  <a:pt x="11878" y="6470"/>
                </a:cubicBezTo>
                <a:cubicBezTo>
                  <a:pt x="11847" y="7699"/>
                  <a:pt x="11405" y="8959"/>
                  <a:pt x="10555" y="9936"/>
                </a:cubicBezTo>
                <a:lnTo>
                  <a:pt x="6963" y="6344"/>
                </a:lnTo>
                <a:lnTo>
                  <a:pt x="8192" y="5147"/>
                </a:lnTo>
                <a:close/>
                <a:moveTo>
                  <a:pt x="1027" y="6910"/>
                </a:moveTo>
                <a:cubicBezTo>
                  <a:pt x="2180" y="6910"/>
                  <a:pt x="3239" y="7378"/>
                  <a:pt x="4002" y="8172"/>
                </a:cubicBezTo>
                <a:lnTo>
                  <a:pt x="2206" y="9967"/>
                </a:lnTo>
                <a:cubicBezTo>
                  <a:pt x="1450" y="9117"/>
                  <a:pt x="1009" y="8046"/>
                  <a:pt x="914" y="6911"/>
                </a:cubicBezTo>
                <a:cubicBezTo>
                  <a:pt x="952" y="6910"/>
                  <a:pt x="989" y="6910"/>
                  <a:pt x="1027" y="6910"/>
                </a:cubicBezTo>
                <a:close/>
                <a:moveTo>
                  <a:pt x="4537" y="8770"/>
                </a:moveTo>
                <a:cubicBezTo>
                  <a:pt x="5104" y="9652"/>
                  <a:pt x="5325" y="10692"/>
                  <a:pt x="5199" y="11700"/>
                </a:cubicBezTo>
                <a:cubicBezTo>
                  <a:pt x="4285" y="11511"/>
                  <a:pt x="3498" y="11133"/>
                  <a:pt x="2805" y="10503"/>
                </a:cubicBezTo>
                <a:lnTo>
                  <a:pt x="4537" y="8770"/>
                </a:lnTo>
                <a:close/>
                <a:moveTo>
                  <a:pt x="6365" y="6911"/>
                </a:moveTo>
                <a:lnTo>
                  <a:pt x="9956" y="10503"/>
                </a:lnTo>
                <a:cubicBezTo>
                  <a:pt x="8948" y="11399"/>
                  <a:pt x="7716" y="11847"/>
                  <a:pt x="6481" y="11847"/>
                </a:cubicBezTo>
                <a:cubicBezTo>
                  <a:pt x="6327" y="11847"/>
                  <a:pt x="6172" y="11840"/>
                  <a:pt x="6018" y="11826"/>
                </a:cubicBezTo>
                <a:cubicBezTo>
                  <a:pt x="6176" y="10566"/>
                  <a:pt x="5892" y="9274"/>
                  <a:pt x="5104" y="8172"/>
                </a:cubicBezTo>
                <a:lnTo>
                  <a:pt x="6365" y="6911"/>
                </a:lnTo>
                <a:close/>
                <a:moveTo>
                  <a:pt x="6349" y="0"/>
                </a:moveTo>
                <a:cubicBezTo>
                  <a:pt x="2842" y="0"/>
                  <a:pt x="1" y="2821"/>
                  <a:pt x="1" y="6344"/>
                </a:cubicBezTo>
                <a:cubicBezTo>
                  <a:pt x="1" y="9873"/>
                  <a:pt x="2836" y="12708"/>
                  <a:pt x="6333" y="12708"/>
                </a:cubicBezTo>
                <a:cubicBezTo>
                  <a:pt x="9830" y="12708"/>
                  <a:pt x="12666" y="9873"/>
                  <a:pt x="12666" y="6344"/>
                </a:cubicBezTo>
                <a:cubicBezTo>
                  <a:pt x="12729" y="2973"/>
                  <a:pt x="10082" y="201"/>
                  <a:pt x="6743" y="12"/>
                </a:cubicBezTo>
                <a:cubicBezTo>
                  <a:pt x="6611" y="4"/>
                  <a:pt x="6479" y="0"/>
                  <a:pt x="6349"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8663;p68">
            <a:extLst>
              <a:ext uri="{FF2B5EF4-FFF2-40B4-BE49-F238E27FC236}">
                <a16:creationId xmlns:a16="http://schemas.microsoft.com/office/drawing/2014/main" id="{ED180FCD-0FDA-E4EF-7354-CD7879F7B388}"/>
              </a:ext>
            </a:extLst>
          </p:cNvPr>
          <p:cNvSpPr/>
          <p:nvPr/>
        </p:nvSpPr>
        <p:spPr>
          <a:xfrm>
            <a:off x="16772840" y="6139187"/>
            <a:ext cx="568193" cy="968471"/>
          </a:xfrm>
          <a:custGeom>
            <a:avLst/>
            <a:gdLst/>
            <a:ahLst/>
            <a:cxnLst/>
            <a:rect l="l" t="t" r="r" b="b"/>
            <a:pathLst>
              <a:path w="7468" h="12729" extrusionOk="0">
                <a:moveTo>
                  <a:pt x="3715" y="5763"/>
                </a:moveTo>
                <a:cubicBezTo>
                  <a:pt x="3853" y="5763"/>
                  <a:pt x="3994" y="5833"/>
                  <a:pt x="4096" y="5955"/>
                </a:cubicBezTo>
                <a:cubicBezTo>
                  <a:pt x="4285" y="6239"/>
                  <a:pt x="4096" y="6585"/>
                  <a:pt x="3718" y="6585"/>
                </a:cubicBezTo>
                <a:cubicBezTo>
                  <a:pt x="3561" y="6585"/>
                  <a:pt x="3466" y="6491"/>
                  <a:pt x="3372" y="6396"/>
                </a:cubicBezTo>
                <a:cubicBezTo>
                  <a:pt x="3246" y="6239"/>
                  <a:pt x="3309" y="5955"/>
                  <a:pt x="3498" y="5829"/>
                </a:cubicBezTo>
                <a:cubicBezTo>
                  <a:pt x="3565" y="5784"/>
                  <a:pt x="3639" y="5763"/>
                  <a:pt x="3715" y="5763"/>
                </a:cubicBezTo>
                <a:close/>
                <a:moveTo>
                  <a:pt x="4128" y="1922"/>
                </a:moveTo>
                <a:lnTo>
                  <a:pt x="6554" y="6176"/>
                </a:lnTo>
                <a:lnTo>
                  <a:pt x="5104" y="9074"/>
                </a:lnTo>
                <a:lnTo>
                  <a:pt x="2300" y="9074"/>
                </a:lnTo>
                <a:cubicBezTo>
                  <a:pt x="1954" y="8349"/>
                  <a:pt x="977" y="6333"/>
                  <a:pt x="851" y="6176"/>
                </a:cubicBezTo>
                <a:lnTo>
                  <a:pt x="3309" y="1922"/>
                </a:lnTo>
                <a:lnTo>
                  <a:pt x="3309" y="5010"/>
                </a:lnTo>
                <a:cubicBezTo>
                  <a:pt x="2836" y="5167"/>
                  <a:pt x="2458" y="5640"/>
                  <a:pt x="2458" y="6176"/>
                </a:cubicBezTo>
                <a:cubicBezTo>
                  <a:pt x="2458" y="6837"/>
                  <a:pt x="3025" y="7436"/>
                  <a:pt x="3718" y="7436"/>
                </a:cubicBezTo>
                <a:cubicBezTo>
                  <a:pt x="4411" y="7436"/>
                  <a:pt x="4978" y="6900"/>
                  <a:pt x="4947" y="6176"/>
                </a:cubicBezTo>
                <a:cubicBezTo>
                  <a:pt x="4947" y="5640"/>
                  <a:pt x="4600" y="5199"/>
                  <a:pt x="4128" y="5010"/>
                </a:cubicBezTo>
                <a:lnTo>
                  <a:pt x="4128" y="1922"/>
                </a:lnTo>
                <a:close/>
                <a:moveTo>
                  <a:pt x="4947" y="9893"/>
                </a:moveTo>
                <a:lnTo>
                  <a:pt x="4947" y="11815"/>
                </a:lnTo>
                <a:lnTo>
                  <a:pt x="2458" y="11815"/>
                </a:lnTo>
                <a:lnTo>
                  <a:pt x="2458" y="9893"/>
                </a:lnTo>
                <a:close/>
                <a:moveTo>
                  <a:pt x="3592" y="1"/>
                </a:moveTo>
                <a:cubicBezTo>
                  <a:pt x="3529" y="32"/>
                  <a:pt x="3466" y="95"/>
                  <a:pt x="3435" y="127"/>
                </a:cubicBezTo>
                <a:cubicBezTo>
                  <a:pt x="3435" y="127"/>
                  <a:pt x="3435" y="158"/>
                  <a:pt x="3372" y="158"/>
                </a:cubicBezTo>
                <a:lnTo>
                  <a:pt x="3372" y="190"/>
                </a:lnTo>
                <a:lnTo>
                  <a:pt x="64" y="5987"/>
                </a:lnTo>
                <a:cubicBezTo>
                  <a:pt x="1" y="6113"/>
                  <a:pt x="1" y="6270"/>
                  <a:pt x="64" y="6396"/>
                </a:cubicBezTo>
                <a:lnTo>
                  <a:pt x="1670" y="9610"/>
                </a:lnTo>
                <a:lnTo>
                  <a:pt x="1670" y="12288"/>
                </a:lnTo>
                <a:cubicBezTo>
                  <a:pt x="1670" y="12540"/>
                  <a:pt x="1891" y="12729"/>
                  <a:pt x="2080" y="12729"/>
                </a:cubicBezTo>
                <a:lnTo>
                  <a:pt x="5388" y="12729"/>
                </a:lnTo>
                <a:cubicBezTo>
                  <a:pt x="5608" y="12729"/>
                  <a:pt x="5829" y="12540"/>
                  <a:pt x="5829" y="12288"/>
                </a:cubicBezTo>
                <a:lnTo>
                  <a:pt x="5829" y="9610"/>
                </a:lnTo>
                <a:lnTo>
                  <a:pt x="7436" y="6396"/>
                </a:lnTo>
                <a:cubicBezTo>
                  <a:pt x="7467" y="6239"/>
                  <a:pt x="7436" y="6113"/>
                  <a:pt x="7404" y="5987"/>
                </a:cubicBezTo>
                <a:lnTo>
                  <a:pt x="4096" y="190"/>
                </a:lnTo>
                <a:lnTo>
                  <a:pt x="4096" y="158"/>
                </a:lnTo>
                <a:cubicBezTo>
                  <a:pt x="4096" y="158"/>
                  <a:pt x="4096" y="127"/>
                  <a:pt x="4033" y="127"/>
                </a:cubicBezTo>
                <a:cubicBezTo>
                  <a:pt x="4002" y="95"/>
                  <a:pt x="3970" y="32"/>
                  <a:pt x="3876"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25" name="Google Shape;8664;p68">
            <a:extLst>
              <a:ext uri="{FF2B5EF4-FFF2-40B4-BE49-F238E27FC236}">
                <a16:creationId xmlns:a16="http://schemas.microsoft.com/office/drawing/2014/main" id="{5982111D-9B66-0B23-C1CB-42F1A242E1E2}"/>
              </a:ext>
            </a:extLst>
          </p:cNvPr>
          <p:cNvGrpSpPr/>
          <p:nvPr/>
        </p:nvGrpSpPr>
        <p:grpSpPr>
          <a:xfrm>
            <a:off x="20031473" y="3922198"/>
            <a:ext cx="987644" cy="961321"/>
            <a:chOff x="-37190575" y="1951325"/>
            <a:chExt cx="324525" cy="315875"/>
          </a:xfrm>
          <a:solidFill>
            <a:srgbClr val="555559"/>
          </a:solidFill>
        </p:grpSpPr>
        <p:sp>
          <p:nvSpPr>
            <p:cNvPr id="1817" name="Google Shape;8665;p68">
              <a:extLst>
                <a:ext uri="{FF2B5EF4-FFF2-40B4-BE49-F238E27FC236}">
                  <a16:creationId xmlns:a16="http://schemas.microsoft.com/office/drawing/2014/main" id="{B6E0E80F-D92C-3FAC-6A7F-71B08A1C7C31}"/>
                </a:ext>
              </a:extLst>
            </p:cNvPr>
            <p:cNvSpPr/>
            <p:nvPr/>
          </p:nvSpPr>
          <p:spPr>
            <a:xfrm>
              <a:off x="-37190575" y="1951325"/>
              <a:ext cx="324525" cy="315875"/>
            </a:xfrm>
            <a:custGeom>
              <a:avLst/>
              <a:gdLst/>
              <a:ahLst/>
              <a:cxnLst/>
              <a:rect l="l" t="t" r="r" b="b"/>
              <a:pathLst>
                <a:path w="12981" h="12635" extrusionOk="0">
                  <a:moveTo>
                    <a:pt x="6693" y="790"/>
                  </a:moveTo>
                  <a:cubicBezTo>
                    <a:pt x="8301" y="790"/>
                    <a:pt x="9913" y="1489"/>
                    <a:pt x="11028" y="2868"/>
                  </a:cubicBezTo>
                  <a:cubicBezTo>
                    <a:pt x="11752" y="3813"/>
                    <a:pt x="12193" y="5010"/>
                    <a:pt x="12193" y="6270"/>
                  </a:cubicBezTo>
                  <a:cubicBezTo>
                    <a:pt x="12162" y="7058"/>
                    <a:pt x="11563" y="7593"/>
                    <a:pt x="10870" y="7593"/>
                  </a:cubicBezTo>
                  <a:lnTo>
                    <a:pt x="10019" y="7593"/>
                  </a:lnTo>
                  <a:cubicBezTo>
                    <a:pt x="8854" y="7593"/>
                    <a:pt x="7940" y="8539"/>
                    <a:pt x="7940" y="9704"/>
                  </a:cubicBezTo>
                  <a:lnTo>
                    <a:pt x="7940" y="10523"/>
                  </a:lnTo>
                  <a:cubicBezTo>
                    <a:pt x="7940" y="11216"/>
                    <a:pt x="7404" y="11784"/>
                    <a:pt x="6680" y="11815"/>
                  </a:cubicBezTo>
                  <a:cubicBezTo>
                    <a:pt x="6239" y="11815"/>
                    <a:pt x="5892" y="11784"/>
                    <a:pt x="5420" y="11658"/>
                  </a:cubicBezTo>
                  <a:cubicBezTo>
                    <a:pt x="3844" y="11311"/>
                    <a:pt x="2490" y="10208"/>
                    <a:pt x="1765" y="8791"/>
                  </a:cubicBezTo>
                  <a:cubicBezTo>
                    <a:pt x="536" y="6428"/>
                    <a:pt x="1261" y="3340"/>
                    <a:pt x="3624" y="1733"/>
                  </a:cubicBezTo>
                  <a:cubicBezTo>
                    <a:pt x="4545" y="1102"/>
                    <a:pt x="5618" y="790"/>
                    <a:pt x="6693" y="790"/>
                  </a:cubicBezTo>
                  <a:close/>
                  <a:moveTo>
                    <a:pt x="6648" y="1"/>
                  </a:moveTo>
                  <a:cubicBezTo>
                    <a:pt x="4474" y="1"/>
                    <a:pt x="2553" y="1103"/>
                    <a:pt x="1419" y="2805"/>
                  </a:cubicBezTo>
                  <a:cubicBezTo>
                    <a:pt x="95" y="4726"/>
                    <a:pt x="1" y="7215"/>
                    <a:pt x="1009" y="9169"/>
                  </a:cubicBezTo>
                  <a:cubicBezTo>
                    <a:pt x="2080" y="11216"/>
                    <a:pt x="4191" y="12634"/>
                    <a:pt x="6680" y="12634"/>
                  </a:cubicBezTo>
                  <a:cubicBezTo>
                    <a:pt x="7814" y="12634"/>
                    <a:pt x="8791" y="11689"/>
                    <a:pt x="8791" y="10523"/>
                  </a:cubicBezTo>
                  <a:lnTo>
                    <a:pt x="8791" y="9704"/>
                  </a:lnTo>
                  <a:cubicBezTo>
                    <a:pt x="8791" y="8980"/>
                    <a:pt x="9358" y="8444"/>
                    <a:pt x="10019" y="8444"/>
                  </a:cubicBezTo>
                  <a:lnTo>
                    <a:pt x="10870" y="8444"/>
                  </a:lnTo>
                  <a:cubicBezTo>
                    <a:pt x="12004" y="8444"/>
                    <a:pt x="12981" y="7499"/>
                    <a:pt x="12981" y="6333"/>
                  </a:cubicBezTo>
                  <a:cubicBezTo>
                    <a:pt x="12981" y="2962"/>
                    <a:pt x="10240" y="1"/>
                    <a:pt x="664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8666;p68">
              <a:extLst>
                <a:ext uri="{FF2B5EF4-FFF2-40B4-BE49-F238E27FC236}">
                  <a16:creationId xmlns:a16="http://schemas.microsoft.com/office/drawing/2014/main" id="{97C898FE-B095-E5B8-E96F-BACCEA48DCE1}"/>
                </a:ext>
              </a:extLst>
            </p:cNvPr>
            <p:cNvSpPr/>
            <p:nvPr/>
          </p:nvSpPr>
          <p:spPr>
            <a:xfrm>
              <a:off x="-37081875" y="2162600"/>
              <a:ext cx="72475" cy="63100"/>
            </a:xfrm>
            <a:custGeom>
              <a:avLst/>
              <a:gdLst/>
              <a:ahLst/>
              <a:cxnLst/>
              <a:rect l="l" t="t" r="r" b="b"/>
              <a:pathLst>
                <a:path w="2899" h="2524" extrusionOk="0">
                  <a:moveTo>
                    <a:pt x="1418" y="812"/>
                  </a:moveTo>
                  <a:cubicBezTo>
                    <a:pt x="1670" y="812"/>
                    <a:pt x="1859" y="1001"/>
                    <a:pt x="1859" y="1253"/>
                  </a:cubicBezTo>
                  <a:cubicBezTo>
                    <a:pt x="1859" y="1474"/>
                    <a:pt x="1670" y="1663"/>
                    <a:pt x="1418" y="1663"/>
                  </a:cubicBezTo>
                  <a:cubicBezTo>
                    <a:pt x="1198" y="1663"/>
                    <a:pt x="1009" y="1474"/>
                    <a:pt x="1009" y="1253"/>
                  </a:cubicBezTo>
                  <a:cubicBezTo>
                    <a:pt x="1009" y="1001"/>
                    <a:pt x="1198" y="812"/>
                    <a:pt x="1418" y="812"/>
                  </a:cubicBezTo>
                  <a:close/>
                  <a:moveTo>
                    <a:pt x="1405" y="0"/>
                  </a:moveTo>
                  <a:cubicBezTo>
                    <a:pt x="1250" y="0"/>
                    <a:pt x="1094" y="28"/>
                    <a:pt x="946" y="88"/>
                  </a:cubicBezTo>
                  <a:cubicBezTo>
                    <a:pt x="316" y="371"/>
                    <a:pt x="0" y="1127"/>
                    <a:pt x="284" y="1757"/>
                  </a:cubicBezTo>
                  <a:cubicBezTo>
                    <a:pt x="496" y="2229"/>
                    <a:pt x="973" y="2524"/>
                    <a:pt x="1463" y="2524"/>
                  </a:cubicBezTo>
                  <a:cubicBezTo>
                    <a:pt x="1628" y="2524"/>
                    <a:pt x="1795" y="2490"/>
                    <a:pt x="1954" y="2419"/>
                  </a:cubicBezTo>
                  <a:cubicBezTo>
                    <a:pt x="2584" y="2135"/>
                    <a:pt x="2899" y="1379"/>
                    <a:pt x="2615" y="749"/>
                  </a:cubicBezTo>
                  <a:cubicBezTo>
                    <a:pt x="2399" y="292"/>
                    <a:pt x="1907" y="0"/>
                    <a:pt x="140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8667;p68">
              <a:extLst>
                <a:ext uri="{FF2B5EF4-FFF2-40B4-BE49-F238E27FC236}">
                  <a16:creationId xmlns:a16="http://schemas.microsoft.com/office/drawing/2014/main" id="{B12F3112-93CE-A43C-5E80-EFD5A74BE1A7}"/>
                </a:ext>
              </a:extLst>
            </p:cNvPr>
            <p:cNvSpPr/>
            <p:nvPr/>
          </p:nvSpPr>
          <p:spPr>
            <a:xfrm>
              <a:off x="-37144875" y="2099025"/>
              <a:ext cx="72475" cy="62875"/>
            </a:xfrm>
            <a:custGeom>
              <a:avLst/>
              <a:gdLst/>
              <a:ahLst/>
              <a:cxnLst/>
              <a:rect l="l" t="t" r="r" b="b"/>
              <a:pathLst>
                <a:path w="2899" h="2515" extrusionOk="0">
                  <a:moveTo>
                    <a:pt x="1418" y="835"/>
                  </a:moveTo>
                  <a:cubicBezTo>
                    <a:pt x="1670" y="835"/>
                    <a:pt x="1859" y="1024"/>
                    <a:pt x="1859" y="1276"/>
                  </a:cubicBezTo>
                  <a:cubicBezTo>
                    <a:pt x="1859" y="1496"/>
                    <a:pt x="1670" y="1685"/>
                    <a:pt x="1418" y="1685"/>
                  </a:cubicBezTo>
                  <a:cubicBezTo>
                    <a:pt x="1197" y="1685"/>
                    <a:pt x="1008" y="1496"/>
                    <a:pt x="1008" y="1276"/>
                  </a:cubicBezTo>
                  <a:cubicBezTo>
                    <a:pt x="1008" y="1024"/>
                    <a:pt x="1197" y="835"/>
                    <a:pt x="1418" y="835"/>
                  </a:cubicBezTo>
                  <a:close/>
                  <a:moveTo>
                    <a:pt x="1411" y="0"/>
                  </a:moveTo>
                  <a:cubicBezTo>
                    <a:pt x="1254" y="0"/>
                    <a:pt x="1096" y="26"/>
                    <a:pt x="945" y="79"/>
                  </a:cubicBezTo>
                  <a:cubicBezTo>
                    <a:pt x="315" y="362"/>
                    <a:pt x="0" y="1118"/>
                    <a:pt x="284" y="1748"/>
                  </a:cubicBezTo>
                  <a:cubicBezTo>
                    <a:pt x="496" y="2220"/>
                    <a:pt x="972" y="2515"/>
                    <a:pt x="1463" y="2515"/>
                  </a:cubicBezTo>
                  <a:cubicBezTo>
                    <a:pt x="1628" y="2515"/>
                    <a:pt x="1795" y="2481"/>
                    <a:pt x="1953" y="2410"/>
                  </a:cubicBezTo>
                  <a:cubicBezTo>
                    <a:pt x="2583" y="2126"/>
                    <a:pt x="2899" y="1370"/>
                    <a:pt x="2615" y="740"/>
                  </a:cubicBezTo>
                  <a:cubicBezTo>
                    <a:pt x="2399" y="261"/>
                    <a:pt x="1910" y="0"/>
                    <a:pt x="141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8668;p68">
              <a:extLst>
                <a:ext uri="{FF2B5EF4-FFF2-40B4-BE49-F238E27FC236}">
                  <a16:creationId xmlns:a16="http://schemas.microsoft.com/office/drawing/2014/main" id="{7AED8541-B9BB-6786-6824-7558A2984A97}"/>
                </a:ext>
              </a:extLst>
            </p:cNvPr>
            <p:cNvSpPr/>
            <p:nvPr/>
          </p:nvSpPr>
          <p:spPr>
            <a:xfrm>
              <a:off x="-37123625" y="2014875"/>
              <a:ext cx="71700" cy="62775"/>
            </a:xfrm>
            <a:custGeom>
              <a:avLst/>
              <a:gdLst/>
              <a:ahLst/>
              <a:cxnLst/>
              <a:rect l="l" t="t" r="r" b="b"/>
              <a:pathLst>
                <a:path w="2868" h="2511" extrusionOk="0">
                  <a:moveTo>
                    <a:pt x="1418" y="798"/>
                  </a:moveTo>
                  <a:cubicBezTo>
                    <a:pt x="1639" y="798"/>
                    <a:pt x="1828" y="1019"/>
                    <a:pt x="1828" y="1239"/>
                  </a:cubicBezTo>
                  <a:cubicBezTo>
                    <a:pt x="1828" y="1460"/>
                    <a:pt x="1639" y="1680"/>
                    <a:pt x="1418" y="1680"/>
                  </a:cubicBezTo>
                  <a:cubicBezTo>
                    <a:pt x="1166" y="1680"/>
                    <a:pt x="977" y="1460"/>
                    <a:pt x="977" y="1239"/>
                  </a:cubicBezTo>
                  <a:cubicBezTo>
                    <a:pt x="1009" y="1019"/>
                    <a:pt x="1166" y="798"/>
                    <a:pt x="1418" y="798"/>
                  </a:cubicBezTo>
                  <a:close/>
                  <a:moveTo>
                    <a:pt x="1431" y="0"/>
                  </a:moveTo>
                  <a:cubicBezTo>
                    <a:pt x="1269" y="0"/>
                    <a:pt x="1105" y="34"/>
                    <a:pt x="946" y="105"/>
                  </a:cubicBezTo>
                  <a:cubicBezTo>
                    <a:pt x="316" y="389"/>
                    <a:pt x="1" y="1113"/>
                    <a:pt x="253" y="1743"/>
                  </a:cubicBezTo>
                  <a:cubicBezTo>
                    <a:pt x="472" y="2231"/>
                    <a:pt x="974" y="2511"/>
                    <a:pt x="1481" y="2511"/>
                  </a:cubicBezTo>
                  <a:cubicBezTo>
                    <a:pt x="1630" y="2511"/>
                    <a:pt x="1780" y="2487"/>
                    <a:pt x="1923" y="2436"/>
                  </a:cubicBezTo>
                  <a:cubicBezTo>
                    <a:pt x="2553" y="2153"/>
                    <a:pt x="2868" y="1397"/>
                    <a:pt x="2584" y="767"/>
                  </a:cubicBezTo>
                  <a:cubicBezTo>
                    <a:pt x="2372" y="295"/>
                    <a:pt x="1913" y="0"/>
                    <a:pt x="143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8669;p68">
              <a:extLst>
                <a:ext uri="{FF2B5EF4-FFF2-40B4-BE49-F238E27FC236}">
                  <a16:creationId xmlns:a16="http://schemas.microsoft.com/office/drawing/2014/main" id="{78680FE0-81BD-F0FB-188B-159BAF9EE653}"/>
                </a:ext>
              </a:extLst>
            </p:cNvPr>
            <p:cNvSpPr/>
            <p:nvPr/>
          </p:nvSpPr>
          <p:spPr>
            <a:xfrm>
              <a:off x="-37039350" y="1993250"/>
              <a:ext cx="71700" cy="63125"/>
            </a:xfrm>
            <a:custGeom>
              <a:avLst/>
              <a:gdLst/>
              <a:ahLst/>
              <a:cxnLst/>
              <a:rect l="l" t="t" r="r" b="b"/>
              <a:pathLst>
                <a:path w="2868" h="2525" extrusionOk="0">
                  <a:moveTo>
                    <a:pt x="1418" y="844"/>
                  </a:moveTo>
                  <a:cubicBezTo>
                    <a:pt x="1671" y="844"/>
                    <a:pt x="1860" y="1033"/>
                    <a:pt x="1860" y="1285"/>
                  </a:cubicBezTo>
                  <a:cubicBezTo>
                    <a:pt x="1860" y="1506"/>
                    <a:pt x="1671" y="1726"/>
                    <a:pt x="1418" y="1726"/>
                  </a:cubicBezTo>
                  <a:cubicBezTo>
                    <a:pt x="1198" y="1726"/>
                    <a:pt x="977" y="1506"/>
                    <a:pt x="977" y="1285"/>
                  </a:cubicBezTo>
                  <a:cubicBezTo>
                    <a:pt x="977" y="1033"/>
                    <a:pt x="1198" y="844"/>
                    <a:pt x="1418" y="844"/>
                  </a:cubicBezTo>
                  <a:close/>
                  <a:moveTo>
                    <a:pt x="1402" y="1"/>
                  </a:moveTo>
                  <a:cubicBezTo>
                    <a:pt x="1248" y="1"/>
                    <a:pt x="1094" y="29"/>
                    <a:pt x="946" y="88"/>
                  </a:cubicBezTo>
                  <a:cubicBezTo>
                    <a:pt x="316" y="372"/>
                    <a:pt x="1" y="1128"/>
                    <a:pt x="284" y="1758"/>
                  </a:cubicBezTo>
                  <a:cubicBezTo>
                    <a:pt x="496" y="2229"/>
                    <a:pt x="955" y="2524"/>
                    <a:pt x="1437" y="2524"/>
                  </a:cubicBezTo>
                  <a:cubicBezTo>
                    <a:pt x="1599" y="2524"/>
                    <a:pt x="1764" y="2491"/>
                    <a:pt x="1923" y="2419"/>
                  </a:cubicBezTo>
                  <a:cubicBezTo>
                    <a:pt x="2553" y="2136"/>
                    <a:pt x="2868" y="1411"/>
                    <a:pt x="2616" y="781"/>
                  </a:cubicBezTo>
                  <a:cubicBezTo>
                    <a:pt x="2399" y="299"/>
                    <a:pt x="1905" y="1"/>
                    <a:pt x="140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26" name="Google Shape;8670;p68">
            <a:extLst>
              <a:ext uri="{FF2B5EF4-FFF2-40B4-BE49-F238E27FC236}">
                <a16:creationId xmlns:a16="http://schemas.microsoft.com/office/drawing/2014/main" id="{5AE674D3-2BE7-A9E0-6481-A3C7C36B969F}"/>
              </a:ext>
            </a:extLst>
          </p:cNvPr>
          <p:cNvSpPr/>
          <p:nvPr/>
        </p:nvSpPr>
        <p:spPr>
          <a:xfrm>
            <a:off x="6278102" y="3910682"/>
            <a:ext cx="978057" cy="966038"/>
          </a:xfrm>
          <a:custGeom>
            <a:avLst/>
            <a:gdLst/>
            <a:ahLst/>
            <a:cxnLst/>
            <a:rect l="l" t="t" r="r" b="b"/>
            <a:pathLst>
              <a:path w="12855" h="12697" extrusionOk="0">
                <a:moveTo>
                  <a:pt x="8035" y="1032"/>
                </a:moveTo>
                <a:lnTo>
                  <a:pt x="11847" y="4844"/>
                </a:lnTo>
                <a:lnTo>
                  <a:pt x="7468" y="9223"/>
                </a:lnTo>
                <a:lnTo>
                  <a:pt x="3655" y="5380"/>
                </a:lnTo>
                <a:lnTo>
                  <a:pt x="8035" y="1032"/>
                </a:lnTo>
                <a:close/>
                <a:moveTo>
                  <a:pt x="3057" y="5978"/>
                </a:moveTo>
                <a:lnTo>
                  <a:pt x="6869" y="9790"/>
                </a:lnTo>
                <a:lnTo>
                  <a:pt x="4916" y="11775"/>
                </a:lnTo>
                <a:cubicBezTo>
                  <a:pt x="4837" y="11854"/>
                  <a:pt x="4727" y="11893"/>
                  <a:pt x="4616" y="11893"/>
                </a:cubicBezTo>
                <a:cubicBezTo>
                  <a:pt x="4506" y="11893"/>
                  <a:pt x="4396" y="11854"/>
                  <a:pt x="4317" y="11775"/>
                </a:cubicBezTo>
                <a:lnTo>
                  <a:pt x="1104" y="8530"/>
                </a:lnTo>
                <a:cubicBezTo>
                  <a:pt x="946" y="8372"/>
                  <a:pt x="946" y="8120"/>
                  <a:pt x="1104" y="7963"/>
                </a:cubicBezTo>
                <a:lnTo>
                  <a:pt x="3057" y="5978"/>
                </a:lnTo>
                <a:close/>
                <a:moveTo>
                  <a:pt x="7987" y="0"/>
                </a:moveTo>
                <a:cubicBezTo>
                  <a:pt x="7877" y="0"/>
                  <a:pt x="7767" y="39"/>
                  <a:pt x="7688" y="118"/>
                </a:cubicBezTo>
                <a:lnTo>
                  <a:pt x="442" y="7364"/>
                </a:lnTo>
                <a:cubicBezTo>
                  <a:pt x="1" y="7837"/>
                  <a:pt x="1" y="8625"/>
                  <a:pt x="442" y="9129"/>
                </a:cubicBezTo>
                <a:lnTo>
                  <a:pt x="3687" y="12342"/>
                </a:lnTo>
                <a:cubicBezTo>
                  <a:pt x="3923" y="12578"/>
                  <a:pt x="4238" y="12697"/>
                  <a:pt x="4557" y="12697"/>
                </a:cubicBezTo>
                <a:cubicBezTo>
                  <a:pt x="4876" y="12697"/>
                  <a:pt x="5199" y="12578"/>
                  <a:pt x="5451" y="12342"/>
                </a:cubicBezTo>
                <a:lnTo>
                  <a:pt x="12697" y="5096"/>
                </a:lnTo>
                <a:cubicBezTo>
                  <a:pt x="12855" y="4970"/>
                  <a:pt x="12855" y="4686"/>
                  <a:pt x="12697" y="4529"/>
                </a:cubicBezTo>
                <a:lnTo>
                  <a:pt x="8287" y="118"/>
                </a:lnTo>
                <a:cubicBezTo>
                  <a:pt x="8208" y="39"/>
                  <a:pt x="8098" y="0"/>
                  <a:pt x="7987"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27" name="Google Shape;8671;p68">
            <a:extLst>
              <a:ext uri="{FF2B5EF4-FFF2-40B4-BE49-F238E27FC236}">
                <a16:creationId xmlns:a16="http://schemas.microsoft.com/office/drawing/2014/main" id="{EA890380-1231-4E39-9070-F6B96ED123E4}"/>
              </a:ext>
            </a:extLst>
          </p:cNvPr>
          <p:cNvGrpSpPr/>
          <p:nvPr/>
        </p:nvGrpSpPr>
        <p:grpSpPr>
          <a:xfrm>
            <a:off x="6285755" y="5235786"/>
            <a:ext cx="966038" cy="757490"/>
            <a:chOff x="-41694200" y="2382950"/>
            <a:chExt cx="317425" cy="248900"/>
          </a:xfrm>
          <a:solidFill>
            <a:srgbClr val="555559"/>
          </a:solidFill>
        </p:grpSpPr>
        <p:sp>
          <p:nvSpPr>
            <p:cNvPr id="1815" name="Google Shape;8672;p68">
              <a:extLst>
                <a:ext uri="{FF2B5EF4-FFF2-40B4-BE49-F238E27FC236}">
                  <a16:creationId xmlns:a16="http://schemas.microsoft.com/office/drawing/2014/main" id="{365C6F3F-D2D3-296B-C421-485C66131D61}"/>
                </a:ext>
              </a:extLst>
            </p:cNvPr>
            <p:cNvSpPr/>
            <p:nvPr/>
          </p:nvSpPr>
          <p:spPr>
            <a:xfrm>
              <a:off x="-41694200" y="2382950"/>
              <a:ext cx="317425" cy="248900"/>
            </a:xfrm>
            <a:custGeom>
              <a:avLst/>
              <a:gdLst/>
              <a:ahLst/>
              <a:cxnLst/>
              <a:rect l="l" t="t" r="r" b="b"/>
              <a:pathLst>
                <a:path w="12697" h="9956" extrusionOk="0">
                  <a:moveTo>
                    <a:pt x="10555" y="851"/>
                  </a:moveTo>
                  <a:cubicBezTo>
                    <a:pt x="10807" y="851"/>
                    <a:pt x="10964" y="1040"/>
                    <a:pt x="10964" y="1292"/>
                  </a:cubicBezTo>
                  <a:lnTo>
                    <a:pt x="10964" y="7499"/>
                  </a:lnTo>
                  <a:lnTo>
                    <a:pt x="1576" y="7499"/>
                  </a:lnTo>
                  <a:lnTo>
                    <a:pt x="1576" y="1292"/>
                  </a:lnTo>
                  <a:lnTo>
                    <a:pt x="1607" y="1292"/>
                  </a:lnTo>
                  <a:cubicBezTo>
                    <a:pt x="1607" y="1040"/>
                    <a:pt x="1828" y="882"/>
                    <a:pt x="2017" y="851"/>
                  </a:cubicBezTo>
                  <a:close/>
                  <a:moveTo>
                    <a:pt x="8507" y="8286"/>
                  </a:moveTo>
                  <a:lnTo>
                    <a:pt x="8507" y="8727"/>
                  </a:lnTo>
                  <a:cubicBezTo>
                    <a:pt x="8507" y="8918"/>
                    <a:pt x="8633" y="9073"/>
                    <a:pt x="8777" y="9137"/>
                  </a:cubicBezTo>
                  <a:lnTo>
                    <a:pt x="1198" y="9137"/>
                  </a:lnTo>
                  <a:cubicBezTo>
                    <a:pt x="1009" y="9137"/>
                    <a:pt x="851" y="9011"/>
                    <a:pt x="788" y="8853"/>
                  </a:cubicBezTo>
                  <a:cubicBezTo>
                    <a:pt x="757" y="8759"/>
                    <a:pt x="788" y="8759"/>
                    <a:pt x="788" y="8286"/>
                  </a:cubicBezTo>
                  <a:close/>
                  <a:moveTo>
                    <a:pt x="10145" y="8286"/>
                  </a:moveTo>
                  <a:lnTo>
                    <a:pt x="10145" y="8727"/>
                  </a:lnTo>
                  <a:cubicBezTo>
                    <a:pt x="10145" y="8918"/>
                    <a:pt x="10254" y="9073"/>
                    <a:pt x="10402" y="9137"/>
                  </a:cubicBezTo>
                  <a:lnTo>
                    <a:pt x="9051" y="9137"/>
                  </a:lnTo>
                  <a:cubicBezTo>
                    <a:pt x="9186" y="9073"/>
                    <a:pt x="9294" y="8918"/>
                    <a:pt x="9294" y="8727"/>
                  </a:cubicBezTo>
                  <a:lnTo>
                    <a:pt x="9294" y="8286"/>
                  </a:lnTo>
                  <a:close/>
                  <a:moveTo>
                    <a:pt x="11783" y="8286"/>
                  </a:moveTo>
                  <a:lnTo>
                    <a:pt x="11783" y="8727"/>
                  </a:lnTo>
                  <a:cubicBezTo>
                    <a:pt x="11815" y="8979"/>
                    <a:pt x="11626" y="9137"/>
                    <a:pt x="11374" y="9137"/>
                  </a:cubicBezTo>
                  <a:lnTo>
                    <a:pt x="10720" y="9137"/>
                  </a:lnTo>
                  <a:cubicBezTo>
                    <a:pt x="10874" y="9073"/>
                    <a:pt x="10964" y="8918"/>
                    <a:pt x="10964" y="8727"/>
                  </a:cubicBezTo>
                  <a:lnTo>
                    <a:pt x="10964" y="8286"/>
                  </a:lnTo>
                  <a:close/>
                  <a:moveTo>
                    <a:pt x="2048" y="0"/>
                  </a:moveTo>
                  <a:cubicBezTo>
                    <a:pt x="1387" y="0"/>
                    <a:pt x="788" y="536"/>
                    <a:pt x="820" y="1261"/>
                  </a:cubicBezTo>
                  <a:lnTo>
                    <a:pt x="820" y="7467"/>
                  </a:lnTo>
                  <a:lnTo>
                    <a:pt x="347" y="7467"/>
                  </a:lnTo>
                  <a:cubicBezTo>
                    <a:pt x="158" y="7467"/>
                    <a:pt x="0" y="7625"/>
                    <a:pt x="0" y="7814"/>
                  </a:cubicBezTo>
                  <a:lnTo>
                    <a:pt x="0" y="8696"/>
                  </a:lnTo>
                  <a:cubicBezTo>
                    <a:pt x="0" y="9357"/>
                    <a:pt x="568" y="9956"/>
                    <a:pt x="1229" y="9956"/>
                  </a:cubicBezTo>
                  <a:lnTo>
                    <a:pt x="11437" y="9956"/>
                  </a:lnTo>
                  <a:cubicBezTo>
                    <a:pt x="12098" y="9956"/>
                    <a:pt x="12697" y="9389"/>
                    <a:pt x="12697" y="8696"/>
                  </a:cubicBezTo>
                  <a:lnTo>
                    <a:pt x="12697" y="7877"/>
                  </a:lnTo>
                  <a:cubicBezTo>
                    <a:pt x="12634" y="7656"/>
                    <a:pt x="12445" y="7467"/>
                    <a:pt x="12224" y="7467"/>
                  </a:cubicBezTo>
                  <a:lnTo>
                    <a:pt x="11815" y="7467"/>
                  </a:lnTo>
                  <a:lnTo>
                    <a:pt x="11815" y="1261"/>
                  </a:lnTo>
                  <a:cubicBezTo>
                    <a:pt x="11815" y="567"/>
                    <a:pt x="11279" y="0"/>
                    <a:pt x="1058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8673;p68">
              <a:extLst>
                <a:ext uri="{FF2B5EF4-FFF2-40B4-BE49-F238E27FC236}">
                  <a16:creationId xmlns:a16="http://schemas.microsoft.com/office/drawing/2014/main" id="{19F7F2A1-3EAF-62F9-9A8D-693DEFC06EC0}"/>
                </a:ext>
              </a:extLst>
            </p:cNvPr>
            <p:cNvSpPr/>
            <p:nvPr/>
          </p:nvSpPr>
          <p:spPr>
            <a:xfrm>
              <a:off x="-41586600" y="2425550"/>
              <a:ext cx="107450" cy="102925"/>
            </a:xfrm>
            <a:custGeom>
              <a:avLst/>
              <a:gdLst/>
              <a:ahLst/>
              <a:cxnLst/>
              <a:rect l="l" t="t" r="r" b="b"/>
              <a:pathLst>
                <a:path w="4298" h="4117" extrusionOk="0">
                  <a:moveTo>
                    <a:pt x="1147" y="1037"/>
                  </a:moveTo>
                  <a:lnTo>
                    <a:pt x="2218" y="1384"/>
                  </a:lnTo>
                  <a:lnTo>
                    <a:pt x="1493" y="2108"/>
                  </a:lnTo>
                  <a:lnTo>
                    <a:pt x="1147" y="1037"/>
                  </a:lnTo>
                  <a:close/>
                  <a:moveTo>
                    <a:pt x="466" y="1"/>
                  </a:moveTo>
                  <a:cubicBezTo>
                    <a:pt x="209" y="1"/>
                    <a:pt x="1" y="267"/>
                    <a:pt x="107" y="533"/>
                  </a:cubicBezTo>
                  <a:lnTo>
                    <a:pt x="926" y="3022"/>
                  </a:lnTo>
                  <a:cubicBezTo>
                    <a:pt x="987" y="3184"/>
                    <a:pt x="1164" y="3293"/>
                    <a:pt x="1341" y="3293"/>
                  </a:cubicBezTo>
                  <a:cubicBezTo>
                    <a:pt x="1441" y="3293"/>
                    <a:pt x="1540" y="3259"/>
                    <a:pt x="1619" y="3180"/>
                  </a:cubicBezTo>
                  <a:lnTo>
                    <a:pt x="2155" y="2613"/>
                  </a:lnTo>
                  <a:lnTo>
                    <a:pt x="3541" y="3999"/>
                  </a:lnTo>
                  <a:cubicBezTo>
                    <a:pt x="3620" y="4077"/>
                    <a:pt x="3730" y="4117"/>
                    <a:pt x="3840" y="4117"/>
                  </a:cubicBezTo>
                  <a:cubicBezTo>
                    <a:pt x="3951" y="4117"/>
                    <a:pt x="4061" y="4077"/>
                    <a:pt x="4140" y="3999"/>
                  </a:cubicBezTo>
                  <a:cubicBezTo>
                    <a:pt x="4297" y="3841"/>
                    <a:pt x="4297" y="3558"/>
                    <a:pt x="4140" y="3400"/>
                  </a:cubicBezTo>
                  <a:lnTo>
                    <a:pt x="2722" y="2077"/>
                  </a:lnTo>
                  <a:lnTo>
                    <a:pt x="3258" y="1510"/>
                  </a:lnTo>
                  <a:cubicBezTo>
                    <a:pt x="3510" y="1289"/>
                    <a:pt x="3384" y="911"/>
                    <a:pt x="3100" y="848"/>
                  </a:cubicBezTo>
                  <a:lnTo>
                    <a:pt x="611" y="29"/>
                  </a:lnTo>
                  <a:cubicBezTo>
                    <a:pt x="562" y="10"/>
                    <a:pt x="514" y="1"/>
                    <a:pt x="46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28" name="Google Shape;8674;p68">
            <a:extLst>
              <a:ext uri="{FF2B5EF4-FFF2-40B4-BE49-F238E27FC236}">
                <a16:creationId xmlns:a16="http://schemas.microsoft.com/office/drawing/2014/main" id="{DA7C0317-84C8-D4B1-2E70-8619C7CD2AEA}"/>
              </a:ext>
            </a:extLst>
          </p:cNvPr>
          <p:cNvGrpSpPr/>
          <p:nvPr/>
        </p:nvGrpSpPr>
        <p:grpSpPr>
          <a:xfrm>
            <a:off x="6277546" y="6149021"/>
            <a:ext cx="970831" cy="966114"/>
            <a:chOff x="-41695775" y="2683025"/>
            <a:chExt cx="319000" cy="317450"/>
          </a:xfrm>
          <a:solidFill>
            <a:srgbClr val="555559"/>
          </a:solidFill>
        </p:grpSpPr>
        <p:sp>
          <p:nvSpPr>
            <p:cNvPr id="1812" name="Google Shape;8675;p68">
              <a:extLst>
                <a:ext uri="{FF2B5EF4-FFF2-40B4-BE49-F238E27FC236}">
                  <a16:creationId xmlns:a16="http://schemas.microsoft.com/office/drawing/2014/main" id="{879A4460-499C-007D-5EE8-CD921F581C65}"/>
                </a:ext>
              </a:extLst>
            </p:cNvPr>
            <p:cNvSpPr/>
            <p:nvPr/>
          </p:nvSpPr>
          <p:spPr>
            <a:xfrm>
              <a:off x="-41695775" y="2683025"/>
              <a:ext cx="319000" cy="317450"/>
            </a:xfrm>
            <a:custGeom>
              <a:avLst/>
              <a:gdLst/>
              <a:ahLst/>
              <a:cxnLst/>
              <a:rect l="l" t="t" r="r" b="b"/>
              <a:pathLst>
                <a:path w="12760" h="12698" extrusionOk="0">
                  <a:moveTo>
                    <a:pt x="6238" y="2521"/>
                  </a:moveTo>
                  <a:lnTo>
                    <a:pt x="10240" y="5199"/>
                  </a:lnTo>
                  <a:lnTo>
                    <a:pt x="10240" y="11815"/>
                  </a:lnTo>
                  <a:lnTo>
                    <a:pt x="2521" y="11815"/>
                  </a:lnTo>
                  <a:lnTo>
                    <a:pt x="2521" y="5199"/>
                  </a:lnTo>
                  <a:lnTo>
                    <a:pt x="6238" y="2521"/>
                  </a:lnTo>
                  <a:close/>
                  <a:moveTo>
                    <a:pt x="6270" y="1"/>
                  </a:moveTo>
                  <a:cubicBezTo>
                    <a:pt x="6049" y="1"/>
                    <a:pt x="5860" y="190"/>
                    <a:pt x="5860" y="379"/>
                  </a:cubicBezTo>
                  <a:lnTo>
                    <a:pt x="5860" y="1859"/>
                  </a:lnTo>
                  <a:lnTo>
                    <a:pt x="1891" y="4695"/>
                  </a:lnTo>
                  <a:lnTo>
                    <a:pt x="221" y="5861"/>
                  </a:lnTo>
                  <a:cubicBezTo>
                    <a:pt x="32" y="5987"/>
                    <a:pt x="0" y="6270"/>
                    <a:pt x="158" y="6459"/>
                  </a:cubicBezTo>
                  <a:cubicBezTo>
                    <a:pt x="229" y="6566"/>
                    <a:pt x="342" y="6623"/>
                    <a:pt x="466" y="6623"/>
                  </a:cubicBezTo>
                  <a:cubicBezTo>
                    <a:pt x="560" y="6623"/>
                    <a:pt x="661" y="6590"/>
                    <a:pt x="757" y="6522"/>
                  </a:cubicBezTo>
                  <a:lnTo>
                    <a:pt x="1733" y="5829"/>
                  </a:lnTo>
                  <a:lnTo>
                    <a:pt x="1733" y="12288"/>
                  </a:lnTo>
                  <a:cubicBezTo>
                    <a:pt x="1733" y="12508"/>
                    <a:pt x="1922" y="12697"/>
                    <a:pt x="2111" y="12697"/>
                  </a:cubicBezTo>
                  <a:lnTo>
                    <a:pt x="10649" y="12697"/>
                  </a:lnTo>
                  <a:cubicBezTo>
                    <a:pt x="10901" y="12697"/>
                    <a:pt x="11059" y="12508"/>
                    <a:pt x="11059" y="12288"/>
                  </a:cubicBezTo>
                  <a:lnTo>
                    <a:pt x="11059" y="5798"/>
                  </a:lnTo>
                  <a:lnTo>
                    <a:pt x="12035" y="6491"/>
                  </a:lnTo>
                  <a:cubicBezTo>
                    <a:pt x="12114" y="6543"/>
                    <a:pt x="12204" y="6568"/>
                    <a:pt x="12294" y="6568"/>
                  </a:cubicBezTo>
                  <a:cubicBezTo>
                    <a:pt x="12418" y="6568"/>
                    <a:pt x="12542" y="6519"/>
                    <a:pt x="12634" y="6428"/>
                  </a:cubicBezTo>
                  <a:cubicBezTo>
                    <a:pt x="12760" y="6207"/>
                    <a:pt x="12697" y="5987"/>
                    <a:pt x="12571" y="5829"/>
                  </a:cubicBezTo>
                  <a:lnTo>
                    <a:pt x="10901" y="4632"/>
                  </a:lnTo>
                  <a:cubicBezTo>
                    <a:pt x="10901" y="4632"/>
                    <a:pt x="6679" y="1796"/>
                    <a:pt x="6648" y="1796"/>
                  </a:cubicBezTo>
                  <a:lnTo>
                    <a:pt x="6648" y="379"/>
                  </a:lnTo>
                  <a:cubicBezTo>
                    <a:pt x="6648" y="158"/>
                    <a:pt x="6459" y="1"/>
                    <a:pt x="627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8676;p68">
              <a:extLst>
                <a:ext uri="{FF2B5EF4-FFF2-40B4-BE49-F238E27FC236}">
                  <a16:creationId xmlns:a16="http://schemas.microsoft.com/office/drawing/2014/main" id="{16FF7E30-6A39-7135-6D0E-290AF344542B}"/>
                </a:ext>
              </a:extLst>
            </p:cNvPr>
            <p:cNvSpPr/>
            <p:nvPr/>
          </p:nvSpPr>
          <p:spPr>
            <a:xfrm>
              <a:off x="-41615450" y="2813750"/>
              <a:ext cx="152050" cy="144975"/>
            </a:xfrm>
            <a:custGeom>
              <a:avLst/>
              <a:gdLst/>
              <a:ahLst/>
              <a:cxnLst/>
              <a:rect l="l" t="t" r="r" b="b"/>
              <a:pathLst>
                <a:path w="6082" h="5799" extrusionOk="0">
                  <a:moveTo>
                    <a:pt x="3050" y="782"/>
                  </a:moveTo>
                  <a:cubicBezTo>
                    <a:pt x="3325" y="782"/>
                    <a:pt x="3606" y="835"/>
                    <a:pt x="3876" y="947"/>
                  </a:cubicBezTo>
                  <a:cubicBezTo>
                    <a:pt x="4853" y="1419"/>
                    <a:pt x="5357" y="2616"/>
                    <a:pt x="4916" y="3656"/>
                  </a:cubicBezTo>
                  <a:cubicBezTo>
                    <a:pt x="4601" y="4412"/>
                    <a:pt x="3908" y="4916"/>
                    <a:pt x="3025" y="4916"/>
                  </a:cubicBezTo>
                  <a:cubicBezTo>
                    <a:pt x="1545" y="4916"/>
                    <a:pt x="568" y="3436"/>
                    <a:pt x="1135" y="2049"/>
                  </a:cubicBezTo>
                  <a:cubicBezTo>
                    <a:pt x="1465" y="1248"/>
                    <a:pt x="2235" y="782"/>
                    <a:pt x="3050" y="782"/>
                  </a:cubicBezTo>
                  <a:close/>
                  <a:moveTo>
                    <a:pt x="2968" y="0"/>
                  </a:moveTo>
                  <a:cubicBezTo>
                    <a:pt x="1995" y="0"/>
                    <a:pt x="1120" y="497"/>
                    <a:pt x="631" y="1262"/>
                  </a:cubicBezTo>
                  <a:cubicBezTo>
                    <a:pt x="95" y="2081"/>
                    <a:pt x="1" y="3152"/>
                    <a:pt x="347" y="4034"/>
                  </a:cubicBezTo>
                  <a:cubicBezTo>
                    <a:pt x="789" y="5074"/>
                    <a:pt x="1860" y="5798"/>
                    <a:pt x="3057" y="5798"/>
                  </a:cubicBezTo>
                  <a:cubicBezTo>
                    <a:pt x="4034" y="5798"/>
                    <a:pt x="4884" y="5326"/>
                    <a:pt x="5451" y="4538"/>
                  </a:cubicBezTo>
                  <a:cubicBezTo>
                    <a:pt x="5987" y="3719"/>
                    <a:pt x="6081" y="2648"/>
                    <a:pt x="5735" y="1766"/>
                  </a:cubicBezTo>
                  <a:cubicBezTo>
                    <a:pt x="5294" y="726"/>
                    <a:pt x="4223" y="1"/>
                    <a:pt x="3057" y="1"/>
                  </a:cubicBezTo>
                  <a:cubicBezTo>
                    <a:pt x="3027" y="1"/>
                    <a:pt x="2997" y="0"/>
                    <a:pt x="29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8677;p68">
              <a:extLst>
                <a:ext uri="{FF2B5EF4-FFF2-40B4-BE49-F238E27FC236}">
                  <a16:creationId xmlns:a16="http://schemas.microsoft.com/office/drawing/2014/main" id="{E2CA2F5E-19DC-4152-BD63-014C65A81C83}"/>
                </a:ext>
              </a:extLst>
            </p:cNvPr>
            <p:cNvSpPr/>
            <p:nvPr/>
          </p:nvSpPr>
          <p:spPr>
            <a:xfrm>
              <a:off x="-41550075" y="2853950"/>
              <a:ext cx="40200" cy="42550"/>
            </a:xfrm>
            <a:custGeom>
              <a:avLst/>
              <a:gdLst/>
              <a:ahLst/>
              <a:cxnLst/>
              <a:rect l="l" t="t" r="r" b="b"/>
              <a:pathLst>
                <a:path w="1608" h="1702" extrusionOk="0">
                  <a:moveTo>
                    <a:pt x="379" y="0"/>
                  </a:moveTo>
                  <a:cubicBezTo>
                    <a:pt x="190" y="0"/>
                    <a:pt x="1" y="221"/>
                    <a:pt x="1" y="441"/>
                  </a:cubicBezTo>
                  <a:lnTo>
                    <a:pt x="1" y="1260"/>
                  </a:lnTo>
                  <a:cubicBezTo>
                    <a:pt x="1" y="1512"/>
                    <a:pt x="190" y="1701"/>
                    <a:pt x="379" y="1701"/>
                  </a:cubicBezTo>
                  <a:lnTo>
                    <a:pt x="1230" y="1701"/>
                  </a:lnTo>
                  <a:cubicBezTo>
                    <a:pt x="1450" y="1701"/>
                    <a:pt x="1608" y="1512"/>
                    <a:pt x="1608" y="1260"/>
                  </a:cubicBezTo>
                  <a:cubicBezTo>
                    <a:pt x="1608" y="1040"/>
                    <a:pt x="1419" y="851"/>
                    <a:pt x="1230" y="851"/>
                  </a:cubicBezTo>
                  <a:lnTo>
                    <a:pt x="788" y="851"/>
                  </a:lnTo>
                  <a:lnTo>
                    <a:pt x="788" y="410"/>
                  </a:lnTo>
                  <a:cubicBezTo>
                    <a:pt x="788" y="158"/>
                    <a:pt x="568" y="0"/>
                    <a:pt x="37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29" name="Google Shape;8678;p68">
            <a:extLst>
              <a:ext uri="{FF2B5EF4-FFF2-40B4-BE49-F238E27FC236}">
                <a16:creationId xmlns:a16="http://schemas.microsoft.com/office/drawing/2014/main" id="{1E7A039E-3D89-CB4B-3D73-F08FC29E480D}"/>
              </a:ext>
            </a:extLst>
          </p:cNvPr>
          <p:cNvGrpSpPr/>
          <p:nvPr/>
        </p:nvGrpSpPr>
        <p:grpSpPr>
          <a:xfrm>
            <a:off x="12056587" y="3984509"/>
            <a:ext cx="884551" cy="970907"/>
            <a:chOff x="-39792875" y="1971800"/>
            <a:chExt cx="290650" cy="319025"/>
          </a:xfrm>
          <a:solidFill>
            <a:srgbClr val="555559"/>
          </a:solidFill>
        </p:grpSpPr>
        <p:sp>
          <p:nvSpPr>
            <p:cNvPr id="1810" name="Google Shape;8679;p68">
              <a:extLst>
                <a:ext uri="{FF2B5EF4-FFF2-40B4-BE49-F238E27FC236}">
                  <a16:creationId xmlns:a16="http://schemas.microsoft.com/office/drawing/2014/main" id="{3B068EB0-F500-0CFD-7550-E6A49CF781EF}"/>
                </a:ext>
              </a:extLst>
            </p:cNvPr>
            <p:cNvSpPr/>
            <p:nvPr/>
          </p:nvSpPr>
          <p:spPr>
            <a:xfrm>
              <a:off x="-39667650" y="2145075"/>
              <a:ext cx="40975" cy="41775"/>
            </a:xfrm>
            <a:custGeom>
              <a:avLst/>
              <a:gdLst/>
              <a:ahLst/>
              <a:cxnLst/>
              <a:rect l="l" t="t" r="r" b="b"/>
              <a:pathLst>
                <a:path w="1639" h="1671" extrusionOk="0">
                  <a:moveTo>
                    <a:pt x="820" y="1"/>
                  </a:moveTo>
                  <a:cubicBezTo>
                    <a:pt x="379" y="1"/>
                    <a:pt x="1" y="379"/>
                    <a:pt x="1" y="852"/>
                  </a:cubicBezTo>
                  <a:cubicBezTo>
                    <a:pt x="1" y="1293"/>
                    <a:pt x="379" y="1671"/>
                    <a:pt x="820" y="1671"/>
                  </a:cubicBezTo>
                  <a:cubicBezTo>
                    <a:pt x="1261" y="1671"/>
                    <a:pt x="1639" y="1293"/>
                    <a:pt x="1639" y="852"/>
                  </a:cubicBezTo>
                  <a:cubicBezTo>
                    <a:pt x="1639" y="379"/>
                    <a:pt x="1261" y="1"/>
                    <a:pt x="82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8680;p68">
              <a:extLst>
                <a:ext uri="{FF2B5EF4-FFF2-40B4-BE49-F238E27FC236}">
                  <a16:creationId xmlns:a16="http://schemas.microsoft.com/office/drawing/2014/main" id="{8505DF10-12CC-B2EC-5FF0-FED846322A1E}"/>
                </a:ext>
              </a:extLst>
            </p:cNvPr>
            <p:cNvSpPr/>
            <p:nvPr/>
          </p:nvSpPr>
          <p:spPr>
            <a:xfrm>
              <a:off x="-39792875" y="1971800"/>
              <a:ext cx="290650" cy="319025"/>
            </a:xfrm>
            <a:custGeom>
              <a:avLst/>
              <a:gdLst/>
              <a:ahLst/>
              <a:cxnLst/>
              <a:rect l="l" t="t" r="r" b="b"/>
              <a:pathLst>
                <a:path w="11626" h="12761" extrusionOk="0">
                  <a:moveTo>
                    <a:pt x="6207" y="3687"/>
                  </a:moveTo>
                  <a:cubicBezTo>
                    <a:pt x="6900" y="3687"/>
                    <a:pt x="7436" y="4222"/>
                    <a:pt x="7436" y="4884"/>
                  </a:cubicBezTo>
                  <a:lnTo>
                    <a:pt x="7436" y="11910"/>
                  </a:lnTo>
                  <a:lnTo>
                    <a:pt x="4159" y="11910"/>
                  </a:lnTo>
                  <a:lnTo>
                    <a:pt x="4159" y="4884"/>
                  </a:lnTo>
                  <a:cubicBezTo>
                    <a:pt x="4159" y="4222"/>
                    <a:pt x="4726" y="3687"/>
                    <a:pt x="5388" y="3687"/>
                  </a:cubicBezTo>
                  <a:close/>
                  <a:moveTo>
                    <a:pt x="10744" y="914"/>
                  </a:moveTo>
                  <a:lnTo>
                    <a:pt x="10744" y="3939"/>
                  </a:lnTo>
                  <a:cubicBezTo>
                    <a:pt x="9767" y="4412"/>
                    <a:pt x="9105" y="5420"/>
                    <a:pt x="9105" y="6554"/>
                  </a:cubicBezTo>
                  <a:cubicBezTo>
                    <a:pt x="9105" y="7688"/>
                    <a:pt x="9767" y="8665"/>
                    <a:pt x="10744" y="9137"/>
                  </a:cubicBezTo>
                  <a:cubicBezTo>
                    <a:pt x="10775" y="10145"/>
                    <a:pt x="10775" y="11280"/>
                    <a:pt x="10775" y="11910"/>
                  </a:cubicBezTo>
                  <a:lnTo>
                    <a:pt x="8318" y="11910"/>
                  </a:lnTo>
                  <a:lnTo>
                    <a:pt x="8318" y="4884"/>
                  </a:lnTo>
                  <a:cubicBezTo>
                    <a:pt x="8318" y="3750"/>
                    <a:pt x="7373" y="2805"/>
                    <a:pt x="6207" y="2805"/>
                  </a:cubicBezTo>
                  <a:lnTo>
                    <a:pt x="5388" y="2805"/>
                  </a:lnTo>
                  <a:cubicBezTo>
                    <a:pt x="4254" y="2805"/>
                    <a:pt x="3308" y="3750"/>
                    <a:pt x="3308" y="4884"/>
                  </a:cubicBezTo>
                  <a:lnTo>
                    <a:pt x="3308" y="11910"/>
                  </a:lnTo>
                  <a:lnTo>
                    <a:pt x="820" y="11910"/>
                  </a:lnTo>
                  <a:lnTo>
                    <a:pt x="820" y="9137"/>
                  </a:lnTo>
                  <a:cubicBezTo>
                    <a:pt x="2174" y="8507"/>
                    <a:pt x="2804" y="7026"/>
                    <a:pt x="2332" y="5640"/>
                  </a:cubicBezTo>
                  <a:cubicBezTo>
                    <a:pt x="2080" y="4884"/>
                    <a:pt x="1544" y="4254"/>
                    <a:pt x="820" y="3939"/>
                  </a:cubicBezTo>
                  <a:lnTo>
                    <a:pt x="820" y="914"/>
                  </a:lnTo>
                  <a:close/>
                  <a:moveTo>
                    <a:pt x="441" y="1"/>
                  </a:moveTo>
                  <a:cubicBezTo>
                    <a:pt x="189" y="1"/>
                    <a:pt x="0" y="221"/>
                    <a:pt x="0" y="442"/>
                  </a:cubicBezTo>
                  <a:lnTo>
                    <a:pt x="0" y="4191"/>
                  </a:lnTo>
                  <a:cubicBezTo>
                    <a:pt x="0" y="4349"/>
                    <a:pt x="126" y="4506"/>
                    <a:pt x="284" y="4569"/>
                  </a:cubicBezTo>
                  <a:cubicBezTo>
                    <a:pt x="1072" y="4853"/>
                    <a:pt x="1639" y="5609"/>
                    <a:pt x="1639" y="6522"/>
                  </a:cubicBezTo>
                  <a:cubicBezTo>
                    <a:pt x="1639" y="7404"/>
                    <a:pt x="1072" y="8161"/>
                    <a:pt x="284" y="8476"/>
                  </a:cubicBezTo>
                  <a:cubicBezTo>
                    <a:pt x="126" y="8507"/>
                    <a:pt x="0" y="8665"/>
                    <a:pt x="0" y="8885"/>
                  </a:cubicBezTo>
                  <a:lnTo>
                    <a:pt x="0" y="12351"/>
                  </a:lnTo>
                  <a:cubicBezTo>
                    <a:pt x="0" y="12571"/>
                    <a:pt x="189" y="12760"/>
                    <a:pt x="441" y="12760"/>
                  </a:cubicBezTo>
                  <a:lnTo>
                    <a:pt x="11185" y="12760"/>
                  </a:lnTo>
                  <a:cubicBezTo>
                    <a:pt x="11405" y="12760"/>
                    <a:pt x="11563" y="12571"/>
                    <a:pt x="11626" y="12382"/>
                  </a:cubicBezTo>
                  <a:lnTo>
                    <a:pt x="11626" y="8885"/>
                  </a:lnTo>
                  <a:cubicBezTo>
                    <a:pt x="11626" y="8696"/>
                    <a:pt x="11500" y="8539"/>
                    <a:pt x="11342" y="8476"/>
                  </a:cubicBezTo>
                  <a:cubicBezTo>
                    <a:pt x="10555" y="8192"/>
                    <a:pt x="9956" y="7404"/>
                    <a:pt x="9956" y="6522"/>
                  </a:cubicBezTo>
                  <a:cubicBezTo>
                    <a:pt x="9956" y="5609"/>
                    <a:pt x="10555" y="4853"/>
                    <a:pt x="11342" y="4569"/>
                  </a:cubicBezTo>
                  <a:cubicBezTo>
                    <a:pt x="11500" y="4538"/>
                    <a:pt x="11626" y="4380"/>
                    <a:pt x="11626" y="4191"/>
                  </a:cubicBezTo>
                  <a:lnTo>
                    <a:pt x="11626" y="442"/>
                  </a:lnTo>
                  <a:cubicBezTo>
                    <a:pt x="11626" y="221"/>
                    <a:pt x="11405" y="1"/>
                    <a:pt x="1118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0" name="Google Shape;8681;p68">
            <a:extLst>
              <a:ext uri="{FF2B5EF4-FFF2-40B4-BE49-F238E27FC236}">
                <a16:creationId xmlns:a16="http://schemas.microsoft.com/office/drawing/2014/main" id="{86B4A5FE-97FB-1675-A1DD-587C36CDF8DD}"/>
              </a:ext>
            </a:extLst>
          </p:cNvPr>
          <p:cNvGrpSpPr/>
          <p:nvPr/>
        </p:nvGrpSpPr>
        <p:grpSpPr>
          <a:xfrm>
            <a:off x="12079337" y="5098759"/>
            <a:ext cx="839053" cy="968853"/>
            <a:chOff x="-39783425" y="2337925"/>
            <a:chExt cx="275700" cy="318350"/>
          </a:xfrm>
          <a:solidFill>
            <a:srgbClr val="555559"/>
          </a:solidFill>
        </p:grpSpPr>
        <p:sp>
          <p:nvSpPr>
            <p:cNvPr id="1808" name="Google Shape;8682;p68">
              <a:extLst>
                <a:ext uri="{FF2B5EF4-FFF2-40B4-BE49-F238E27FC236}">
                  <a16:creationId xmlns:a16="http://schemas.microsoft.com/office/drawing/2014/main" id="{21986387-FF3E-3F2D-3E16-2CD44AC85E92}"/>
                </a:ext>
              </a:extLst>
            </p:cNvPr>
            <p:cNvSpPr/>
            <p:nvPr/>
          </p:nvSpPr>
          <p:spPr>
            <a:xfrm>
              <a:off x="-39739325" y="2468600"/>
              <a:ext cx="194575" cy="148500"/>
            </a:xfrm>
            <a:custGeom>
              <a:avLst/>
              <a:gdLst/>
              <a:ahLst/>
              <a:cxnLst/>
              <a:rect l="l" t="t" r="r" b="b"/>
              <a:pathLst>
                <a:path w="7783" h="5940" extrusionOk="0">
                  <a:moveTo>
                    <a:pt x="6349" y="772"/>
                  </a:moveTo>
                  <a:cubicBezTo>
                    <a:pt x="6459" y="772"/>
                    <a:pt x="6570" y="812"/>
                    <a:pt x="6648" y="891"/>
                  </a:cubicBezTo>
                  <a:cubicBezTo>
                    <a:pt x="6711" y="954"/>
                    <a:pt x="6743" y="1017"/>
                    <a:pt x="6806" y="1080"/>
                  </a:cubicBezTo>
                  <a:cubicBezTo>
                    <a:pt x="6837" y="1300"/>
                    <a:pt x="6837" y="1458"/>
                    <a:pt x="6711" y="1552"/>
                  </a:cubicBezTo>
                  <a:lnTo>
                    <a:pt x="3340" y="4955"/>
                  </a:lnTo>
                  <a:cubicBezTo>
                    <a:pt x="3261" y="5033"/>
                    <a:pt x="3151" y="5073"/>
                    <a:pt x="3041" y="5073"/>
                  </a:cubicBezTo>
                  <a:cubicBezTo>
                    <a:pt x="2931" y="5073"/>
                    <a:pt x="2820" y="5033"/>
                    <a:pt x="2742" y="4955"/>
                  </a:cubicBezTo>
                  <a:lnTo>
                    <a:pt x="1040" y="3253"/>
                  </a:lnTo>
                  <a:cubicBezTo>
                    <a:pt x="883" y="3096"/>
                    <a:pt x="883" y="2812"/>
                    <a:pt x="1040" y="2655"/>
                  </a:cubicBezTo>
                  <a:lnTo>
                    <a:pt x="1135" y="2592"/>
                  </a:lnTo>
                  <a:cubicBezTo>
                    <a:pt x="1214" y="2513"/>
                    <a:pt x="1316" y="2474"/>
                    <a:pt x="1418" y="2474"/>
                  </a:cubicBezTo>
                  <a:cubicBezTo>
                    <a:pt x="1521" y="2474"/>
                    <a:pt x="1623" y="2513"/>
                    <a:pt x="1702" y="2592"/>
                  </a:cubicBezTo>
                  <a:lnTo>
                    <a:pt x="2742" y="3600"/>
                  </a:lnTo>
                  <a:cubicBezTo>
                    <a:pt x="2820" y="3679"/>
                    <a:pt x="2931" y="3718"/>
                    <a:pt x="3041" y="3718"/>
                  </a:cubicBezTo>
                  <a:cubicBezTo>
                    <a:pt x="3151" y="3718"/>
                    <a:pt x="3261" y="3679"/>
                    <a:pt x="3340" y="3600"/>
                  </a:cubicBezTo>
                  <a:lnTo>
                    <a:pt x="6050" y="891"/>
                  </a:lnTo>
                  <a:cubicBezTo>
                    <a:pt x="6128" y="812"/>
                    <a:pt x="6239" y="772"/>
                    <a:pt x="6349" y="772"/>
                  </a:cubicBezTo>
                  <a:close/>
                  <a:moveTo>
                    <a:pt x="6369" y="1"/>
                  </a:moveTo>
                  <a:cubicBezTo>
                    <a:pt x="6050" y="1"/>
                    <a:pt x="5719" y="119"/>
                    <a:pt x="5451" y="355"/>
                  </a:cubicBezTo>
                  <a:lnTo>
                    <a:pt x="3025" y="2781"/>
                  </a:lnTo>
                  <a:lnTo>
                    <a:pt x="2269" y="2025"/>
                  </a:lnTo>
                  <a:cubicBezTo>
                    <a:pt x="2040" y="1796"/>
                    <a:pt x="1742" y="1663"/>
                    <a:pt x="1421" y="1663"/>
                  </a:cubicBezTo>
                  <a:cubicBezTo>
                    <a:pt x="1256" y="1663"/>
                    <a:pt x="1085" y="1698"/>
                    <a:pt x="914" y="1773"/>
                  </a:cubicBezTo>
                  <a:cubicBezTo>
                    <a:pt x="694" y="1867"/>
                    <a:pt x="536" y="1993"/>
                    <a:pt x="473" y="2119"/>
                  </a:cubicBezTo>
                  <a:cubicBezTo>
                    <a:pt x="1" y="2592"/>
                    <a:pt x="1" y="3379"/>
                    <a:pt x="473" y="3883"/>
                  </a:cubicBezTo>
                  <a:lnTo>
                    <a:pt x="2143" y="5585"/>
                  </a:lnTo>
                  <a:cubicBezTo>
                    <a:pt x="2379" y="5821"/>
                    <a:pt x="2694" y="5939"/>
                    <a:pt x="3017" y="5939"/>
                  </a:cubicBezTo>
                  <a:cubicBezTo>
                    <a:pt x="3340" y="5939"/>
                    <a:pt x="3671" y="5821"/>
                    <a:pt x="3939" y="5585"/>
                  </a:cubicBezTo>
                  <a:lnTo>
                    <a:pt x="7310" y="2182"/>
                  </a:lnTo>
                  <a:cubicBezTo>
                    <a:pt x="7656" y="1836"/>
                    <a:pt x="7782" y="1300"/>
                    <a:pt x="7593" y="859"/>
                  </a:cubicBezTo>
                  <a:cubicBezTo>
                    <a:pt x="7467" y="575"/>
                    <a:pt x="7310" y="418"/>
                    <a:pt x="7215" y="355"/>
                  </a:cubicBezTo>
                  <a:cubicBezTo>
                    <a:pt x="6995" y="119"/>
                    <a:pt x="6688" y="1"/>
                    <a:pt x="636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8683;p68">
              <a:extLst>
                <a:ext uri="{FF2B5EF4-FFF2-40B4-BE49-F238E27FC236}">
                  <a16:creationId xmlns:a16="http://schemas.microsoft.com/office/drawing/2014/main" id="{628323B3-FB01-5723-5940-41C9E940D9B4}"/>
                </a:ext>
              </a:extLst>
            </p:cNvPr>
            <p:cNvSpPr/>
            <p:nvPr/>
          </p:nvSpPr>
          <p:spPr>
            <a:xfrm>
              <a:off x="-39783425" y="2337925"/>
              <a:ext cx="275700" cy="318350"/>
            </a:xfrm>
            <a:custGeom>
              <a:avLst/>
              <a:gdLst/>
              <a:ahLst/>
              <a:cxnLst/>
              <a:rect l="l" t="t" r="r" b="b"/>
              <a:pathLst>
                <a:path w="11028" h="12734" extrusionOk="0">
                  <a:moveTo>
                    <a:pt x="5608" y="793"/>
                  </a:moveTo>
                  <a:cubicBezTo>
                    <a:pt x="5829" y="793"/>
                    <a:pt x="5986" y="1014"/>
                    <a:pt x="6049" y="1234"/>
                  </a:cubicBezTo>
                  <a:cubicBezTo>
                    <a:pt x="6049" y="1486"/>
                    <a:pt x="6238" y="1644"/>
                    <a:pt x="6459" y="1644"/>
                  </a:cubicBezTo>
                  <a:lnTo>
                    <a:pt x="8129" y="1644"/>
                  </a:lnTo>
                  <a:cubicBezTo>
                    <a:pt x="8349" y="1644"/>
                    <a:pt x="8507" y="1833"/>
                    <a:pt x="8570" y="2053"/>
                  </a:cubicBezTo>
                  <a:lnTo>
                    <a:pt x="8570" y="2494"/>
                  </a:lnTo>
                  <a:lnTo>
                    <a:pt x="2773" y="2494"/>
                  </a:lnTo>
                  <a:lnTo>
                    <a:pt x="2773" y="2116"/>
                  </a:lnTo>
                  <a:lnTo>
                    <a:pt x="2741" y="2116"/>
                  </a:lnTo>
                  <a:cubicBezTo>
                    <a:pt x="2741" y="1864"/>
                    <a:pt x="2930" y="1707"/>
                    <a:pt x="3119" y="1675"/>
                  </a:cubicBezTo>
                  <a:lnTo>
                    <a:pt x="4789" y="1675"/>
                  </a:lnTo>
                  <a:cubicBezTo>
                    <a:pt x="5010" y="1675"/>
                    <a:pt x="5167" y="1486"/>
                    <a:pt x="5167" y="1234"/>
                  </a:cubicBezTo>
                  <a:cubicBezTo>
                    <a:pt x="5167" y="1014"/>
                    <a:pt x="5356" y="856"/>
                    <a:pt x="5608" y="793"/>
                  </a:cubicBezTo>
                  <a:close/>
                  <a:moveTo>
                    <a:pt x="10177" y="2494"/>
                  </a:moveTo>
                  <a:lnTo>
                    <a:pt x="10177" y="11883"/>
                  </a:lnTo>
                  <a:lnTo>
                    <a:pt x="788" y="11883"/>
                  </a:lnTo>
                  <a:lnTo>
                    <a:pt x="788" y="2494"/>
                  </a:lnTo>
                  <a:lnTo>
                    <a:pt x="1891" y="2494"/>
                  </a:lnTo>
                  <a:lnTo>
                    <a:pt x="1891" y="2904"/>
                  </a:lnTo>
                  <a:cubicBezTo>
                    <a:pt x="1891" y="3125"/>
                    <a:pt x="2111" y="3314"/>
                    <a:pt x="2332" y="3314"/>
                  </a:cubicBezTo>
                  <a:lnTo>
                    <a:pt x="8948" y="3314"/>
                  </a:lnTo>
                  <a:cubicBezTo>
                    <a:pt x="9200" y="3314"/>
                    <a:pt x="9357" y="3125"/>
                    <a:pt x="9357" y="2904"/>
                  </a:cubicBezTo>
                  <a:lnTo>
                    <a:pt x="9357" y="2494"/>
                  </a:lnTo>
                  <a:close/>
                  <a:moveTo>
                    <a:pt x="5615" y="1"/>
                  </a:moveTo>
                  <a:cubicBezTo>
                    <a:pt x="5456" y="1"/>
                    <a:pt x="5293" y="33"/>
                    <a:pt x="5136" y="100"/>
                  </a:cubicBezTo>
                  <a:cubicBezTo>
                    <a:pt x="4821" y="226"/>
                    <a:pt x="4537" y="478"/>
                    <a:pt x="4474" y="856"/>
                  </a:cubicBezTo>
                  <a:lnTo>
                    <a:pt x="3151" y="856"/>
                  </a:lnTo>
                  <a:cubicBezTo>
                    <a:pt x="2647" y="856"/>
                    <a:pt x="2174" y="1203"/>
                    <a:pt x="1985" y="1675"/>
                  </a:cubicBezTo>
                  <a:lnTo>
                    <a:pt x="410" y="1675"/>
                  </a:lnTo>
                  <a:cubicBezTo>
                    <a:pt x="158" y="1675"/>
                    <a:pt x="0" y="1864"/>
                    <a:pt x="0" y="2116"/>
                  </a:cubicBezTo>
                  <a:lnTo>
                    <a:pt x="0" y="12292"/>
                  </a:lnTo>
                  <a:cubicBezTo>
                    <a:pt x="0" y="12544"/>
                    <a:pt x="221" y="12734"/>
                    <a:pt x="410" y="12734"/>
                  </a:cubicBezTo>
                  <a:lnTo>
                    <a:pt x="10618" y="12734"/>
                  </a:lnTo>
                  <a:cubicBezTo>
                    <a:pt x="10838" y="12734"/>
                    <a:pt x="11027" y="12544"/>
                    <a:pt x="11027" y="12292"/>
                  </a:cubicBezTo>
                  <a:lnTo>
                    <a:pt x="11027" y="2116"/>
                  </a:lnTo>
                  <a:cubicBezTo>
                    <a:pt x="10996" y="1864"/>
                    <a:pt x="10807" y="1675"/>
                    <a:pt x="10555" y="1675"/>
                  </a:cubicBezTo>
                  <a:lnTo>
                    <a:pt x="9263" y="1675"/>
                  </a:lnTo>
                  <a:cubicBezTo>
                    <a:pt x="9105" y="1203"/>
                    <a:pt x="8633" y="856"/>
                    <a:pt x="8097" y="856"/>
                  </a:cubicBezTo>
                  <a:lnTo>
                    <a:pt x="6774" y="856"/>
                  </a:lnTo>
                  <a:cubicBezTo>
                    <a:pt x="6606" y="328"/>
                    <a:pt x="6127" y="1"/>
                    <a:pt x="561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31" name="Google Shape;8684;p68">
            <a:extLst>
              <a:ext uri="{FF2B5EF4-FFF2-40B4-BE49-F238E27FC236}">
                <a16:creationId xmlns:a16="http://schemas.microsoft.com/office/drawing/2014/main" id="{187BA134-AB74-3935-A11C-A147AFF0EF63}"/>
              </a:ext>
            </a:extLst>
          </p:cNvPr>
          <p:cNvSpPr/>
          <p:nvPr/>
        </p:nvSpPr>
        <p:spPr>
          <a:xfrm>
            <a:off x="12012859" y="6224399"/>
            <a:ext cx="961321" cy="964819"/>
          </a:xfrm>
          <a:custGeom>
            <a:avLst/>
            <a:gdLst/>
            <a:ahLst/>
            <a:cxnLst/>
            <a:rect l="l" t="t" r="r" b="b"/>
            <a:pathLst>
              <a:path w="12635" h="12681" extrusionOk="0">
                <a:moveTo>
                  <a:pt x="2017" y="865"/>
                </a:moveTo>
                <a:lnTo>
                  <a:pt x="3624" y="1275"/>
                </a:lnTo>
                <a:cubicBezTo>
                  <a:pt x="3655" y="1370"/>
                  <a:pt x="2679" y="4961"/>
                  <a:pt x="2679" y="4961"/>
                </a:cubicBezTo>
                <a:lnTo>
                  <a:pt x="2553" y="5339"/>
                </a:lnTo>
                <a:lnTo>
                  <a:pt x="946" y="4898"/>
                </a:lnTo>
                <a:lnTo>
                  <a:pt x="2017" y="865"/>
                </a:lnTo>
                <a:close/>
                <a:moveTo>
                  <a:pt x="10460" y="4867"/>
                </a:moveTo>
                <a:lnTo>
                  <a:pt x="11689" y="5182"/>
                </a:lnTo>
                <a:lnTo>
                  <a:pt x="11469" y="6001"/>
                </a:lnTo>
                <a:lnTo>
                  <a:pt x="10240" y="5686"/>
                </a:lnTo>
                <a:lnTo>
                  <a:pt x="10460" y="4867"/>
                </a:lnTo>
                <a:close/>
                <a:moveTo>
                  <a:pt x="4159" y="2346"/>
                </a:moveTo>
                <a:lnTo>
                  <a:pt x="9799" y="3858"/>
                </a:lnTo>
                <a:lnTo>
                  <a:pt x="9200" y="6284"/>
                </a:lnTo>
                <a:lnTo>
                  <a:pt x="8381" y="6064"/>
                </a:lnTo>
                <a:cubicBezTo>
                  <a:pt x="8413" y="5465"/>
                  <a:pt x="8161" y="4867"/>
                  <a:pt x="7625" y="4552"/>
                </a:cubicBezTo>
                <a:cubicBezTo>
                  <a:pt x="7341" y="4366"/>
                  <a:pt x="7014" y="4275"/>
                  <a:pt x="6691" y="4275"/>
                </a:cubicBezTo>
                <a:cubicBezTo>
                  <a:pt x="6084" y="4275"/>
                  <a:pt x="5487" y="4596"/>
                  <a:pt x="5199" y="5213"/>
                </a:cubicBezTo>
                <a:cubicBezTo>
                  <a:pt x="4601" y="5056"/>
                  <a:pt x="3529" y="4804"/>
                  <a:pt x="3529" y="4804"/>
                </a:cubicBezTo>
                <a:cubicBezTo>
                  <a:pt x="3624" y="4552"/>
                  <a:pt x="4128" y="2630"/>
                  <a:pt x="4159" y="2346"/>
                </a:cubicBezTo>
                <a:close/>
                <a:moveTo>
                  <a:pt x="6746" y="5106"/>
                </a:moveTo>
                <a:cubicBezTo>
                  <a:pt x="7102" y="5106"/>
                  <a:pt x="7435" y="5355"/>
                  <a:pt x="7562" y="5686"/>
                </a:cubicBezTo>
                <a:cubicBezTo>
                  <a:pt x="7594" y="5906"/>
                  <a:pt x="7594" y="6095"/>
                  <a:pt x="7531" y="6284"/>
                </a:cubicBezTo>
                <a:cubicBezTo>
                  <a:pt x="7368" y="6610"/>
                  <a:pt x="7067" y="6798"/>
                  <a:pt x="6756" y="6798"/>
                </a:cubicBezTo>
                <a:cubicBezTo>
                  <a:pt x="6646" y="6798"/>
                  <a:pt x="6535" y="6775"/>
                  <a:pt x="6428" y="6725"/>
                </a:cubicBezTo>
                <a:cubicBezTo>
                  <a:pt x="6176" y="6631"/>
                  <a:pt x="6018" y="6442"/>
                  <a:pt x="5955" y="6221"/>
                </a:cubicBezTo>
                <a:cubicBezTo>
                  <a:pt x="5798" y="5749"/>
                  <a:pt x="6050" y="5276"/>
                  <a:pt x="6491" y="5150"/>
                </a:cubicBezTo>
                <a:cubicBezTo>
                  <a:pt x="6575" y="5120"/>
                  <a:pt x="6661" y="5106"/>
                  <a:pt x="6746" y="5106"/>
                </a:cubicBezTo>
                <a:close/>
                <a:moveTo>
                  <a:pt x="7531" y="7387"/>
                </a:moveTo>
                <a:lnTo>
                  <a:pt x="8476" y="9277"/>
                </a:lnTo>
                <a:lnTo>
                  <a:pt x="4947" y="9277"/>
                </a:lnTo>
                <a:lnTo>
                  <a:pt x="5955" y="7387"/>
                </a:lnTo>
                <a:cubicBezTo>
                  <a:pt x="6192" y="7529"/>
                  <a:pt x="6451" y="7600"/>
                  <a:pt x="6719" y="7600"/>
                </a:cubicBezTo>
                <a:cubicBezTo>
                  <a:pt x="6987" y="7600"/>
                  <a:pt x="7263" y="7529"/>
                  <a:pt x="7531" y="7387"/>
                </a:cubicBezTo>
                <a:close/>
                <a:moveTo>
                  <a:pt x="1791" y="1"/>
                </a:moveTo>
                <a:cubicBezTo>
                  <a:pt x="1607" y="1"/>
                  <a:pt x="1440" y="138"/>
                  <a:pt x="1387" y="298"/>
                </a:cubicBezTo>
                <a:lnTo>
                  <a:pt x="95" y="5150"/>
                </a:lnTo>
                <a:cubicBezTo>
                  <a:pt x="1" y="5371"/>
                  <a:pt x="158" y="5591"/>
                  <a:pt x="347" y="5654"/>
                </a:cubicBezTo>
                <a:lnTo>
                  <a:pt x="2742" y="6284"/>
                </a:lnTo>
                <a:cubicBezTo>
                  <a:pt x="2773" y="6288"/>
                  <a:pt x="2804" y="6290"/>
                  <a:pt x="2833" y="6290"/>
                </a:cubicBezTo>
                <a:cubicBezTo>
                  <a:pt x="3040" y="6290"/>
                  <a:pt x="3195" y="6194"/>
                  <a:pt x="3277" y="6001"/>
                </a:cubicBezTo>
                <a:lnTo>
                  <a:pt x="3403" y="5623"/>
                </a:lnTo>
                <a:lnTo>
                  <a:pt x="5073" y="6095"/>
                </a:lnTo>
                <a:cubicBezTo>
                  <a:pt x="5073" y="6379"/>
                  <a:pt x="5199" y="6631"/>
                  <a:pt x="5325" y="6883"/>
                </a:cubicBezTo>
                <a:lnTo>
                  <a:pt x="2616" y="12081"/>
                </a:lnTo>
                <a:cubicBezTo>
                  <a:pt x="2490" y="12270"/>
                  <a:pt x="2553" y="12522"/>
                  <a:pt x="2773" y="12617"/>
                </a:cubicBezTo>
                <a:cubicBezTo>
                  <a:pt x="2838" y="12660"/>
                  <a:pt x="2907" y="12681"/>
                  <a:pt x="2974" y="12681"/>
                </a:cubicBezTo>
                <a:cubicBezTo>
                  <a:pt x="3103" y="12681"/>
                  <a:pt x="3226" y="12604"/>
                  <a:pt x="3309" y="12459"/>
                </a:cubicBezTo>
                <a:lnTo>
                  <a:pt x="4538" y="10191"/>
                </a:lnTo>
                <a:cubicBezTo>
                  <a:pt x="4559" y="10201"/>
                  <a:pt x="4538" y="10205"/>
                  <a:pt x="4668" y="10205"/>
                </a:cubicBezTo>
                <a:cubicBezTo>
                  <a:pt x="4930" y="10205"/>
                  <a:pt x="5798" y="10191"/>
                  <a:pt x="8822" y="10191"/>
                </a:cubicBezTo>
                <a:lnTo>
                  <a:pt x="8917" y="10191"/>
                </a:lnTo>
                <a:lnTo>
                  <a:pt x="10082" y="12459"/>
                </a:lnTo>
                <a:cubicBezTo>
                  <a:pt x="10165" y="12604"/>
                  <a:pt x="10289" y="12681"/>
                  <a:pt x="10426" y="12681"/>
                </a:cubicBezTo>
                <a:cubicBezTo>
                  <a:pt x="10498" y="12681"/>
                  <a:pt x="10574" y="12660"/>
                  <a:pt x="10650" y="12617"/>
                </a:cubicBezTo>
                <a:cubicBezTo>
                  <a:pt x="10839" y="12522"/>
                  <a:pt x="10902" y="12270"/>
                  <a:pt x="10807" y="12081"/>
                </a:cubicBezTo>
                <a:lnTo>
                  <a:pt x="8129" y="6914"/>
                </a:lnTo>
                <a:lnTo>
                  <a:pt x="9389" y="7261"/>
                </a:lnTo>
                <a:cubicBezTo>
                  <a:pt x="9428" y="7272"/>
                  <a:pt x="9466" y="7277"/>
                  <a:pt x="9503" y="7277"/>
                </a:cubicBezTo>
                <a:cubicBezTo>
                  <a:pt x="9674" y="7277"/>
                  <a:pt x="9816" y="7164"/>
                  <a:pt x="9893" y="7009"/>
                </a:cubicBezTo>
                <a:lnTo>
                  <a:pt x="10019" y="6599"/>
                </a:lnTo>
                <a:lnTo>
                  <a:pt x="11626" y="7040"/>
                </a:lnTo>
                <a:cubicBezTo>
                  <a:pt x="11660" y="7050"/>
                  <a:pt x="11694" y="7055"/>
                  <a:pt x="11727" y="7055"/>
                </a:cubicBezTo>
                <a:cubicBezTo>
                  <a:pt x="11910" y="7055"/>
                  <a:pt x="12077" y="6917"/>
                  <a:pt x="12130" y="6757"/>
                </a:cubicBezTo>
                <a:lnTo>
                  <a:pt x="12571" y="5150"/>
                </a:lnTo>
                <a:cubicBezTo>
                  <a:pt x="12634" y="4804"/>
                  <a:pt x="12508" y="4583"/>
                  <a:pt x="12288" y="4520"/>
                </a:cubicBezTo>
                <a:lnTo>
                  <a:pt x="10681" y="4079"/>
                </a:lnTo>
                <a:lnTo>
                  <a:pt x="10776" y="3701"/>
                </a:lnTo>
                <a:cubicBezTo>
                  <a:pt x="10839" y="3449"/>
                  <a:pt x="10713" y="3260"/>
                  <a:pt x="10523" y="3165"/>
                </a:cubicBezTo>
                <a:lnTo>
                  <a:pt x="4443" y="1559"/>
                </a:lnTo>
                <a:lnTo>
                  <a:pt x="4569" y="1181"/>
                </a:lnTo>
                <a:cubicBezTo>
                  <a:pt x="4601" y="928"/>
                  <a:pt x="4506" y="739"/>
                  <a:pt x="4285" y="645"/>
                </a:cubicBezTo>
                <a:lnTo>
                  <a:pt x="1891" y="15"/>
                </a:lnTo>
                <a:cubicBezTo>
                  <a:pt x="1857" y="5"/>
                  <a:pt x="1824" y="1"/>
                  <a:pt x="1791"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32" name="Google Shape;8685;p68">
            <a:extLst>
              <a:ext uri="{FF2B5EF4-FFF2-40B4-BE49-F238E27FC236}">
                <a16:creationId xmlns:a16="http://schemas.microsoft.com/office/drawing/2014/main" id="{D867C00F-43D5-8A8E-B829-C9BA964394D4}"/>
              </a:ext>
            </a:extLst>
          </p:cNvPr>
          <p:cNvGrpSpPr/>
          <p:nvPr/>
        </p:nvGrpSpPr>
        <p:grpSpPr>
          <a:xfrm>
            <a:off x="17683880" y="3912612"/>
            <a:ext cx="992440" cy="963147"/>
            <a:chOff x="-37956150" y="1948175"/>
            <a:chExt cx="326100" cy="316475"/>
          </a:xfrm>
          <a:solidFill>
            <a:srgbClr val="555559"/>
          </a:solidFill>
        </p:grpSpPr>
        <p:sp>
          <p:nvSpPr>
            <p:cNvPr id="1805" name="Google Shape;8686;p68">
              <a:extLst>
                <a:ext uri="{FF2B5EF4-FFF2-40B4-BE49-F238E27FC236}">
                  <a16:creationId xmlns:a16="http://schemas.microsoft.com/office/drawing/2014/main" id="{27455D08-55E5-8573-81DD-790F2DE5F957}"/>
                </a:ext>
              </a:extLst>
            </p:cNvPr>
            <p:cNvSpPr/>
            <p:nvPr/>
          </p:nvSpPr>
          <p:spPr>
            <a:xfrm>
              <a:off x="-37956150" y="1948175"/>
              <a:ext cx="326100" cy="316475"/>
            </a:xfrm>
            <a:custGeom>
              <a:avLst/>
              <a:gdLst/>
              <a:ahLst/>
              <a:cxnLst/>
              <a:rect l="l" t="t" r="r" b="b"/>
              <a:pathLst>
                <a:path w="13044" h="12659" extrusionOk="0">
                  <a:moveTo>
                    <a:pt x="11627" y="844"/>
                  </a:moveTo>
                  <a:cubicBezTo>
                    <a:pt x="11847" y="844"/>
                    <a:pt x="12067" y="993"/>
                    <a:pt x="12067" y="1229"/>
                  </a:cubicBezTo>
                  <a:cubicBezTo>
                    <a:pt x="12067" y="1355"/>
                    <a:pt x="12036" y="1418"/>
                    <a:pt x="11941" y="1513"/>
                  </a:cubicBezTo>
                  <a:lnTo>
                    <a:pt x="9106" y="4254"/>
                  </a:lnTo>
                  <a:cubicBezTo>
                    <a:pt x="8948" y="4065"/>
                    <a:pt x="8759" y="3876"/>
                    <a:pt x="8507" y="3687"/>
                  </a:cubicBezTo>
                  <a:cubicBezTo>
                    <a:pt x="9358" y="2899"/>
                    <a:pt x="11343" y="946"/>
                    <a:pt x="11343" y="946"/>
                  </a:cubicBezTo>
                  <a:cubicBezTo>
                    <a:pt x="11423" y="876"/>
                    <a:pt x="11525" y="844"/>
                    <a:pt x="11627" y="844"/>
                  </a:cubicBezTo>
                  <a:close/>
                  <a:moveTo>
                    <a:pt x="3845" y="10712"/>
                  </a:moveTo>
                  <a:lnTo>
                    <a:pt x="4412" y="11311"/>
                  </a:lnTo>
                  <a:lnTo>
                    <a:pt x="4065" y="11657"/>
                  </a:lnTo>
                  <a:cubicBezTo>
                    <a:pt x="3986" y="11736"/>
                    <a:pt x="3876" y="11776"/>
                    <a:pt x="3766" y="11776"/>
                  </a:cubicBezTo>
                  <a:cubicBezTo>
                    <a:pt x="3656" y="11776"/>
                    <a:pt x="3545" y="11736"/>
                    <a:pt x="3467" y="11657"/>
                  </a:cubicBezTo>
                  <a:cubicBezTo>
                    <a:pt x="3309" y="11500"/>
                    <a:pt x="3309" y="11248"/>
                    <a:pt x="3467" y="11090"/>
                  </a:cubicBezTo>
                  <a:lnTo>
                    <a:pt x="3845" y="10712"/>
                  </a:lnTo>
                  <a:close/>
                  <a:moveTo>
                    <a:pt x="6222" y="3658"/>
                  </a:moveTo>
                  <a:cubicBezTo>
                    <a:pt x="6719" y="3658"/>
                    <a:pt x="7224" y="3789"/>
                    <a:pt x="7688" y="4065"/>
                  </a:cubicBezTo>
                  <a:cubicBezTo>
                    <a:pt x="8035" y="4254"/>
                    <a:pt x="8350" y="4569"/>
                    <a:pt x="8602" y="4884"/>
                  </a:cubicBezTo>
                  <a:cubicBezTo>
                    <a:pt x="9389" y="6207"/>
                    <a:pt x="9106" y="7782"/>
                    <a:pt x="8129" y="8759"/>
                  </a:cubicBezTo>
                  <a:lnTo>
                    <a:pt x="7027" y="9862"/>
                  </a:lnTo>
                  <a:cubicBezTo>
                    <a:pt x="6838" y="10051"/>
                    <a:pt x="6712" y="10334"/>
                    <a:pt x="6680" y="10649"/>
                  </a:cubicBezTo>
                  <a:cubicBezTo>
                    <a:pt x="6680" y="11027"/>
                    <a:pt x="6554" y="11468"/>
                    <a:pt x="6270" y="11752"/>
                  </a:cubicBezTo>
                  <a:cubicBezTo>
                    <a:pt x="6255" y="11768"/>
                    <a:pt x="6215" y="11776"/>
                    <a:pt x="6176" y="11776"/>
                  </a:cubicBezTo>
                  <a:cubicBezTo>
                    <a:pt x="6137" y="11776"/>
                    <a:pt x="6097" y="11768"/>
                    <a:pt x="6081" y="11752"/>
                  </a:cubicBezTo>
                  <a:cubicBezTo>
                    <a:pt x="726" y="6396"/>
                    <a:pt x="1009" y="6680"/>
                    <a:pt x="1009" y="6617"/>
                  </a:cubicBezTo>
                  <a:lnTo>
                    <a:pt x="1009" y="6522"/>
                  </a:lnTo>
                  <a:cubicBezTo>
                    <a:pt x="1009" y="6459"/>
                    <a:pt x="1041" y="6459"/>
                    <a:pt x="1041" y="6459"/>
                  </a:cubicBezTo>
                  <a:cubicBezTo>
                    <a:pt x="1198" y="6302"/>
                    <a:pt x="1419" y="6207"/>
                    <a:pt x="1671" y="6113"/>
                  </a:cubicBezTo>
                  <a:cubicBezTo>
                    <a:pt x="2049" y="5987"/>
                    <a:pt x="2269" y="6081"/>
                    <a:pt x="2616" y="5955"/>
                  </a:cubicBezTo>
                  <a:cubicBezTo>
                    <a:pt x="2773" y="5892"/>
                    <a:pt x="2899" y="5798"/>
                    <a:pt x="2994" y="5672"/>
                  </a:cubicBezTo>
                  <a:lnTo>
                    <a:pt x="4191" y="4506"/>
                  </a:lnTo>
                  <a:cubicBezTo>
                    <a:pt x="4741" y="3956"/>
                    <a:pt x="5473" y="3658"/>
                    <a:pt x="6222" y="3658"/>
                  </a:cubicBezTo>
                  <a:close/>
                  <a:moveTo>
                    <a:pt x="11637" y="1"/>
                  </a:moveTo>
                  <a:cubicBezTo>
                    <a:pt x="11322" y="1"/>
                    <a:pt x="11007" y="127"/>
                    <a:pt x="10776" y="379"/>
                  </a:cubicBezTo>
                  <a:lnTo>
                    <a:pt x="7814" y="3277"/>
                  </a:lnTo>
                  <a:cubicBezTo>
                    <a:pt x="7301" y="3032"/>
                    <a:pt x="6741" y="2908"/>
                    <a:pt x="6181" y="2908"/>
                  </a:cubicBezTo>
                  <a:cubicBezTo>
                    <a:pt x="5227" y="2908"/>
                    <a:pt x="4275" y="3268"/>
                    <a:pt x="3561" y="4002"/>
                  </a:cubicBezTo>
                  <a:lnTo>
                    <a:pt x="2364" y="5167"/>
                  </a:lnTo>
                  <a:cubicBezTo>
                    <a:pt x="2301" y="5262"/>
                    <a:pt x="2175" y="5294"/>
                    <a:pt x="2049" y="5294"/>
                  </a:cubicBezTo>
                  <a:cubicBezTo>
                    <a:pt x="915" y="5325"/>
                    <a:pt x="474" y="5924"/>
                    <a:pt x="411" y="5955"/>
                  </a:cubicBezTo>
                  <a:cubicBezTo>
                    <a:pt x="1" y="6365"/>
                    <a:pt x="64" y="6932"/>
                    <a:pt x="411" y="7341"/>
                  </a:cubicBezTo>
                  <a:lnTo>
                    <a:pt x="3246" y="10177"/>
                  </a:lnTo>
                  <a:lnTo>
                    <a:pt x="2836" y="10555"/>
                  </a:lnTo>
                  <a:cubicBezTo>
                    <a:pt x="2206" y="11185"/>
                    <a:pt x="2458" y="12256"/>
                    <a:pt x="3246" y="12571"/>
                  </a:cubicBezTo>
                  <a:cubicBezTo>
                    <a:pt x="3395" y="12631"/>
                    <a:pt x="3547" y="12659"/>
                    <a:pt x="3696" y="12659"/>
                  </a:cubicBezTo>
                  <a:cubicBezTo>
                    <a:pt x="4020" y="12659"/>
                    <a:pt x="4332" y="12525"/>
                    <a:pt x="4569" y="12288"/>
                  </a:cubicBezTo>
                  <a:lnTo>
                    <a:pt x="4979" y="11910"/>
                  </a:lnTo>
                  <a:lnTo>
                    <a:pt x="5451" y="12382"/>
                  </a:lnTo>
                  <a:cubicBezTo>
                    <a:pt x="5636" y="12567"/>
                    <a:pt x="5874" y="12654"/>
                    <a:pt x="6116" y="12654"/>
                  </a:cubicBezTo>
                  <a:cubicBezTo>
                    <a:pt x="6370" y="12654"/>
                    <a:pt x="6628" y="12559"/>
                    <a:pt x="6838" y="12382"/>
                  </a:cubicBezTo>
                  <a:cubicBezTo>
                    <a:pt x="7247" y="11941"/>
                    <a:pt x="7468" y="11342"/>
                    <a:pt x="7499" y="10712"/>
                  </a:cubicBezTo>
                  <a:cubicBezTo>
                    <a:pt x="7499" y="10649"/>
                    <a:pt x="7531" y="10523"/>
                    <a:pt x="7625" y="10460"/>
                  </a:cubicBezTo>
                  <a:lnTo>
                    <a:pt x="8728" y="9358"/>
                  </a:lnTo>
                  <a:cubicBezTo>
                    <a:pt x="9862" y="8192"/>
                    <a:pt x="10209" y="6428"/>
                    <a:pt x="9547" y="5010"/>
                  </a:cubicBezTo>
                  <a:lnTo>
                    <a:pt x="12540" y="2112"/>
                  </a:lnTo>
                  <a:cubicBezTo>
                    <a:pt x="12666" y="1986"/>
                    <a:pt x="12729" y="1828"/>
                    <a:pt x="12823" y="1670"/>
                  </a:cubicBezTo>
                  <a:cubicBezTo>
                    <a:pt x="13044" y="1072"/>
                    <a:pt x="12729" y="379"/>
                    <a:pt x="12099" y="95"/>
                  </a:cubicBezTo>
                  <a:cubicBezTo>
                    <a:pt x="11952" y="32"/>
                    <a:pt x="11794" y="1"/>
                    <a:pt x="1163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8687;p68">
              <a:extLst>
                <a:ext uri="{FF2B5EF4-FFF2-40B4-BE49-F238E27FC236}">
                  <a16:creationId xmlns:a16="http://schemas.microsoft.com/office/drawing/2014/main" id="{FB5C9053-C41D-3800-9EC3-5A9FD150A54F}"/>
                </a:ext>
              </a:extLst>
            </p:cNvPr>
            <p:cNvSpPr/>
            <p:nvPr/>
          </p:nvSpPr>
          <p:spPr>
            <a:xfrm>
              <a:off x="-37729300" y="2054500"/>
              <a:ext cx="25" cy="25"/>
            </a:xfrm>
            <a:custGeom>
              <a:avLst/>
              <a:gdLst/>
              <a:ahLst/>
              <a:cxnLst/>
              <a:rect l="l" t="t" r="r" b="b"/>
              <a:pathLst>
                <a:path w="1" h="1" extrusionOk="0">
                  <a:moveTo>
                    <a:pt x="0" y="1"/>
                  </a:move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8688;p68">
              <a:extLst>
                <a:ext uri="{FF2B5EF4-FFF2-40B4-BE49-F238E27FC236}">
                  <a16:creationId xmlns:a16="http://schemas.microsoft.com/office/drawing/2014/main" id="{E02B38E3-9367-0BA4-7019-D0C2FF329D19}"/>
                </a:ext>
              </a:extLst>
            </p:cNvPr>
            <p:cNvSpPr/>
            <p:nvPr/>
          </p:nvSpPr>
          <p:spPr>
            <a:xfrm>
              <a:off x="-37839575" y="2058625"/>
              <a:ext cx="81950" cy="34300"/>
            </a:xfrm>
            <a:custGeom>
              <a:avLst/>
              <a:gdLst/>
              <a:ahLst/>
              <a:cxnLst/>
              <a:rect l="l" t="t" r="r" b="b"/>
              <a:pathLst>
                <a:path w="3278" h="1372" extrusionOk="0">
                  <a:moveTo>
                    <a:pt x="1497" y="0"/>
                  </a:moveTo>
                  <a:cubicBezTo>
                    <a:pt x="1030" y="0"/>
                    <a:pt x="577" y="150"/>
                    <a:pt x="221" y="434"/>
                  </a:cubicBezTo>
                  <a:cubicBezTo>
                    <a:pt x="32" y="623"/>
                    <a:pt x="1" y="876"/>
                    <a:pt x="158" y="1065"/>
                  </a:cubicBezTo>
                  <a:cubicBezTo>
                    <a:pt x="245" y="1151"/>
                    <a:pt x="350" y="1200"/>
                    <a:pt x="465" y="1200"/>
                  </a:cubicBezTo>
                  <a:cubicBezTo>
                    <a:pt x="558" y="1200"/>
                    <a:pt x="657" y="1167"/>
                    <a:pt x="757" y="1096"/>
                  </a:cubicBezTo>
                  <a:cubicBezTo>
                    <a:pt x="968" y="927"/>
                    <a:pt x="1241" y="840"/>
                    <a:pt x="1524" y="840"/>
                  </a:cubicBezTo>
                  <a:cubicBezTo>
                    <a:pt x="1876" y="840"/>
                    <a:pt x="2242" y="974"/>
                    <a:pt x="2521" y="1254"/>
                  </a:cubicBezTo>
                  <a:cubicBezTo>
                    <a:pt x="2600" y="1332"/>
                    <a:pt x="2710" y="1372"/>
                    <a:pt x="2820" y="1372"/>
                  </a:cubicBezTo>
                  <a:cubicBezTo>
                    <a:pt x="2931" y="1372"/>
                    <a:pt x="3041" y="1332"/>
                    <a:pt x="3120" y="1254"/>
                  </a:cubicBezTo>
                  <a:cubicBezTo>
                    <a:pt x="3277" y="1096"/>
                    <a:pt x="3277" y="844"/>
                    <a:pt x="3120" y="686"/>
                  </a:cubicBezTo>
                  <a:cubicBezTo>
                    <a:pt x="2653" y="220"/>
                    <a:pt x="2064" y="0"/>
                    <a:pt x="149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3" name="Google Shape;8689;p68">
            <a:extLst>
              <a:ext uri="{FF2B5EF4-FFF2-40B4-BE49-F238E27FC236}">
                <a16:creationId xmlns:a16="http://schemas.microsoft.com/office/drawing/2014/main" id="{C19C8FBC-7025-C23D-CA55-F243AA3F2C16}"/>
              </a:ext>
            </a:extLst>
          </p:cNvPr>
          <p:cNvGrpSpPr/>
          <p:nvPr/>
        </p:nvGrpSpPr>
        <p:grpSpPr>
          <a:xfrm>
            <a:off x="17703314" y="5223764"/>
            <a:ext cx="970907" cy="628147"/>
            <a:chOff x="-37953000" y="2379000"/>
            <a:chExt cx="319025" cy="206400"/>
          </a:xfrm>
          <a:solidFill>
            <a:srgbClr val="555559"/>
          </a:solidFill>
        </p:grpSpPr>
        <p:sp>
          <p:nvSpPr>
            <p:cNvPr id="1800" name="Google Shape;8690;p68">
              <a:extLst>
                <a:ext uri="{FF2B5EF4-FFF2-40B4-BE49-F238E27FC236}">
                  <a16:creationId xmlns:a16="http://schemas.microsoft.com/office/drawing/2014/main" id="{28FB40EB-EDF6-7CED-87C4-47D8B956C0A7}"/>
                </a:ext>
              </a:extLst>
            </p:cNvPr>
            <p:cNvSpPr/>
            <p:nvPr/>
          </p:nvSpPr>
          <p:spPr>
            <a:xfrm>
              <a:off x="-37953000" y="2379000"/>
              <a:ext cx="319025" cy="206400"/>
            </a:xfrm>
            <a:custGeom>
              <a:avLst/>
              <a:gdLst/>
              <a:ahLst/>
              <a:cxnLst/>
              <a:rect l="l" t="t" r="r" b="b"/>
              <a:pathLst>
                <a:path w="12761" h="8256" extrusionOk="0">
                  <a:moveTo>
                    <a:pt x="11469" y="788"/>
                  </a:moveTo>
                  <a:cubicBezTo>
                    <a:pt x="11721" y="788"/>
                    <a:pt x="11878" y="977"/>
                    <a:pt x="11910" y="1198"/>
                  </a:cubicBezTo>
                  <a:lnTo>
                    <a:pt x="11910" y="6207"/>
                  </a:lnTo>
                  <a:lnTo>
                    <a:pt x="11847" y="6207"/>
                  </a:lnTo>
                  <a:cubicBezTo>
                    <a:pt x="11847" y="6396"/>
                    <a:pt x="11752" y="6554"/>
                    <a:pt x="11595" y="6617"/>
                  </a:cubicBezTo>
                  <a:cubicBezTo>
                    <a:pt x="11563" y="6627"/>
                    <a:pt x="11612" y="6631"/>
                    <a:pt x="11289" y="6631"/>
                  </a:cubicBezTo>
                  <a:cubicBezTo>
                    <a:pt x="10643" y="6631"/>
                    <a:pt x="8507" y="6617"/>
                    <a:pt x="1261" y="6617"/>
                  </a:cubicBezTo>
                  <a:cubicBezTo>
                    <a:pt x="1041" y="6617"/>
                    <a:pt x="883" y="6396"/>
                    <a:pt x="852" y="6176"/>
                  </a:cubicBezTo>
                  <a:lnTo>
                    <a:pt x="852" y="1198"/>
                  </a:lnTo>
                  <a:cubicBezTo>
                    <a:pt x="852" y="977"/>
                    <a:pt x="1041" y="820"/>
                    <a:pt x="1261" y="788"/>
                  </a:cubicBezTo>
                  <a:close/>
                  <a:moveTo>
                    <a:pt x="1261" y="1"/>
                  </a:moveTo>
                  <a:cubicBezTo>
                    <a:pt x="600" y="1"/>
                    <a:pt x="1" y="536"/>
                    <a:pt x="1" y="1198"/>
                  </a:cubicBezTo>
                  <a:lnTo>
                    <a:pt x="1" y="6176"/>
                  </a:lnTo>
                  <a:cubicBezTo>
                    <a:pt x="1" y="6711"/>
                    <a:pt x="348" y="7152"/>
                    <a:pt x="820" y="7341"/>
                  </a:cubicBezTo>
                  <a:lnTo>
                    <a:pt x="820" y="7814"/>
                  </a:lnTo>
                  <a:cubicBezTo>
                    <a:pt x="820" y="8066"/>
                    <a:pt x="1041" y="8255"/>
                    <a:pt x="1261" y="8255"/>
                  </a:cubicBezTo>
                  <a:lnTo>
                    <a:pt x="2931" y="8255"/>
                  </a:lnTo>
                  <a:cubicBezTo>
                    <a:pt x="3151" y="8255"/>
                    <a:pt x="3341" y="8066"/>
                    <a:pt x="3341" y="7814"/>
                  </a:cubicBezTo>
                  <a:lnTo>
                    <a:pt x="3341" y="7404"/>
                  </a:lnTo>
                  <a:lnTo>
                    <a:pt x="9421" y="7404"/>
                  </a:lnTo>
                  <a:lnTo>
                    <a:pt x="9421" y="7814"/>
                  </a:lnTo>
                  <a:cubicBezTo>
                    <a:pt x="9421" y="8066"/>
                    <a:pt x="9610" y="8255"/>
                    <a:pt x="9862" y="8255"/>
                  </a:cubicBezTo>
                  <a:lnTo>
                    <a:pt x="11500" y="8255"/>
                  </a:lnTo>
                  <a:cubicBezTo>
                    <a:pt x="11752" y="8255"/>
                    <a:pt x="11941" y="8066"/>
                    <a:pt x="11941" y="7814"/>
                  </a:cubicBezTo>
                  <a:lnTo>
                    <a:pt x="11941" y="7341"/>
                  </a:lnTo>
                  <a:cubicBezTo>
                    <a:pt x="12445" y="7184"/>
                    <a:pt x="12760" y="6711"/>
                    <a:pt x="12760" y="6176"/>
                  </a:cubicBezTo>
                  <a:lnTo>
                    <a:pt x="12760" y="1198"/>
                  </a:lnTo>
                  <a:cubicBezTo>
                    <a:pt x="12697" y="536"/>
                    <a:pt x="12130" y="1"/>
                    <a:pt x="1146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8691;p68">
              <a:extLst>
                <a:ext uri="{FF2B5EF4-FFF2-40B4-BE49-F238E27FC236}">
                  <a16:creationId xmlns:a16="http://schemas.microsoft.com/office/drawing/2014/main" id="{4CEBA4B6-1B35-244D-D6B0-E949DFD11D58}"/>
                </a:ext>
              </a:extLst>
            </p:cNvPr>
            <p:cNvSpPr/>
            <p:nvPr/>
          </p:nvSpPr>
          <p:spPr>
            <a:xfrm>
              <a:off x="-37780500" y="2419975"/>
              <a:ext cx="110300" cy="104075"/>
            </a:xfrm>
            <a:custGeom>
              <a:avLst/>
              <a:gdLst/>
              <a:ahLst/>
              <a:cxnLst/>
              <a:rect l="l" t="t" r="r" b="b"/>
              <a:pathLst>
                <a:path w="4412" h="4163" extrusionOk="0">
                  <a:moveTo>
                    <a:pt x="2043" y="804"/>
                  </a:moveTo>
                  <a:cubicBezTo>
                    <a:pt x="2447" y="804"/>
                    <a:pt x="2859" y="1006"/>
                    <a:pt x="3120" y="1386"/>
                  </a:cubicBezTo>
                  <a:cubicBezTo>
                    <a:pt x="3466" y="1922"/>
                    <a:pt x="3340" y="2709"/>
                    <a:pt x="2742" y="3119"/>
                  </a:cubicBezTo>
                  <a:cubicBezTo>
                    <a:pt x="2544" y="3259"/>
                    <a:pt x="2312" y="3325"/>
                    <a:pt x="2077" y="3325"/>
                  </a:cubicBezTo>
                  <a:cubicBezTo>
                    <a:pt x="1676" y="3325"/>
                    <a:pt x="1267" y="3130"/>
                    <a:pt x="1009" y="2773"/>
                  </a:cubicBezTo>
                  <a:cubicBezTo>
                    <a:pt x="631" y="2205"/>
                    <a:pt x="788" y="1418"/>
                    <a:pt x="1387" y="1008"/>
                  </a:cubicBezTo>
                  <a:cubicBezTo>
                    <a:pt x="1582" y="870"/>
                    <a:pt x="1811" y="804"/>
                    <a:pt x="2043" y="804"/>
                  </a:cubicBezTo>
                  <a:close/>
                  <a:moveTo>
                    <a:pt x="2080" y="0"/>
                  </a:moveTo>
                  <a:cubicBezTo>
                    <a:pt x="946" y="0"/>
                    <a:pt x="1" y="945"/>
                    <a:pt x="1" y="2079"/>
                  </a:cubicBezTo>
                  <a:cubicBezTo>
                    <a:pt x="1" y="2993"/>
                    <a:pt x="599" y="3781"/>
                    <a:pt x="1450" y="4064"/>
                  </a:cubicBezTo>
                  <a:cubicBezTo>
                    <a:pt x="1647" y="4130"/>
                    <a:pt x="1849" y="4163"/>
                    <a:pt x="2050" y="4163"/>
                  </a:cubicBezTo>
                  <a:cubicBezTo>
                    <a:pt x="2332" y="4163"/>
                    <a:pt x="2610" y="4098"/>
                    <a:pt x="2868" y="3970"/>
                  </a:cubicBezTo>
                  <a:cubicBezTo>
                    <a:pt x="3939" y="3560"/>
                    <a:pt x="4411" y="2331"/>
                    <a:pt x="3970" y="1260"/>
                  </a:cubicBezTo>
                  <a:cubicBezTo>
                    <a:pt x="3655" y="504"/>
                    <a:pt x="2899" y="0"/>
                    <a:pt x="208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8692;p68">
              <a:extLst>
                <a:ext uri="{FF2B5EF4-FFF2-40B4-BE49-F238E27FC236}">
                  <a16:creationId xmlns:a16="http://schemas.microsoft.com/office/drawing/2014/main" id="{9422D076-CBA3-9404-A142-9CEEF65F19C3}"/>
                </a:ext>
              </a:extLst>
            </p:cNvPr>
            <p:cNvSpPr/>
            <p:nvPr/>
          </p:nvSpPr>
          <p:spPr>
            <a:xfrm>
              <a:off x="-37910450" y="2419975"/>
              <a:ext cx="103200" cy="21275"/>
            </a:xfrm>
            <a:custGeom>
              <a:avLst/>
              <a:gdLst/>
              <a:ahLst/>
              <a:cxnLst/>
              <a:rect l="l" t="t" r="r" b="b"/>
              <a:pathLst>
                <a:path w="4128" h="851" extrusionOk="0">
                  <a:moveTo>
                    <a:pt x="378" y="0"/>
                  </a:moveTo>
                  <a:cubicBezTo>
                    <a:pt x="158" y="0"/>
                    <a:pt x="0" y="189"/>
                    <a:pt x="0" y="441"/>
                  </a:cubicBezTo>
                  <a:cubicBezTo>
                    <a:pt x="0" y="662"/>
                    <a:pt x="189" y="851"/>
                    <a:pt x="378" y="851"/>
                  </a:cubicBezTo>
                  <a:lnTo>
                    <a:pt x="3686" y="851"/>
                  </a:lnTo>
                  <a:cubicBezTo>
                    <a:pt x="3938" y="851"/>
                    <a:pt x="4127" y="662"/>
                    <a:pt x="4127" y="441"/>
                  </a:cubicBezTo>
                  <a:cubicBezTo>
                    <a:pt x="4096" y="189"/>
                    <a:pt x="3907" y="0"/>
                    <a:pt x="368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8693;p68">
              <a:extLst>
                <a:ext uri="{FF2B5EF4-FFF2-40B4-BE49-F238E27FC236}">
                  <a16:creationId xmlns:a16="http://schemas.microsoft.com/office/drawing/2014/main" id="{39CA9D09-5EBC-51AC-8B2B-94D47C705C6B}"/>
                </a:ext>
              </a:extLst>
            </p:cNvPr>
            <p:cNvSpPr/>
            <p:nvPr/>
          </p:nvSpPr>
          <p:spPr>
            <a:xfrm>
              <a:off x="-37910450" y="2461700"/>
              <a:ext cx="103200" cy="21300"/>
            </a:xfrm>
            <a:custGeom>
              <a:avLst/>
              <a:gdLst/>
              <a:ahLst/>
              <a:cxnLst/>
              <a:rect l="l" t="t" r="r" b="b"/>
              <a:pathLst>
                <a:path w="4128" h="852" extrusionOk="0">
                  <a:moveTo>
                    <a:pt x="378" y="1"/>
                  </a:moveTo>
                  <a:cubicBezTo>
                    <a:pt x="158" y="1"/>
                    <a:pt x="0" y="190"/>
                    <a:pt x="0" y="410"/>
                  </a:cubicBezTo>
                  <a:cubicBezTo>
                    <a:pt x="0" y="662"/>
                    <a:pt x="189" y="851"/>
                    <a:pt x="378" y="851"/>
                  </a:cubicBezTo>
                  <a:lnTo>
                    <a:pt x="3686" y="851"/>
                  </a:lnTo>
                  <a:cubicBezTo>
                    <a:pt x="3938" y="851"/>
                    <a:pt x="4127" y="662"/>
                    <a:pt x="4127" y="410"/>
                  </a:cubicBezTo>
                  <a:cubicBezTo>
                    <a:pt x="4127" y="190"/>
                    <a:pt x="3907" y="1"/>
                    <a:pt x="368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8694;p68">
              <a:extLst>
                <a:ext uri="{FF2B5EF4-FFF2-40B4-BE49-F238E27FC236}">
                  <a16:creationId xmlns:a16="http://schemas.microsoft.com/office/drawing/2014/main" id="{2E3EFA92-4C84-D3BF-BDDE-17F0D1A8FF0A}"/>
                </a:ext>
              </a:extLst>
            </p:cNvPr>
            <p:cNvSpPr/>
            <p:nvPr/>
          </p:nvSpPr>
          <p:spPr>
            <a:xfrm>
              <a:off x="-37910450" y="2502675"/>
              <a:ext cx="103200" cy="22075"/>
            </a:xfrm>
            <a:custGeom>
              <a:avLst/>
              <a:gdLst/>
              <a:ahLst/>
              <a:cxnLst/>
              <a:rect l="l" t="t" r="r" b="b"/>
              <a:pathLst>
                <a:path w="4128" h="883" extrusionOk="0">
                  <a:moveTo>
                    <a:pt x="378" y="0"/>
                  </a:moveTo>
                  <a:cubicBezTo>
                    <a:pt x="158" y="0"/>
                    <a:pt x="0" y="189"/>
                    <a:pt x="0" y="441"/>
                  </a:cubicBezTo>
                  <a:cubicBezTo>
                    <a:pt x="0" y="662"/>
                    <a:pt x="189" y="882"/>
                    <a:pt x="378" y="882"/>
                  </a:cubicBezTo>
                  <a:lnTo>
                    <a:pt x="3686" y="882"/>
                  </a:lnTo>
                  <a:cubicBezTo>
                    <a:pt x="3938" y="882"/>
                    <a:pt x="4127" y="662"/>
                    <a:pt x="4127" y="441"/>
                  </a:cubicBezTo>
                  <a:cubicBezTo>
                    <a:pt x="4127" y="189"/>
                    <a:pt x="3907" y="0"/>
                    <a:pt x="368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34" name="Google Shape;8695;p68">
            <a:extLst>
              <a:ext uri="{FF2B5EF4-FFF2-40B4-BE49-F238E27FC236}">
                <a16:creationId xmlns:a16="http://schemas.microsoft.com/office/drawing/2014/main" id="{FB6E9B74-B7C9-4001-42CE-7A5E9B10A304}"/>
              </a:ext>
            </a:extLst>
          </p:cNvPr>
          <p:cNvSpPr/>
          <p:nvPr/>
        </p:nvSpPr>
        <p:spPr>
          <a:xfrm>
            <a:off x="17685279" y="6136830"/>
            <a:ext cx="997233" cy="968471"/>
          </a:xfrm>
          <a:custGeom>
            <a:avLst/>
            <a:gdLst/>
            <a:ahLst/>
            <a:cxnLst/>
            <a:rect l="l" t="t" r="r" b="b"/>
            <a:pathLst>
              <a:path w="13107" h="12729" extrusionOk="0">
                <a:moveTo>
                  <a:pt x="10240" y="838"/>
                </a:moveTo>
                <a:cubicBezTo>
                  <a:pt x="10457" y="838"/>
                  <a:pt x="10681" y="882"/>
                  <a:pt x="10902" y="977"/>
                </a:cubicBezTo>
                <a:cubicBezTo>
                  <a:pt x="11752" y="1323"/>
                  <a:pt x="12130" y="2332"/>
                  <a:pt x="11784" y="3151"/>
                </a:cubicBezTo>
                <a:cubicBezTo>
                  <a:pt x="11505" y="3793"/>
                  <a:pt x="10877" y="4159"/>
                  <a:pt x="10226" y="4159"/>
                </a:cubicBezTo>
                <a:cubicBezTo>
                  <a:pt x="9920" y="4159"/>
                  <a:pt x="9609" y="4078"/>
                  <a:pt x="9326" y="3907"/>
                </a:cubicBezTo>
                <a:cubicBezTo>
                  <a:pt x="8917" y="3592"/>
                  <a:pt x="8602" y="3056"/>
                  <a:pt x="8602" y="2521"/>
                </a:cubicBezTo>
                <a:cubicBezTo>
                  <a:pt x="8627" y="1538"/>
                  <a:pt x="9377" y="838"/>
                  <a:pt x="10240" y="838"/>
                </a:cubicBezTo>
                <a:close/>
                <a:moveTo>
                  <a:pt x="11059" y="4852"/>
                </a:moveTo>
                <a:lnTo>
                  <a:pt x="11059" y="5990"/>
                </a:lnTo>
                <a:lnTo>
                  <a:pt x="10555" y="5514"/>
                </a:lnTo>
                <a:cubicBezTo>
                  <a:pt x="10476" y="5435"/>
                  <a:pt x="10366" y="5395"/>
                  <a:pt x="10256" y="5395"/>
                </a:cubicBezTo>
                <a:cubicBezTo>
                  <a:pt x="10146" y="5395"/>
                  <a:pt x="10035" y="5435"/>
                  <a:pt x="9957" y="5514"/>
                </a:cubicBezTo>
                <a:lnTo>
                  <a:pt x="9421" y="6049"/>
                </a:lnTo>
                <a:lnTo>
                  <a:pt x="9421" y="4852"/>
                </a:lnTo>
                <a:cubicBezTo>
                  <a:pt x="9673" y="4946"/>
                  <a:pt x="9949" y="4994"/>
                  <a:pt x="10228" y="4994"/>
                </a:cubicBezTo>
                <a:cubicBezTo>
                  <a:pt x="10508" y="4994"/>
                  <a:pt x="10791" y="4946"/>
                  <a:pt x="11059" y="4852"/>
                </a:cubicBezTo>
                <a:close/>
                <a:moveTo>
                  <a:pt x="11847" y="11027"/>
                </a:moveTo>
                <a:cubicBezTo>
                  <a:pt x="11658" y="11531"/>
                  <a:pt x="11217" y="11846"/>
                  <a:pt x="10681" y="11846"/>
                </a:cubicBezTo>
                <a:lnTo>
                  <a:pt x="3782" y="11846"/>
                </a:lnTo>
                <a:cubicBezTo>
                  <a:pt x="3971" y="11625"/>
                  <a:pt x="4097" y="11342"/>
                  <a:pt x="4128" y="11027"/>
                </a:cubicBezTo>
                <a:close/>
                <a:moveTo>
                  <a:pt x="8444" y="851"/>
                </a:moveTo>
                <a:cubicBezTo>
                  <a:pt x="7531" y="1890"/>
                  <a:pt x="7594" y="3466"/>
                  <a:pt x="8633" y="4379"/>
                </a:cubicBezTo>
                <a:lnTo>
                  <a:pt x="8633" y="7089"/>
                </a:lnTo>
                <a:cubicBezTo>
                  <a:pt x="8633" y="7246"/>
                  <a:pt x="8759" y="7404"/>
                  <a:pt x="8854" y="7467"/>
                </a:cubicBezTo>
                <a:cubicBezTo>
                  <a:pt x="8916" y="7504"/>
                  <a:pt x="8978" y="7522"/>
                  <a:pt x="9038" y="7522"/>
                </a:cubicBezTo>
                <a:cubicBezTo>
                  <a:pt x="9131" y="7522"/>
                  <a:pt x="9219" y="7480"/>
                  <a:pt x="9295" y="7404"/>
                </a:cubicBezTo>
                <a:lnTo>
                  <a:pt x="10240" y="6459"/>
                </a:lnTo>
                <a:lnTo>
                  <a:pt x="10240" y="10271"/>
                </a:lnTo>
                <a:lnTo>
                  <a:pt x="3782" y="10271"/>
                </a:lnTo>
                <a:cubicBezTo>
                  <a:pt x="3752" y="10262"/>
                  <a:pt x="3724" y="10258"/>
                  <a:pt x="3697" y="10258"/>
                </a:cubicBezTo>
                <a:cubicBezTo>
                  <a:pt x="3522" y="10258"/>
                  <a:pt x="3404" y="10426"/>
                  <a:pt x="3404" y="10617"/>
                </a:cubicBezTo>
                <a:cubicBezTo>
                  <a:pt x="3404" y="11331"/>
                  <a:pt x="2805" y="11880"/>
                  <a:pt x="2143" y="11880"/>
                </a:cubicBezTo>
                <a:cubicBezTo>
                  <a:pt x="1987" y="11880"/>
                  <a:pt x="1827" y="11849"/>
                  <a:pt x="1671" y="11783"/>
                </a:cubicBezTo>
                <a:cubicBezTo>
                  <a:pt x="1293" y="11625"/>
                  <a:pt x="1072" y="11342"/>
                  <a:pt x="946" y="10995"/>
                </a:cubicBezTo>
                <a:cubicBezTo>
                  <a:pt x="883" y="10743"/>
                  <a:pt x="915" y="10617"/>
                  <a:pt x="915" y="10302"/>
                </a:cubicBezTo>
                <a:lnTo>
                  <a:pt x="915" y="851"/>
                </a:lnTo>
                <a:close/>
                <a:moveTo>
                  <a:pt x="442" y="0"/>
                </a:moveTo>
                <a:cubicBezTo>
                  <a:pt x="190" y="0"/>
                  <a:pt x="1" y="189"/>
                  <a:pt x="1" y="441"/>
                </a:cubicBezTo>
                <a:lnTo>
                  <a:pt x="1" y="10617"/>
                </a:lnTo>
                <a:cubicBezTo>
                  <a:pt x="1" y="11783"/>
                  <a:pt x="946" y="12728"/>
                  <a:pt x="2080" y="12728"/>
                </a:cubicBezTo>
                <a:lnTo>
                  <a:pt x="10650" y="12728"/>
                </a:lnTo>
                <a:cubicBezTo>
                  <a:pt x="11784" y="12728"/>
                  <a:pt x="12729" y="11783"/>
                  <a:pt x="12729" y="10617"/>
                </a:cubicBezTo>
                <a:cubicBezTo>
                  <a:pt x="12760" y="10397"/>
                  <a:pt x="12571" y="10208"/>
                  <a:pt x="12319" y="10208"/>
                </a:cubicBezTo>
                <a:lnTo>
                  <a:pt x="11122" y="10208"/>
                </a:lnTo>
                <a:lnTo>
                  <a:pt x="11122" y="7215"/>
                </a:lnTo>
                <a:lnTo>
                  <a:pt x="11217" y="7309"/>
                </a:lnTo>
                <a:cubicBezTo>
                  <a:pt x="11301" y="7393"/>
                  <a:pt x="11413" y="7435"/>
                  <a:pt x="11515" y="7435"/>
                </a:cubicBezTo>
                <a:cubicBezTo>
                  <a:pt x="11567" y="7435"/>
                  <a:pt x="11616" y="7425"/>
                  <a:pt x="11658" y="7404"/>
                </a:cubicBezTo>
                <a:cubicBezTo>
                  <a:pt x="11815" y="7309"/>
                  <a:pt x="11910" y="7215"/>
                  <a:pt x="11910" y="6994"/>
                </a:cubicBezTo>
                <a:lnTo>
                  <a:pt x="11910" y="4285"/>
                </a:lnTo>
                <a:cubicBezTo>
                  <a:pt x="13107" y="3214"/>
                  <a:pt x="12950" y="1292"/>
                  <a:pt x="11626" y="378"/>
                </a:cubicBezTo>
                <a:cubicBezTo>
                  <a:pt x="11437" y="221"/>
                  <a:pt x="11154" y="126"/>
                  <a:pt x="10902" y="63"/>
                </a:cubicBezTo>
                <a:cubicBezTo>
                  <a:pt x="10839" y="0"/>
                  <a:pt x="10744" y="0"/>
                  <a:pt x="10650"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8696;p68">
            <a:extLst>
              <a:ext uri="{FF2B5EF4-FFF2-40B4-BE49-F238E27FC236}">
                <a16:creationId xmlns:a16="http://schemas.microsoft.com/office/drawing/2014/main" id="{76592B9B-8667-A74A-3E93-C21B3AA27A3A}"/>
              </a:ext>
            </a:extLst>
          </p:cNvPr>
          <p:cNvSpPr/>
          <p:nvPr/>
        </p:nvSpPr>
        <p:spPr>
          <a:xfrm>
            <a:off x="20181382" y="5103715"/>
            <a:ext cx="695255" cy="966114"/>
          </a:xfrm>
          <a:custGeom>
            <a:avLst/>
            <a:gdLst/>
            <a:ahLst/>
            <a:cxnLst/>
            <a:rect l="l" t="t" r="r" b="b"/>
            <a:pathLst>
              <a:path w="9138" h="12698" extrusionOk="0">
                <a:moveTo>
                  <a:pt x="7467" y="851"/>
                </a:moveTo>
                <a:lnTo>
                  <a:pt x="7467" y="1765"/>
                </a:lnTo>
                <a:cubicBezTo>
                  <a:pt x="7467" y="2363"/>
                  <a:pt x="7373" y="2931"/>
                  <a:pt x="7152" y="3466"/>
                </a:cubicBezTo>
                <a:cubicBezTo>
                  <a:pt x="6849" y="3390"/>
                  <a:pt x="6530" y="3352"/>
                  <a:pt x="6209" y="3352"/>
                </a:cubicBezTo>
                <a:cubicBezTo>
                  <a:pt x="5595" y="3352"/>
                  <a:pt x="4969" y="3492"/>
                  <a:pt x="4411" y="3781"/>
                </a:cubicBezTo>
                <a:cubicBezTo>
                  <a:pt x="3936" y="4019"/>
                  <a:pt x="3406" y="4131"/>
                  <a:pt x="2877" y="4131"/>
                </a:cubicBezTo>
                <a:cubicBezTo>
                  <a:pt x="2705" y="4131"/>
                  <a:pt x="2533" y="4119"/>
                  <a:pt x="2364" y="4096"/>
                </a:cubicBezTo>
                <a:cubicBezTo>
                  <a:pt x="1891" y="3403"/>
                  <a:pt x="1702" y="2584"/>
                  <a:pt x="1702" y="1765"/>
                </a:cubicBezTo>
                <a:lnTo>
                  <a:pt x="1702" y="851"/>
                </a:lnTo>
                <a:close/>
                <a:moveTo>
                  <a:pt x="6278" y="4137"/>
                </a:moveTo>
                <a:cubicBezTo>
                  <a:pt x="6425" y="4137"/>
                  <a:pt x="6570" y="4145"/>
                  <a:pt x="6711" y="4159"/>
                </a:cubicBezTo>
                <a:cubicBezTo>
                  <a:pt x="6428" y="4506"/>
                  <a:pt x="6081" y="4789"/>
                  <a:pt x="5672" y="4978"/>
                </a:cubicBezTo>
                <a:cubicBezTo>
                  <a:pt x="5168" y="5230"/>
                  <a:pt x="4916" y="5829"/>
                  <a:pt x="4947" y="6365"/>
                </a:cubicBezTo>
                <a:lnTo>
                  <a:pt x="4569" y="7152"/>
                </a:lnTo>
                <a:lnTo>
                  <a:pt x="4159" y="6365"/>
                </a:lnTo>
                <a:cubicBezTo>
                  <a:pt x="4222" y="5829"/>
                  <a:pt x="3970" y="5230"/>
                  <a:pt x="3466" y="4978"/>
                </a:cubicBezTo>
                <a:cubicBezTo>
                  <a:pt x="3372" y="4978"/>
                  <a:pt x="3340" y="4947"/>
                  <a:pt x="3277" y="4915"/>
                </a:cubicBezTo>
                <a:cubicBezTo>
                  <a:pt x="3781" y="4884"/>
                  <a:pt x="4285" y="4726"/>
                  <a:pt x="4758" y="4474"/>
                </a:cubicBezTo>
                <a:cubicBezTo>
                  <a:pt x="5246" y="4230"/>
                  <a:pt x="5773" y="4137"/>
                  <a:pt x="6278" y="4137"/>
                </a:cubicBezTo>
                <a:close/>
                <a:moveTo>
                  <a:pt x="5388" y="7436"/>
                </a:moveTo>
                <a:cubicBezTo>
                  <a:pt x="5483" y="7499"/>
                  <a:pt x="5577" y="7593"/>
                  <a:pt x="5703" y="7656"/>
                </a:cubicBezTo>
                <a:cubicBezTo>
                  <a:pt x="6932" y="8255"/>
                  <a:pt x="7499" y="9610"/>
                  <a:pt x="7499" y="10933"/>
                </a:cubicBezTo>
                <a:lnTo>
                  <a:pt x="7499" y="11437"/>
                </a:lnTo>
                <a:lnTo>
                  <a:pt x="7467" y="11437"/>
                </a:lnTo>
                <a:lnTo>
                  <a:pt x="4853" y="9484"/>
                </a:lnTo>
                <a:cubicBezTo>
                  <a:pt x="4774" y="9421"/>
                  <a:pt x="4679" y="9389"/>
                  <a:pt x="4585" y="9389"/>
                </a:cubicBezTo>
                <a:cubicBezTo>
                  <a:pt x="4490" y="9389"/>
                  <a:pt x="4396" y="9421"/>
                  <a:pt x="4317" y="9484"/>
                </a:cubicBezTo>
                <a:lnTo>
                  <a:pt x="1702" y="11437"/>
                </a:lnTo>
                <a:lnTo>
                  <a:pt x="1702" y="10933"/>
                </a:lnTo>
                <a:cubicBezTo>
                  <a:pt x="1702" y="9547"/>
                  <a:pt x="2269" y="8255"/>
                  <a:pt x="3466" y="7656"/>
                </a:cubicBezTo>
                <a:cubicBezTo>
                  <a:pt x="3592" y="7625"/>
                  <a:pt x="3655" y="7530"/>
                  <a:pt x="3781" y="7436"/>
                </a:cubicBezTo>
                <a:lnTo>
                  <a:pt x="4222" y="8286"/>
                </a:lnTo>
                <a:cubicBezTo>
                  <a:pt x="4301" y="8444"/>
                  <a:pt x="4443" y="8523"/>
                  <a:pt x="4585" y="8523"/>
                </a:cubicBezTo>
                <a:cubicBezTo>
                  <a:pt x="4726" y="8523"/>
                  <a:pt x="4868" y="8444"/>
                  <a:pt x="4947" y="8286"/>
                </a:cubicBezTo>
                <a:lnTo>
                  <a:pt x="5388" y="7436"/>
                </a:lnTo>
                <a:close/>
                <a:moveTo>
                  <a:pt x="4600" y="10303"/>
                </a:moveTo>
                <a:lnTo>
                  <a:pt x="6711" y="11846"/>
                </a:lnTo>
                <a:lnTo>
                  <a:pt x="2521" y="11846"/>
                </a:lnTo>
                <a:lnTo>
                  <a:pt x="4600" y="10303"/>
                </a:lnTo>
                <a:close/>
                <a:moveTo>
                  <a:pt x="442" y="1"/>
                </a:moveTo>
                <a:cubicBezTo>
                  <a:pt x="190" y="1"/>
                  <a:pt x="1" y="190"/>
                  <a:pt x="1" y="410"/>
                </a:cubicBezTo>
                <a:cubicBezTo>
                  <a:pt x="1" y="662"/>
                  <a:pt x="190" y="851"/>
                  <a:pt x="442" y="851"/>
                </a:cubicBezTo>
                <a:lnTo>
                  <a:pt x="851" y="851"/>
                </a:lnTo>
                <a:lnTo>
                  <a:pt x="851" y="1765"/>
                </a:lnTo>
                <a:cubicBezTo>
                  <a:pt x="851" y="3466"/>
                  <a:pt x="1607" y="5041"/>
                  <a:pt x="3120" y="5766"/>
                </a:cubicBezTo>
                <a:cubicBezTo>
                  <a:pt x="3309" y="5860"/>
                  <a:pt x="3340" y="6144"/>
                  <a:pt x="3340" y="6365"/>
                </a:cubicBezTo>
                <a:cubicBezTo>
                  <a:pt x="3340" y="6396"/>
                  <a:pt x="3309" y="6491"/>
                  <a:pt x="3340" y="6522"/>
                </a:cubicBezTo>
                <a:cubicBezTo>
                  <a:pt x="3309" y="6680"/>
                  <a:pt x="3214" y="6869"/>
                  <a:pt x="3120" y="6932"/>
                </a:cubicBezTo>
                <a:cubicBezTo>
                  <a:pt x="1607" y="7656"/>
                  <a:pt x="851" y="9232"/>
                  <a:pt x="851" y="10933"/>
                </a:cubicBezTo>
                <a:lnTo>
                  <a:pt x="851" y="11846"/>
                </a:lnTo>
                <a:lnTo>
                  <a:pt x="442" y="11846"/>
                </a:lnTo>
                <a:cubicBezTo>
                  <a:pt x="190" y="11846"/>
                  <a:pt x="1" y="12035"/>
                  <a:pt x="1" y="12287"/>
                </a:cubicBezTo>
                <a:cubicBezTo>
                  <a:pt x="1" y="12508"/>
                  <a:pt x="190" y="12697"/>
                  <a:pt x="442" y="12697"/>
                </a:cubicBezTo>
                <a:lnTo>
                  <a:pt x="8696" y="12697"/>
                </a:lnTo>
                <a:cubicBezTo>
                  <a:pt x="8948" y="12697"/>
                  <a:pt x="9137" y="12508"/>
                  <a:pt x="9137" y="12287"/>
                </a:cubicBezTo>
                <a:cubicBezTo>
                  <a:pt x="9137" y="12035"/>
                  <a:pt x="8948" y="11846"/>
                  <a:pt x="8696" y="11846"/>
                </a:cubicBezTo>
                <a:lnTo>
                  <a:pt x="8255" y="11846"/>
                </a:lnTo>
                <a:lnTo>
                  <a:pt x="8255" y="10933"/>
                </a:lnTo>
                <a:cubicBezTo>
                  <a:pt x="8255" y="9232"/>
                  <a:pt x="7530" y="7656"/>
                  <a:pt x="6018" y="6932"/>
                </a:cubicBezTo>
                <a:cubicBezTo>
                  <a:pt x="5892" y="6837"/>
                  <a:pt x="5829" y="6680"/>
                  <a:pt x="5798" y="6522"/>
                </a:cubicBezTo>
                <a:lnTo>
                  <a:pt x="5798" y="6365"/>
                </a:lnTo>
                <a:cubicBezTo>
                  <a:pt x="5798" y="6144"/>
                  <a:pt x="5861" y="5860"/>
                  <a:pt x="6018" y="5766"/>
                </a:cubicBezTo>
                <a:cubicBezTo>
                  <a:pt x="7530" y="5041"/>
                  <a:pt x="8255" y="3435"/>
                  <a:pt x="8255" y="1765"/>
                </a:cubicBezTo>
                <a:lnTo>
                  <a:pt x="8255" y="851"/>
                </a:lnTo>
                <a:lnTo>
                  <a:pt x="8696" y="851"/>
                </a:lnTo>
                <a:cubicBezTo>
                  <a:pt x="8948" y="851"/>
                  <a:pt x="9137" y="662"/>
                  <a:pt x="9137" y="410"/>
                </a:cubicBezTo>
                <a:cubicBezTo>
                  <a:pt x="9137" y="190"/>
                  <a:pt x="8948" y="1"/>
                  <a:pt x="8696"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36" name="Google Shape;8697;p68">
            <a:extLst>
              <a:ext uri="{FF2B5EF4-FFF2-40B4-BE49-F238E27FC236}">
                <a16:creationId xmlns:a16="http://schemas.microsoft.com/office/drawing/2014/main" id="{BA903062-AD25-BCC6-752D-7768984983C4}"/>
              </a:ext>
            </a:extLst>
          </p:cNvPr>
          <p:cNvGrpSpPr/>
          <p:nvPr/>
        </p:nvGrpSpPr>
        <p:grpSpPr>
          <a:xfrm>
            <a:off x="1884908" y="7776607"/>
            <a:ext cx="838977" cy="965125"/>
            <a:chOff x="-42971725" y="3217825"/>
            <a:chExt cx="275675" cy="317125"/>
          </a:xfrm>
          <a:solidFill>
            <a:srgbClr val="555559"/>
          </a:solidFill>
        </p:grpSpPr>
        <p:sp>
          <p:nvSpPr>
            <p:cNvPr id="1797" name="Google Shape;8698;p68">
              <a:extLst>
                <a:ext uri="{FF2B5EF4-FFF2-40B4-BE49-F238E27FC236}">
                  <a16:creationId xmlns:a16="http://schemas.microsoft.com/office/drawing/2014/main" id="{0BF17409-54C8-4C6C-C3E8-24D1B1FF7D8F}"/>
                </a:ext>
              </a:extLst>
            </p:cNvPr>
            <p:cNvSpPr/>
            <p:nvPr/>
          </p:nvSpPr>
          <p:spPr>
            <a:xfrm>
              <a:off x="-42951250" y="3279250"/>
              <a:ext cx="233950" cy="152050"/>
            </a:xfrm>
            <a:custGeom>
              <a:avLst/>
              <a:gdLst/>
              <a:ahLst/>
              <a:cxnLst/>
              <a:rect l="l" t="t" r="r" b="b"/>
              <a:pathLst>
                <a:path w="9358" h="6082" extrusionOk="0">
                  <a:moveTo>
                    <a:pt x="379" y="1"/>
                  </a:moveTo>
                  <a:cubicBezTo>
                    <a:pt x="158" y="1"/>
                    <a:pt x="1" y="221"/>
                    <a:pt x="1" y="410"/>
                  </a:cubicBezTo>
                  <a:lnTo>
                    <a:pt x="1" y="6081"/>
                  </a:lnTo>
                  <a:lnTo>
                    <a:pt x="9357" y="6081"/>
                  </a:lnTo>
                  <a:lnTo>
                    <a:pt x="9357" y="410"/>
                  </a:lnTo>
                  <a:cubicBezTo>
                    <a:pt x="9357" y="158"/>
                    <a:pt x="9168" y="1"/>
                    <a:pt x="897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8699;p68">
              <a:extLst>
                <a:ext uri="{FF2B5EF4-FFF2-40B4-BE49-F238E27FC236}">
                  <a16:creationId xmlns:a16="http://schemas.microsoft.com/office/drawing/2014/main" id="{33A77F23-4113-EC2A-1B0D-3366B4C93D6C}"/>
                </a:ext>
              </a:extLst>
            </p:cNvPr>
            <p:cNvSpPr/>
            <p:nvPr/>
          </p:nvSpPr>
          <p:spPr>
            <a:xfrm>
              <a:off x="-42971725" y="3451750"/>
              <a:ext cx="275675" cy="83200"/>
            </a:xfrm>
            <a:custGeom>
              <a:avLst/>
              <a:gdLst/>
              <a:ahLst/>
              <a:cxnLst/>
              <a:rect l="l" t="t" r="r" b="b"/>
              <a:pathLst>
                <a:path w="11027" h="3328" extrusionOk="0">
                  <a:moveTo>
                    <a:pt x="63" y="0"/>
                  </a:moveTo>
                  <a:cubicBezTo>
                    <a:pt x="32" y="126"/>
                    <a:pt x="0" y="284"/>
                    <a:pt x="0" y="410"/>
                  </a:cubicBezTo>
                  <a:cubicBezTo>
                    <a:pt x="0" y="1103"/>
                    <a:pt x="536" y="1670"/>
                    <a:pt x="1198" y="1670"/>
                  </a:cubicBezTo>
                  <a:lnTo>
                    <a:pt x="3151" y="1670"/>
                  </a:lnTo>
                  <a:lnTo>
                    <a:pt x="2615" y="2710"/>
                  </a:lnTo>
                  <a:cubicBezTo>
                    <a:pt x="2521" y="2930"/>
                    <a:pt x="2615" y="3182"/>
                    <a:pt x="2836" y="3277"/>
                  </a:cubicBezTo>
                  <a:cubicBezTo>
                    <a:pt x="2889" y="3312"/>
                    <a:pt x="2949" y="3328"/>
                    <a:pt x="3009" y="3328"/>
                  </a:cubicBezTo>
                  <a:cubicBezTo>
                    <a:pt x="3166" y="3328"/>
                    <a:pt x="3326" y="3224"/>
                    <a:pt x="3371" y="3088"/>
                  </a:cubicBezTo>
                  <a:lnTo>
                    <a:pt x="4096" y="1639"/>
                  </a:lnTo>
                  <a:lnTo>
                    <a:pt x="5073" y="1639"/>
                  </a:lnTo>
                  <a:lnTo>
                    <a:pt x="5073" y="2867"/>
                  </a:lnTo>
                  <a:cubicBezTo>
                    <a:pt x="5073" y="3119"/>
                    <a:pt x="5262" y="3308"/>
                    <a:pt x="5514" y="3308"/>
                  </a:cubicBezTo>
                  <a:cubicBezTo>
                    <a:pt x="5734" y="3308"/>
                    <a:pt x="5892" y="3119"/>
                    <a:pt x="5892" y="2867"/>
                  </a:cubicBezTo>
                  <a:lnTo>
                    <a:pt x="5892" y="1639"/>
                  </a:lnTo>
                  <a:lnTo>
                    <a:pt x="6868" y="1639"/>
                  </a:lnTo>
                  <a:lnTo>
                    <a:pt x="7593" y="3088"/>
                  </a:lnTo>
                  <a:cubicBezTo>
                    <a:pt x="7688" y="3230"/>
                    <a:pt x="7835" y="3301"/>
                    <a:pt x="7983" y="3301"/>
                  </a:cubicBezTo>
                  <a:cubicBezTo>
                    <a:pt x="8032" y="3301"/>
                    <a:pt x="8081" y="3293"/>
                    <a:pt x="8129" y="3277"/>
                  </a:cubicBezTo>
                  <a:cubicBezTo>
                    <a:pt x="8349" y="3151"/>
                    <a:pt x="8412" y="2930"/>
                    <a:pt x="8349" y="2710"/>
                  </a:cubicBezTo>
                  <a:lnTo>
                    <a:pt x="7814" y="1670"/>
                  </a:lnTo>
                  <a:lnTo>
                    <a:pt x="9767" y="1670"/>
                  </a:lnTo>
                  <a:cubicBezTo>
                    <a:pt x="10429" y="1670"/>
                    <a:pt x="11027" y="1103"/>
                    <a:pt x="11027" y="410"/>
                  </a:cubicBezTo>
                  <a:cubicBezTo>
                    <a:pt x="11027" y="252"/>
                    <a:pt x="10964" y="126"/>
                    <a:pt x="1093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8700;p68">
              <a:extLst>
                <a:ext uri="{FF2B5EF4-FFF2-40B4-BE49-F238E27FC236}">
                  <a16:creationId xmlns:a16="http://schemas.microsoft.com/office/drawing/2014/main" id="{D982FFC3-78A7-7EC8-F4F9-2BA073E516A2}"/>
                </a:ext>
              </a:extLst>
            </p:cNvPr>
            <p:cNvSpPr/>
            <p:nvPr/>
          </p:nvSpPr>
          <p:spPr>
            <a:xfrm>
              <a:off x="-42866975" y="3217825"/>
              <a:ext cx="63025" cy="40975"/>
            </a:xfrm>
            <a:custGeom>
              <a:avLst/>
              <a:gdLst/>
              <a:ahLst/>
              <a:cxnLst/>
              <a:rect l="l" t="t" r="r" b="b"/>
              <a:pathLst>
                <a:path w="2521" h="1639" extrusionOk="0">
                  <a:moveTo>
                    <a:pt x="442" y="0"/>
                  </a:moveTo>
                  <a:cubicBezTo>
                    <a:pt x="221" y="0"/>
                    <a:pt x="1" y="189"/>
                    <a:pt x="1" y="410"/>
                  </a:cubicBezTo>
                  <a:lnTo>
                    <a:pt x="1" y="1639"/>
                  </a:lnTo>
                  <a:lnTo>
                    <a:pt x="2489" y="1639"/>
                  </a:lnTo>
                  <a:lnTo>
                    <a:pt x="2489" y="410"/>
                  </a:lnTo>
                  <a:lnTo>
                    <a:pt x="2521" y="410"/>
                  </a:lnTo>
                  <a:cubicBezTo>
                    <a:pt x="2521" y="189"/>
                    <a:pt x="2332" y="0"/>
                    <a:pt x="211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7" name="Google Shape;8701;p68">
            <a:extLst>
              <a:ext uri="{FF2B5EF4-FFF2-40B4-BE49-F238E27FC236}">
                <a16:creationId xmlns:a16="http://schemas.microsoft.com/office/drawing/2014/main" id="{04E01AA4-A5AE-3257-F83B-33F19A7CE761}"/>
              </a:ext>
            </a:extLst>
          </p:cNvPr>
          <p:cNvGrpSpPr/>
          <p:nvPr/>
        </p:nvGrpSpPr>
        <p:grpSpPr>
          <a:xfrm>
            <a:off x="1811755" y="8978050"/>
            <a:ext cx="985287" cy="879224"/>
            <a:chOff x="-42996150" y="3612600"/>
            <a:chExt cx="323750" cy="288900"/>
          </a:xfrm>
          <a:solidFill>
            <a:srgbClr val="555559"/>
          </a:solidFill>
        </p:grpSpPr>
        <p:sp>
          <p:nvSpPr>
            <p:cNvPr id="1794" name="Google Shape;8702;p68">
              <a:extLst>
                <a:ext uri="{FF2B5EF4-FFF2-40B4-BE49-F238E27FC236}">
                  <a16:creationId xmlns:a16="http://schemas.microsoft.com/office/drawing/2014/main" id="{CE2252B3-F869-14E7-4566-B34698496633}"/>
                </a:ext>
              </a:extLst>
            </p:cNvPr>
            <p:cNvSpPr/>
            <p:nvPr/>
          </p:nvSpPr>
          <p:spPr>
            <a:xfrm>
              <a:off x="-42914225" y="3612600"/>
              <a:ext cx="241825" cy="239275"/>
            </a:xfrm>
            <a:custGeom>
              <a:avLst/>
              <a:gdLst/>
              <a:ahLst/>
              <a:cxnLst/>
              <a:rect l="l" t="t" r="r" b="b"/>
              <a:pathLst>
                <a:path w="9673" h="9571" extrusionOk="0">
                  <a:moveTo>
                    <a:pt x="5963" y="1"/>
                  </a:moveTo>
                  <a:cubicBezTo>
                    <a:pt x="5661" y="1"/>
                    <a:pt x="5365" y="127"/>
                    <a:pt x="5136" y="371"/>
                  </a:cubicBezTo>
                  <a:lnTo>
                    <a:pt x="0" y="5507"/>
                  </a:lnTo>
                  <a:lnTo>
                    <a:pt x="4064" y="9571"/>
                  </a:lnTo>
                  <a:lnTo>
                    <a:pt x="9200" y="4436"/>
                  </a:lnTo>
                  <a:cubicBezTo>
                    <a:pt x="9672" y="3963"/>
                    <a:pt x="9672" y="3207"/>
                    <a:pt x="9200" y="2734"/>
                  </a:cubicBezTo>
                  <a:lnTo>
                    <a:pt x="6868" y="434"/>
                  </a:lnTo>
                  <a:cubicBezTo>
                    <a:pt x="6609" y="143"/>
                    <a:pt x="6283" y="1"/>
                    <a:pt x="596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8703;p68">
              <a:extLst>
                <a:ext uri="{FF2B5EF4-FFF2-40B4-BE49-F238E27FC236}">
                  <a16:creationId xmlns:a16="http://schemas.microsoft.com/office/drawing/2014/main" id="{6BAF04C1-DEAB-A004-385A-A21DB80E6547}"/>
                </a:ext>
              </a:extLst>
            </p:cNvPr>
            <p:cNvSpPr/>
            <p:nvPr/>
          </p:nvSpPr>
          <p:spPr>
            <a:xfrm>
              <a:off x="-42946525" y="3762850"/>
              <a:ext cx="118950" cy="118950"/>
            </a:xfrm>
            <a:custGeom>
              <a:avLst/>
              <a:gdLst/>
              <a:ahLst/>
              <a:cxnLst/>
              <a:rect l="l" t="t" r="r" b="b"/>
              <a:pathLst>
                <a:path w="4758" h="4758" extrusionOk="0">
                  <a:moveTo>
                    <a:pt x="725" y="1"/>
                  </a:moveTo>
                  <a:lnTo>
                    <a:pt x="473" y="284"/>
                  </a:lnTo>
                  <a:cubicBezTo>
                    <a:pt x="253" y="505"/>
                    <a:pt x="95" y="820"/>
                    <a:pt x="95" y="1198"/>
                  </a:cubicBezTo>
                  <a:cubicBezTo>
                    <a:pt x="95" y="1450"/>
                    <a:pt x="190" y="1765"/>
                    <a:pt x="442" y="1986"/>
                  </a:cubicBezTo>
                  <a:cubicBezTo>
                    <a:pt x="631" y="2112"/>
                    <a:pt x="599" y="2458"/>
                    <a:pt x="442" y="2616"/>
                  </a:cubicBezTo>
                  <a:lnTo>
                    <a:pt x="1" y="3025"/>
                  </a:lnTo>
                  <a:lnTo>
                    <a:pt x="1733" y="4758"/>
                  </a:lnTo>
                  <a:lnTo>
                    <a:pt x="2174" y="4348"/>
                  </a:lnTo>
                  <a:cubicBezTo>
                    <a:pt x="2253" y="4270"/>
                    <a:pt x="2363" y="4230"/>
                    <a:pt x="2478" y="4230"/>
                  </a:cubicBezTo>
                  <a:cubicBezTo>
                    <a:pt x="2592" y="4230"/>
                    <a:pt x="2710" y="4270"/>
                    <a:pt x="2804" y="4348"/>
                  </a:cubicBezTo>
                  <a:cubicBezTo>
                    <a:pt x="3025" y="4569"/>
                    <a:pt x="3340" y="4695"/>
                    <a:pt x="3655" y="4695"/>
                  </a:cubicBezTo>
                  <a:cubicBezTo>
                    <a:pt x="3970" y="4695"/>
                    <a:pt x="4254" y="4569"/>
                    <a:pt x="4506" y="4348"/>
                  </a:cubicBezTo>
                  <a:lnTo>
                    <a:pt x="4758" y="4065"/>
                  </a:lnTo>
                  <a:lnTo>
                    <a:pt x="725"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8704;p68">
              <a:extLst>
                <a:ext uri="{FF2B5EF4-FFF2-40B4-BE49-F238E27FC236}">
                  <a16:creationId xmlns:a16="http://schemas.microsoft.com/office/drawing/2014/main" id="{974CA329-D313-D918-F144-67469D1C3161}"/>
                </a:ext>
              </a:extLst>
            </p:cNvPr>
            <p:cNvSpPr/>
            <p:nvPr/>
          </p:nvSpPr>
          <p:spPr>
            <a:xfrm>
              <a:off x="-42996150" y="3855800"/>
              <a:ext cx="78000" cy="45700"/>
            </a:xfrm>
            <a:custGeom>
              <a:avLst/>
              <a:gdLst/>
              <a:ahLst/>
              <a:cxnLst/>
              <a:rect l="l" t="t" r="r" b="b"/>
              <a:pathLst>
                <a:path w="3120" h="1828" extrusionOk="0">
                  <a:moveTo>
                    <a:pt x="1450" y="0"/>
                  </a:moveTo>
                  <a:lnTo>
                    <a:pt x="253" y="1166"/>
                  </a:lnTo>
                  <a:cubicBezTo>
                    <a:pt x="1" y="1355"/>
                    <a:pt x="190" y="1828"/>
                    <a:pt x="536" y="1828"/>
                  </a:cubicBezTo>
                  <a:lnTo>
                    <a:pt x="2773" y="1828"/>
                  </a:lnTo>
                  <a:cubicBezTo>
                    <a:pt x="2931" y="1828"/>
                    <a:pt x="3025" y="1765"/>
                    <a:pt x="3120" y="1670"/>
                  </a:cubicBezTo>
                  <a:lnTo>
                    <a:pt x="145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8" name="Google Shape;8705;p68">
            <a:extLst>
              <a:ext uri="{FF2B5EF4-FFF2-40B4-BE49-F238E27FC236}">
                <a16:creationId xmlns:a16="http://schemas.microsoft.com/office/drawing/2014/main" id="{006C1B91-D89B-333E-0DF8-B06C31708B33}"/>
              </a:ext>
            </a:extLst>
          </p:cNvPr>
          <p:cNvGrpSpPr/>
          <p:nvPr/>
        </p:nvGrpSpPr>
        <p:grpSpPr>
          <a:xfrm>
            <a:off x="1818945" y="10005789"/>
            <a:ext cx="970907" cy="966114"/>
            <a:chOff x="-42994575" y="3950300"/>
            <a:chExt cx="319025" cy="317450"/>
          </a:xfrm>
          <a:solidFill>
            <a:srgbClr val="555559"/>
          </a:solidFill>
        </p:grpSpPr>
        <p:sp>
          <p:nvSpPr>
            <p:cNvPr id="1791" name="Google Shape;8706;p68">
              <a:extLst>
                <a:ext uri="{FF2B5EF4-FFF2-40B4-BE49-F238E27FC236}">
                  <a16:creationId xmlns:a16="http://schemas.microsoft.com/office/drawing/2014/main" id="{0D4D07E7-DE5E-0B1F-EA93-30CF1C1B551D}"/>
                </a:ext>
              </a:extLst>
            </p:cNvPr>
            <p:cNvSpPr/>
            <p:nvPr/>
          </p:nvSpPr>
          <p:spPr>
            <a:xfrm>
              <a:off x="-42930775" y="4225200"/>
              <a:ext cx="191425" cy="42550"/>
            </a:xfrm>
            <a:custGeom>
              <a:avLst/>
              <a:gdLst/>
              <a:ahLst/>
              <a:cxnLst/>
              <a:rect l="l" t="t" r="r" b="b"/>
              <a:pathLst>
                <a:path w="7657" h="1702" extrusionOk="0">
                  <a:moveTo>
                    <a:pt x="442" y="0"/>
                  </a:moveTo>
                  <a:cubicBezTo>
                    <a:pt x="190" y="0"/>
                    <a:pt x="1" y="221"/>
                    <a:pt x="1" y="441"/>
                  </a:cubicBezTo>
                  <a:lnTo>
                    <a:pt x="1" y="1292"/>
                  </a:lnTo>
                  <a:cubicBezTo>
                    <a:pt x="1" y="1512"/>
                    <a:pt x="190" y="1701"/>
                    <a:pt x="442" y="1701"/>
                  </a:cubicBezTo>
                  <a:lnTo>
                    <a:pt x="7215" y="1701"/>
                  </a:lnTo>
                  <a:cubicBezTo>
                    <a:pt x="7499" y="1701"/>
                    <a:pt x="7656" y="1512"/>
                    <a:pt x="7656" y="1292"/>
                  </a:cubicBezTo>
                  <a:lnTo>
                    <a:pt x="7656" y="441"/>
                  </a:lnTo>
                  <a:cubicBezTo>
                    <a:pt x="7656" y="221"/>
                    <a:pt x="7436" y="0"/>
                    <a:pt x="721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8707;p68">
              <a:extLst>
                <a:ext uri="{FF2B5EF4-FFF2-40B4-BE49-F238E27FC236}">
                  <a16:creationId xmlns:a16="http://schemas.microsoft.com/office/drawing/2014/main" id="{7791B7FB-94BA-3079-B251-B43A42EB465D}"/>
                </a:ext>
              </a:extLst>
            </p:cNvPr>
            <p:cNvSpPr/>
            <p:nvPr/>
          </p:nvSpPr>
          <p:spPr>
            <a:xfrm>
              <a:off x="-42908725" y="4163750"/>
              <a:ext cx="148900" cy="42550"/>
            </a:xfrm>
            <a:custGeom>
              <a:avLst/>
              <a:gdLst/>
              <a:ahLst/>
              <a:cxnLst/>
              <a:rect l="l" t="t" r="r" b="b"/>
              <a:pathLst>
                <a:path w="5956" h="1702" extrusionOk="0">
                  <a:moveTo>
                    <a:pt x="442" y="1"/>
                  </a:moveTo>
                  <a:cubicBezTo>
                    <a:pt x="190" y="1"/>
                    <a:pt x="1" y="190"/>
                    <a:pt x="1" y="410"/>
                  </a:cubicBezTo>
                  <a:lnTo>
                    <a:pt x="1" y="1261"/>
                  </a:lnTo>
                  <a:cubicBezTo>
                    <a:pt x="1" y="1481"/>
                    <a:pt x="190" y="1702"/>
                    <a:pt x="442" y="1702"/>
                  </a:cubicBezTo>
                  <a:lnTo>
                    <a:pt x="5514" y="1702"/>
                  </a:lnTo>
                  <a:cubicBezTo>
                    <a:pt x="5735" y="1702"/>
                    <a:pt x="5955" y="1481"/>
                    <a:pt x="5955" y="1261"/>
                  </a:cubicBezTo>
                  <a:lnTo>
                    <a:pt x="5955" y="410"/>
                  </a:lnTo>
                  <a:cubicBezTo>
                    <a:pt x="5955" y="190"/>
                    <a:pt x="5735" y="1"/>
                    <a:pt x="551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8708;p68">
              <a:extLst>
                <a:ext uri="{FF2B5EF4-FFF2-40B4-BE49-F238E27FC236}">
                  <a16:creationId xmlns:a16="http://schemas.microsoft.com/office/drawing/2014/main" id="{A1C81ACC-B82E-A31D-4693-9E0D683B0EBA}"/>
                </a:ext>
              </a:extLst>
            </p:cNvPr>
            <p:cNvSpPr/>
            <p:nvPr/>
          </p:nvSpPr>
          <p:spPr>
            <a:xfrm>
              <a:off x="-42994575" y="3950300"/>
              <a:ext cx="319025" cy="211125"/>
            </a:xfrm>
            <a:custGeom>
              <a:avLst/>
              <a:gdLst/>
              <a:ahLst/>
              <a:cxnLst/>
              <a:rect l="l" t="t" r="r" b="b"/>
              <a:pathLst>
                <a:path w="12761" h="8445" extrusionOk="0">
                  <a:moveTo>
                    <a:pt x="6428" y="852"/>
                  </a:moveTo>
                  <a:cubicBezTo>
                    <a:pt x="6648" y="852"/>
                    <a:pt x="6806" y="1009"/>
                    <a:pt x="6869" y="1261"/>
                  </a:cubicBezTo>
                  <a:lnTo>
                    <a:pt x="6869" y="1324"/>
                  </a:lnTo>
                  <a:cubicBezTo>
                    <a:pt x="6806" y="1513"/>
                    <a:pt x="6648" y="1702"/>
                    <a:pt x="6428" y="1702"/>
                  </a:cubicBezTo>
                  <a:cubicBezTo>
                    <a:pt x="6176" y="1702"/>
                    <a:pt x="6018" y="1576"/>
                    <a:pt x="5987" y="1324"/>
                  </a:cubicBezTo>
                  <a:lnTo>
                    <a:pt x="5987" y="1261"/>
                  </a:lnTo>
                  <a:cubicBezTo>
                    <a:pt x="6018" y="1041"/>
                    <a:pt x="6176" y="852"/>
                    <a:pt x="6428" y="852"/>
                  </a:cubicBezTo>
                  <a:close/>
                  <a:moveTo>
                    <a:pt x="2112" y="2742"/>
                  </a:moveTo>
                  <a:lnTo>
                    <a:pt x="3340" y="6396"/>
                  </a:lnTo>
                  <a:lnTo>
                    <a:pt x="914" y="6396"/>
                  </a:lnTo>
                  <a:lnTo>
                    <a:pt x="2112" y="2742"/>
                  </a:lnTo>
                  <a:close/>
                  <a:moveTo>
                    <a:pt x="10681" y="2742"/>
                  </a:moveTo>
                  <a:lnTo>
                    <a:pt x="11878" y="6396"/>
                  </a:lnTo>
                  <a:lnTo>
                    <a:pt x="9452" y="6396"/>
                  </a:lnTo>
                  <a:lnTo>
                    <a:pt x="10681" y="2742"/>
                  </a:lnTo>
                  <a:close/>
                  <a:moveTo>
                    <a:pt x="6333" y="1"/>
                  </a:moveTo>
                  <a:cubicBezTo>
                    <a:pt x="5798" y="1"/>
                    <a:pt x="5325" y="347"/>
                    <a:pt x="5168" y="852"/>
                  </a:cubicBezTo>
                  <a:lnTo>
                    <a:pt x="1292" y="852"/>
                  </a:lnTo>
                  <a:cubicBezTo>
                    <a:pt x="1103" y="852"/>
                    <a:pt x="914" y="1009"/>
                    <a:pt x="883" y="1198"/>
                  </a:cubicBezTo>
                  <a:cubicBezTo>
                    <a:pt x="820" y="1482"/>
                    <a:pt x="1040" y="1702"/>
                    <a:pt x="1292" y="1702"/>
                  </a:cubicBezTo>
                  <a:lnTo>
                    <a:pt x="1576" y="1702"/>
                  </a:lnTo>
                  <a:cubicBezTo>
                    <a:pt x="1" y="6491"/>
                    <a:pt x="32" y="6333"/>
                    <a:pt x="32" y="6459"/>
                  </a:cubicBezTo>
                  <a:cubicBezTo>
                    <a:pt x="64" y="7562"/>
                    <a:pt x="1009" y="8444"/>
                    <a:pt x="2112" y="8444"/>
                  </a:cubicBezTo>
                  <a:cubicBezTo>
                    <a:pt x="3277" y="8444"/>
                    <a:pt x="4159" y="7562"/>
                    <a:pt x="4159" y="6459"/>
                  </a:cubicBezTo>
                  <a:cubicBezTo>
                    <a:pt x="4159" y="6333"/>
                    <a:pt x="4222" y="6491"/>
                    <a:pt x="2647" y="1702"/>
                  </a:cubicBezTo>
                  <a:lnTo>
                    <a:pt x="5105" y="1702"/>
                  </a:lnTo>
                  <a:lnTo>
                    <a:pt x="5105" y="7342"/>
                  </a:lnTo>
                  <a:cubicBezTo>
                    <a:pt x="5105" y="7594"/>
                    <a:pt x="5325" y="7783"/>
                    <a:pt x="5546" y="7783"/>
                  </a:cubicBezTo>
                  <a:lnTo>
                    <a:pt x="7247" y="7783"/>
                  </a:lnTo>
                  <a:cubicBezTo>
                    <a:pt x="7499" y="7783"/>
                    <a:pt x="7688" y="7594"/>
                    <a:pt x="7688" y="7342"/>
                  </a:cubicBezTo>
                  <a:lnTo>
                    <a:pt x="7688" y="1702"/>
                  </a:lnTo>
                  <a:lnTo>
                    <a:pt x="10177" y="1702"/>
                  </a:lnTo>
                  <a:cubicBezTo>
                    <a:pt x="8602" y="6491"/>
                    <a:pt x="8633" y="6333"/>
                    <a:pt x="8633" y="6459"/>
                  </a:cubicBezTo>
                  <a:cubicBezTo>
                    <a:pt x="8665" y="7562"/>
                    <a:pt x="9578" y="8444"/>
                    <a:pt x="10681" y="8444"/>
                  </a:cubicBezTo>
                  <a:cubicBezTo>
                    <a:pt x="11815" y="8444"/>
                    <a:pt x="12729" y="7562"/>
                    <a:pt x="12729" y="6459"/>
                  </a:cubicBezTo>
                  <a:cubicBezTo>
                    <a:pt x="12729" y="6333"/>
                    <a:pt x="12760" y="6491"/>
                    <a:pt x="11185" y="1702"/>
                  </a:cubicBezTo>
                  <a:lnTo>
                    <a:pt x="11437" y="1702"/>
                  </a:lnTo>
                  <a:cubicBezTo>
                    <a:pt x="11626" y="1702"/>
                    <a:pt x="11815" y="1576"/>
                    <a:pt x="11847" y="1356"/>
                  </a:cubicBezTo>
                  <a:cubicBezTo>
                    <a:pt x="11910" y="1104"/>
                    <a:pt x="11689" y="852"/>
                    <a:pt x="11437" y="852"/>
                  </a:cubicBezTo>
                  <a:lnTo>
                    <a:pt x="7530" y="852"/>
                  </a:lnTo>
                  <a:cubicBezTo>
                    <a:pt x="7373" y="347"/>
                    <a:pt x="6900" y="1"/>
                    <a:pt x="633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9" name="Google Shape;8709;p68">
            <a:extLst>
              <a:ext uri="{FF2B5EF4-FFF2-40B4-BE49-F238E27FC236}">
                <a16:creationId xmlns:a16="http://schemas.microsoft.com/office/drawing/2014/main" id="{6DABD3F8-30C8-F48E-9705-EF437A05E011}"/>
              </a:ext>
            </a:extLst>
          </p:cNvPr>
          <p:cNvGrpSpPr/>
          <p:nvPr/>
        </p:nvGrpSpPr>
        <p:grpSpPr>
          <a:xfrm>
            <a:off x="7427933" y="7841354"/>
            <a:ext cx="968395" cy="966038"/>
            <a:chOff x="-41111350" y="3239100"/>
            <a:chExt cx="318200" cy="317425"/>
          </a:xfrm>
          <a:solidFill>
            <a:srgbClr val="555559"/>
          </a:solidFill>
        </p:grpSpPr>
        <p:sp>
          <p:nvSpPr>
            <p:cNvPr id="1787" name="Google Shape;8710;p68">
              <a:extLst>
                <a:ext uri="{FF2B5EF4-FFF2-40B4-BE49-F238E27FC236}">
                  <a16:creationId xmlns:a16="http://schemas.microsoft.com/office/drawing/2014/main" id="{9C8CE18E-9F72-1B2E-1497-A7A19EA51244}"/>
                </a:ext>
              </a:extLst>
            </p:cNvPr>
            <p:cNvSpPr/>
            <p:nvPr/>
          </p:nvSpPr>
          <p:spPr>
            <a:xfrm>
              <a:off x="-41111350" y="3239100"/>
              <a:ext cx="145725" cy="144925"/>
            </a:xfrm>
            <a:custGeom>
              <a:avLst/>
              <a:gdLst/>
              <a:ahLst/>
              <a:cxnLst/>
              <a:rect l="l" t="t" r="r" b="b"/>
              <a:pathLst>
                <a:path w="5829" h="5797" extrusionOk="0">
                  <a:moveTo>
                    <a:pt x="2930" y="1670"/>
                  </a:moveTo>
                  <a:cubicBezTo>
                    <a:pt x="3119" y="1670"/>
                    <a:pt x="3308" y="1859"/>
                    <a:pt x="3308" y="2048"/>
                  </a:cubicBezTo>
                  <a:lnTo>
                    <a:pt x="3308" y="2489"/>
                  </a:lnTo>
                  <a:lnTo>
                    <a:pt x="3749" y="2489"/>
                  </a:lnTo>
                  <a:cubicBezTo>
                    <a:pt x="4001" y="2489"/>
                    <a:pt x="4159" y="2678"/>
                    <a:pt x="4159" y="2930"/>
                  </a:cubicBezTo>
                  <a:cubicBezTo>
                    <a:pt x="4159" y="3151"/>
                    <a:pt x="3938" y="3340"/>
                    <a:pt x="3749" y="3340"/>
                  </a:cubicBezTo>
                  <a:lnTo>
                    <a:pt x="3308" y="3340"/>
                  </a:lnTo>
                  <a:lnTo>
                    <a:pt x="3308" y="3781"/>
                  </a:lnTo>
                  <a:cubicBezTo>
                    <a:pt x="3308" y="4001"/>
                    <a:pt x="3119" y="4159"/>
                    <a:pt x="2930" y="4159"/>
                  </a:cubicBezTo>
                  <a:cubicBezTo>
                    <a:pt x="2710" y="4159"/>
                    <a:pt x="2520" y="3970"/>
                    <a:pt x="2520" y="3781"/>
                  </a:cubicBezTo>
                  <a:lnTo>
                    <a:pt x="2520" y="3340"/>
                  </a:lnTo>
                  <a:lnTo>
                    <a:pt x="2079" y="3340"/>
                  </a:lnTo>
                  <a:cubicBezTo>
                    <a:pt x="1859" y="3340"/>
                    <a:pt x="1701" y="3151"/>
                    <a:pt x="1701" y="2930"/>
                  </a:cubicBezTo>
                  <a:cubicBezTo>
                    <a:pt x="1701" y="2678"/>
                    <a:pt x="1859" y="2489"/>
                    <a:pt x="2079" y="2489"/>
                  </a:cubicBezTo>
                  <a:lnTo>
                    <a:pt x="2520" y="2489"/>
                  </a:lnTo>
                  <a:lnTo>
                    <a:pt x="2520" y="2048"/>
                  </a:lnTo>
                  <a:cubicBezTo>
                    <a:pt x="2520" y="1827"/>
                    <a:pt x="2710" y="1670"/>
                    <a:pt x="2930" y="1670"/>
                  </a:cubicBezTo>
                  <a:close/>
                  <a:moveTo>
                    <a:pt x="441" y="0"/>
                  </a:moveTo>
                  <a:cubicBezTo>
                    <a:pt x="189" y="0"/>
                    <a:pt x="0" y="189"/>
                    <a:pt x="0" y="441"/>
                  </a:cubicBezTo>
                  <a:lnTo>
                    <a:pt x="0" y="5387"/>
                  </a:lnTo>
                  <a:cubicBezTo>
                    <a:pt x="32" y="5639"/>
                    <a:pt x="221" y="5797"/>
                    <a:pt x="441" y="5797"/>
                  </a:cubicBezTo>
                  <a:lnTo>
                    <a:pt x="5387" y="5797"/>
                  </a:lnTo>
                  <a:cubicBezTo>
                    <a:pt x="5639" y="5797"/>
                    <a:pt x="5829" y="5608"/>
                    <a:pt x="5829" y="5387"/>
                  </a:cubicBezTo>
                  <a:lnTo>
                    <a:pt x="5829" y="441"/>
                  </a:lnTo>
                  <a:cubicBezTo>
                    <a:pt x="5829" y="189"/>
                    <a:pt x="5639" y="0"/>
                    <a:pt x="538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8711;p68">
              <a:extLst>
                <a:ext uri="{FF2B5EF4-FFF2-40B4-BE49-F238E27FC236}">
                  <a16:creationId xmlns:a16="http://schemas.microsoft.com/office/drawing/2014/main" id="{A697F6C6-21D0-A183-E121-C0A00D536393}"/>
                </a:ext>
              </a:extLst>
            </p:cNvPr>
            <p:cNvSpPr/>
            <p:nvPr/>
          </p:nvSpPr>
          <p:spPr>
            <a:xfrm>
              <a:off x="-41110575" y="3412375"/>
              <a:ext cx="146525" cy="144150"/>
            </a:xfrm>
            <a:custGeom>
              <a:avLst/>
              <a:gdLst/>
              <a:ahLst/>
              <a:cxnLst/>
              <a:rect l="l" t="t" r="r" b="b"/>
              <a:pathLst>
                <a:path w="5861" h="5766" extrusionOk="0">
                  <a:moveTo>
                    <a:pt x="3450" y="1859"/>
                  </a:moveTo>
                  <a:cubicBezTo>
                    <a:pt x="3561" y="1859"/>
                    <a:pt x="3671" y="1890"/>
                    <a:pt x="3750" y="1953"/>
                  </a:cubicBezTo>
                  <a:cubicBezTo>
                    <a:pt x="3907" y="2111"/>
                    <a:pt x="3907" y="2395"/>
                    <a:pt x="3750" y="2552"/>
                  </a:cubicBezTo>
                  <a:lnTo>
                    <a:pt x="3466" y="2836"/>
                  </a:lnTo>
                  <a:lnTo>
                    <a:pt x="3750" y="3119"/>
                  </a:lnTo>
                  <a:cubicBezTo>
                    <a:pt x="3907" y="3277"/>
                    <a:pt x="3907" y="3529"/>
                    <a:pt x="3750" y="3686"/>
                  </a:cubicBezTo>
                  <a:cubicBezTo>
                    <a:pt x="3671" y="3765"/>
                    <a:pt x="3561" y="3804"/>
                    <a:pt x="3450" y="3804"/>
                  </a:cubicBezTo>
                  <a:cubicBezTo>
                    <a:pt x="3340" y="3804"/>
                    <a:pt x="3230" y="3765"/>
                    <a:pt x="3151" y="3686"/>
                  </a:cubicBezTo>
                  <a:lnTo>
                    <a:pt x="2899" y="3434"/>
                  </a:lnTo>
                  <a:lnTo>
                    <a:pt x="2616" y="3686"/>
                  </a:lnTo>
                  <a:cubicBezTo>
                    <a:pt x="2537" y="3765"/>
                    <a:pt x="2426" y="3804"/>
                    <a:pt x="2316" y="3804"/>
                  </a:cubicBezTo>
                  <a:cubicBezTo>
                    <a:pt x="2206" y="3804"/>
                    <a:pt x="2096" y="3765"/>
                    <a:pt x="2017" y="3686"/>
                  </a:cubicBezTo>
                  <a:cubicBezTo>
                    <a:pt x="1859" y="3529"/>
                    <a:pt x="1859" y="3277"/>
                    <a:pt x="2017" y="3119"/>
                  </a:cubicBezTo>
                  <a:lnTo>
                    <a:pt x="2300" y="2836"/>
                  </a:lnTo>
                  <a:lnTo>
                    <a:pt x="2017" y="2552"/>
                  </a:lnTo>
                  <a:cubicBezTo>
                    <a:pt x="1859" y="2395"/>
                    <a:pt x="1859" y="2111"/>
                    <a:pt x="2017" y="1953"/>
                  </a:cubicBezTo>
                  <a:cubicBezTo>
                    <a:pt x="2096" y="1890"/>
                    <a:pt x="2206" y="1859"/>
                    <a:pt x="2316" y="1859"/>
                  </a:cubicBezTo>
                  <a:cubicBezTo>
                    <a:pt x="2426" y="1859"/>
                    <a:pt x="2537" y="1890"/>
                    <a:pt x="2616" y="1953"/>
                  </a:cubicBezTo>
                  <a:lnTo>
                    <a:pt x="2899" y="2237"/>
                  </a:lnTo>
                  <a:lnTo>
                    <a:pt x="3151" y="1953"/>
                  </a:lnTo>
                  <a:cubicBezTo>
                    <a:pt x="3230" y="1890"/>
                    <a:pt x="3340" y="1859"/>
                    <a:pt x="3450" y="1859"/>
                  </a:cubicBezTo>
                  <a:close/>
                  <a:moveTo>
                    <a:pt x="442" y="0"/>
                  </a:moveTo>
                  <a:cubicBezTo>
                    <a:pt x="221" y="0"/>
                    <a:pt x="1" y="189"/>
                    <a:pt x="1" y="378"/>
                  </a:cubicBezTo>
                  <a:lnTo>
                    <a:pt x="1" y="5356"/>
                  </a:lnTo>
                  <a:cubicBezTo>
                    <a:pt x="1" y="5608"/>
                    <a:pt x="221" y="5766"/>
                    <a:pt x="442" y="5766"/>
                  </a:cubicBezTo>
                  <a:lnTo>
                    <a:pt x="5419" y="5766"/>
                  </a:lnTo>
                  <a:cubicBezTo>
                    <a:pt x="5640" y="5766"/>
                    <a:pt x="5861" y="5545"/>
                    <a:pt x="5861" y="5356"/>
                  </a:cubicBezTo>
                  <a:lnTo>
                    <a:pt x="5861" y="378"/>
                  </a:lnTo>
                  <a:cubicBezTo>
                    <a:pt x="5861" y="158"/>
                    <a:pt x="5640" y="0"/>
                    <a:pt x="541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8712;p68">
              <a:extLst>
                <a:ext uri="{FF2B5EF4-FFF2-40B4-BE49-F238E27FC236}">
                  <a16:creationId xmlns:a16="http://schemas.microsoft.com/office/drawing/2014/main" id="{40A7A137-CE7D-167B-4DA6-14179DF84F92}"/>
                </a:ext>
              </a:extLst>
            </p:cNvPr>
            <p:cNvSpPr/>
            <p:nvPr/>
          </p:nvSpPr>
          <p:spPr>
            <a:xfrm>
              <a:off x="-40938875" y="3239100"/>
              <a:ext cx="145725" cy="144925"/>
            </a:xfrm>
            <a:custGeom>
              <a:avLst/>
              <a:gdLst/>
              <a:ahLst/>
              <a:cxnLst/>
              <a:rect l="l" t="t" r="r" b="b"/>
              <a:pathLst>
                <a:path w="5829" h="5797" extrusionOk="0">
                  <a:moveTo>
                    <a:pt x="3750" y="2457"/>
                  </a:moveTo>
                  <a:cubicBezTo>
                    <a:pt x="3970" y="2457"/>
                    <a:pt x="4128" y="2646"/>
                    <a:pt x="4128" y="2867"/>
                  </a:cubicBezTo>
                  <a:cubicBezTo>
                    <a:pt x="4159" y="3151"/>
                    <a:pt x="3970" y="3308"/>
                    <a:pt x="3750" y="3308"/>
                  </a:cubicBezTo>
                  <a:lnTo>
                    <a:pt x="2080" y="3308"/>
                  </a:lnTo>
                  <a:cubicBezTo>
                    <a:pt x="1859" y="3308"/>
                    <a:pt x="1702" y="3119"/>
                    <a:pt x="1702" y="2867"/>
                  </a:cubicBezTo>
                  <a:cubicBezTo>
                    <a:pt x="1702" y="2646"/>
                    <a:pt x="1891" y="2457"/>
                    <a:pt x="2080" y="2457"/>
                  </a:cubicBezTo>
                  <a:close/>
                  <a:moveTo>
                    <a:pt x="442" y="0"/>
                  </a:moveTo>
                  <a:cubicBezTo>
                    <a:pt x="190" y="0"/>
                    <a:pt x="1" y="189"/>
                    <a:pt x="1" y="441"/>
                  </a:cubicBezTo>
                  <a:lnTo>
                    <a:pt x="1" y="5387"/>
                  </a:lnTo>
                  <a:cubicBezTo>
                    <a:pt x="1" y="5639"/>
                    <a:pt x="190" y="5797"/>
                    <a:pt x="442" y="5797"/>
                  </a:cubicBezTo>
                  <a:lnTo>
                    <a:pt x="5388" y="5797"/>
                  </a:lnTo>
                  <a:cubicBezTo>
                    <a:pt x="5640" y="5797"/>
                    <a:pt x="5829" y="5608"/>
                    <a:pt x="5829" y="5387"/>
                  </a:cubicBezTo>
                  <a:lnTo>
                    <a:pt x="5829" y="441"/>
                  </a:lnTo>
                  <a:cubicBezTo>
                    <a:pt x="5829" y="189"/>
                    <a:pt x="5640" y="0"/>
                    <a:pt x="538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8713;p68">
              <a:extLst>
                <a:ext uri="{FF2B5EF4-FFF2-40B4-BE49-F238E27FC236}">
                  <a16:creationId xmlns:a16="http://schemas.microsoft.com/office/drawing/2014/main" id="{375BA40D-8929-14BB-0C69-33AC2D0DDFEF}"/>
                </a:ext>
              </a:extLst>
            </p:cNvPr>
            <p:cNvSpPr/>
            <p:nvPr/>
          </p:nvSpPr>
          <p:spPr>
            <a:xfrm>
              <a:off x="-40938875" y="3411575"/>
              <a:ext cx="145725" cy="144950"/>
            </a:xfrm>
            <a:custGeom>
              <a:avLst/>
              <a:gdLst/>
              <a:ahLst/>
              <a:cxnLst/>
              <a:rect l="l" t="t" r="r" b="b"/>
              <a:pathLst>
                <a:path w="5829" h="5798" extrusionOk="0">
                  <a:moveTo>
                    <a:pt x="3750" y="1639"/>
                  </a:moveTo>
                  <a:cubicBezTo>
                    <a:pt x="3970" y="1639"/>
                    <a:pt x="4128" y="1859"/>
                    <a:pt x="4128" y="2080"/>
                  </a:cubicBezTo>
                  <a:cubicBezTo>
                    <a:pt x="4159" y="2332"/>
                    <a:pt x="3970" y="2490"/>
                    <a:pt x="3750" y="2490"/>
                  </a:cubicBezTo>
                  <a:lnTo>
                    <a:pt x="2080" y="2490"/>
                  </a:lnTo>
                  <a:cubicBezTo>
                    <a:pt x="1859" y="2490"/>
                    <a:pt x="1702" y="2269"/>
                    <a:pt x="1702" y="2080"/>
                  </a:cubicBezTo>
                  <a:cubicBezTo>
                    <a:pt x="1702" y="1859"/>
                    <a:pt x="1891" y="1639"/>
                    <a:pt x="2080" y="1639"/>
                  </a:cubicBezTo>
                  <a:close/>
                  <a:moveTo>
                    <a:pt x="3750" y="3309"/>
                  </a:moveTo>
                  <a:cubicBezTo>
                    <a:pt x="3970" y="3309"/>
                    <a:pt x="4128" y="3498"/>
                    <a:pt x="4128" y="3687"/>
                  </a:cubicBezTo>
                  <a:cubicBezTo>
                    <a:pt x="4159" y="3970"/>
                    <a:pt x="3970" y="4128"/>
                    <a:pt x="3750" y="4128"/>
                  </a:cubicBezTo>
                  <a:lnTo>
                    <a:pt x="2080" y="4128"/>
                  </a:lnTo>
                  <a:cubicBezTo>
                    <a:pt x="1859" y="4128"/>
                    <a:pt x="1702" y="3939"/>
                    <a:pt x="1702" y="3687"/>
                  </a:cubicBezTo>
                  <a:cubicBezTo>
                    <a:pt x="1702" y="3466"/>
                    <a:pt x="1891" y="3309"/>
                    <a:pt x="2080" y="3309"/>
                  </a:cubicBezTo>
                  <a:close/>
                  <a:moveTo>
                    <a:pt x="442" y="1"/>
                  </a:moveTo>
                  <a:cubicBezTo>
                    <a:pt x="190" y="1"/>
                    <a:pt x="1" y="190"/>
                    <a:pt x="1" y="379"/>
                  </a:cubicBezTo>
                  <a:lnTo>
                    <a:pt x="1" y="5388"/>
                  </a:lnTo>
                  <a:cubicBezTo>
                    <a:pt x="1" y="5640"/>
                    <a:pt x="190" y="5798"/>
                    <a:pt x="442" y="5798"/>
                  </a:cubicBezTo>
                  <a:lnTo>
                    <a:pt x="5388" y="5798"/>
                  </a:lnTo>
                  <a:cubicBezTo>
                    <a:pt x="5640" y="5798"/>
                    <a:pt x="5829" y="5577"/>
                    <a:pt x="5829" y="5388"/>
                  </a:cubicBezTo>
                  <a:lnTo>
                    <a:pt x="5829" y="410"/>
                  </a:lnTo>
                  <a:cubicBezTo>
                    <a:pt x="5829" y="190"/>
                    <a:pt x="5640" y="1"/>
                    <a:pt x="538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40" name="Google Shape;8714;p68">
            <a:extLst>
              <a:ext uri="{FF2B5EF4-FFF2-40B4-BE49-F238E27FC236}">
                <a16:creationId xmlns:a16="http://schemas.microsoft.com/office/drawing/2014/main" id="{216889C5-30E2-3706-4417-2AC3DEA59CE7}"/>
              </a:ext>
            </a:extLst>
          </p:cNvPr>
          <p:cNvGrpSpPr/>
          <p:nvPr/>
        </p:nvGrpSpPr>
        <p:grpSpPr>
          <a:xfrm>
            <a:off x="7418346" y="8956517"/>
            <a:ext cx="987568" cy="966266"/>
            <a:chOff x="-41117650" y="3605525"/>
            <a:chExt cx="324500" cy="317500"/>
          </a:xfrm>
          <a:solidFill>
            <a:srgbClr val="555559"/>
          </a:solidFill>
        </p:grpSpPr>
        <p:sp>
          <p:nvSpPr>
            <p:cNvPr id="1784" name="Google Shape;8715;p68">
              <a:extLst>
                <a:ext uri="{FF2B5EF4-FFF2-40B4-BE49-F238E27FC236}">
                  <a16:creationId xmlns:a16="http://schemas.microsoft.com/office/drawing/2014/main" id="{DDB1B6F3-EE09-4172-3F3E-5306AD666792}"/>
                </a:ext>
              </a:extLst>
            </p:cNvPr>
            <p:cNvSpPr/>
            <p:nvPr/>
          </p:nvSpPr>
          <p:spPr>
            <a:xfrm>
              <a:off x="-41016850" y="3605525"/>
              <a:ext cx="106350" cy="105375"/>
            </a:xfrm>
            <a:custGeom>
              <a:avLst/>
              <a:gdLst/>
              <a:ahLst/>
              <a:cxnLst/>
              <a:rect l="l" t="t" r="r" b="b"/>
              <a:pathLst>
                <a:path w="4254" h="4215" extrusionOk="0">
                  <a:moveTo>
                    <a:pt x="2064" y="1"/>
                  </a:moveTo>
                  <a:cubicBezTo>
                    <a:pt x="1954" y="1"/>
                    <a:pt x="1844" y="40"/>
                    <a:pt x="1765" y="119"/>
                  </a:cubicBezTo>
                  <a:lnTo>
                    <a:pt x="1" y="1883"/>
                  </a:lnTo>
                  <a:lnTo>
                    <a:pt x="2332" y="4214"/>
                  </a:lnTo>
                  <a:lnTo>
                    <a:pt x="4096" y="2450"/>
                  </a:lnTo>
                  <a:cubicBezTo>
                    <a:pt x="4254" y="2293"/>
                    <a:pt x="4254" y="2009"/>
                    <a:pt x="4096" y="1852"/>
                  </a:cubicBezTo>
                  <a:lnTo>
                    <a:pt x="2364" y="119"/>
                  </a:lnTo>
                  <a:cubicBezTo>
                    <a:pt x="2285" y="40"/>
                    <a:pt x="2175" y="1"/>
                    <a:pt x="206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8716;p68">
              <a:extLst>
                <a:ext uri="{FF2B5EF4-FFF2-40B4-BE49-F238E27FC236}">
                  <a16:creationId xmlns:a16="http://schemas.microsoft.com/office/drawing/2014/main" id="{8D8C4810-1334-0A35-95AF-C477324902BF}"/>
                </a:ext>
              </a:extLst>
            </p:cNvPr>
            <p:cNvSpPr/>
            <p:nvPr/>
          </p:nvSpPr>
          <p:spPr>
            <a:xfrm>
              <a:off x="-40900275" y="3721300"/>
              <a:ext cx="107125" cy="105375"/>
            </a:xfrm>
            <a:custGeom>
              <a:avLst/>
              <a:gdLst/>
              <a:ahLst/>
              <a:cxnLst/>
              <a:rect l="l" t="t" r="r" b="b"/>
              <a:pathLst>
                <a:path w="4285" h="4215" extrusionOk="0">
                  <a:moveTo>
                    <a:pt x="2064" y="1"/>
                  </a:moveTo>
                  <a:cubicBezTo>
                    <a:pt x="1954" y="1"/>
                    <a:pt x="1843" y="40"/>
                    <a:pt x="1765" y="119"/>
                  </a:cubicBezTo>
                  <a:lnTo>
                    <a:pt x="0" y="1915"/>
                  </a:lnTo>
                  <a:lnTo>
                    <a:pt x="2300" y="4215"/>
                  </a:lnTo>
                  <a:lnTo>
                    <a:pt x="4128" y="2482"/>
                  </a:lnTo>
                  <a:cubicBezTo>
                    <a:pt x="4285" y="2324"/>
                    <a:pt x="4285" y="2072"/>
                    <a:pt x="4128" y="1915"/>
                  </a:cubicBezTo>
                  <a:lnTo>
                    <a:pt x="2363" y="119"/>
                  </a:lnTo>
                  <a:cubicBezTo>
                    <a:pt x="2285" y="40"/>
                    <a:pt x="2174" y="1"/>
                    <a:pt x="206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8717;p68">
              <a:extLst>
                <a:ext uri="{FF2B5EF4-FFF2-40B4-BE49-F238E27FC236}">
                  <a16:creationId xmlns:a16="http://schemas.microsoft.com/office/drawing/2014/main" id="{2884DBA7-CAA1-82A4-33DB-9C7CE64B41DC}"/>
                </a:ext>
              </a:extLst>
            </p:cNvPr>
            <p:cNvSpPr/>
            <p:nvPr/>
          </p:nvSpPr>
          <p:spPr>
            <a:xfrm>
              <a:off x="-41117650" y="3668350"/>
              <a:ext cx="262300" cy="254675"/>
            </a:xfrm>
            <a:custGeom>
              <a:avLst/>
              <a:gdLst/>
              <a:ahLst/>
              <a:cxnLst/>
              <a:rect l="l" t="t" r="r" b="b"/>
              <a:pathLst>
                <a:path w="10492" h="10187" extrusionOk="0">
                  <a:moveTo>
                    <a:pt x="3497" y="0"/>
                  </a:moveTo>
                  <a:lnTo>
                    <a:pt x="1764" y="1733"/>
                  </a:lnTo>
                  <a:cubicBezTo>
                    <a:pt x="1166" y="2332"/>
                    <a:pt x="725" y="3088"/>
                    <a:pt x="504" y="3812"/>
                  </a:cubicBezTo>
                  <a:cubicBezTo>
                    <a:pt x="0" y="5514"/>
                    <a:pt x="410" y="7404"/>
                    <a:pt x="1764" y="8759"/>
                  </a:cubicBezTo>
                  <a:cubicBezTo>
                    <a:pt x="2667" y="9661"/>
                    <a:pt x="3919" y="10187"/>
                    <a:pt x="5273" y="10187"/>
                  </a:cubicBezTo>
                  <a:cubicBezTo>
                    <a:pt x="5384" y="10187"/>
                    <a:pt x="5496" y="10183"/>
                    <a:pt x="5608" y="10176"/>
                  </a:cubicBezTo>
                  <a:cubicBezTo>
                    <a:pt x="6679" y="10082"/>
                    <a:pt x="7876" y="9609"/>
                    <a:pt x="8758" y="8759"/>
                  </a:cubicBezTo>
                  <a:lnTo>
                    <a:pt x="10491" y="7026"/>
                  </a:lnTo>
                  <a:lnTo>
                    <a:pt x="8191" y="4694"/>
                  </a:lnTo>
                  <a:lnTo>
                    <a:pt x="6396" y="6396"/>
                  </a:lnTo>
                  <a:cubicBezTo>
                    <a:pt x="6077" y="6715"/>
                    <a:pt x="5645" y="6880"/>
                    <a:pt x="5214" y="6880"/>
                  </a:cubicBezTo>
                  <a:cubicBezTo>
                    <a:pt x="4794" y="6880"/>
                    <a:pt x="4375" y="6722"/>
                    <a:pt x="4064" y="6396"/>
                  </a:cubicBezTo>
                  <a:cubicBezTo>
                    <a:pt x="3434" y="5766"/>
                    <a:pt x="3434" y="4694"/>
                    <a:pt x="4064" y="4064"/>
                  </a:cubicBezTo>
                  <a:lnTo>
                    <a:pt x="5797" y="2332"/>
                  </a:lnTo>
                  <a:lnTo>
                    <a:pt x="3497"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41" name="Google Shape;8718;p68">
            <a:extLst>
              <a:ext uri="{FF2B5EF4-FFF2-40B4-BE49-F238E27FC236}">
                <a16:creationId xmlns:a16="http://schemas.microsoft.com/office/drawing/2014/main" id="{8B41F7B6-B346-C859-8711-F79E2F089DCE}"/>
              </a:ext>
            </a:extLst>
          </p:cNvPr>
          <p:cNvSpPr/>
          <p:nvPr/>
        </p:nvSpPr>
        <p:spPr>
          <a:xfrm>
            <a:off x="7430829" y="10089344"/>
            <a:ext cx="970831" cy="942072"/>
          </a:xfrm>
          <a:custGeom>
            <a:avLst/>
            <a:gdLst/>
            <a:ahLst/>
            <a:cxnLst/>
            <a:rect l="l" t="t" r="r" b="b"/>
            <a:pathLst>
              <a:path w="12760" h="12382" extrusionOk="0">
                <a:moveTo>
                  <a:pt x="2080" y="1"/>
                </a:moveTo>
                <a:cubicBezTo>
                  <a:pt x="946" y="1"/>
                  <a:pt x="32" y="946"/>
                  <a:pt x="1" y="2080"/>
                </a:cubicBezTo>
                <a:lnTo>
                  <a:pt x="1" y="9515"/>
                </a:lnTo>
                <a:cubicBezTo>
                  <a:pt x="1" y="11090"/>
                  <a:pt x="1261" y="12382"/>
                  <a:pt x="2899" y="12382"/>
                </a:cubicBezTo>
                <a:cubicBezTo>
                  <a:pt x="4537" y="12382"/>
                  <a:pt x="5798" y="11090"/>
                  <a:pt x="5829" y="9515"/>
                </a:cubicBezTo>
                <a:cubicBezTo>
                  <a:pt x="5829" y="9295"/>
                  <a:pt x="6144" y="9137"/>
                  <a:pt x="6365" y="9074"/>
                </a:cubicBezTo>
                <a:cubicBezTo>
                  <a:pt x="6617" y="9074"/>
                  <a:pt x="6932" y="9295"/>
                  <a:pt x="6932" y="9515"/>
                </a:cubicBezTo>
                <a:cubicBezTo>
                  <a:pt x="6932" y="11122"/>
                  <a:pt x="8223" y="12382"/>
                  <a:pt x="9830" y="12382"/>
                </a:cubicBezTo>
                <a:cubicBezTo>
                  <a:pt x="11374" y="12382"/>
                  <a:pt x="12760" y="11216"/>
                  <a:pt x="12760" y="9452"/>
                </a:cubicBezTo>
                <a:lnTo>
                  <a:pt x="12760" y="2080"/>
                </a:lnTo>
                <a:cubicBezTo>
                  <a:pt x="12760" y="946"/>
                  <a:pt x="11815" y="32"/>
                  <a:pt x="10681" y="1"/>
                </a:cubicBezTo>
                <a:cubicBezTo>
                  <a:pt x="10114" y="1"/>
                  <a:pt x="9578" y="221"/>
                  <a:pt x="9200" y="568"/>
                </a:cubicBezTo>
                <a:cubicBezTo>
                  <a:pt x="9043" y="725"/>
                  <a:pt x="9043" y="1009"/>
                  <a:pt x="9200" y="1166"/>
                </a:cubicBezTo>
                <a:cubicBezTo>
                  <a:pt x="9279" y="1245"/>
                  <a:pt x="9389" y="1284"/>
                  <a:pt x="9499" y="1284"/>
                </a:cubicBezTo>
                <a:cubicBezTo>
                  <a:pt x="9610" y="1284"/>
                  <a:pt x="9720" y="1245"/>
                  <a:pt x="9799" y="1166"/>
                </a:cubicBezTo>
                <a:cubicBezTo>
                  <a:pt x="10051" y="946"/>
                  <a:pt x="10366" y="820"/>
                  <a:pt x="10681" y="820"/>
                </a:cubicBezTo>
                <a:cubicBezTo>
                  <a:pt x="11342" y="820"/>
                  <a:pt x="11878" y="1355"/>
                  <a:pt x="11878" y="2080"/>
                </a:cubicBezTo>
                <a:lnTo>
                  <a:pt x="11878" y="7499"/>
                </a:lnTo>
                <a:cubicBezTo>
                  <a:pt x="11374" y="6963"/>
                  <a:pt x="10618" y="6648"/>
                  <a:pt x="9799" y="6648"/>
                </a:cubicBezTo>
                <a:cubicBezTo>
                  <a:pt x="8570" y="6648"/>
                  <a:pt x="7562" y="7404"/>
                  <a:pt x="7121" y="8444"/>
                </a:cubicBezTo>
                <a:cubicBezTo>
                  <a:pt x="6932" y="8349"/>
                  <a:pt x="6585" y="8286"/>
                  <a:pt x="6365" y="8286"/>
                </a:cubicBezTo>
                <a:cubicBezTo>
                  <a:pt x="6144" y="8286"/>
                  <a:pt x="5798" y="8381"/>
                  <a:pt x="5640" y="8444"/>
                </a:cubicBezTo>
                <a:cubicBezTo>
                  <a:pt x="5199" y="7404"/>
                  <a:pt x="4191" y="6648"/>
                  <a:pt x="2962" y="6648"/>
                </a:cubicBezTo>
                <a:cubicBezTo>
                  <a:pt x="2111" y="6648"/>
                  <a:pt x="1418" y="6995"/>
                  <a:pt x="851" y="7499"/>
                </a:cubicBezTo>
                <a:lnTo>
                  <a:pt x="851" y="2080"/>
                </a:lnTo>
                <a:cubicBezTo>
                  <a:pt x="851" y="1418"/>
                  <a:pt x="1418" y="851"/>
                  <a:pt x="2080" y="820"/>
                </a:cubicBezTo>
                <a:cubicBezTo>
                  <a:pt x="2426" y="820"/>
                  <a:pt x="2742" y="977"/>
                  <a:pt x="2962" y="1166"/>
                </a:cubicBezTo>
                <a:cubicBezTo>
                  <a:pt x="3041" y="1245"/>
                  <a:pt x="3151" y="1284"/>
                  <a:pt x="3257" y="1284"/>
                </a:cubicBezTo>
                <a:cubicBezTo>
                  <a:pt x="3364" y="1284"/>
                  <a:pt x="3466" y="1245"/>
                  <a:pt x="3529" y="1166"/>
                </a:cubicBezTo>
                <a:cubicBezTo>
                  <a:pt x="3687" y="1009"/>
                  <a:pt x="3687" y="725"/>
                  <a:pt x="3529" y="568"/>
                </a:cubicBezTo>
                <a:cubicBezTo>
                  <a:pt x="3183" y="221"/>
                  <a:pt x="2647" y="1"/>
                  <a:pt x="2080"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42" name="Google Shape;8719;p68">
            <a:extLst>
              <a:ext uri="{FF2B5EF4-FFF2-40B4-BE49-F238E27FC236}">
                <a16:creationId xmlns:a16="http://schemas.microsoft.com/office/drawing/2014/main" id="{3B56D401-AC82-287F-AB51-F4F047931569}"/>
              </a:ext>
            </a:extLst>
          </p:cNvPr>
          <p:cNvGrpSpPr/>
          <p:nvPr/>
        </p:nvGrpSpPr>
        <p:grpSpPr>
          <a:xfrm>
            <a:off x="13347912" y="7783760"/>
            <a:ext cx="563324" cy="968471"/>
            <a:chOff x="-39205300" y="3220175"/>
            <a:chExt cx="185100" cy="318225"/>
          </a:xfrm>
          <a:solidFill>
            <a:srgbClr val="555559"/>
          </a:solidFill>
        </p:grpSpPr>
        <p:sp>
          <p:nvSpPr>
            <p:cNvPr id="1782" name="Google Shape;8720;p68">
              <a:extLst>
                <a:ext uri="{FF2B5EF4-FFF2-40B4-BE49-F238E27FC236}">
                  <a16:creationId xmlns:a16="http://schemas.microsoft.com/office/drawing/2014/main" id="{2AB0B813-D965-E84B-0C27-6ED4CE54150E}"/>
                </a:ext>
              </a:extLst>
            </p:cNvPr>
            <p:cNvSpPr/>
            <p:nvPr/>
          </p:nvSpPr>
          <p:spPr>
            <a:xfrm>
              <a:off x="-39205300" y="3220175"/>
              <a:ext cx="185100" cy="111875"/>
            </a:xfrm>
            <a:custGeom>
              <a:avLst/>
              <a:gdLst/>
              <a:ahLst/>
              <a:cxnLst/>
              <a:rect l="l" t="t" r="r" b="b"/>
              <a:pathLst>
                <a:path w="7404" h="4475" extrusionOk="0">
                  <a:moveTo>
                    <a:pt x="1229" y="1"/>
                  </a:moveTo>
                  <a:cubicBezTo>
                    <a:pt x="567" y="1"/>
                    <a:pt x="0" y="568"/>
                    <a:pt x="0" y="1261"/>
                  </a:cubicBezTo>
                  <a:cubicBezTo>
                    <a:pt x="0" y="1797"/>
                    <a:pt x="315" y="2269"/>
                    <a:pt x="819" y="2458"/>
                  </a:cubicBezTo>
                  <a:lnTo>
                    <a:pt x="819" y="4475"/>
                  </a:lnTo>
                  <a:lnTo>
                    <a:pt x="6616" y="4475"/>
                  </a:lnTo>
                  <a:lnTo>
                    <a:pt x="6616" y="2458"/>
                  </a:lnTo>
                  <a:lnTo>
                    <a:pt x="6585" y="2458"/>
                  </a:lnTo>
                  <a:cubicBezTo>
                    <a:pt x="7057" y="2301"/>
                    <a:pt x="7404" y="1828"/>
                    <a:pt x="7404" y="1261"/>
                  </a:cubicBezTo>
                  <a:cubicBezTo>
                    <a:pt x="7404" y="600"/>
                    <a:pt x="6868" y="64"/>
                    <a:pt x="617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8721;p68">
              <a:extLst>
                <a:ext uri="{FF2B5EF4-FFF2-40B4-BE49-F238E27FC236}">
                  <a16:creationId xmlns:a16="http://schemas.microsoft.com/office/drawing/2014/main" id="{313D59B2-4F8C-16D1-BEA6-FDC42166F65A}"/>
                </a:ext>
              </a:extLst>
            </p:cNvPr>
            <p:cNvSpPr/>
            <p:nvPr/>
          </p:nvSpPr>
          <p:spPr>
            <a:xfrm>
              <a:off x="-39184825" y="3353300"/>
              <a:ext cx="144950" cy="185100"/>
            </a:xfrm>
            <a:custGeom>
              <a:avLst/>
              <a:gdLst/>
              <a:ahLst/>
              <a:cxnLst/>
              <a:rect l="l" t="t" r="r" b="b"/>
              <a:pathLst>
                <a:path w="5798" h="7404" extrusionOk="0">
                  <a:moveTo>
                    <a:pt x="0" y="0"/>
                  </a:moveTo>
                  <a:lnTo>
                    <a:pt x="0" y="819"/>
                  </a:lnTo>
                  <a:lnTo>
                    <a:pt x="2111" y="819"/>
                  </a:lnTo>
                  <a:cubicBezTo>
                    <a:pt x="2332" y="819"/>
                    <a:pt x="2489" y="1040"/>
                    <a:pt x="2489" y="1260"/>
                  </a:cubicBezTo>
                  <a:cubicBezTo>
                    <a:pt x="2489" y="1513"/>
                    <a:pt x="2300" y="1702"/>
                    <a:pt x="2111" y="1702"/>
                  </a:cubicBezTo>
                  <a:lnTo>
                    <a:pt x="0" y="1702"/>
                  </a:lnTo>
                  <a:lnTo>
                    <a:pt x="0" y="2521"/>
                  </a:lnTo>
                  <a:lnTo>
                    <a:pt x="2111" y="2521"/>
                  </a:lnTo>
                  <a:cubicBezTo>
                    <a:pt x="2332" y="2521"/>
                    <a:pt x="2489" y="2710"/>
                    <a:pt x="2489" y="2930"/>
                  </a:cubicBezTo>
                  <a:cubicBezTo>
                    <a:pt x="2489" y="3151"/>
                    <a:pt x="2300" y="3340"/>
                    <a:pt x="2111" y="3340"/>
                  </a:cubicBezTo>
                  <a:lnTo>
                    <a:pt x="0" y="3340"/>
                  </a:lnTo>
                  <a:lnTo>
                    <a:pt x="0" y="4190"/>
                  </a:lnTo>
                  <a:lnTo>
                    <a:pt x="2111" y="4190"/>
                  </a:lnTo>
                  <a:cubicBezTo>
                    <a:pt x="2332" y="4190"/>
                    <a:pt x="2489" y="4379"/>
                    <a:pt x="2489" y="4600"/>
                  </a:cubicBezTo>
                  <a:cubicBezTo>
                    <a:pt x="2458" y="4726"/>
                    <a:pt x="2300" y="4915"/>
                    <a:pt x="2048" y="4915"/>
                  </a:cubicBezTo>
                  <a:lnTo>
                    <a:pt x="63" y="4915"/>
                  </a:lnTo>
                  <a:cubicBezTo>
                    <a:pt x="252" y="6427"/>
                    <a:pt x="1512" y="7404"/>
                    <a:pt x="2899" y="7404"/>
                  </a:cubicBezTo>
                  <a:cubicBezTo>
                    <a:pt x="4474" y="7404"/>
                    <a:pt x="5797" y="6112"/>
                    <a:pt x="5797" y="4537"/>
                  </a:cubicBezTo>
                  <a:lnTo>
                    <a:pt x="5797"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43" name="Google Shape;8722;p68">
            <a:extLst>
              <a:ext uri="{FF2B5EF4-FFF2-40B4-BE49-F238E27FC236}">
                <a16:creationId xmlns:a16="http://schemas.microsoft.com/office/drawing/2014/main" id="{C3AE920B-74F0-8A75-01AE-D95A9B231DFB}"/>
              </a:ext>
            </a:extLst>
          </p:cNvPr>
          <p:cNvGrpSpPr/>
          <p:nvPr/>
        </p:nvGrpSpPr>
        <p:grpSpPr>
          <a:xfrm>
            <a:off x="13238844" y="8905008"/>
            <a:ext cx="781459" cy="961852"/>
            <a:chOff x="-39248625" y="3588600"/>
            <a:chExt cx="256775" cy="316050"/>
          </a:xfrm>
          <a:solidFill>
            <a:srgbClr val="555559"/>
          </a:solidFill>
        </p:grpSpPr>
        <p:sp>
          <p:nvSpPr>
            <p:cNvPr id="1780" name="Google Shape;8723;p68">
              <a:extLst>
                <a:ext uri="{FF2B5EF4-FFF2-40B4-BE49-F238E27FC236}">
                  <a16:creationId xmlns:a16="http://schemas.microsoft.com/office/drawing/2014/main" id="{0DD1EEC4-A5D5-DA24-B5FD-198BA515B343}"/>
                </a:ext>
              </a:extLst>
            </p:cNvPr>
            <p:cNvSpPr/>
            <p:nvPr/>
          </p:nvSpPr>
          <p:spPr>
            <a:xfrm>
              <a:off x="-39248625" y="3588600"/>
              <a:ext cx="256775" cy="316050"/>
            </a:xfrm>
            <a:custGeom>
              <a:avLst/>
              <a:gdLst/>
              <a:ahLst/>
              <a:cxnLst/>
              <a:rect l="l" t="t" r="r" b="b"/>
              <a:pathLst>
                <a:path w="10271" h="12642" extrusionOk="0">
                  <a:moveTo>
                    <a:pt x="5364" y="0"/>
                  </a:moveTo>
                  <a:cubicBezTo>
                    <a:pt x="5041" y="0"/>
                    <a:pt x="4710" y="118"/>
                    <a:pt x="4443" y="355"/>
                  </a:cubicBezTo>
                  <a:lnTo>
                    <a:pt x="3277" y="1552"/>
                  </a:lnTo>
                  <a:cubicBezTo>
                    <a:pt x="2804" y="2025"/>
                    <a:pt x="2804" y="2812"/>
                    <a:pt x="3277" y="3316"/>
                  </a:cubicBezTo>
                  <a:lnTo>
                    <a:pt x="3938" y="3978"/>
                  </a:lnTo>
                  <a:lnTo>
                    <a:pt x="1702" y="6215"/>
                  </a:lnTo>
                  <a:cubicBezTo>
                    <a:pt x="1544" y="6152"/>
                    <a:pt x="1355" y="6057"/>
                    <a:pt x="1135" y="6057"/>
                  </a:cubicBezTo>
                  <a:cubicBezTo>
                    <a:pt x="1119" y="6056"/>
                    <a:pt x="1104" y="6056"/>
                    <a:pt x="1089" y="6056"/>
                  </a:cubicBezTo>
                  <a:cubicBezTo>
                    <a:pt x="538" y="6056"/>
                    <a:pt x="0" y="6611"/>
                    <a:pt x="0" y="7286"/>
                  </a:cubicBezTo>
                  <a:cubicBezTo>
                    <a:pt x="0" y="7947"/>
                    <a:pt x="567" y="8515"/>
                    <a:pt x="1229" y="8515"/>
                  </a:cubicBezTo>
                  <a:cubicBezTo>
                    <a:pt x="1418" y="8515"/>
                    <a:pt x="1576" y="8483"/>
                    <a:pt x="1733" y="8388"/>
                  </a:cubicBezTo>
                  <a:lnTo>
                    <a:pt x="3560" y="10216"/>
                  </a:lnTo>
                  <a:cubicBezTo>
                    <a:pt x="2993" y="10720"/>
                    <a:pt x="2615" y="11381"/>
                    <a:pt x="2521" y="12169"/>
                  </a:cubicBezTo>
                  <a:cubicBezTo>
                    <a:pt x="2489" y="12421"/>
                    <a:pt x="2678" y="12642"/>
                    <a:pt x="2930" y="12642"/>
                  </a:cubicBezTo>
                  <a:lnTo>
                    <a:pt x="8633" y="12642"/>
                  </a:lnTo>
                  <a:cubicBezTo>
                    <a:pt x="8853" y="12642"/>
                    <a:pt x="9074" y="12421"/>
                    <a:pt x="9011" y="12169"/>
                  </a:cubicBezTo>
                  <a:cubicBezTo>
                    <a:pt x="8790" y="10562"/>
                    <a:pt x="7404" y="9334"/>
                    <a:pt x="5766" y="9334"/>
                  </a:cubicBezTo>
                  <a:cubicBezTo>
                    <a:pt x="5199" y="9334"/>
                    <a:pt x="4695" y="9491"/>
                    <a:pt x="4222" y="9743"/>
                  </a:cubicBezTo>
                  <a:lnTo>
                    <a:pt x="2300" y="7853"/>
                  </a:lnTo>
                  <a:cubicBezTo>
                    <a:pt x="2363" y="7695"/>
                    <a:pt x="2395" y="7475"/>
                    <a:pt x="2395" y="7286"/>
                  </a:cubicBezTo>
                  <a:cubicBezTo>
                    <a:pt x="2395" y="7097"/>
                    <a:pt x="2363" y="6939"/>
                    <a:pt x="2300" y="6782"/>
                  </a:cubicBezTo>
                  <a:lnTo>
                    <a:pt x="4285" y="4797"/>
                  </a:lnTo>
                  <a:lnTo>
                    <a:pt x="4285" y="4797"/>
                  </a:lnTo>
                  <a:cubicBezTo>
                    <a:pt x="4253" y="5742"/>
                    <a:pt x="4537" y="6624"/>
                    <a:pt x="5073" y="7317"/>
                  </a:cubicBezTo>
                  <a:lnTo>
                    <a:pt x="10271" y="2119"/>
                  </a:lnTo>
                  <a:cubicBezTo>
                    <a:pt x="9636" y="1606"/>
                    <a:pt x="8888" y="1321"/>
                    <a:pt x="8026" y="1321"/>
                  </a:cubicBezTo>
                  <a:cubicBezTo>
                    <a:pt x="7776" y="1321"/>
                    <a:pt x="7516" y="1345"/>
                    <a:pt x="7246" y="1394"/>
                  </a:cubicBezTo>
                  <a:lnTo>
                    <a:pt x="6238" y="355"/>
                  </a:lnTo>
                  <a:cubicBezTo>
                    <a:pt x="6002" y="118"/>
                    <a:pt x="5687" y="0"/>
                    <a:pt x="536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8724;p68">
              <a:extLst>
                <a:ext uri="{FF2B5EF4-FFF2-40B4-BE49-F238E27FC236}">
                  <a16:creationId xmlns:a16="http://schemas.microsoft.com/office/drawing/2014/main" id="{A04E9EF3-D0BB-9985-7F96-29EE753FF73C}"/>
                </a:ext>
              </a:extLst>
            </p:cNvPr>
            <p:cNvSpPr/>
            <p:nvPr/>
          </p:nvSpPr>
          <p:spPr>
            <a:xfrm>
              <a:off x="-39076150" y="3684875"/>
              <a:ext cx="84300" cy="80300"/>
            </a:xfrm>
            <a:custGeom>
              <a:avLst/>
              <a:gdLst/>
              <a:ahLst/>
              <a:cxnLst/>
              <a:rect l="l" t="t" r="r" b="b"/>
              <a:pathLst>
                <a:path w="3372" h="3212" extrusionOk="0">
                  <a:moveTo>
                    <a:pt x="2868" y="1"/>
                  </a:moveTo>
                  <a:lnTo>
                    <a:pt x="1" y="2868"/>
                  </a:lnTo>
                  <a:cubicBezTo>
                    <a:pt x="353" y="3098"/>
                    <a:pt x="757" y="3212"/>
                    <a:pt x="1156" y="3212"/>
                  </a:cubicBezTo>
                  <a:cubicBezTo>
                    <a:pt x="1686" y="3212"/>
                    <a:pt x="2207" y="3011"/>
                    <a:pt x="2584" y="2616"/>
                  </a:cubicBezTo>
                  <a:cubicBezTo>
                    <a:pt x="3309" y="1891"/>
                    <a:pt x="3372" y="851"/>
                    <a:pt x="286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44" name="Google Shape;8725;p68">
            <a:extLst>
              <a:ext uri="{FF2B5EF4-FFF2-40B4-BE49-F238E27FC236}">
                <a16:creationId xmlns:a16="http://schemas.microsoft.com/office/drawing/2014/main" id="{100E8E4E-6A64-CE91-AA4B-5EAA1D8264BC}"/>
              </a:ext>
            </a:extLst>
          </p:cNvPr>
          <p:cNvSpPr/>
          <p:nvPr/>
        </p:nvSpPr>
        <p:spPr>
          <a:xfrm>
            <a:off x="13160032" y="10015013"/>
            <a:ext cx="946941" cy="966114"/>
          </a:xfrm>
          <a:custGeom>
            <a:avLst/>
            <a:gdLst/>
            <a:ahLst/>
            <a:cxnLst/>
            <a:rect l="l" t="t" r="r" b="b"/>
            <a:pathLst>
              <a:path w="12446" h="12698" extrusionOk="0">
                <a:moveTo>
                  <a:pt x="6239" y="1"/>
                </a:moveTo>
                <a:cubicBezTo>
                  <a:pt x="5105" y="1"/>
                  <a:pt x="4191" y="915"/>
                  <a:pt x="4159" y="2112"/>
                </a:cubicBezTo>
                <a:cubicBezTo>
                  <a:pt x="4159" y="3088"/>
                  <a:pt x="4852" y="3939"/>
                  <a:pt x="5798" y="4097"/>
                </a:cubicBezTo>
                <a:lnTo>
                  <a:pt x="5798" y="5294"/>
                </a:lnTo>
                <a:cubicBezTo>
                  <a:pt x="4852" y="5483"/>
                  <a:pt x="4159" y="6333"/>
                  <a:pt x="4159" y="7310"/>
                </a:cubicBezTo>
                <a:cubicBezTo>
                  <a:pt x="4159" y="7657"/>
                  <a:pt x="4222" y="7972"/>
                  <a:pt x="4380" y="8255"/>
                </a:cubicBezTo>
                <a:lnTo>
                  <a:pt x="3403" y="9043"/>
                </a:lnTo>
                <a:cubicBezTo>
                  <a:pt x="3057" y="8728"/>
                  <a:pt x="2584" y="8570"/>
                  <a:pt x="2112" y="8570"/>
                </a:cubicBezTo>
                <a:cubicBezTo>
                  <a:pt x="946" y="8602"/>
                  <a:pt x="1" y="9515"/>
                  <a:pt x="1" y="10650"/>
                </a:cubicBezTo>
                <a:cubicBezTo>
                  <a:pt x="1" y="11784"/>
                  <a:pt x="946" y="12697"/>
                  <a:pt x="2112" y="12697"/>
                </a:cubicBezTo>
                <a:cubicBezTo>
                  <a:pt x="3246" y="12697"/>
                  <a:pt x="4128" y="11752"/>
                  <a:pt x="4191" y="10650"/>
                </a:cubicBezTo>
                <a:cubicBezTo>
                  <a:pt x="4191" y="10303"/>
                  <a:pt x="4096" y="9988"/>
                  <a:pt x="3939" y="9704"/>
                </a:cubicBezTo>
                <a:lnTo>
                  <a:pt x="4947" y="8917"/>
                </a:lnTo>
                <a:cubicBezTo>
                  <a:pt x="5294" y="9232"/>
                  <a:pt x="5766" y="9389"/>
                  <a:pt x="6239" y="9389"/>
                </a:cubicBezTo>
                <a:cubicBezTo>
                  <a:pt x="6743" y="9389"/>
                  <a:pt x="7184" y="9200"/>
                  <a:pt x="7530" y="8917"/>
                </a:cubicBezTo>
                <a:lnTo>
                  <a:pt x="8507" y="9704"/>
                </a:lnTo>
                <a:cubicBezTo>
                  <a:pt x="8350" y="9988"/>
                  <a:pt x="8287" y="10303"/>
                  <a:pt x="8287" y="10650"/>
                </a:cubicBezTo>
                <a:cubicBezTo>
                  <a:pt x="8287" y="11784"/>
                  <a:pt x="9232" y="12697"/>
                  <a:pt x="10366" y="12697"/>
                </a:cubicBezTo>
                <a:cubicBezTo>
                  <a:pt x="11500" y="12697"/>
                  <a:pt x="12414" y="11752"/>
                  <a:pt x="12445" y="10650"/>
                </a:cubicBezTo>
                <a:cubicBezTo>
                  <a:pt x="12445" y="9515"/>
                  <a:pt x="11563" y="8602"/>
                  <a:pt x="10366" y="8570"/>
                </a:cubicBezTo>
                <a:cubicBezTo>
                  <a:pt x="9862" y="8570"/>
                  <a:pt x="9421" y="8759"/>
                  <a:pt x="9074" y="9043"/>
                </a:cubicBezTo>
                <a:lnTo>
                  <a:pt x="8097" y="8255"/>
                </a:lnTo>
                <a:cubicBezTo>
                  <a:pt x="8255" y="7972"/>
                  <a:pt x="8318" y="7657"/>
                  <a:pt x="8318" y="7310"/>
                </a:cubicBezTo>
                <a:cubicBezTo>
                  <a:pt x="8318" y="6333"/>
                  <a:pt x="7625" y="5451"/>
                  <a:pt x="6680" y="5294"/>
                </a:cubicBezTo>
                <a:lnTo>
                  <a:pt x="6680" y="4097"/>
                </a:lnTo>
                <a:cubicBezTo>
                  <a:pt x="7625" y="3908"/>
                  <a:pt x="8318" y="3088"/>
                  <a:pt x="8318" y="2112"/>
                </a:cubicBezTo>
                <a:cubicBezTo>
                  <a:pt x="8318" y="946"/>
                  <a:pt x="7404" y="64"/>
                  <a:pt x="6239"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8726;p68">
            <a:extLst>
              <a:ext uri="{FF2B5EF4-FFF2-40B4-BE49-F238E27FC236}">
                <a16:creationId xmlns:a16="http://schemas.microsoft.com/office/drawing/2014/main" id="{2AF4B5D0-7F8F-39F8-D104-BAE6FFDA2546}"/>
              </a:ext>
            </a:extLst>
          </p:cNvPr>
          <p:cNvSpPr/>
          <p:nvPr/>
        </p:nvSpPr>
        <p:spPr>
          <a:xfrm>
            <a:off x="18882628" y="7750519"/>
            <a:ext cx="963678" cy="960104"/>
          </a:xfrm>
          <a:custGeom>
            <a:avLst/>
            <a:gdLst/>
            <a:ahLst/>
            <a:cxnLst/>
            <a:rect l="l" t="t" r="r" b="b"/>
            <a:pathLst>
              <a:path w="12666" h="12619" extrusionOk="0">
                <a:moveTo>
                  <a:pt x="9294" y="1"/>
                </a:moveTo>
                <a:cubicBezTo>
                  <a:pt x="9192" y="1"/>
                  <a:pt x="9089" y="40"/>
                  <a:pt x="9011" y="119"/>
                </a:cubicBezTo>
                <a:lnTo>
                  <a:pt x="7593" y="1537"/>
                </a:lnTo>
                <a:lnTo>
                  <a:pt x="9011" y="2954"/>
                </a:lnTo>
                <a:cubicBezTo>
                  <a:pt x="9168" y="3112"/>
                  <a:pt x="9168" y="3395"/>
                  <a:pt x="9011" y="3553"/>
                </a:cubicBezTo>
                <a:cubicBezTo>
                  <a:pt x="8932" y="3632"/>
                  <a:pt x="8822" y="3671"/>
                  <a:pt x="8711" y="3671"/>
                </a:cubicBezTo>
                <a:cubicBezTo>
                  <a:pt x="8601" y="3671"/>
                  <a:pt x="8491" y="3632"/>
                  <a:pt x="8412" y="3553"/>
                </a:cubicBezTo>
                <a:lnTo>
                  <a:pt x="6994" y="2135"/>
                </a:lnTo>
                <a:lnTo>
                  <a:pt x="5923" y="3206"/>
                </a:lnTo>
                <a:lnTo>
                  <a:pt x="7341" y="4624"/>
                </a:lnTo>
                <a:cubicBezTo>
                  <a:pt x="7498" y="4782"/>
                  <a:pt x="7498" y="5034"/>
                  <a:pt x="7341" y="5191"/>
                </a:cubicBezTo>
                <a:cubicBezTo>
                  <a:pt x="7262" y="5270"/>
                  <a:pt x="7160" y="5309"/>
                  <a:pt x="7053" y="5309"/>
                </a:cubicBezTo>
                <a:cubicBezTo>
                  <a:pt x="6947" y="5309"/>
                  <a:pt x="6837" y="5270"/>
                  <a:pt x="6742" y="5191"/>
                </a:cubicBezTo>
                <a:lnTo>
                  <a:pt x="5356" y="3773"/>
                </a:lnTo>
                <a:lnTo>
                  <a:pt x="4285" y="4845"/>
                </a:lnTo>
                <a:lnTo>
                  <a:pt x="5703" y="6262"/>
                </a:lnTo>
                <a:cubicBezTo>
                  <a:pt x="5860" y="6420"/>
                  <a:pt x="5860" y="6703"/>
                  <a:pt x="5703" y="6861"/>
                </a:cubicBezTo>
                <a:cubicBezTo>
                  <a:pt x="5624" y="6940"/>
                  <a:pt x="5514" y="6979"/>
                  <a:pt x="5403" y="6979"/>
                </a:cubicBezTo>
                <a:cubicBezTo>
                  <a:pt x="5293" y="6979"/>
                  <a:pt x="5183" y="6940"/>
                  <a:pt x="5104" y="6861"/>
                </a:cubicBezTo>
                <a:lnTo>
                  <a:pt x="3686" y="5443"/>
                </a:lnTo>
                <a:lnTo>
                  <a:pt x="2615" y="6514"/>
                </a:lnTo>
                <a:lnTo>
                  <a:pt x="4096" y="7932"/>
                </a:lnTo>
                <a:cubicBezTo>
                  <a:pt x="4253" y="8090"/>
                  <a:pt x="4253" y="8373"/>
                  <a:pt x="4096" y="8499"/>
                </a:cubicBezTo>
                <a:cubicBezTo>
                  <a:pt x="4017" y="8578"/>
                  <a:pt x="3907" y="8617"/>
                  <a:pt x="3797" y="8617"/>
                </a:cubicBezTo>
                <a:cubicBezTo>
                  <a:pt x="3686" y="8617"/>
                  <a:pt x="3576" y="8578"/>
                  <a:pt x="3497" y="8499"/>
                </a:cubicBezTo>
                <a:lnTo>
                  <a:pt x="2048" y="7081"/>
                </a:lnTo>
                <a:lnTo>
                  <a:pt x="158" y="8972"/>
                </a:lnTo>
                <a:cubicBezTo>
                  <a:pt x="0" y="9129"/>
                  <a:pt x="0" y="9413"/>
                  <a:pt x="158" y="9570"/>
                </a:cubicBezTo>
                <a:lnTo>
                  <a:pt x="3056" y="12500"/>
                </a:lnTo>
                <a:cubicBezTo>
                  <a:pt x="3135" y="12579"/>
                  <a:pt x="3245" y="12618"/>
                  <a:pt x="3356" y="12618"/>
                </a:cubicBezTo>
                <a:cubicBezTo>
                  <a:pt x="3466" y="12618"/>
                  <a:pt x="3576" y="12579"/>
                  <a:pt x="3655" y="12500"/>
                </a:cubicBezTo>
                <a:lnTo>
                  <a:pt x="12508" y="3616"/>
                </a:lnTo>
                <a:cubicBezTo>
                  <a:pt x="12665" y="3458"/>
                  <a:pt x="12665" y="3206"/>
                  <a:pt x="12508" y="3049"/>
                </a:cubicBezTo>
                <a:lnTo>
                  <a:pt x="9578" y="119"/>
                </a:lnTo>
                <a:cubicBezTo>
                  <a:pt x="9499" y="40"/>
                  <a:pt x="9397" y="1"/>
                  <a:pt x="9294"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46" name="Google Shape;8727;p68">
            <a:extLst>
              <a:ext uri="{FF2B5EF4-FFF2-40B4-BE49-F238E27FC236}">
                <a16:creationId xmlns:a16="http://schemas.microsoft.com/office/drawing/2014/main" id="{B187AA6B-0CE1-EE35-EC86-F7BB8A9E754C}"/>
              </a:ext>
            </a:extLst>
          </p:cNvPr>
          <p:cNvGrpSpPr/>
          <p:nvPr/>
        </p:nvGrpSpPr>
        <p:grpSpPr>
          <a:xfrm>
            <a:off x="2840543" y="7776607"/>
            <a:ext cx="1118737" cy="966038"/>
            <a:chOff x="-42651700" y="3217825"/>
            <a:chExt cx="367600" cy="317425"/>
          </a:xfrm>
          <a:solidFill>
            <a:srgbClr val="555559"/>
          </a:solidFill>
        </p:grpSpPr>
        <p:sp>
          <p:nvSpPr>
            <p:cNvPr id="1776" name="Google Shape;8728;p68">
              <a:extLst>
                <a:ext uri="{FF2B5EF4-FFF2-40B4-BE49-F238E27FC236}">
                  <a16:creationId xmlns:a16="http://schemas.microsoft.com/office/drawing/2014/main" id="{09F33BEB-2EBD-BCDC-CE2A-9CD5E05644BE}"/>
                </a:ext>
              </a:extLst>
            </p:cNvPr>
            <p:cNvSpPr/>
            <p:nvPr/>
          </p:nvSpPr>
          <p:spPr>
            <a:xfrm>
              <a:off x="-42651700" y="3239075"/>
              <a:ext cx="367600" cy="296175"/>
            </a:xfrm>
            <a:custGeom>
              <a:avLst/>
              <a:gdLst/>
              <a:ahLst/>
              <a:cxnLst/>
              <a:rect l="l" t="t" r="r" b="b"/>
              <a:pathLst>
                <a:path w="14704" h="11847" extrusionOk="0">
                  <a:moveTo>
                    <a:pt x="7370" y="797"/>
                  </a:moveTo>
                  <a:cubicBezTo>
                    <a:pt x="8536" y="797"/>
                    <a:pt x="9694" y="1246"/>
                    <a:pt x="10576" y="2143"/>
                  </a:cubicBezTo>
                  <a:cubicBezTo>
                    <a:pt x="12340" y="3908"/>
                    <a:pt x="12340" y="6775"/>
                    <a:pt x="10576" y="8539"/>
                  </a:cubicBezTo>
                  <a:cubicBezTo>
                    <a:pt x="9757" y="9390"/>
                    <a:pt x="8623" y="9894"/>
                    <a:pt x="7363" y="9894"/>
                  </a:cubicBezTo>
                  <a:cubicBezTo>
                    <a:pt x="6102" y="9894"/>
                    <a:pt x="4937" y="9358"/>
                    <a:pt x="4118" y="8539"/>
                  </a:cubicBezTo>
                  <a:cubicBezTo>
                    <a:pt x="2353" y="6775"/>
                    <a:pt x="2353" y="3908"/>
                    <a:pt x="4118" y="2143"/>
                  </a:cubicBezTo>
                  <a:cubicBezTo>
                    <a:pt x="5031" y="1246"/>
                    <a:pt x="6205" y="797"/>
                    <a:pt x="7370" y="797"/>
                  </a:cubicBezTo>
                  <a:close/>
                  <a:moveTo>
                    <a:pt x="7326" y="1"/>
                  </a:moveTo>
                  <a:cubicBezTo>
                    <a:pt x="2091" y="1"/>
                    <a:pt x="0" y="6750"/>
                    <a:pt x="4275" y="9768"/>
                  </a:cubicBezTo>
                  <a:lnTo>
                    <a:pt x="3424" y="11280"/>
                  </a:lnTo>
                  <a:cubicBezTo>
                    <a:pt x="3298" y="11532"/>
                    <a:pt x="3487" y="11847"/>
                    <a:pt x="3771" y="11847"/>
                  </a:cubicBezTo>
                  <a:cubicBezTo>
                    <a:pt x="3929" y="11847"/>
                    <a:pt x="4086" y="11784"/>
                    <a:pt x="4118" y="11626"/>
                  </a:cubicBezTo>
                  <a:lnTo>
                    <a:pt x="5000" y="10209"/>
                  </a:lnTo>
                  <a:cubicBezTo>
                    <a:pt x="5740" y="10571"/>
                    <a:pt x="6543" y="10752"/>
                    <a:pt x="7351" y="10752"/>
                  </a:cubicBezTo>
                  <a:cubicBezTo>
                    <a:pt x="8158" y="10752"/>
                    <a:pt x="8969" y="10571"/>
                    <a:pt x="9725" y="10209"/>
                  </a:cubicBezTo>
                  <a:lnTo>
                    <a:pt x="10576" y="11626"/>
                  </a:lnTo>
                  <a:cubicBezTo>
                    <a:pt x="10671" y="11784"/>
                    <a:pt x="10828" y="11847"/>
                    <a:pt x="10923" y="11847"/>
                  </a:cubicBezTo>
                  <a:cubicBezTo>
                    <a:pt x="11238" y="11847"/>
                    <a:pt x="11458" y="11532"/>
                    <a:pt x="11301" y="11280"/>
                  </a:cubicBezTo>
                  <a:lnTo>
                    <a:pt x="10419" y="9768"/>
                  </a:lnTo>
                  <a:cubicBezTo>
                    <a:pt x="14703" y="6775"/>
                    <a:pt x="12592" y="1"/>
                    <a:pt x="7363" y="1"/>
                  </a:cubicBezTo>
                  <a:cubicBezTo>
                    <a:pt x="7350" y="1"/>
                    <a:pt x="7338" y="1"/>
                    <a:pt x="732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8729;p68">
              <a:extLst>
                <a:ext uri="{FF2B5EF4-FFF2-40B4-BE49-F238E27FC236}">
                  <a16:creationId xmlns:a16="http://schemas.microsoft.com/office/drawing/2014/main" id="{3BBAD301-C510-9BE7-0B40-A56108E34382}"/>
                </a:ext>
              </a:extLst>
            </p:cNvPr>
            <p:cNvSpPr/>
            <p:nvPr/>
          </p:nvSpPr>
          <p:spPr>
            <a:xfrm>
              <a:off x="-42419600" y="3217825"/>
              <a:ext cx="106350" cy="106350"/>
            </a:xfrm>
            <a:custGeom>
              <a:avLst/>
              <a:gdLst/>
              <a:ahLst/>
              <a:cxnLst/>
              <a:rect l="l" t="t" r="r" b="b"/>
              <a:pathLst>
                <a:path w="4254" h="4254" extrusionOk="0">
                  <a:moveTo>
                    <a:pt x="1355" y="0"/>
                  </a:moveTo>
                  <a:cubicBezTo>
                    <a:pt x="882" y="0"/>
                    <a:pt x="410" y="95"/>
                    <a:pt x="0" y="315"/>
                  </a:cubicBezTo>
                  <a:cubicBezTo>
                    <a:pt x="1891" y="946"/>
                    <a:pt x="3340" y="2395"/>
                    <a:pt x="3938" y="4254"/>
                  </a:cubicBezTo>
                  <a:cubicBezTo>
                    <a:pt x="4128" y="3844"/>
                    <a:pt x="4254" y="3371"/>
                    <a:pt x="4254" y="2899"/>
                  </a:cubicBezTo>
                  <a:cubicBezTo>
                    <a:pt x="4254" y="1292"/>
                    <a:pt x="2962" y="0"/>
                    <a:pt x="135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8730;p68">
              <a:extLst>
                <a:ext uri="{FF2B5EF4-FFF2-40B4-BE49-F238E27FC236}">
                  <a16:creationId xmlns:a16="http://schemas.microsoft.com/office/drawing/2014/main" id="{5DB6DCD3-02CD-95DD-1737-64F52856DB1E}"/>
                </a:ext>
              </a:extLst>
            </p:cNvPr>
            <p:cNvSpPr/>
            <p:nvPr/>
          </p:nvSpPr>
          <p:spPr>
            <a:xfrm>
              <a:off x="-42623600" y="3218600"/>
              <a:ext cx="106350" cy="106375"/>
            </a:xfrm>
            <a:custGeom>
              <a:avLst/>
              <a:gdLst/>
              <a:ahLst/>
              <a:cxnLst/>
              <a:rect l="l" t="t" r="r" b="b"/>
              <a:pathLst>
                <a:path w="4254" h="4255" extrusionOk="0">
                  <a:moveTo>
                    <a:pt x="2931" y="1"/>
                  </a:moveTo>
                  <a:cubicBezTo>
                    <a:pt x="1292" y="1"/>
                    <a:pt x="1" y="1293"/>
                    <a:pt x="1" y="2899"/>
                  </a:cubicBezTo>
                  <a:cubicBezTo>
                    <a:pt x="1" y="3372"/>
                    <a:pt x="127" y="3845"/>
                    <a:pt x="316" y="4254"/>
                  </a:cubicBezTo>
                  <a:cubicBezTo>
                    <a:pt x="977" y="2364"/>
                    <a:pt x="2426" y="915"/>
                    <a:pt x="4254" y="316"/>
                  </a:cubicBezTo>
                  <a:cubicBezTo>
                    <a:pt x="3876" y="127"/>
                    <a:pt x="3403" y="1"/>
                    <a:pt x="293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8731;p68">
              <a:extLst>
                <a:ext uri="{FF2B5EF4-FFF2-40B4-BE49-F238E27FC236}">
                  <a16:creationId xmlns:a16="http://schemas.microsoft.com/office/drawing/2014/main" id="{0350AC41-5756-3F20-5D6B-41BA004DC380}"/>
                </a:ext>
              </a:extLst>
            </p:cNvPr>
            <p:cNvSpPr/>
            <p:nvPr/>
          </p:nvSpPr>
          <p:spPr>
            <a:xfrm>
              <a:off x="-42561375" y="3279250"/>
              <a:ext cx="185900" cy="186700"/>
            </a:xfrm>
            <a:custGeom>
              <a:avLst/>
              <a:gdLst/>
              <a:ahLst/>
              <a:cxnLst/>
              <a:rect l="l" t="t" r="r" b="b"/>
              <a:pathLst>
                <a:path w="7436" h="7468" extrusionOk="0">
                  <a:moveTo>
                    <a:pt x="3781" y="1671"/>
                  </a:moveTo>
                  <a:cubicBezTo>
                    <a:pt x="4033" y="1671"/>
                    <a:pt x="4191" y="1860"/>
                    <a:pt x="4191" y="2112"/>
                  </a:cubicBezTo>
                  <a:lnTo>
                    <a:pt x="4191" y="3340"/>
                  </a:lnTo>
                  <a:lnTo>
                    <a:pt x="5388" y="3340"/>
                  </a:lnTo>
                  <a:cubicBezTo>
                    <a:pt x="5640" y="3340"/>
                    <a:pt x="5829" y="3529"/>
                    <a:pt x="5829" y="3750"/>
                  </a:cubicBezTo>
                  <a:cubicBezTo>
                    <a:pt x="5829" y="4002"/>
                    <a:pt x="5640" y="4128"/>
                    <a:pt x="5388" y="4128"/>
                  </a:cubicBezTo>
                  <a:lnTo>
                    <a:pt x="3750" y="4128"/>
                  </a:lnTo>
                  <a:cubicBezTo>
                    <a:pt x="3498" y="4128"/>
                    <a:pt x="3308" y="3939"/>
                    <a:pt x="3308" y="3750"/>
                  </a:cubicBezTo>
                  <a:lnTo>
                    <a:pt x="3308" y="2112"/>
                  </a:lnTo>
                  <a:lnTo>
                    <a:pt x="3340" y="2112"/>
                  </a:lnTo>
                  <a:cubicBezTo>
                    <a:pt x="3340" y="1860"/>
                    <a:pt x="3529" y="1671"/>
                    <a:pt x="3781" y="1671"/>
                  </a:cubicBezTo>
                  <a:close/>
                  <a:moveTo>
                    <a:pt x="3750" y="1"/>
                  </a:moveTo>
                  <a:cubicBezTo>
                    <a:pt x="1702" y="1"/>
                    <a:pt x="32" y="1671"/>
                    <a:pt x="0" y="3750"/>
                  </a:cubicBezTo>
                  <a:cubicBezTo>
                    <a:pt x="32" y="5798"/>
                    <a:pt x="1702" y="7467"/>
                    <a:pt x="3750" y="7467"/>
                  </a:cubicBezTo>
                  <a:cubicBezTo>
                    <a:pt x="5797" y="7467"/>
                    <a:pt x="7436" y="5798"/>
                    <a:pt x="7436" y="3750"/>
                  </a:cubicBezTo>
                  <a:cubicBezTo>
                    <a:pt x="7436" y="1702"/>
                    <a:pt x="5797" y="64"/>
                    <a:pt x="375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47" name="Google Shape;8732;p68">
            <a:extLst>
              <a:ext uri="{FF2B5EF4-FFF2-40B4-BE49-F238E27FC236}">
                <a16:creationId xmlns:a16="http://schemas.microsoft.com/office/drawing/2014/main" id="{64E2B5B5-CA5F-A1BE-5681-3AC7982851B4}"/>
              </a:ext>
            </a:extLst>
          </p:cNvPr>
          <p:cNvGrpSpPr/>
          <p:nvPr/>
        </p:nvGrpSpPr>
        <p:grpSpPr>
          <a:xfrm>
            <a:off x="2932832" y="8902497"/>
            <a:ext cx="934157" cy="946104"/>
            <a:chOff x="-42617300" y="3587775"/>
            <a:chExt cx="306950" cy="310875"/>
          </a:xfrm>
          <a:solidFill>
            <a:srgbClr val="555559"/>
          </a:solidFill>
        </p:grpSpPr>
        <p:sp>
          <p:nvSpPr>
            <p:cNvPr id="1774" name="Google Shape;8733;p68">
              <a:extLst>
                <a:ext uri="{FF2B5EF4-FFF2-40B4-BE49-F238E27FC236}">
                  <a16:creationId xmlns:a16="http://schemas.microsoft.com/office/drawing/2014/main" id="{825D75BE-3B5E-52E7-D182-FF96429D39E0}"/>
                </a:ext>
              </a:extLst>
            </p:cNvPr>
            <p:cNvSpPr/>
            <p:nvPr/>
          </p:nvSpPr>
          <p:spPr>
            <a:xfrm>
              <a:off x="-42617300" y="3587775"/>
              <a:ext cx="306950" cy="310875"/>
            </a:xfrm>
            <a:custGeom>
              <a:avLst/>
              <a:gdLst/>
              <a:ahLst/>
              <a:cxnLst/>
              <a:rect l="l" t="t" r="r" b="b"/>
              <a:pathLst>
                <a:path w="12278" h="12435" extrusionOk="0">
                  <a:moveTo>
                    <a:pt x="5905" y="860"/>
                  </a:moveTo>
                  <a:cubicBezTo>
                    <a:pt x="6421" y="860"/>
                    <a:pt x="6926" y="1412"/>
                    <a:pt x="7341" y="2467"/>
                  </a:cubicBezTo>
                  <a:cubicBezTo>
                    <a:pt x="6837" y="2593"/>
                    <a:pt x="6365" y="2782"/>
                    <a:pt x="5892" y="3003"/>
                  </a:cubicBezTo>
                  <a:cubicBezTo>
                    <a:pt x="5419" y="2782"/>
                    <a:pt x="4947" y="2593"/>
                    <a:pt x="4443" y="2467"/>
                  </a:cubicBezTo>
                  <a:cubicBezTo>
                    <a:pt x="4893" y="1381"/>
                    <a:pt x="5404" y="860"/>
                    <a:pt x="5905" y="860"/>
                  </a:cubicBezTo>
                  <a:close/>
                  <a:moveTo>
                    <a:pt x="4191" y="3255"/>
                  </a:moveTo>
                  <a:cubicBezTo>
                    <a:pt x="4443" y="3349"/>
                    <a:pt x="4632" y="3381"/>
                    <a:pt x="4884" y="3475"/>
                  </a:cubicBezTo>
                  <a:cubicBezTo>
                    <a:pt x="4726" y="3538"/>
                    <a:pt x="4600" y="3601"/>
                    <a:pt x="4443" y="3696"/>
                  </a:cubicBezTo>
                  <a:cubicBezTo>
                    <a:pt x="4285" y="3790"/>
                    <a:pt x="4159" y="3853"/>
                    <a:pt x="4002" y="3948"/>
                  </a:cubicBezTo>
                  <a:cubicBezTo>
                    <a:pt x="4096" y="3727"/>
                    <a:pt x="4159" y="3507"/>
                    <a:pt x="4191" y="3255"/>
                  </a:cubicBezTo>
                  <a:close/>
                  <a:moveTo>
                    <a:pt x="7625" y="3318"/>
                  </a:moveTo>
                  <a:cubicBezTo>
                    <a:pt x="7688" y="3507"/>
                    <a:pt x="7751" y="3727"/>
                    <a:pt x="7782" y="3979"/>
                  </a:cubicBezTo>
                  <a:cubicBezTo>
                    <a:pt x="7499" y="3790"/>
                    <a:pt x="7247" y="3633"/>
                    <a:pt x="6963" y="3507"/>
                  </a:cubicBezTo>
                  <a:cubicBezTo>
                    <a:pt x="7184" y="3412"/>
                    <a:pt x="7404" y="3349"/>
                    <a:pt x="7625" y="3318"/>
                  </a:cubicBezTo>
                  <a:close/>
                  <a:moveTo>
                    <a:pt x="2611" y="3034"/>
                  </a:moveTo>
                  <a:cubicBezTo>
                    <a:pt x="2846" y="3034"/>
                    <a:pt x="3110" y="3054"/>
                    <a:pt x="3403" y="3097"/>
                  </a:cubicBezTo>
                  <a:cubicBezTo>
                    <a:pt x="3309" y="3570"/>
                    <a:pt x="3183" y="4042"/>
                    <a:pt x="3151" y="4609"/>
                  </a:cubicBezTo>
                  <a:cubicBezTo>
                    <a:pt x="2742" y="4924"/>
                    <a:pt x="2363" y="5240"/>
                    <a:pt x="1954" y="5586"/>
                  </a:cubicBezTo>
                  <a:cubicBezTo>
                    <a:pt x="712" y="4068"/>
                    <a:pt x="945" y="3034"/>
                    <a:pt x="2611" y="3034"/>
                  </a:cubicBezTo>
                  <a:close/>
                  <a:moveTo>
                    <a:pt x="9301" y="3075"/>
                  </a:moveTo>
                  <a:cubicBezTo>
                    <a:pt x="10879" y="3075"/>
                    <a:pt x="11079" y="4102"/>
                    <a:pt x="9862" y="5618"/>
                  </a:cubicBezTo>
                  <a:cubicBezTo>
                    <a:pt x="9515" y="5271"/>
                    <a:pt x="9137" y="4924"/>
                    <a:pt x="8696" y="4641"/>
                  </a:cubicBezTo>
                  <a:cubicBezTo>
                    <a:pt x="8601" y="4137"/>
                    <a:pt x="8538" y="3601"/>
                    <a:pt x="8412" y="3160"/>
                  </a:cubicBezTo>
                  <a:cubicBezTo>
                    <a:pt x="8746" y="3102"/>
                    <a:pt x="9042" y="3075"/>
                    <a:pt x="9301" y="3075"/>
                  </a:cubicBezTo>
                  <a:close/>
                  <a:moveTo>
                    <a:pt x="8822" y="5744"/>
                  </a:moveTo>
                  <a:cubicBezTo>
                    <a:pt x="9011" y="5901"/>
                    <a:pt x="9169" y="6059"/>
                    <a:pt x="9326" y="6216"/>
                  </a:cubicBezTo>
                  <a:cubicBezTo>
                    <a:pt x="9169" y="6374"/>
                    <a:pt x="8980" y="6531"/>
                    <a:pt x="8822" y="6689"/>
                  </a:cubicBezTo>
                  <a:lnTo>
                    <a:pt x="8822" y="5744"/>
                  </a:lnTo>
                  <a:close/>
                  <a:moveTo>
                    <a:pt x="3025" y="5775"/>
                  </a:moveTo>
                  <a:lnTo>
                    <a:pt x="3025" y="6720"/>
                  </a:lnTo>
                  <a:cubicBezTo>
                    <a:pt x="2836" y="6563"/>
                    <a:pt x="2679" y="6405"/>
                    <a:pt x="2521" y="6248"/>
                  </a:cubicBezTo>
                  <a:cubicBezTo>
                    <a:pt x="2679" y="6090"/>
                    <a:pt x="2868" y="5933"/>
                    <a:pt x="3025" y="5775"/>
                  </a:cubicBezTo>
                  <a:close/>
                  <a:moveTo>
                    <a:pt x="5892" y="3885"/>
                  </a:moveTo>
                  <a:cubicBezTo>
                    <a:pt x="6617" y="4200"/>
                    <a:pt x="7278" y="4609"/>
                    <a:pt x="7908" y="5082"/>
                  </a:cubicBezTo>
                  <a:cubicBezTo>
                    <a:pt x="8003" y="5838"/>
                    <a:pt x="8003" y="6626"/>
                    <a:pt x="7908" y="7413"/>
                  </a:cubicBezTo>
                  <a:cubicBezTo>
                    <a:pt x="7278" y="7823"/>
                    <a:pt x="6585" y="8232"/>
                    <a:pt x="5892" y="8579"/>
                  </a:cubicBezTo>
                  <a:cubicBezTo>
                    <a:pt x="5545" y="8421"/>
                    <a:pt x="5230" y="8232"/>
                    <a:pt x="4884" y="8043"/>
                  </a:cubicBezTo>
                  <a:cubicBezTo>
                    <a:pt x="4537" y="7823"/>
                    <a:pt x="4191" y="7634"/>
                    <a:pt x="3876" y="7413"/>
                  </a:cubicBezTo>
                  <a:cubicBezTo>
                    <a:pt x="3844" y="6657"/>
                    <a:pt x="3844" y="5870"/>
                    <a:pt x="3876" y="5082"/>
                  </a:cubicBezTo>
                  <a:cubicBezTo>
                    <a:pt x="4191" y="4830"/>
                    <a:pt x="4537" y="4641"/>
                    <a:pt x="4884" y="4452"/>
                  </a:cubicBezTo>
                  <a:cubicBezTo>
                    <a:pt x="5230" y="4263"/>
                    <a:pt x="5577" y="4042"/>
                    <a:pt x="5892" y="3885"/>
                  </a:cubicBezTo>
                  <a:close/>
                  <a:moveTo>
                    <a:pt x="4033" y="8516"/>
                  </a:moveTo>
                  <a:cubicBezTo>
                    <a:pt x="4159" y="8579"/>
                    <a:pt x="4317" y="8674"/>
                    <a:pt x="4474" y="8737"/>
                  </a:cubicBezTo>
                  <a:cubicBezTo>
                    <a:pt x="4632" y="8831"/>
                    <a:pt x="4758" y="8894"/>
                    <a:pt x="4915" y="8989"/>
                  </a:cubicBezTo>
                  <a:cubicBezTo>
                    <a:pt x="4663" y="9052"/>
                    <a:pt x="4474" y="9146"/>
                    <a:pt x="4254" y="9178"/>
                  </a:cubicBezTo>
                  <a:cubicBezTo>
                    <a:pt x="4159" y="8926"/>
                    <a:pt x="4096" y="8737"/>
                    <a:pt x="4033" y="8516"/>
                  </a:cubicBezTo>
                  <a:close/>
                  <a:moveTo>
                    <a:pt x="7782" y="8516"/>
                  </a:moveTo>
                  <a:cubicBezTo>
                    <a:pt x="7751" y="8737"/>
                    <a:pt x="7688" y="8989"/>
                    <a:pt x="7625" y="9178"/>
                  </a:cubicBezTo>
                  <a:cubicBezTo>
                    <a:pt x="7404" y="9083"/>
                    <a:pt x="7184" y="9052"/>
                    <a:pt x="6963" y="8989"/>
                  </a:cubicBezTo>
                  <a:cubicBezTo>
                    <a:pt x="7278" y="8831"/>
                    <a:pt x="7499" y="8674"/>
                    <a:pt x="7782" y="8516"/>
                  </a:cubicBezTo>
                  <a:close/>
                  <a:moveTo>
                    <a:pt x="1954" y="6846"/>
                  </a:moveTo>
                  <a:cubicBezTo>
                    <a:pt x="2300" y="7193"/>
                    <a:pt x="2710" y="7571"/>
                    <a:pt x="3151" y="7823"/>
                  </a:cubicBezTo>
                  <a:cubicBezTo>
                    <a:pt x="3214" y="8358"/>
                    <a:pt x="3309" y="8863"/>
                    <a:pt x="3403" y="9335"/>
                  </a:cubicBezTo>
                  <a:cubicBezTo>
                    <a:pt x="3090" y="9388"/>
                    <a:pt x="2806" y="9414"/>
                    <a:pt x="2555" y="9414"/>
                  </a:cubicBezTo>
                  <a:cubicBezTo>
                    <a:pt x="1015" y="9414"/>
                    <a:pt x="681" y="8445"/>
                    <a:pt x="1954" y="6846"/>
                  </a:cubicBezTo>
                  <a:close/>
                  <a:moveTo>
                    <a:pt x="9925" y="6846"/>
                  </a:moveTo>
                  <a:lnTo>
                    <a:pt x="9925" y="6846"/>
                  </a:lnTo>
                  <a:cubicBezTo>
                    <a:pt x="11167" y="8392"/>
                    <a:pt x="10934" y="9430"/>
                    <a:pt x="9267" y="9430"/>
                  </a:cubicBezTo>
                  <a:cubicBezTo>
                    <a:pt x="9032" y="9430"/>
                    <a:pt x="8768" y="9410"/>
                    <a:pt x="8475" y="9367"/>
                  </a:cubicBezTo>
                  <a:cubicBezTo>
                    <a:pt x="8538" y="8894"/>
                    <a:pt x="8664" y="8390"/>
                    <a:pt x="8727" y="7823"/>
                  </a:cubicBezTo>
                  <a:cubicBezTo>
                    <a:pt x="9137" y="7508"/>
                    <a:pt x="9515" y="7193"/>
                    <a:pt x="9925" y="6846"/>
                  </a:cubicBezTo>
                  <a:close/>
                  <a:moveTo>
                    <a:pt x="5924" y="9461"/>
                  </a:moveTo>
                  <a:cubicBezTo>
                    <a:pt x="6396" y="9650"/>
                    <a:pt x="6869" y="9839"/>
                    <a:pt x="7404" y="9965"/>
                  </a:cubicBezTo>
                  <a:cubicBezTo>
                    <a:pt x="6962" y="11056"/>
                    <a:pt x="6440" y="11607"/>
                    <a:pt x="5922" y="11607"/>
                  </a:cubicBezTo>
                  <a:cubicBezTo>
                    <a:pt x="5408" y="11607"/>
                    <a:pt x="4898" y="11064"/>
                    <a:pt x="4474" y="9965"/>
                  </a:cubicBezTo>
                  <a:cubicBezTo>
                    <a:pt x="4978" y="9839"/>
                    <a:pt x="5451" y="9650"/>
                    <a:pt x="5924" y="9461"/>
                  </a:cubicBezTo>
                  <a:close/>
                  <a:moveTo>
                    <a:pt x="5931" y="1"/>
                  </a:moveTo>
                  <a:cubicBezTo>
                    <a:pt x="5817" y="1"/>
                    <a:pt x="5699" y="14"/>
                    <a:pt x="5577" y="41"/>
                  </a:cubicBezTo>
                  <a:cubicBezTo>
                    <a:pt x="4632" y="262"/>
                    <a:pt x="4002" y="1333"/>
                    <a:pt x="3655" y="2278"/>
                  </a:cubicBezTo>
                  <a:cubicBezTo>
                    <a:pt x="3326" y="2223"/>
                    <a:pt x="2973" y="2187"/>
                    <a:pt x="2624" y="2187"/>
                  </a:cubicBezTo>
                  <a:cubicBezTo>
                    <a:pt x="1770" y="2187"/>
                    <a:pt x="939" y="2404"/>
                    <a:pt x="536" y="3097"/>
                  </a:cubicBezTo>
                  <a:cubicBezTo>
                    <a:pt x="1" y="4074"/>
                    <a:pt x="662" y="5334"/>
                    <a:pt x="1387" y="6216"/>
                  </a:cubicBezTo>
                  <a:cubicBezTo>
                    <a:pt x="788" y="6972"/>
                    <a:pt x="158" y="8043"/>
                    <a:pt x="379" y="8926"/>
                  </a:cubicBezTo>
                  <a:cubicBezTo>
                    <a:pt x="599" y="9650"/>
                    <a:pt x="1166" y="10028"/>
                    <a:pt x="1922" y="10186"/>
                  </a:cubicBezTo>
                  <a:cubicBezTo>
                    <a:pt x="2157" y="10241"/>
                    <a:pt x="2410" y="10266"/>
                    <a:pt x="2668" y="10266"/>
                  </a:cubicBezTo>
                  <a:cubicBezTo>
                    <a:pt x="2998" y="10266"/>
                    <a:pt x="3337" y="10225"/>
                    <a:pt x="3655" y="10154"/>
                  </a:cubicBezTo>
                  <a:cubicBezTo>
                    <a:pt x="4221" y="11678"/>
                    <a:pt x="5076" y="12434"/>
                    <a:pt x="5929" y="12434"/>
                  </a:cubicBezTo>
                  <a:cubicBezTo>
                    <a:pt x="6786" y="12434"/>
                    <a:pt x="7639" y="11670"/>
                    <a:pt x="8192" y="10154"/>
                  </a:cubicBezTo>
                  <a:cubicBezTo>
                    <a:pt x="8550" y="10215"/>
                    <a:pt x="8882" y="10243"/>
                    <a:pt x="9186" y="10243"/>
                  </a:cubicBezTo>
                  <a:cubicBezTo>
                    <a:pt x="11589" y="10243"/>
                    <a:pt x="12278" y="8453"/>
                    <a:pt x="10460" y="6216"/>
                  </a:cubicBezTo>
                  <a:cubicBezTo>
                    <a:pt x="12272" y="4014"/>
                    <a:pt x="11618" y="2182"/>
                    <a:pt x="9217" y="2182"/>
                  </a:cubicBezTo>
                  <a:cubicBezTo>
                    <a:pt x="8904" y="2182"/>
                    <a:pt x="8562" y="2213"/>
                    <a:pt x="8192" y="2278"/>
                  </a:cubicBezTo>
                  <a:cubicBezTo>
                    <a:pt x="7765" y="1139"/>
                    <a:pt x="7004" y="1"/>
                    <a:pt x="593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8734;p68">
              <a:extLst>
                <a:ext uri="{FF2B5EF4-FFF2-40B4-BE49-F238E27FC236}">
                  <a16:creationId xmlns:a16="http://schemas.microsoft.com/office/drawing/2014/main" id="{7CFE1284-7E93-F17B-C45E-1C015FE717EC}"/>
                </a:ext>
              </a:extLst>
            </p:cNvPr>
            <p:cNvSpPr/>
            <p:nvPr/>
          </p:nvSpPr>
          <p:spPr>
            <a:xfrm>
              <a:off x="-42500725" y="3712425"/>
              <a:ext cx="63025" cy="62275"/>
            </a:xfrm>
            <a:custGeom>
              <a:avLst/>
              <a:gdLst/>
              <a:ahLst/>
              <a:cxnLst/>
              <a:rect l="l" t="t" r="r" b="b"/>
              <a:pathLst>
                <a:path w="2521" h="2491" extrusionOk="0">
                  <a:moveTo>
                    <a:pt x="1313" y="0"/>
                  </a:moveTo>
                  <a:cubicBezTo>
                    <a:pt x="1295" y="0"/>
                    <a:pt x="1278" y="1"/>
                    <a:pt x="1261" y="1"/>
                  </a:cubicBezTo>
                  <a:cubicBezTo>
                    <a:pt x="599" y="1"/>
                    <a:pt x="0" y="569"/>
                    <a:pt x="63" y="1230"/>
                  </a:cubicBezTo>
                  <a:cubicBezTo>
                    <a:pt x="0" y="1955"/>
                    <a:pt x="567" y="2490"/>
                    <a:pt x="1261" y="2490"/>
                  </a:cubicBezTo>
                  <a:cubicBezTo>
                    <a:pt x="1954" y="2490"/>
                    <a:pt x="2521" y="1955"/>
                    <a:pt x="2489" y="1230"/>
                  </a:cubicBezTo>
                  <a:cubicBezTo>
                    <a:pt x="2489" y="585"/>
                    <a:pt x="1980" y="0"/>
                    <a:pt x="131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48" name="Google Shape;8735;p68">
            <a:extLst>
              <a:ext uri="{FF2B5EF4-FFF2-40B4-BE49-F238E27FC236}">
                <a16:creationId xmlns:a16="http://schemas.microsoft.com/office/drawing/2014/main" id="{96D41E05-E368-609A-5A4E-84207152D26A}"/>
              </a:ext>
            </a:extLst>
          </p:cNvPr>
          <p:cNvSpPr/>
          <p:nvPr/>
        </p:nvSpPr>
        <p:spPr>
          <a:xfrm>
            <a:off x="2919975" y="10007860"/>
            <a:ext cx="968395" cy="963678"/>
          </a:xfrm>
          <a:custGeom>
            <a:avLst/>
            <a:gdLst/>
            <a:ahLst/>
            <a:cxnLst/>
            <a:rect l="l" t="t" r="r" b="b"/>
            <a:pathLst>
              <a:path w="12728" h="12666" extrusionOk="0">
                <a:moveTo>
                  <a:pt x="1859" y="3308"/>
                </a:moveTo>
                <a:lnTo>
                  <a:pt x="1859" y="5230"/>
                </a:lnTo>
                <a:lnTo>
                  <a:pt x="882" y="5230"/>
                </a:lnTo>
                <a:lnTo>
                  <a:pt x="882" y="3308"/>
                </a:lnTo>
                <a:close/>
                <a:moveTo>
                  <a:pt x="5765" y="2458"/>
                </a:moveTo>
                <a:cubicBezTo>
                  <a:pt x="5860" y="2458"/>
                  <a:pt x="5986" y="2584"/>
                  <a:pt x="5986" y="2710"/>
                </a:cubicBezTo>
                <a:lnTo>
                  <a:pt x="5986" y="5230"/>
                </a:lnTo>
                <a:lnTo>
                  <a:pt x="2678" y="5230"/>
                </a:lnTo>
                <a:lnTo>
                  <a:pt x="2678" y="2710"/>
                </a:lnTo>
                <a:cubicBezTo>
                  <a:pt x="2678" y="2584"/>
                  <a:pt x="2772" y="2458"/>
                  <a:pt x="2930" y="2458"/>
                </a:cubicBezTo>
                <a:close/>
                <a:moveTo>
                  <a:pt x="9893" y="2458"/>
                </a:moveTo>
                <a:cubicBezTo>
                  <a:pt x="10019" y="2458"/>
                  <a:pt x="10113" y="2584"/>
                  <a:pt x="10113" y="2710"/>
                </a:cubicBezTo>
                <a:lnTo>
                  <a:pt x="10113" y="5230"/>
                </a:lnTo>
                <a:lnTo>
                  <a:pt x="6837" y="5230"/>
                </a:lnTo>
                <a:lnTo>
                  <a:pt x="6837" y="2710"/>
                </a:lnTo>
                <a:cubicBezTo>
                  <a:pt x="6805" y="2584"/>
                  <a:pt x="6900" y="2458"/>
                  <a:pt x="7057" y="2458"/>
                </a:cubicBezTo>
                <a:close/>
                <a:moveTo>
                  <a:pt x="11940" y="3308"/>
                </a:moveTo>
                <a:lnTo>
                  <a:pt x="11940" y="5230"/>
                </a:lnTo>
                <a:lnTo>
                  <a:pt x="10964" y="5230"/>
                </a:lnTo>
                <a:lnTo>
                  <a:pt x="10964" y="3308"/>
                </a:lnTo>
                <a:close/>
                <a:moveTo>
                  <a:pt x="7215" y="6900"/>
                </a:moveTo>
                <a:cubicBezTo>
                  <a:pt x="7435" y="6900"/>
                  <a:pt x="7656" y="7089"/>
                  <a:pt x="7656" y="7278"/>
                </a:cubicBezTo>
                <a:cubicBezTo>
                  <a:pt x="7656" y="7530"/>
                  <a:pt x="7435" y="7719"/>
                  <a:pt x="7215" y="7719"/>
                </a:cubicBezTo>
                <a:lnTo>
                  <a:pt x="5545" y="7719"/>
                </a:lnTo>
                <a:cubicBezTo>
                  <a:pt x="5324" y="7719"/>
                  <a:pt x="5135" y="7530"/>
                  <a:pt x="5135" y="7278"/>
                </a:cubicBezTo>
                <a:cubicBezTo>
                  <a:pt x="5135" y="7026"/>
                  <a:pt x="5324" y="6900"/>
                  <a:pt x="5545" y="6900"/>
                </a:cubicBezTo>
                <a:close/>
                <a:moveTo>
                  <a:pt x="3088" y="6900"/>
                </a:moveTo>
                <a:cubicBezTo>
                  <a:pt x="3749" y="6900"/>
                  <a:pt x="4285" y="7436"/>
                  <a:pt x="4348" y="8097"/>
                </a:cubicBezTo>
                <a:cubicBezTo>
                  <a:pt x="4348" y="8790"/>
                  <a:pt x="3781" y="9326"/>
                  <a:pt x="3088" y="9326"/>
                </a:cubicBezTo>
                <a:cubicBezTo>
                  <a:pt x="2394" y="9326"/>
                  <a:pt x="1859" y="8790"/>
                  <a:pt x="1859" y="8097"/>
                </a:cubicBezTo>
                <a:cubicBezTo>
                  <a:pt x="1859" y="7436"/>
                  <a:pt x="2394" y="6900"/>
                  <a:pt x="3088" y="6900"/>
                </a:cubicBezTo>
                <a:close/>
                <a:moveTo>
                  <a:pt x="7215" y="8570"/>
                </a:moveTo>
                <a:cubicBezTo>
                  <a:pt x="7435" y="8570"/>
                  <a:pt x="7656" y="8790"/>
                  <a:pt x="7656" y="8979"/>
                </a:cubicBezTo>
                <a:cubicBezTo>
                  <a:pt x="7656" y="9168"/>
                  <a:pt x="7435" y="9357"/>
                  <a:pt x="7215" y="9357"/>
                </a:cubicBezTo>
                <a:lnTo>
                  <a:pt x="5545" y="9357"/>
                </a:lnTo>
                <a:cubicBezTo>
                  <a:pt x="5324" y="9357"/>
                  <a:pt x="5135" y="9168"/>
                  <a:pt x="5135" y="8979"/>
                </a:cubicBezTo>
                <a:cubicBezTo>
                  <a:pt x="5135" y="8727"/>
                  <a:pt x="5324" y="8570"/>
                  <a:pt x="5545" y="8570"/>
                </a:cubicBezTo>
                <a:close/>
                <a:moveTo>
                  <a:pt x="9790" y="6930"/>
                </a:moveTo>
                <a:cubicBezTo>
                  <a:pt x="10428" y="6930"/>
                  <a:pt x="10964" y="7456"/>
                  <a:pt x="10964" y="8160"/>
                </a:cubicBezTo>
                <a:cubicBezTo>
                  <a:pt x="10964" y="8822"/>
                  <a:pt x="10397" y="9357"/>
                  <a:pt x="9735" y="9357"/>
                </a:cubicBezTo>
                <a:cubicBezTo>
                  <a:pt x="9073" y="9357"/>
                  <a:pt x="8506" y="8822"/>
                  <a:pt x="8506" y="8160"/>
                </a:cubicBezTo>
                <a:cubicBezTo>
                  <a:pt x="8506" y="7467"/>
                  <a:pt x="9073" y="6931"/>
                  <a:pt x="9735" y="6931"/>
                </a:cubicBezTo>
                <a:cubicBezTo>
                  <a:pt x="9754" y="6931"/>
                  <a:pt x="9772" y="6930"/>
                  <a:pt x="9790" y="6930"/>
                </a:cubicBezTo>
                <a:close/>
                <a:moveTo>
                  <a:pt x="3875" y="0"/>
                </a:moveTo>
                <a:cubicBezTo>
                  <a:pt x="2709" y="0"/>
                  <a:pt x="1827" y="946"/>
                  <a:pt x="1764" y="2080"/>
                </a:cubicBezTo>
                <a:lnTo>
                  <a:pt x="1764" y="2458"/>
                </a:lnTo>
                <a:lnTo>
                  <a:pt x="410" y="2458"/>
                </a:lnTo>
                <a:cubicBezTo>
                  <a:pt x="158" y="2458"/>
                  <a:pt x="0" y="2678"/>
                  <a:pt x="0" y="2899"/>
                </a:cubicBezTo>
                <a:lnTo>
                  <a:pt x="0" y="5671"/>
                </a:lnTo>
                <a:cubicBezTo>
                  <a:pt x="32" y="5860"/>
                  <a:pt x="252" y="6049"/>
                  <a:pt x="473" y="6049"/>
                </a:cubicBezTo>
                <a:lnTo>
                  <a:pt x="1449" y="6049"/>
                </a:lnTo>
                <a:cubicBezTo>
                  <a:pt x="1197" y="6427"/>
                  <a:pt x="1040" y="6837"/>
                  <a:pt x="1040" y="7278"/>
                </a:cubicBezTo>
                <a:lnTo>
                  <a:pt x="1040" y="9767"/>
                </a:lnTo>
                <a:cubicBezTo>
                  <a:pt x="1040" y="10302"/>
                  <a:pt x="1386" y="10744"/>
                  <a:pt x="1859" y="10933"/>
                </a:cubicBezTo>
                <a:lnTo>
                  <a:pt x="1859" y="12256"/>
                </a:lnTo>
                <a:cubicBezTo>
                  <a:pt x="1859" y="12476"/>
                  <a:pt x="2048" y="12665"/>
                  <a:pt x="2300" y="12665"/>
                </a:cubicBezTo>
                <a:lnTo>
                  <a:pt x="3938" y="12665"/>
                </a:lnTo>
                <a:cubicBezTo>
                  <a:pt x="4190" y="12665"/>
                  <a:pt x="4348" y="12476"/>
                  <a:pt x="4348" y="12256"/>
                </a:cubicBezTo>
                <a:lnTo>
                  <a:pt x="4348" y="10996"/>
                </a:lnTo>
                <a:lnTo>
                  <a:pt x="8475" y="10996"/>
                </a:lnTo>
                <a:lnTo>
                  <a:pt x="8475" y="12256"/>
                </a:lnTo>
                <a:cubicBezTo>
                  <a:pt x="8475" y="12476"/>
                  <a:pt x="8664" y="12665"/>
                  <a:pt x="8884" y="12665"/>
                </a:cubicBezTo>
                <a:lnTo>
                  <a:pt x="10523" y="12665"/>
                </a:lnTo>
                <a:cubicBezTo>
                  <a:pt x="10775" y="12665"/>
                  <a:pt x="10901" y="12476"/>
                  <a:pt x="10901" y="12256"/>
                </a:cubicBezTo>
                <a:lnTo>
                  <a:pt x="10901" y="10933"/>
                </a:lnTo>
                <a:cubicBezTo>
                  <a:pt x="11373" y="10775"/>
                  <a:pt x="11751" y="10302"/>
                  <a:pt x="11751" y="9767"/>
                </a:cubicBezTo>
                <a:lnTo>
                  <a:pt x="11751" y="7278"/>
                </a:lnTo>
                <a:cubicBezTo>
                  <a:pt x="11751" y="6805"/>
                  <a:pt x="11594" y="6364"/>
                  <a:pt x="11310" y="6049"/>
                </a:cubicBezTo>
                <a:lnTo>
                  <a:pt x="12287" y="6049"/>
                </a:lnTo>
                <a:cubicBezTo>
                  <a:pt x="12539" y="6049"/>
                  <a:pt x="12728" y="5860"/>
                  <a:pt x="12728" y="5671"/>
                </a:cubicBezTo>
                <a:lnTo>
                  <a:pt x="12728" y="2899"/>
                </a:lnTo>
                <a:cubicBezTo>
                  <a:pt x="12728" y="2678"/>
                  <a:pt x="12539" y="2458"/>
                  <a:pt x="12287" y="2458"/>
                </a:cubicBezTo>
                <a:lnTo>
                  <a:pt x="10901" y="2458"/>
                </a:lnTo>
                <a:lnTo>
                  <a:pt x="10901" y="2080"/>
                </a:lnTo>
                <a:cubicBezTo>
                  <a:pt x="10901" y="946"/>
                  <a:pt x="9987" y="32"/>
                  <a:pt x="8821"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49" name="Google Shape;8736;p68">
            <a:extLst>
              <a:ext uri="{FF2B5EF4-FFF2-40B4-BE49-F238E27FC236}">
                <a16:creationId xmlns:a16="http://schemas.microsoft.com/office/drawing/2014/main" id="{65B7CA01-A0C6-4202-7453-528C3E807751}"/>
              </a:ext>
            </a:extLst>
          </p:cNvPr>
          <p:cNvGrpSpPr/>
          <p:nvPr/>
        </p:nvGrpSpPr>
        <p:grpSpPr>
          <a:xfrm>
            <a:off x="8589836" y="7840137"/>
            <a:ext cx="981786" cy="964591"/>
            <a:chOff x="-40748275" y="3238700"/>
            <a:chExt cx="322600" cy="316950"/>
          </a:xfrm>
          <a:solidFill>
            <a:srgbClr val="555559"/>
          </a:solidFill>
        </p:grpSpPr>
        <p:sp>
          <p:nvSpPr>
            <p:cNvPr id="1768" name="Google Shape;8737;p68">
              <a:extLst>
                <a:ext uri="{FF2B5EF4-FFF2-40B4-BE49-F238E27FC236}">
                  <a16:creationId xmlns:a16="http://schemas.microsoft.com/office/drawing/2014/main" id="{0D395E4A-EC36-F88A-A240-138439778B95}"/>
                </a:ext>
              </a:extLst>
            </p:cNvPr>
            <p:cNvSpPr/>
            <p:nvPr/>
          </p:nvSpPr>
          <p:spPr>
            <a:xfrm>
              <a:off x="-40709675" y="3273750"/>
              <a:ext cx="84300" cy="84300"/>
            </a:xfrm>
            <a:custGeom>
              <a:avLst/>
              <a:gdLst/>
              <a:ahLst/>
              <a:cxnLst/>
              <a:rect l="l" t="t" r="r" b="b"/>
              <a:pathLst>
                <a:path w="3372" h="3372" extrusionOk="0">
                  <a:moveTo>
                    <a:pt x="2710" y="0"/>
                  </a:moveTo>
                  <a:lnTo>
                    <a:pt x="1" y="2710"/>
                  </a:lnTo>
                  <a:lnTo>
                    <a:pt x="694" y="3371"/>
                  </a:lnTo>
                  <a:lnTo>
                    <a:pt x="3372" y="662"/>
                  </a:lnTo>
                  <a:lnTo>
                    <a:pt x="271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8738;p68">
              <a:extLst>
                <a:ext uri="{FF2B5EF4-FFF2-40B4-BE49-F238E27FC236}">
                  <a16:creationId xmlns:a16="http://schemas.microsoft.com/office/drawing/2014/main" id="{C4C1CF59-9E1A-DC57-50E5-3BE183740128}"/>
                </a:ext>
              </a:extLst>
            </p:cNvPr>
            <p:cNvSpPr/>
            <p:nvPr/>
          </p:nvSpPr>
          <p:spPr>
            <a:xfrm>
              <a:off x="-40578925" y="3247175"/>
              <a:ext cx="151250" cy="149475"/>
            </a:xfrm>
            <a:custGeom>
              <a:avLst/>
              <a:gdLst/>
              <a:ahLst/>
              <a:cxnLst/>
              <a:rect l="l" t="t" r="r" b="b"/>
              <a:pathLst>
                <a:path w="6050" h="5979" extrusionOk="0">
                  <a:moveTo>
                    <a:pt x="2663" y="0"/>
                  </a:moveTo>
                  <a:cubicBezTo>
                    <a:pt x="2552" y="0"/>
                    <a:pt x="2442" y="39"/>
                    <a:pt x="2363" y="118"/>
                  </a:cubicBezTo>
                  <a:lnTo>
                    <a:pt x="1261" y="1221"/>
                  </a:lnTo>
                  <a:lnTo>
                    <a:pt x="2678" y="2639"/>
                  </a:lnTo>
                  <a:cubicBezTo>
                    <a:pt x="2836" y="2796"/>
                    <a:pt x="2836" y="3080"/>
                    <a:pt x="2678" y="3237"/>
                  </a:cubicBezTo>
                  <a:cubicBezTo>
                    <a:pt x="2637" y="3278"/>
                    <a:pt x="2560" y="3302"/>
                    <a:pt x="2473" y="3302"/>
                  </a:cubicBezTo>
                  <a:cubicBezTo>
                    <a:pt x="2360" y="3302"/>
                    <a:pt x="2232" y="3263"/>
                    <a:pt x="2143" y="3174"/>
                  </a:cubicBezTo>
                  <a:lnTo>
                    <a:pt x="725" y="1756"/>
                  </a:lnTo>
                  <a:lnTo>
                    <a:pt x="0" y="2481"/>
                  </a:lnTo>
                  <a:lnTo>
                    <a:pt x="3529" y="5978"/>
                  </a:lnTo>
                  <a:lnTo>
                    <a:pt x="5892" y="3615"/>
                  </a:lnTo>
                  <a:cubicBezTo>
                    <a:pt x="6049" y="3458"/>
                    <a:pt x="6049" y="3174"/>
                    <a:pt x="5892" y="3017"/>
                  </a:cubicBezTo>
                  <a:lnTo>
                    <a:pt x="2962" y="118"/>
                  </a:lnTo>
                  <a:cubicBezTo>
                    <a:pt x="2883" y="39"/>
                    <a:pt x="2773" y="0"/>
                    <a:pt x="266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8739;p68">
              <a:extLst>
                <a:ext uri="{FF2B5EF4-FFF2-40B4-BE49-F238E27FC236}">
                  <a16:creationId xmlns:a16="http://schemas.microsoft.com/office/drawing/2014/main" id="{CEE81FF3-A832-9002-DECC-DD880751CA61}"/>
                </a:ext>
              </a:extLst>
            </p:cNvPr>
            <p:cNvSpPr/>
            <p:nvPr/>
          </p:nvSpPr>
          <p:spPr>
            <a:xfrm>
              <a:off x="-40678175" y="3305250"/>
              <a:ext cx="213475" cy="213475"/>
            </a:xfrm>
            <a:custGeom>
              <a:avLst/>
              <a:gdLst/>
              <a:ahLst/>
              <a:cxnLst/>
              <a:rect l="l" t="t" r="r" b="b"/>
              <a:pathLst>
                <a:path w="8539" h="8539" extrusionOk="0">
                  <a:moveTo>
                    <a:pt x="2679" y="0"/>
                  </a:moveTo>
                  <a:lnTo>
                    <a:pt x="1" y="2678"/>
                  </a:lnTo>
                  <a:lnTo>
                    <a:pt x="5861" y="8538"/>
                  </a:lnTo>
                  <a:lnTo>
                    <a:pt x="8539" y="5860"/>
                  </a:lnTo>
                  <a:lnTo>
                    <a:pt x="2679"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8740;p68">
              <a:extLst>
                <a:ext uri="{FF2B5EF4-FFF2-40B4-BE49-F238E27FC236}">
                  <a16:creationId xmlns:a16="http://schemas.microsoft.com/office/drawing/2014/main" id="{F68B442F-C8D2-1F4E-5062-991CB0998AA7}"/>
                </a:ext>
              </a:extLst>
            </p:cNvPr>
            <p:cNvSpPr/>
            <p:nvPr/>
          </p:nvSpPr>
          <p:spPr>
            <a:xfrm>
              <a:off x="-40513550" y="3469850"/>
              <a:ext cx="87875" cy="85800"/>
            </a:xfrm>
            <a:custGeom>
              <a:avLst/>
              <a:gdLst/>
              <a:ahLst/>
              <a:cxnLst/>
              <a:rect l="l" t="t" r="r" b="b"/>
              <a:pathLst>
                <a:path w="3515" h="3432" extrusionOk="0">
                  <a:moveTo>
                    <a:pt x="2426" y="1"/>
                  </a:moveTo>
                  <a:lnTo>
                    <a:pt x="0" y="2427"/>
                  </a:lnTo>
                  <a:lnTo>
                    <a:pt x="2899" y="3404"/>
                  </a:lnTo>
                  <a:cubicBezTo>
                    <a:pt x="2948" y="3423"/>
                    <a:pt x="2996" y="3432"/>
                    <a:pt x="3044" y="3432"/>
                  </a:cubicBezTo>
                  <a:cubicBezTo>
                    <a:pt x="3302" y="3432"/>
                    <a:pt x="3514" y="3166"/>
                    <a:pt x="3434" y="2899"/>
                  </a:cubicBezTo>
                  <a:lnTo>
                    <a:pt x="2426"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8741;p68">
              <a:extLst>
                <a:ext uri="{FF2B5EF4-FFF2-40B4-BE49-F238E27FC236}">
                  <a16:creationId xmlns:a16="http://schemas.microsoft.com/office/drawing/2014/main" id="{AC2E389B-9E3C-779B-CD5B-E013239B1040}"/>
                </a:ext>
              </a:extLst>
            </p:cNvPr>
            <p:cNvSpPr/>
            <p:nvPr/>
          </p:nvSpPr>
          <p:spPr>
            <a:xfrm>
              <a:off x="-40738025" y="3404500"/>
              <a:ext cx="150450" cy="149475"/>
            </a:xfrm>
            <a:custGeom>
              <a:avLst/>
              <a:gdLst/>
              <a:ahLst/>
              <a:cxnLst/>
              <a:rect l="l" t="t" r="r" b="b"/>
              <a:pathLst>
                <a:path w="6018" h="5979" extrusionOk="0">
                  <a:moveTo>
                    <a:pt x="2521" y="0"/>
                  </a:moveTo>
                  <a:lnTo>
                    <a:pt x="1796" y="725"/>
                  </a:lnTo>
                  <a:lnTo>
                    <a:pt x="3308" y="2205"/>
                  </a:lnTo>
                  <a:cubicBezTo>
                    <a:pt x="3466" y="2363"/>
                    <a:pt x="3466" y="2646"/>
                    <a:pt x="3308" y="2804"/>
                  </a:cubicBezTo>
                  <a:cubicBezTo>
                    <a:pt x="3230" y="2883"/>
                    <a:pt x="3119" y="2922"/>
                    <a:pt x="3009" y="2922"/>
                  </a:cubicBezTo>
                  <a:cubicBezTo>
                    <a:pt x="2899" y="2922"/>
                    <a:pt x="2789" y="2883"/>
                    <a:pt x="2710" y="2804"/>
                  </a:cubicBezTo>
                  <a:lnTo>
                    <a:pt x="1229" y="1292"/>
                  </a:lnTo>
                  <a:lnTo>
                    <a:pt x="158" y="2363"/>
                  </a:lnTo>
                  <a:cubicBezTo>
                    <a:pt x="0" y="2520"/>
                    <a:pt x="0" y="2804"/>
                    <a:pt x="158" y="2962"/>
                  </a:cubicBezTo>
                  <a:lnTo>
                    <a:pt x="3056" y="5860"/>
                  </a:lnTo>
                  <a:cubicBezTo>
                    <a:pt x="3135" y="5939"/>
                    <a:pt x="3245" y="5978"/>
                    <a:pt x="3356" y="5978"/>
                  </a:cubicBezTo>
                  <a:cubicBezTo>
                    <a:pt x="3466" y="5978"/>
                    <a:pt x="3576" y="5939"/>
                    <a:pt x="3655" y="5860"/>
                  </a:cubicBezTo>
                  <a:lnTo>
                    <a:pt x="6018" y="3497"/>
                  </a:lnTo>
                  <a:lnTo>
                    <a:pt x="252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8742;p68">
              <a:extLst>
                <a:ext uri="{FF2B5EF4-FFF2-40B4-BE49-F238E27FC236}">
                  <a16:creationId xmlns:a16="http://schemas.microsoft.com/office/drawing/2014/main" id="{0500169E-7131-0653-E383-E28BE61963F9}"/>
                </a:ext>
              </a:extLst>
            </p:cNvPr>
            <p:cNvSpPr/>
            <p:nvPr/>
          </p:nvSpPr>
          <p:spPr>
            <a:xfrm>
              <a:off x="-40748275" y="3238700"/>
              <a:ext cx="92175" cy="87850"/>
            </a:xfrm>
            <a:custGeom>
              <a:avLst/>
              <a:gdLst/>
              <a:ahLst/>
              <a:cxnLst/>
              <a:rect l="l" t="t" r="r" b="b"/>
              <a:pathLst>
                <a:path w="3687" h="3514" extrusionOk="0">
                  <a:moveTo>
                    <a:pt x="2281" y="0"/>
                  </a:moveTo>
                  <a:cubicBezTo>
                    <a:pt x="1915" y="0"/>
                    <a:pt x="1545" y="142"/>
                    <a:pt x="1261" y="426"/>
                  </a:cubicBezTo>
                  <a:lnTo>
                    <a:pt x="568" y="1119"/>
                  </a:lnTo>
                  <a:cubicBezTo>
                    <a:pt x="1" y="1686"/>
                    <a:pt x="1" y="2568"/>
                    <a:pt x="568" y="3135"/>
                  </a:cubicBezTo>
                  <a:lnTo>
                    <a:pt x="946" y="3513"/>
                  </a:lnTo>
                  <a:lnTo>
                    <a:pt x="3687" y="804"/>
                  </a:lnTo>
                  <a:lnTo>
                    <a:pt x="3277" y="426"/>
                  </a:lnTo>
                  <a:cubicBezTo>
                    <a:pt x="3010" y="142"/>
                    <a:pt x="2647" y="0"/>
                    <a:pt x="228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0" name="Google Shape;8743;p68">
            <a:extLst>
              <a:ext uri="{FF2B5EF4-FFF2-40B4-BE49-F238E27FC236}">
                <a16:creationId xmlns:a16="http://schemas.microsoft.com/office/drawing/2014/main" id="{9A52311A-BA60-22F2-BEA3-F231B3738573}"/>
              </a:ext>
            </a:extLst>
          </p:cNvPr>
          <p:cNvGrpSpPr/>
          <p:nvPr/>
        </p:nvGrpSpPr>
        <p:grpSpPr>
          <a:xfrm>
            <a:off x="8596492" y="9039830"/>
            <a:ext cx="968471" cy="882194"/>
            <a:chOff x="-40745125" y="3632900"/>
            <a:chExt cx="318225" cy="289875"/>
          </a:xfrm>
          <a:solidFill>
            <a:srgbClr val="555559"/>
          </a:solidFill>
        </p:grpSpPr>
        <p:sp>
          <p:nvSpPr>
            <p:cNvPr id="1761" name="Google Shape;8744;p68">
              <a:extLst>
                <a:ext uri="{FF2B5EF4-FFF2-40B4-BE49-F238E27FC236}">
                  <a16:creationId xmlns:a16="http://schemas.microsoft.com/office/drawing/2014/main" id="{43F5A1E0-FF05-A86C-5339-351FF8D4257F}"/>
                </a:ext>
              </a:extLst>
            </p:cNvPr>
            <p:cNvSpPr/>
            <p:nvPr/>
          </p:nvSpPr>
          <p:spPr>
            <a:xfrm>
              <a:off x="-40745125" y="3632900"/>
              <a:ext cx="300125" cy="82725"/>
            </a:xfrm>
            <a:custGeom>
              <a:avLst/>
              <a:gdLst/>
              <a:ahLst/>
              <a:cxnLst/>
              <a:rect l="l" t="t" r="r" b="b"/>
              <a:pathLst>
                <a:path w="12005" h="3309" extrusionOk="0">
                  <a:moveTo>
                    <a:pt x="1671" y="0"/>
                  </a:moveTo>
                  <a:cubicBezTo>
                    <a:pt x="757" y="0"/>
                    <a:pt x="1" y="757"/>
                    <a:pt x="1" y="1670"/>
                  </a:cubicBezTo>
                  <a:cubicBezTo>
                    <a:pt x="1" y="2552"/>
                    <a:pt x="757" y="3308"/>
                    <a:pt x="1671" y="3308"/>
                  </a:cubicBezTo>
                  <a:lnTo>
                    <a:pt x="11469" y="3308"/>
                  </a:lnTo>
                  <a:cubicBezTo>
                    <a:pt x="11815" y="3308"/>
                    <a:pt x="12004" y="2930"/>
                    <a:pt x="11784" y="2647"/>
                  </a:cubicBezTo>
                  <a:cubicBezTo>
                    <a:pt x="11595" y="2363"/>
                    <a:pt x="11469" y="2017"/>
                    <a:pt x="11469" y="1670"/>
                  </a:cubicBezTo>
                  <a:cubicBezTo>
                    <a:pt x="11469" y="1292"/>
                    <a:pt x="11595" y="946"/>
                    <a:pt x="11784" y="662"/>
                  </a:cubicBezTo>
                  <a:cubicBezTo>
                    <a:pt x="11973" y="410"/>
                    <a:pt x="11784" y="0"/>
                    <a:pt x="1146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8745;p68">
              <a:extLst>
                <a:ext uri="{FF2B5EF4-FFF2-40B4-BE49-F238E27FC236}">
                  <a16:creationId xmlns:a16="http://schemas.microsoft.com/office/drawing/2014/main" id="{C3AF2064-2C41-2534-B50C-58340612BA69}"/>
                </a:ext>
              </a:extLst>
            </p:cNvPr>
            <p:cNvSpPr/>
            <p:nvPr/>
          </p:nvSpPr>
          <p:spPr>
            <a:xfrm>
              <a:off x="-40508050" y="3736075"/>
              <a:ext cx="21300" cy="82725"/>
            </a:xfrm>
            <a:custGeom>
              <a:avLst/>
              <a:gdLst/>
              <a:ahLst/>
              <a:cxnLst/>
              <a:rect l="l" t="t" r="r" b="b"/>
              <a:pathLst>
                <a:path w="852" h="3309" extrusionOk="0">
                  <a:moveTo>
                    <a:pt x="1" y="1"/>
                  </a:moveTo>
                  <a:lnTo>
                    <a:pt x="1" y="3309"/>
                  </a:lnTo>
                  <a:lnTo>
                    <a:pt x="852" y="3309"/>
                  </a:lnTo>
                  <a:lnTo>
                    <a:pt x="852"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8746;p68">
              <a:extLst>
                <a:ext uri="{FF2B5EF4-FFF2-40B4-BE49-F238E27FC236}">
                  <a16:creationId xmlns:a16="http://schemas.microsoft.com/office/drawing/2014/main" id="{2DC375A2-E537-5BE5-A6D6-629EA19732D1}"/>
                </a:ext>
              </a:extLst>
            </p:cNvPr>
            <p:cNvSpPr/>
            <p:nvPr/>
          </p:nvSpPr>
          <p:spPr>
            <a:xfrm>
              <a:off x="-40466300" y="3736875"/>
              <a:ext cx="39400" cy="82725"/>
            </a:xfrm>
            <a:custGeom>
              <a:avLst/>
              <a:gdLst/>
              <a:ahLst/>
              <a:cxnLst/>
              <a:rect l="l" t="t" r="r" b="b"/>
              <a:pathLst>
                <a:path w="1576" h="3309" extrusionOk="0">
                  <a:moveTo>
                    <a:pt x="1" y="0"/>
                  </a:moveTo>
                  <a:lnTo>
                    <a:pt x="1" y="3308"/>
                  </a:lnTo>
                  <a:lnTo>
                    <a:pt x="1198" y="3308"/>
                  </a:lnTo>
                  <a:cubicBezTo>
                    <a:pt x="1387" y="3277"/>
                    <a:pt x="1576" y="3088"/>
                    <a:pt x="1576" y="2899"/>
                  </a:cubicBezTo>
                  <a:lnTo>
                    <a:pt x="1576" y="410"/>
                  </a:lnTo>
                  <a:cubicBezTo>
                    <a:pt x="1576" y="158"/>
                    <a:pt x="1387" y="0"/>
                    <a:pt x="119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8747;p68">
              <a:extLst>
                <a:ext uri="{FF2B5EF4-FFF2-40B4-BE49-F238E27FC236}">
                  <a16:creationId xmlns:a16="http://schemas.microsoft.com/office/drawing/2014/main" id="{4F28F813-B5E1-6E5E-265D-74C5656D378A}"/>
                </a:ext>
              </a:extLst>
            </p:cNvPr>
            <p:cNvSpPr/>
            <p:nvPr/>
          </p:nvSpPr>
          <p:spPr>
            <a:xfrm>
              <a:off x="-40723050" y="3736075"/>
              <a:ext cx="194550" cy="82725"/>
            </a:xfrm>
            <a:custGeom>
              <a:avLst/>
              <a:gdLst/>
              <a:ahLst/>
              <a:cxnLst/>
              <a:rect l="l" t="t" r="r" b="b"/>
              <a:pathLst>
                <a:path w="7782" h="3309" extrusionOk="0">
                  <a:moveTo>
                    <a:pt x="441" y="1"/>
                  </a:moveTo>
                  <a:cubicBezTo>
                    <a:pt x="189" y="1"/>
                    <a:pt x="0" y="221"/>
                    <a:pt x="0" y="442"/>
                  </a:cubicBezTo>
                  <a:lnTo>
                    <a:pt x="0" y="2931"/>
                  </a:lnTo>
                  <a:cubicBezTo>
                    <a:pt x="0" y="3151"/>
                    <a:pt x="189" y="3309"/>
                    <a:pt x="441" y="3309"/>
                  </a:cubicBezTo>
                  <a:lnTo>
                    <a:pt x="7782" y="3309"/>
                  </a:lnTo>
                  <a:lnTo>
                    <a:pt x="7782"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8748;p68">
              <a:extLst>
                <a:ext uri="{FF2B5EF4-FFF2-40B4-BE49-F238E27FC236}">
                  <a16:creationId xmlns:a16="http://schemas.microsoft.com/office/drawing/2014/main" id="{A4201F66-3C7E-83EA-3C50-EF8B0AFBD81D}"/>
                </a:ext>
              </a:extLst>
            </p:cNvPr>
            <p:cNvSpPr/>
            <p:nvPr/>
          </p:nvSpPr>
          <p:spPr>
            <a:xfrm>
              <a:off x="-40681325" y="3839250"/>
              <a:ext cx="21300" cy="82725"/>
            </a:xfrm>
            <a:custGeom>
              <a:avLst/>
              <a:gdLst/>
              <a:ahLst/>
              <a:cxnLst/>
              <a:rect l="l" t="t" r="r" b="b"/>
              <a:pathLst>
                <a:path w="852" h="3309" extrusionOk="0">
                  <a:moveTo>
                    <a:pt x="1" y="1"/>
                  </a:moveTo>
                  <a:lnTo>
                    <a:pt x="1" y="3309"/>
                  </a:lnTo>
                  <a:lnTo>
                    <a:pt x="851" y="3309"/>
                  </a:lnTo>
                  <a:lnTo>
                    <a:pt x="85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8749;p68">
              <a:extLst>
                <a:ext uri="{FF2B5EF4-FFF2-40B4-BE49-F238E27FC236}">
                  <a16:creationId xmlns:a16="http://schemas.microsoft.com/office/drawing/2014/main" id="{8B72F1E7-4AB8-1A36-DD95-067EB1D11A17}"/>
                </a:ext>
              </a:extLst>
            </p:cNvPr>
            <p:cNvSpPr/>
            <p:nvPr/>
          </p:nvSpPr>
          <p:spPr>
            <a:xfrm>
              <a:off x="-40639575" y="3840825"/>
              <a:ext cx="190625" cy="81950"/>
            </a:xfrm>
            <a:custGeom>
              <a:avLst/>
              <a:gdLst/>
              <a:ahLst/>
              <a:cxnLst/>
              <a:rect l="l" t="t" r="r" b="b"/>
              <a:pathLst>
                <a:path w="7625" h="3278" extrusionOk="0">
                  <a:moveTo>
                    <a:pt x="1" y="1"/>
                  </a:moveTo>
                  <a:lnTo>
                    <a:pt x="1" y="3277"/>
                  </a:lnTo>
                  <a:lnTo>
                    <a:pt x="7247" y="3277"/>
                  </a:lnTo>
                  <a:cubicBezTo>
                    <a:pt x="7467" y="3277"/>
                    <a:pt x="7625" y="3057"/>
                    <a:pt x="7625" y="2868"/>
                  </a:cubicBezTo>
                  <a:lnTo>
                    <a:pt x="7625" y="379"/>
                  </a:lnTo>
                  <a:cubicBezTo>
                    <a:pt x="7625" y="158"/>
                    <a:pt x="7436" y="1"/>
                    <a:pt x="72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8750;p68">
              <a:extLst>
                <a:ext uri="{FF2B5EF4-FFF2-40B4-BE49-F238E27FC236}">
                  <a16:creationId xmlns:a16="http://schemas.microsoft.com/office/drawing/2014/main" id="{A4480B47-6186-2FDF-0C34-CE809B88C5E9}"/>
                </a:ext>
              </a:extLst>
            </p:cNvPr>
            <p:cNvSpPr/>
            <p:nvPr/>
          </p:nvSpPr>
          <p:spPr>
            <a:xfrm>
              <a:off x="-40745125" y="3840050"/>
              <a:ext cx="43350" cy="82725"/>
            </a:xfrm>
            <a:custGeom>
              <a:avLst/>
              <a:gdLst/>
              <a:ahLst/>
              <a:cxnLst/>
              <a:rect l="l" t="t" r="r" b="b"/>
              <a:pathLst>
                <a:path w="1734" h="3309" extrusionOk="0">
                  <a:moveTo>
                    <a:pt x="442" y="0"/>
                  </a:moveTo>
                  <a:cubicBezTo>
                    <a:pt x="190" y="0"/>
                    <a:pt x="1" y="189"/>
                    <a:pt x="1" y="378"/>
                  </a:cubicBezTo>
                  <a:lnTo>
                    <a:pt x="1" y="2867"/>
                  </a:lnTo>
                  <a:cubicBezTo>
                    <a:pt x="1" y="3088"/>
                    <a:pt x="190" y="3308"/>
                    <a:pt x="442" y="3308"/>
                  </a:cubicBezTo>
                  <a:lnTo>
                    <a:pt x="1734" y="3308"/>
                  </a:lnTo>
                  <a:lnTo>
                    <a:pt x="1734"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1" name="Google Shape;8751;p68">
            <a:extLst>
              <a:ext uri="{FF2B5EF4-FFF2-40B4-BE49-F238E27FC236}">
                <a16:creationId xmlns:a16="http://schemas.microsoft.com/office/drawing/2014/main" id="{81CAB718-B49F-4334-ECFF-B3C171AA829C}"/>
              </a:ext>
            </a:extLst>
          </p:cNvPr>
          <p:cNvGrpSpPr/>
          <p:nvPr/>
        </p:nvGrpSpPr>
        <p:grpSpPr>
          <a:xfrm>
            <a:off x="8607298" y="10072363"/>
            <a:ext cx="946865" cy="964212"/>
            <a:chOff x="-40742750" y="3972175"/>
            <a:chExt cx="311125" cy="316825"/>
          </a:xfrm>
          <a:solidFill>
            <a:srgbClr val="555559"/>
          </a:solidFill>
        </p:grpSpPr>
        <p:sp>
          <p:nvSpPr>
            <p:cNvPr id="1759" name="Google Shape;8752;p68">
              <a:extLst>
                <a:ext uri="{FF2B5EF4-FFF2-40B4-BE49-F238E27FC236}">
                  <a16:creationId xmlns:a16="http://schemas.microsoft.com/office/drawing/2014/main" id="{49CEF387-5AE5-CE2D-F1BE-11938D0AF017}"/>
                </a:ext>
              </a:extLst>
            </p:cNvPr>
            <p:cNvSpPr/>
            <p:nvPr/>
          </p:nvSpPr>
          <p:spPr>
            <a:xfrm>
              <a:off x="-40699425" y="4118075"/>
              <a:ext cx="226850" cy="101625"/>
            </a:xfrm>
            <a:custGeom>
              <a:avLst/>
              <a:gdLst/>
              <a:ahLst/>
              <a:cxnLst/>
              <a:rect l="l" t="t" r="r" b="b"/>
              <a:pathLst>
                <a:path w="9074" h="4065" extrusionOk="0">
                  <a:moveTo>
                    <a:pt x="0" y="0"/>
                  </a:moveTo>
                  <a:lnTo>
                    <a:pt x="0" y="2017"/>
                  </a:lnTo>
                  <a:cubicBezTo>
                    <a:pt x="0" y="3529"/>
                    <a:pt x="2741" y="4065"/>
                    <a:pt x="4505" y="4065"/>
                  </a:cubicBezTo>
                  <a:cubicBezTo>
                    <a:pt x="6774" y="4065"/>
                    <a:pt x="9074" y="3371"/>
                    <a:pt x="9074" y="2017"/>
                  </a:cubicBezTo>
                  <a:lnTo>
                    <a:pt x="9074" y="0"/>
                  </a:lnTo>
                  <a:lnTo>
                    <a:pt x="5135" y="2237"/>
                  </a:lnTo>
                  <a:cubicBezTo>
                    <a:pt x="4953" y="2359"/>
                    <a:pt x="4748" y="2415"/>
                    <a:pt x="4546" y="2415"/>
                  </a:cubicBezTo>
                  <a:cubicBezTo>
                    <a:pt x="4330" y="2415"/>
                    <a:pt x="4117" y="2351"/>
                    <a:pt x="3938" y="2237"/>
                  </a:cubicBezTo>
                  <a:cubicBezTo>
                    <a:pt x="3623" y="2048"/>
                    <a:pt x="315" y="221"/>
                    <a:pt x="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8753;p68">
              <a:extLst>
                <a:ext uri="{FF2B5EF4-FFF2-40B4-BE49-F238E27FC236}">
                  <a16:creationId xmlns:a16="http://schemas.microsoft.com/office/drawing/2014/main" id="{9CFDF45D-9B31-C5FA-9A5F-2C82F5ADD6C2}"/>
                </a:ext>
              </a:extLst>
            </p:cNvPr>
            <p:cNvSpPr/>
            <p:nvPr/>
          </p:nvSpPr>
          <p:spPr>
            <a:xfrm>
              <a:off x="-40742750" y="3972175"/>
              <a:ext cx="311125" cy="316825"/>
            </a:xfrm>
            <a:custGeom>
              <a:avLst/>
              <a:gdLst/>
              <a:ahLst/>
              <a:cxnLst/>
              <a:rect l="l" t="t" r="r" b="b"/>
              <a:pathLst>
                <a:path w="12445" h="12673" extrusionOk="0">
                  <a:moveTo>
                    <a:pt x="6254" y="0"/>
                  </a:moveTo>
                  <a:cubicBezTo>
                    <a:pt x="6183" y="0"/>
                    <a:pt x="6112" y="24"/>
                    <a:pt x="6049" y="71"/>
                  </a:cubicBezTo>
                  <a:lnTo>
                    <a:pt x="284" y="3379"/>
                  </a:lnTo>
                  <a:cubicBezTo>
                    <a:pt x="0" y="3537"/>
                    <a:pt x="0" y="3915"/>
                    <a:pt x="284" y="4072"/>
                  </a:cubicBezTo>
                  <a:lnTo>
                    <a:pt x="6049" y="7380"/>
                  </a:lnTo>
                  <a:cubicBezTo>
                    <a:pt x="6112" y="7427"/>
                    <a:pt x="6183" y="7451"/>
                    <a:pt x="6254" y="7451"/>
                  </a:cubicBezTo>
                  <a:cubicBezTo>
                    <a:pt x="6325" y="7451"/>
                    <a:pt x="6396" y="7427"/>
                    <a:pt x="6459" y="7380"/>
                  </a:cubicBezTo>
                  <a:cubicBezTo>
                    <a:pt x="11374" y="4545"/>
                    <a:pt x="11626" y="4419"/>
                    <a:pt x="11626" y="4419"/>
                  </a:cubicBezTo>
                  <a:lnTo>
                    <a:pt x="11626" y="12263"/>
                  </a:lnTo>
                  <a:cubicBezTo>
                    <a:pt x="11657" y="12515"/>
                    <a:pt x="11846" y="12673"/>
                    <a:pt x="12035" y="12673"/>
                  </a:cubicBezTo>
                  <a:cubicBezTo>
                    <a:pt x="12287" y="12673"/>
                    <a:pt x="12445" y="12452"/>
                    <a:pt x="12445" y="12263"/>
                  </a:cubicBezTo>
                  <a:lnTo>
                    <a:pt x="12445" y="3726"/>
                  </a:lnTo>
                  <a:cubicBezTo>
                    <a:pt x="12445" y="3568"/>
                    <a:pt x="12319" y="3411"/>
                    <a:pt x="12256" y="3379"/>
                  </a:cubicBezTo>
                  <a:lnTo>
                    <a:pt x="6459" y="71"/>
                  </a:lnTo>
                  <a:cubicBezTo>
                    <a:pt x="6396" y="24"/>
                    <a:pt x="6325" y="0"/>
                    <a:pt x="625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2" name="Google Shape;8754;p68">
            <a:extLst>
              <a:ext uri="{FF2B5EF4-FFF2-40B4-BE49-F238E27FC236}">
                <a16:creationId xmlns:a16="http://schemas.microsoft.com/office/drawing/2014/main" id="{1ED2C6AC-0619-39B7-18EE-7B41A08A6472}"/>
              </a:ext>
            </a:extLst>
          </p:cNvPr>
          <p:cNvGrpSpPr/>
          <p:nvPr/>
        </p:nvGrpSpPr>
        <p:grpSpPr>
          <a:xfrm>
            <a:off x="14423314" y="7788553"/>
            <a:ext cx="695179" cy="963678"/>
            <a:chOff x="-38860325" y="3221750"/>
            <a:chExt cx="228425" cy="316650"/>
          </a:xfrm>
          <a:solidFill>
            <a:srgbClr val="555559"/>
          </a:solidFill>
        </p:grpSpPr>
        <p:sp>
          <p:nvSpPr>
            <p:cNvPr id="1755" name="Google Shape;8755;p68">
              <a:extLst>
                <a:ext uri="{FF2B5EF4-FFF2-40B4-BE49-F238E27FC236}">
                  <a16:creationId xmlns:a16="http://schemas.microsoft.com/office/drawing/2014/main" id="{7A7B2403-8083-93C0-4D76-19603D2E1473}"/>
                </a:ext>
              </a:extLst>
            </p:cNvPr>
            <p:cNvSpPr/>
            <p:nvPr/>
          </p:nvSpPr>
          <p:spPr>
            <a:xfrm>
              <a:off x="-38735875" y="3222550"/>
              <a:ext cx="103975" cy="123675"/>
            </a:xfrm>
            <a:custGeom>
              <a:avLst/>
              <a:gdLst/>
              <a:ahLst/>
              <a:cxnLst/>
              <a:rect l="l" t="t" r="r" b="b"/>
              <a:pathLst>
                <a:path w="4159" h="4947" extrusionOk="0">
                  <a:moveTo>
                    <a:pt x="0" y="0"/>
                  </a:moveTo>
                  <a:lnTo>
                    <a:pt x="0" y="2552"/>
                  </a:lnTo>
                  <a:cubicBezTo>
                    <a:pt x="473" y="2710"/>
                    <a:pt x="851" y="3182"/>
                    <a:pt x="851" y="3750"/>
                  </a:cubicBezTo>
                  <a:lnTo>
                    <a:pt x="851" y="4947"/>
                  </a:lnTo>
                  <a:lnTo>
                    <a:pt x="4159" y="4947"/>
                  </a:lnTo>
                  <a:lnTo>
                    <a:pt x="4159" y="3687"/>
                  </a:lnTo>
                  <a:cubicBezTo>
                    <a:pt x="4159" y="1639"/>
                    <a:pt x="2489" y="0"/>
                    <a:pt x="44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8756;p68">
              <a:extLst>
                <a:ext uri="{FF2B5EF4-FFF2-40B4-BE49-F238E27FC236}">
                  <a16:creationId xmlns:a16="http://schemas.microsoft.com/office/drawing/2014/main" id="{3B27B1AC-EB27-40EC-E53B-0E045D1BD307}"/>
                </a:ext>
              </a:extLst>
            </p:cNvPr>
            <p:cNvSpPr/>
            <p:nvPr/>
          </p:nvSpPr>
          <p:spPr>
            <a:xfrm>
              <a:off x="-38756375" y="3302875"/>
              <a:ext cx="22075" cy="63050"/>
            </a:xfrm>
            <a:custGeom>
              <a:avLst/>
              <a:gdLst/>
              <a:ahLst/>
              <a:cxnLst/>
              <a:rect l="l" t="t" r="r" b="b"/>
              <a:pathLst>
                <a:path w="883" h="2522" extrusionOk="0">
                  <a:moveTo>
                    <a:pt x="474" y="1"/>
                  </a:moveTo>
                  <a:cubicBezTo>
                    <a:pt x="253" y="1"/>
                    <a:pt x="95" y="222"/>
                    <a:pt x="95" y="442"/>
                  </a:cubicBezTo>
                  <a:lnTo>
                    <a:pt x="95" y="2112"/>
                  </a:lnTo>
                  <a:cubicBezTo>
                    <a:pt x="1" y="2332"/>
                    <a:pt x="190" y="2521"/>
                    <a:pt x="442" y="2521"/>
                  </a:cubicBezTo>
                  <a:cubicBezTo>
                    <a:pt x="663" y="2521"/>
                    <a:pt x="820" y="2332"/>
                    <a:pt x="883" y="2112"/>
                  </a:cubicBezTo>
                  <a:lnTo>
                    <a:pt x="883" y="442"/>
                  </a:lnTo>
                  <a:cubicBezTo>
                    <a:pt x="883" y="222"/>
                    <a:pt x="663" y="64"/>
                    <a:pt x="47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8757;p68">
              <a:extLst>
                <a:ext uri="{FF2B5EF4-FFF2-40B4-BE49-F238E27FC236}">
                  <a16:creationId xmlns:a16="http://schemas.microsoft.com/office/drawing/2014/main" id="{7BDC9B63-4B13-B328-6B3C-C9598210C6CF}"/>
                </a:ext>
              </a:extLst>
            </p:cNvPr>
            <p:cNvSpPr/>
            <p:nvPr/>
          </p:nvSpPr>
          <p:spPr>
            <a:xfrm>
              <a:off x="-38859550" y="3221750"/>
              <a:ext cx="103200" cy="122900"/>
            </a:xfrm>
            <a:custGeom>
              <a:avLst/>
              <a:gdLst/>
              <a:ahLst/>
              <a:cxnLst/>
              <a:rect l="l" t="t" r="r" b="b"/>
              <a:pathLst>
                <a:path w="4128" h="4916" extrusionOk="0">
                  <a:moveTo>
                    <a:pt x="3687" y="1"/>
                  </a:moveTo>
                  <a:cubicBezTo>
                    <a:pt x="1671" y="1"/>
                    <a:pt x="1" y="1639"/>
                    <a:pt x="1" y="3687"/>
                  </a:cubicBezTo>
                  <a:lnTo>
                    <a:pt x="1" y="4916"/>
                  </a:lnTo>
                  <a:lnTo>
                    <a:pt x="3309" y="4916"/>
                  </a:lnTo>
                  <a:lnTo>
                    <a:pt x="3309" y="3687"/>
                  </a:lnTo>
                  <a:cubicBezTo>
                    <a:pt x="3309" y="3151"/>
                    <a:pt x="3655" y="2710"/>
                    <a:pt x="4128" y="2521"/>
                  </a:cubicBezTo>
                  <a:lnTo>
                    <a:pt x="4128"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8758;p68">
              <a:extLst>
                <a:ext uri="{FF2B5EF4-FFF2-40B4-BE49-F238E27FC236}">
                  <a16:creationId xmlns:a16="http://schemas.microsoft.com/office/drawing/2014/main" id="{45BC7A52-9570-9982-0CAA-4BF4B30AE5DE}"/>
                </a:ext>
              </a:extLst>
            </p:cNvPr>
            <p:cNvSpPr/>
            <p:nvPr/>
          </p:nvSpPr>
          <p:spPr>
            <a:xfrm>
              <a:off x="-38860325" y="3367475"/>
              <a:ext cx="228425" cy="170925"/>
            </a:xfrm>
            <a:custGeom>
              <a:avLst/>
              <a:gdLst/>
              <a:ahLst/>
              <a:cxnLst/>
              <a:rect l="l" t="t" r="r" b="b"/>
              <a:pathLst>
                <a:path w="9137" h="6837" extrusionOk="0">
                  <a:moveTo>
                    <a:pt x="0" y="0"/>
                  </a:moveTo>
                  <a:lnTo>
                    <a:pt x="0" y="3151"/>
                  </a:lnTo>
                  <a:cubicBezTo>
                    <a:pt x="0" y="5199"/>
                    <a:pt x="1639" y="6837"/>
                    <a:pt x="3686" y="6837"/>
                  </a:cubicBezTo>
                  <a:lnTo>
                    <a:pt x="5356" y="6837"/>
                  </a:lnTo>
                  <a:cubicBezTo>
                    <a:pt x="7467" y="6837"/>
                    <a:pt x="9137" y="5199"/>
                    <a:pt x="9137" y="3151"/>
                  </a:cubicBezTo>
                  <a:lnTo>
                    <a:pt x="9137" y="0"/>
                  </a:lnTo>
                  <a:lnTo>
                    <a:pt x="5734" y="0"/>
                  </a:lnTo>
                  <a:cubicBezTo>
                    <a:pt x="5577" y="473"/>
                    <a:pt x="5104" y="819"/>
                    <a:pt x="4568" y="819"/>
                  </a:cubicBezTo>
                  <a:cubicBezTo>
                    <a:pt x="4001" y="819"/>
                    <a:pt x="3560" y="473"/>
                    <a:pt x="337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3" name="Google Shape;8759;p68">
            <a:extLst>
              <a:ext uri="{FF2B5EF4-FFF2-40B4-BE49-F238E27FC236}">
                <a16:creationId xmlns:a16="http://schemas.microsoft.com/office/drawing/2014/main" id="{38F242E2-32E2-5864-9BD4-543D3909ED8F}"/>
              </a:ext>
            </a:extLst>
          </p:cNvPr>
          <p:cNvGrpSpPr/>
          <p:nvPr/>
        </p:nvGrpSpPr>
        <p:grpSpPr>
          <a:xfrm>
            <a:off x="14275900" y="8914974"/>
            <a:ext cx="990004" cy="956221"/>
            <a:chOff x="-38905225" y="3591875"/>
            <a:chExt cx="325300" cy="314200"/>
          </a:xfrm>
          <a:solidFill>
            <a:srgbClr val="555559"/>
          </a:solidFill>
        </p:grpSpPr>
        <p:sp>
          <p:nvSpPr>
            <p:cNvPr id="1752" name="Google Shape;8760;p68">
              <a:extLst>
                <a:ext uri="{FF2B5EF4-FFF2-40B4-BE49-F238E27FC236}">
                  <a16:creationId xmlns:a16="http://schemas.microsoft.com/office/drawing/2014/main" id="{D4A4B294-4B5C-C634-EC11-C8E0FB55275F}"/>
                </a:ext>
              </a:extLst>
            </p:cNvPr>
            <p:cNvSpPr/>
            <p:nvPr/>
          </p:nvSpPr>
          <p:spPr>
            <a:xfrm>
              <a:off x="-38716975" y="3591875"/>
              <a:ext cx="137050" cy="131625"/>
            </a:xfrm>
            <a:custGeom>
              <a:avLst/>
              <a:gdLst/>
              <a:ahLst/>
              <a:cxnLst/>
              <a:rect l="l" t="t" r="r" b="b"/>
              <a:pathLst>
                <a:path w="5482" h="5265" extrusionOk="0">
                  <a:moveTo>
                    <a:pt x="1543" y="1"/>
                  </a:moveTo>
                  <a:cubicBezTo>
                    <a:pt x="987" y="1"/>
                    <a:pt x="447" y="38"/>
                    <a:pt x="0" y="98"/>
                  </a:cubicBezTo>
                  <a:lnTo>
                    <a:pt x="5167" y="5265"/>
                  </a:lnTo>
                  <a:cubicBezTo>
                    <a:pt x="5482" y="3311"/>
                    <a:pt x="5198" y="1326"/>
                    <a:pt x="4568" y="696"/>
                  </a:cubicBezTo>
                  <a:cubicBezTo>
                    <a:pt x="4029" y="178"/>
                    <a:pt x="2751" y="1"/>
                    <a:pt x="15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8761;p68">
              <a:extLst>
                <a:ext uri="{FF2B5EF4-FFF2-40B4-BE49-F238E27FC236}">
                  <a16:creationId xmlns:a16="http://schemas.microsoft.com/office/drawing/2014/main" id="{8F0EED10-E795-D5DA-5F32-F6B321DEB712}"/>
                </a:ext>
              </a:extLst>
            </p:cNvPr>
            <p:cNvSpPr/>
            <p:nvPr/>
          </p:nvSpPr>
          <p:spPr>
            <a:xfrm>
              <a:off x="-38905225" y="3774675"/>
              <a:ext cx="137075" cy="131400"/>
            </a:xfrm>
            <a:custGeom>
              <a:avLst/>
              <a:gdLst/>
              <a:ahLst/>
              <a:cxnLst/>
              <a:rect l="l" t="t" r="r" b="b"/>
              <a:pathLst>
                <a:path w="5483" h="5256" extrusionOk="0">
                  <a:moveTo>
                    <a:pt x="316" y="0"/>
                  </a:moveTo>
                  <a:lnTo>
                    <a:pt x="316" y="0"/>
                  </a:lnTo>
                  <a:cubicBezTo>
                    <a:pt x="0" y="1922"/>
                    <a:pt x="253" y="3907"/>
                    <a:pt x="914" y="4569"/>
                  </a:cubicBezTo>
                  <a:cubicBezTo>
                    <a:pt x="1376" y="5031"/>
                    <a:pt x="2601" y="5256"/>
                    <a:pt x="3967" y="5256"/>
                  </a:cubicBezTo>
                  <a:cubicBezTo>
                    <a:pt x="4464" y="5256"/>
                    <a:pt x="4979" y="5226"/>
                    <a:pt x="5482" y="5167"/>
                  </a:cubicBezTo>
                  <a:lnTo>
                    <a:pt x="316"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8762;p68">
              <a:extLst>
                <a:ext uri="{FF2B5EF4-FFF2-40B4-BE49-F238E27FC236}">
                  <a16:creationId xmlns:a16="http://schemas.microsoft.com/office/drawing/2014/main" id="{732CB1B7-0890-8652-B0B5-C252C194C539}"/>
                </a:ext>
              </a:extLst>
            </p:cNvPr>
            <p:cNvSpPr/>
            <p:nvPr/>
          </p:nvSpPr>
          <p:spPr>
            <a:xfrm>
              <a:off x="-38891050" y="3599025"/>
              <a:ext cx="298525" cy="300900"/>
            </a:xfrm>
            <a:custGeom>
              <a:avLst/>
              <a:gdLst/>
              <a:ahLst/>
              <a:cxnLst/>
              <a:rect l="l" t="t" r="r" b="b"/>
              <a:pathLst>
                <a:path w="11941" h="12036" extrusionOk="0">
                  <a:moveTo>
                    <a:pt x="6349" y="2687"/>
                  </a:moveTo>
                  <a:cubicBezTo>
                    <a:pt x="6459" y="2687"/>
                    <a:pt x="6569" y="2726"/>
                    <a:pt x="6648" y="2805"/>
                  </a:cubicBezTo>
                  <a:lnTo>
                    <a:pt x="7593" y="3750"/>
                  </a:lnTo>
                  <a:lnTo>
                    <a:pt x="7719" y="3655"/>
                  </a:lnTo>
                  <a:cubicBezTo>
                    <a:pt x="7798" y="3577"/>
                    <a:pt x="7908" y="3537"/>
                    <a:pt x="8019" y="3537"/>
                  </a:cubicBezTo>
                  <a:cubicBezTo>
                    <a:pt x="8129" y="3537"/>
                    <a:pt x="8239" y="3577"/>
                    <a:pt x="8318" y="3655"/>
                  </a:cubicBezTo>
                  <a:cubicBezTo>
                    <a:pt x="8475" y="3813"/>
                    <a:pt x="8475" y="4065"/>
                    <a:pt x="8318" y="4222"/>
                  </a:cubicBezTo>
                  <a:lnTo>
                    <a:pt x="8192" y="4348"/>
                  </a:lnTo>
                  <a:lnTo>
                    <a:pt x="9137" y="5294"/>
                  </a:lnTo>
                  <a:cubicBezTo>
                    <a:pt x="9295" y="5451"/>
                    <a:pt x="9295" y="5735"/>
                    <a:pt x="9137" y="5892"/>
                  </a:cubicBezTo>
                  <a:cubicBezTo>
                    <a:pt x="9058" y="5971"/>
                    <a:pt x="8948" y="6010"/>
                    <a:pt x="8838" y="6010"/>
                  </a:cubicBezTo>
                  <a:cubicBezTo>
                    <a:pt x="8727" y="6010"/>
                    <a:pt x="8617" y="5971"/>
                    <a:pt x="8538" y="5892"/>
                  </a:cubicBezTo>
                  <a:lnTo>
                    <a:pt x="7593" y="4947"/>
                  </a:lnTo>
                  <a:lnTo>
                    <a:pt x="6522" y="6018"/>
                  </a:lnTo>
                  <a:lnTo>
                    <a:pt x="7467" y="6963"/>
                  </a:lnTo>
                  <a:cubicBezTo>
                    <a:pt x="7625" y="7089"/>
                    <a:pt x="7625" y="7373"/>
                    <a:pt x="7467" y="7530"/>
                  </a:cubicBezTo>
                  <a:cubicBezTo>
                    <a:pt x="7388" y="7609"/>
                    <a:pt x="7286" y="7649"/>
                    <a:pt x="7184" y="7649"/>
                  </a:cubicBezTo>
                  <a:cubicBezTo>
                    <a:pt x="7081" y="7649"/>
                    <a:pt x="6979" y="7609"/>
                    <a:pt x="6900" y="7530"/>
                  </a:cubicBezTo>
                  <a:lnTo>
                    <a:pt x="5955" y="6585"/>
                  </a:lnTo>
                  <a:lnTo>
                    <a:pt x="4884" y="7656"/>
                  </a:lnTo>
                  <a:lnTo>
                    <a:pt x="5829" y="8602"/>
                  </a:lnTo>
                  <a:cubicBezTo>
                    <a:pt x="5987" y="8759"/>
                    <a:pt x="5987" y="9043"/>
                    <a:pt x="5829" y="9200"/>
                  </a:cubicBezTo>
                  <a:cubicBezTo>
                    <a:pt x="5750" y="9279"/>
                    <a:pt x="5640" y="9318"/>
                    <a:pt x="5530" y="9318"/>
                  </a:cubicBezTo>
                  <a:cubicBezTo>
                    <a:pt x="5419" y="9318"/>
                    <a:pt x="5309" y="9279"/>
                    <a:pt x="5230" y="9200"/>
                  </a:cubicBezTo>
                  <a:lnTo>
                    <a:pt x="4285" y="8255"/>
                  </a:lnTo>
                  <a:lnTo>
                    <a:pt x="4159" y="8381"/>
                  </a:lnTo>
                  <a:cubicBezTo>
                    <a:pt x="4080" y="8460"/>
                    <a:pt x="3978" y="8499"/>
                    <a:pt x="3876" y="8499"/>
                  </a:cubicBezTo>
                  <a:cubicBezTo>
                    <a:pt x="3773" y="8499"/>
                    <a:pt x="3671" y="8460"/>
                    <a:pt x="3592" y="8381"/>
                  </a:cubicBezTo>
                  <a:cubicBezTo>
                    <a:pt x="3435" y="8224"/>
                    <a:pt x="3435" y="7940"/>
                    <a:pt x="3592" y="7782"/>
                  </a:cubicBezTo>
                  <a:lnTo>
                    <a:pt x="3687" y="7656"/>
                  </a:lnTo>
                  <a:lnTo>
                    <a:pt x="2742" y="6711"/>
                  </a:lnTo>
                  <a:cubicBezTo>
                    <a:pt x="2584" y="6554"/>
                    <a:pt x="2584" y="6270"/>
                    <a:pt x="2742" y="6113"/>
                  </a:cubicBezTo>
                  <a:cubicBezTo>
                    <a:pt x="2820" y="6034"/>
                    <a:pt x="2931" y="5995"/>
                    <a:pt x="3041" y="5995"/>
                  </a:cubicBezTo>
                  <a:cubicBezTo>
                    <a:pt x="3151" y="5995"/>
                    <a:pt x="3261" y="6034"/>
                    <a:pt x="3340" y="6113"/>
                  </a:cubicBezTo>
                  <a:lnTo>
                    <a:pt x="4285" y="7058"/>
                  </a:lnTo>
                  <a:lnTo>
                    <a:pt x="5356" y="6018"/>
                  </a:lnTo>
                  <a:lnTo>
                    <a:pt x="4411" y="5073"/>
                  </a:lnTo>
                  <a:cubicBezTo>
                    <a:pt x="4254" y="4916"/>
                    <a:pt x="4254" y="4632"/>
                    <a:pt x="4411" y="4474"/>
                  </a:cubicBezTo>
                  <a:cubicBezTo>
                    <a:pt x="4490" y="4396"/>
                    <a:pt x="4600" y="4356"/>
                    <a:pt x="4711" y="4356"/>
                  </a:cubicBezTo>
                  <a:cubicBezTo>
                    <a:pt x="4821" y="4356"/>
                    <a:pt x="4931" y="4396"/>
                    <a:pt x="5010" y="4474"/>
                  </a:cubicBezTo>
                  <a:lnTo>
                    <a:pt x="5955" y="5420"/>
                  </a:lnTo>
                  <a:lnTo>
                    <a:pt x="6995" y="4348"/>
                  </a:lnTo>
                  <a:lnTo>
                    <a:pt x="6050" y="3403"/>
                  </a:lnTo>
                  <a:cubicBezTo>
                    <a:pt x="5892" y="3246"/>
                    <a:pt x="5892" y="2962"/>
                    <a:pt x="6050" y="2805"/>
                  </a:cubicBezTo>
                  <a:cubicBezTo>
                    <a:pt x="6128" y="2726"/>
                    <a:pt x="6239" y="2687"/>
                    <a:pt x="6349" y="2687"/>
                  </a:cubicBezTo>
                  <a:close/>
                  <a:moveTo>
                    <a:pt x="5987" y="1"/>
                  </a:moveTo>
                  <a:cubicBezTo>
                    <a:pt x="2805" y="757"/>
                    <a:pt x="788" y="3025"/>
                    <a:pt x="1" y="6081"/>
                  </a:cubicBezTo>
                  <a:lnTo>
                    <a:pt x="5955" y="12036"/>
                  </a:lnTo>
                  <a:cubicBezTo>
                    <a:pt x="9106" y="11248"/>
                    <a:pt x="11153" y="9043"/>
                    <a:pt x="11941" y="5955"/>
                  </a:cubicBezTo>
                  <a:lnTo>
                    <a:pt x="5987"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54" name="Google Shape;8763;p68">
            <a:extLst>
              <a:ext uri="{FF2B5EF4-FFF2-40B4-BE49-F238E27FC236}">
                <a16:creationId xmlns:a16="http://schemas.microsoft.com/office/drawing/2014/main" id="{3C17115C-6B6B-1F23-E769-67F0404116FD}"/>
              </a:ext>
            </a:extLst>
          </p:cNvPr>
          <p:cNvSpPr/>
          <p:nvPr/>
        </p:nvSpPr>
        <p:spPr>
          <a:xfrm>
            <a:off x="14292954" y="10166035"/>
            <a:ext cx="963678" cy="815087"/>
          </a:xfrm>
          <a:custGeom>
            <a:avLst/>
            <a:gdLst/>
            <a:ahLst/>
            <a:cxnLst/>
            <a:rect l="l" t="t" r="r" b="b"/>
            <a:pathLst>
              <a:path w="12666" h="10713" extrusionOk="0">
                <a:moveTo>
                  <a:pt x="1765" y="3309"/>
                </a:moveTo>
                <a:lnTo>
                  <a:pt x="1765" y="7058"/>
                </a:lnTo>
                <a:cubicBezTo>
                  <a:pt x="1765" y="7278"/>
                  <a:pt x="1954" y="7436"/>
                  <a:pt x="2206" y="7436"/>
                </a:cubicBezTo>
                <a:lnTo>
                  <a:pt x="2615" y="7436"/>
                </a:lnTo>
                <a:lnTo>
                  <a:pt x="2615" y="9925"/>
                </a:lnTo>
                <a:lnTo>
                  <a:pt x="788" y="9925"/>
                </a:lnTo>
                <a:lnTo>
                  <a:pt x="788" y="3309"/>
                </a:lnTo>
                <a:close/>
                <a:moveTo>
                  <a:pt x="5073" y="3309"/>
                </a:moveTo>
                <a:lnTo>
                  <a:pt x="5073" y="7058"/>
                </a:lnTo>
                <a:cubicBezTo>
                  <a:pt x="5073" y="7278"/>
                  <a:pt x="5262" y="7436"/>
                  <a:pt x="5514" y="7436"/>
                </a:cubicBezTo>
                <a:lnTo>
                  <a:pt x="5892" y="7436"/>
                </a:lnTo>
                <a:lnTo>
                  <a:pt x="5892" y="9925"/>
                </a:lnTo>
                <a:lnTo>
                  <a:pt x="3403" y="9925"/>
                </a:lnTo>
                <a:lnTo>
                  <a:pt x="3403" y="7436"/>
                </a:lnTo>
                <a:lnTo>
                  <a:pt x="3813" y="7436"/>
                </a:lnTo>
                <a:cubicBezTo>
                  <a:pt x="4033" y="7436"/>
                  <a:pt x="4254" y="7247"/>
                  <a:pt x="4254" y="7058"/>
                </a:cubicBezTo>
                <a:lnTo>
                  <a:pt x="4254" y="3309"/>
                </a:lnTo>
                <a:close/>
                <a:moveTo>
                  <a:pt x="8412" y="3309"/>
                </a:moveTo>
                <a:lnTo>
                  <a:pt x="8412" y="7058"/>
                </a:lnTo>
                <a:cubicBezTo>
                  <a:pt x="8412" y="7278"/>
                  <a:pt x="8601" y="7436"/>
                  <a:pt x="8853" y="7436"/>
                </a:cubicBezTo>
                <a:lnTo>
                  <a:pt x="9294" y="7436"/>
                </a:lnTo>
                <a:lnTo>
                  <a:pt x="9294" y="9925"/>
                </a:lnTo>
                <a:lnTo>
                  <a:pt x="6711" y="9925"/>
                </a:lnTo>
                <a:lnTo>
                  <a:pt x="6711" y="7436"/>
                </a:lnTo>
                <a:lnTo>
                  <a:pt x="7152" y="7436"/>
                </a:lnTo>
                <a:cubicBezTo>
                  <a:pt x="7404" y="7436"/>
                  <a:pt x="7593" y="7247"/>
                  <a:pt x="7593" y="7058"/>
                </a:cubicBezTo>
                <a:lnTo>
                  <a:pt x="7593" y="3309"/>
                </a:lnTo>
                <a:close/>
                <a:moveTo>
                  <a:pt x="11815" y="3309"/>
                </a:moveTo>
                <a:lnTo>
                  <a:pt x="11815" y="9925"/>
                </a:lnTo>
                <a:lnTo>
                  <a:pt x="9988" y="9925"/>
                </a:lnTo>
                <a:lnTo>
                  <a:pt x="9988" y="7436"/>
                </a:lnTo>
                <a:lnTo>
                  <a:pt x="10429" y="7436"/>
                </a:lnTo>
                <a:cubicBezTo>
                  <a:pt x="10649" y="7436"/>
                  <a:pt x="10870" y="7247"/>
                  <a:pt x="10870" y="7058"/>
                </a:cubicBezTo>
                <a:lnTo>
                  <a:pt x="10870" y="3309"/>
                </a:lnTo>
                <a:close/>
                <a:moveTo>
                  <a:pt x="379" y="1"/>
                </a:moveTo>
                <a:cubicBezTo>
                  <a:pt x="158" y="1"/>
                  <a:pt x="1" y="190"/>
                  <a:pt x="1" y="379"/>
                </a:cubicBezTo>
                <a:lnTo>
                  <a:pt x="1" y="10334"/>
                </a:lnTo>
                <a:cubicBezTo>
                  <a:pt x="1" y="10555"/>
                  <a:pt x="190" y="10712"/>
                  <a:pt x="379" y="10712"/>
                </a:cubicBezTo>
                <a:lnTo>
                  <a:pt x="12224" y="10712"/>
                </a:lnTo>
                <a:cubicBezTo>
                  <a:pt x="12476" y="10712"/>
                  <a:pt x="12665" y="10523"/>
                  <a:pt x="12665" y="10334"/>
                </a:cubicBezTo>
                <a:lnTo>
                  <a:pt x="12665" y="379"/>
                </a:lnTo>
                <a:cubicBezTo>
                  <a:pt x="12634" y="190"/>
                  <a:pt x="12445" y="1"/>
                  <a:pt x="12224"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55" name="Google Shape;8764;p68">
            <a:extLst>
              <a:ext uri="{FF2B5EF4-FFF2-40B4-BE49-F238E27FC236}">
                <a16:creationId xmlns:a16="http://schemas.microsoft.com/office/drawing/2014/main" id="{77375354-E069-01E9-0F2A-458E51942381}"/>
              </a:ext>
            </a:extLst>
          </p:cNvPr>
          <p:cNvGrpSpPr/>
          <p:nvPr/>
        </p:nvGrpSpPr>
        <p:grpSpPr>
          <a:xfrm>
            <a:off x="18981981" y="8876112"/>
            <a:ext cx="757490" cy="963071"/>
            <a:chOff x="-37370925" y="3579105"/>
            <a:chExt cx="248900" cy="316450"/>
          </a:xfrm>
          <a:solidFill>
            <a:srgbClr val="555559"/>
          </a:solidFill>
        </p:grpSpPr>
        <p:sp>
          <p:nvSpPr>
            <p:cNvPr id="1750" name="Google Shape;8765;p68">
              <a:extLst>
                <a:ext uri="{FF2B5EF4-FFF2-40B4-BE49-F238E27FC236}">
                  <a16:creationId xmlns:a16="http://schemas.microsoft.com/office/drawing/2014/main" id="{047A0C65-A3F6-6C99-B963-0E5289F6571F}"/>
                </a:ext>
              </a:extLst>
            </p:cNvPr>
            <p:cNvSpPr/>
            <p:nvPr/>
          </p:nvSpPr>
          <p:spPr>
            <a:xfrm>
              <a:off x="-37268550" y="3671055"/>
              <a:ext cx="83525" cy="82525"/>
            </a:xfrm>
            <a:custGeom>
              <a:avLst/>
              <a:gdLst/>
              <a:ahLst/>
              <a:cxnLst/>
              <a:rect l="l" t="t" r="r" b="b"/>
              <a:pathLst>
                <a:path w="3341" h="3301" extrusionOk="0">
                  <a:moveTo>
                    <a:pt x="2238" y="1"/>
                  </a:moveTo>
                  <a:lnTo>
                    <a:pt x="1" y="2237"/>
                  </a:lnTo>
                  <a:lnTo>
                    <a:pt x="946" y="3183"/>
                  </a:lnTo>
                  <a:cubicBezTo>
                    <a:pt x="1040" y="3261"/>
                    <a:pt x="1151" y="3301"/>
                    <a:pt x="1257" y="3301"/>
                  </a:cubicBezTo>
                  <a:cubicBezTo>
                    <a:pt x="1363" y="3301"/>
                    <a:pt x="1466" y="3261"/>
                    <a:pt x="1545" y="3183"/>
                  </a:cubicBezTo>
                  <a:lnTo>
                    <a:pt x="3183" y="1544"/>
                  </a:lnTo>
                  <a:cubicBezTo>
                    <a:pt x="3340" y="1387"/>
                    <a:pt x="3340" y="1103"/>
                    <a:pt x="3183" y="946"/>
                  </a:cubicBezTo>
                  <a:lnTo>
                    <a:pt x="2238"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8766;p68">
              <a:extLst>
                <a:ext uri="{FF2B5EF4-FFF2-40B4-BE49-F238E27FC236}">
                  <a16:creationId xmlns:a16="http://schemas.microsoft.com/office/drawing/2014/main" id="{CD3EAEB0-4B56-889A-F9BB-A03C461AB775}"/>
                </a:ext>
              </a:extLst>
            </p:cNvPr>
            <p:cNvSpPr/>
            <p:nvPr/>
          </p:nvSpPr>
          <p:spPr>
            <a:xfrm>
              <a:off x="-37370925" y="3579105"/>
              <a:ext cx="248900" cy="316450"/>
            </a:xfrm>
            <a:custGeom>
              <a:avLst/>
              <a:gdLst/>
              <a:ahLst/>
              <a:cxnLst/>
              <a:rect l="l" t="t" r="r" b="b"/>
              <a:pathLst>
                <a:path w="9956" h="12658" extrusionOk="0">
                  <a:moveTo>
                    <a:pt x="4537" y="8625"/>
                  </a:moveTo>
                  <a:cubicBezTo>
                    <a:pt x="4757" y="8625"/>
                    <a:pt x="4946" y="8845"/>
                    <a:pt x="4946" y="9066"/>
                  </a:cubicBezTo>
                  <a:cubicBezTo>
                    <a:pt x="4915" y="9255"/>
                    <a:pt x="4757" y="9475"/>
                    <a:pt x="4537" y="9475"/>
                  </a:cubicBezTo>
                  <a:cubicBezTo>
                    <a:pt x="4285" y="9475"/>
                    <a:pt x="4096" y="9255"/>
                    <a:pt x="4096" y="9066"/>
                  </a:cubicBezTo>
                  <a:cubicBezTo>
                    <a:pt x="4096" y="8845"/>
                    <a:pt x="4285" y="8625"/>
                    <a:pt x="4537" y="8625"/>
                  </a:cubicBezTo>
                  <a:close/>
                  <a:moveTo>
                    <a:pt x="2615" y="0"/>
                  </a:moveTo>
                  <a:cubicBezTo>
                    <a:pt x="2513" y="0"/>
                    <a:pt x="2410" y="40"/>
                    <a:pt x="2332" y="119"/>
                  </a:cubicBezTo>
                  <a:lnTo>
                    <a:pt x="662" y="1788"/>
                  </a:lnTo>
                  <a:cubicBezTo>
                    <a:pt x="504" y="1946"/>
                    <a:pt x="504" y="2229"/>
                    <a:pt x="662" y="2355"/>
                  </a:cubicBezTo>
                  <a:lnTo>
                    <a:pt x="1764" y="3458"/>
                  </a:lnTo>
                  <a:cubicBezTo>
                    <a:pt x="1166" y="4183"/>
                    <a:pt x="819" y="5096"/>
                    <a:pt x="819" y="6073"/>
                  </a:cubicBezTo>
                  <a:cubicBezTo>
                    <a:pt x="819" y="7774"/>
                    <a:pt x="1859" y="9223"/>
                    <a:pt x="3308" y="9853"/>
                  </a:cubicBezTo>
                  <a:lnTo>
                    <a:pt x="3308" y="10200"/>
                  </a:lnTo>
                  <a:lnTo>
                    <a:pt x="1229" y="10200"/>
                  </a:lnTo>
                  <a:cubicBezTo>
                    <a:pt x="536" y="10200"/>
                    <a:pt x="0" y="10767"/>
                    <a:pt x="0" y="11429"/>
                  </a:cubicBezTo>
                  <a:lnTo>
                    <a:pt x="0" y="12248"/>
                  </a:lnTo>
                  <a:cubicBezTo>
                    <a:pt x="0" y="12500"/>
                    <a:pt x="189" y="12657"/>
                    <a:pt x="441" y="12657"/>
                  </a:cubicBezTo>
                  <a:lnTo>
                    <a:pt x="8696" y="12657"/>
                  </a:lnTo>
                  <a:cubicBezTo>
                    <a:pt x="8948" y="12657"/>
                    <a:pt x="9137" y="12468"/>
                    <a:pt x="9137" y="12248"/>
                  </a:cubicBezTo>
                  <a:lnTo>
                    <a:pt x="9137" y="11429"/>
                  </a:lnTo>
                  <a:cubicBezTo>
                    <a:pt x="9137" y="10767"/>
                    <a:pt x="8570" y="10200"/>
                    <a:pt x="7876" y="10200"/>
                  </a:cubicBezTo>
                  <a:lnTo>
                    <a:pt x="5797" y="10200"/>
                  </a:lnTo>
                  <a:lnTo>
                    <a:pt x="5797" y="10137"/>
                  </a:lnTo>
                  <a:cubicBezTo>
                    <a:pt x="7120" y="9853"/>
                    <a:pt x="8223" y="8940"/>
                    <a:pt x="8790" y="7743"/>
                  </a:cubicBezTo>
                  <a:lnTo>
                    <a:pt x="9515" y="7743"/>
                  </a:lnTo>
                  <a:cubicBezTo>
                    <a:pt x="9767" y="7743"/>
                    <a:pt x="9956" y="7522"/>
                    <a:pt x="9956" y="7333"/>
                  </a:cubicBezTo>
                  <a:cubicBezTo>
                    <a:pt x="9893" y="7176"/>
                    <a:pt x="9735" y="6987"/>
                    <a:pt x="9483" y="6987"/>
                  </a:cubicBezTo>
                  <a:lnTo>
                    <a:pt x="6994" y="6987"/>
                  </a:lnTo>
                  <a:cubicBezTo>
                    <a:pt x="6774" y="6987"/>
                    <a:pt x="6585" y="7176"/>
                    <a:pt x="6585" y="7365"/>
                  </a:cubicBezTo>
                  <a:cubicBezTo>
                    <a:pt x="6585" y="7617"/>
                    <a:pt x="6774" y="7774"/>
                    <a:pt x="6994" y="7774"/>
                  </a:cubicBezTo>
                  <a:lnTo>
                    <a:pt x="7845" y="7774"/>
                  </a:lnTo>
                  <a:cubicBezTo>
                    <a:pt x="7404" y="8530"/>
                    <a:pt x="6648" y="9097"/>
                    <a:pt x="5734" y="9318"/>
                  </a:cubicBezTo>
                  <a:lnTo>
                    <a:pt x="5734" y="8971"/>
                  </a:lnTo>
                  <a:cubicBezTo>
                    <a:pt x="5734" y="8310"/>
                    <a:pt x="5198" y="7774"/>
                    <a:pt x="4537" y="7743"/>
                  </a:cubicBezTo>
                  <a:cubicBezTo>
                    <a:pt x="3844" y="7743"/>
                    <a:pt x="3308" y="8278"/>
                    <a:pt x="3308" y="8940"/>
                  </a:cubicBezTo>
                  <a:cubicBezTo>
                    <a:pt x="2332" y="8373"/>
                    <a:pt x="1638" y="7302"/>
                    <a:pt x="1638" y="6073"/>
                  </a:cubicBezTo>
                  <a:cubicBezTo>
                    <a:pt x="1638" y="5285"/>
                    <a:pt x="1922" y="4624"/>
                    <a:pt x="2363" y="4057"/>
                  </a:cubicBezTo>
                  <a:lnTo>
                    <a:pt x="3529" y="5254"/>
                  </a:lnTo>
                  <a:lnTo>
                    <a:pt x="5797" y="3017"/>
                  </a:lnTo>
                  <a:lnTo>
                    <a:pt x="2899" y="119"/>
                  </a:lnTo>
                  <a:cubicBezTo>
                    <a:pt x="2820" y="40"/>
                    <a:pt x="2717" y="0"/>
                    <a:pt x="261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56" name="Google Shape;8767;p68">
            <a:extLst>
              <a:ext uri="{FF2B5EF4-FFF2-40B4-BE49-F238E27FC236}">
                <a16:creationId xmlns:a16="http://schemas.microsoft.com/office/drawing/2014/main" id="{5EB0ABC0-BC7F-3893-8076-1830EAB96F83}"/>
              </a:ext>
            </a:extLst>
          </p:cNvPr>
          <p:cNvSpPr/>
          <p:nvPr/>
        </p:nvSpPr>
        <p:spPr>
          <a:xfrm>
            <a:off x="4020113" y="7778669"/>
            <a:ext cx="949298" cy="962234"/>
          </a:xfrm>
          <a:custGeom>
            <a:avLst/>
            <a:gdLst/>
            <a:ahLst/>
            <a:cxnLst/>
            <a:rect l="l" t="t" r="r" b="b"/>
            <a:pathLst>
              <a:path w="12477" h="12647" extrusionOk="0">
                <a:moveTo>
                  <a:pt x="3750" y="4538"/>
                </a:moveTo>
                <a:cubicBezTo>
                  <a:pt x="4223" y="4538"/>
                  <a:pt x="4601" y="4884"/>
                  <a:pt x="4601" y="5357"/>
                </a:cubicBezTo>
                <a:cubicBezTo>
                  <a:pt x="4601" y="5829"/>
                  <a:pt x="4223" y="6176"/>
                  <a:pt x="3750" y="6176"/>
                </a:cubicBezTo>
                <a:cubicBezTo>
                  <a:pt x="3277" y="6176"/>
                  <a:pt x="2931" y="5829"/>
                  <a:pt x="2931" y="5357"/>
                </a:cubicBezTo>
                <a:cubicBezTo>
                  <a:pt x="2931" y="4884"/>
                  <a:pt x="3277" y="4538"/>
                  <a:pt x="3750" y="4538"/>
                </a:cubicBezTo>
                <a:close/>
                <a:moveTo>
                  <a:pt x="6239" y="4538"/>
                </a:moveTo>
                <a:cubicBezTo>
                  <a:pt x="6711" y="4538"/>
                  <a:pt x="7058" y="4884"/>
                  <a:pt x="7058" y="5357"/>
                </a:cubicBezTo>
                <a:cubicBezTo>
                  <a:pt x="7058" y="5829"/>
                  <a:pt x="6711" y="6176"/>
                  <a:pt x="6239" y="6176"/>
                </a:cubicBezTo>
                <a:cubicBezTo>
                  <a:pt x="5766" y="6176"/>
                  <a:pt x="5420" y="5829"/>
                  <a:pt x="5420" y="5357"/>
                </a:cubicBezTo>
                <a:cubicBezTo>
                  <a:pt x="5420" y="4884"/>
                  <a:pt x="5766" y="4538"/>
                  <a:pt x="6239" y="4538"/>
                </a:cubicBezTo>
                <a:close/>
                <a:moveTo>
                  <a:pt x="8728" y="4538"/>
                </a:moveTo>
                <a:cubicBezTo>
                  <a:pt x="9200" y="4538"/>
                  <a:pt x="9547" y="4884"/>
                  <a:pt x="9547" y="5357"/>
                </a:cubicBezTo>
                <a:cubicBezTo>
                  <a:pt x="9547" y="5829"/>
                  <a:pt x="9200" y="6176"/>
                  <a:pt x="8728" y="6176"/>
                </a:cubicBezTo>
                <a:cubicBezTo>
                  <a:pt x="8255" y="6176"/>
                  <a:pt x="7877" y="5829"/>
                  <a:pt x="7877" y="5357"/>
                </a:cubicBezTo>
                <a:cubicBezTo>
                  <a:pt x="7877" y="4884"/>
                  <a:pt x="8255" y="4538"/>
                  <a:pt x="8728" y="4538"/>
                </a:cubicBezTo>
                <a:close/>
                <a:moveTo>
                  <a:pt x="6239" y="1"/>
                </a:moveTo>
                <a:cubicBezTo>
                  <a:pt x="2805" y="1"/>
                  <a:pt x="1" y="2395"/>
                  <a:pt x="1" y="5357"/>
                </a:cubicBezTo>
                <a:cubicBezTo>
                  <a:pt x="1" y="7436"/>
                  <a:pt x="1387" y="9200"/>
                  <a:pt x="3309" y="10082"/>
                </a:cubicBezTo>
                <a:lnTo>
                  <a:pt x="3309" y="12256"/>
                </a:lnTo>
                <a:cubicBezTo>
                  <a:pt x="3309" y="12486"/>
                  <a:pt x="3502" y="12646"/>
                  <a:pt x="3715" y="12646"/>
                </a:cubicBezTo>
                <a:cubicBezTo>
                  <a:pt x="3824" y="12646"/>
                  <a:pt x="3938" y="12604"/>
                  <a:pt x="4034" y="12508"/>
                </a:cubicBezTo>
                <a:lnTo>
                  <a:pt x="5609" y="10681"/>
                </a:lnTo>
                <a:cubicBezTo>
                  <a:pt x="5798" y="10681"/>
                  <a:pt x="5987" y="10713"/>
                  <a:pt x="6239" y="10713"/>
                </a:cubicBezTo>
                <a:cubicBezTo>
                  <a:pt x="9641" y="10713"/>
                  <a:pt x="12477" y="8350"/>
                  <a:pt x="12477" y="5357"/>
                </a:cubicBezTo>
                <a:cubicBezTo>
                  <a:pt x="12477" y="2395"/>
                  <a:pt x="9704" y="1"/>
                  <a:pt x="6239"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8768;p68">
            <a:extLst>
              <a:ext uri="{FF2B5EF4-FFF2-40B4-BE49-F238E27FC236}">
                <a16:creationId xmlns:a16="http://schemas.microsoft.com/office/drawing/2014/main" id="{0DBA724D-81EE-706E-B2FD-FA5882487897}"/>
              </a:ext>
            </a:extLst>
          </p:cNvPr>
          <p:cNvSpPr/>
          <p:nvPr/>
        </p:nvSpPr>
        <p:spPr>
          <a:xfrm>
            <a:off x="4084821" y="8893264"/>
            <a:ext cx="819880" cy="968471"/>
          </a:xfrm>
          <a:custGeom>
            <a:avLst/>
            <a:gdLst/>
            <a:ahLst/>
            <a:cxnLst/>
            <a:rect l="l" t="t" r="r" b="b"/>
            <a:pathLst>
              <a:path w="10776" h="12729" extrusionOk="0">
                <a:moveTo>
                  <a:pt x="1670" y="851"/>
                </a:moveTo>
                <a:lnTo>
                  <a:pt x="1670" y="9326"/>
                </a:lnTo>
                <a:cubicBezTo>
                  <a:pt x="1355" y="9326"/>
                  <a:pt x="1072" y="9421"/>
                  <a:pt x="851" y="9578"/>
                </a:cubicBezTo>
                <a:lnTo>
                  <a:pt x="851" y="2049"/>
                </a:lnTo>
                <a:cubicBezTo>
                  <a:pt x="851" y="1481"/>
                  <a:pt x="1198" y="1072"/>
                  <a:pt x="1670" y="851"/>
                </a:cubicBezTo>
                <a:close/>
                <a:moveTo>
                  <a:pt x="9925" y="10177"/>
                </a:moveTo>
                <a:lnTo>
                  <a:pt x="9925" y="10208"/>
                </a:lnTo>
                <a:lnTo>
                  <a:pt x="9925" y="11846"/>
                </a:lnTo>
                <a:lnTo>
                  <a:pt x="1670" y="11846"/>
                </a:lnTo>
                <a:cubicBezTo>
                  <a:pt x="1229" y="11846"/>
                  <a:pt x="851" y="11468"/>
                  <a:pt x="851" y="11027"/>
                </a:cubicBezTo>
                <a:cubicBezTo>
                  <a:pt x="851" y="10586"/>
                  <a:pt x="1229" y="10177"/>
                  <a:pt x="1670" y="10177"/>
                </a:cubicBezTo>
                <a:close/>
                <a:moveTo>
                  <a:pt x="2111" y="1"/>
                </a:moveTo>
                <a:cubicBezTo>
                  <a:pt x="914" y="1"/>
                  <a:pt x="1" y="946"/>
                  <a:pt x="1" y="2080"/>
                </a:cubicBezTo>
                <a:lnTo>
                  <a:pt x="1" y="11059"/>
                </a:lnTo>
                <a:cubicBezTo>
                  <a:pt x="1" y="11973"/>
                  <a:pt x="757" y="12729"/>
                  <a:pt x="1670" y="12729"/>
                </a:cubicBezTo>
                <a:lnTo>
                  <a:pt x="10334" y="12729"/>
                </a:lnTo>
                <a:cubicBezTo>
                  <a:pt x="10586" y="12729"/>
                  <a:pt x="10775" y="12508"/>
                  <a:pt x="10775" y="12319"/>
                </a:cubicBezTo>
                <a:lnTo>
                  <a:pt x="10775" y="473"/>
                </a:lnTo>
                <a:cubicBezTo>
                  <a:pt x="10775" y="221"/>
                  <a:pt x="10586" y="64"/>
                  <a:pt x="10334" y="64"/>
                </a:cubicBezTo>
                <a:lnTo>
                  <a:pt x="9105" y="64"/>
                </a:lnTo>
                <a:lnTo>
                  <a:pt x="9105" y="3781"/>
                </a:lnTo>
                <a:cubicBezTo>
                  <a:pt x="9105" y="4011"/>
                  <a:pt x="8912" y="4171"/>
                  <a:pt x="8708" y="4171"/>
                </a:cubicBezTo>
                <a:cubicBezTo>
                  <a:pt x="8604" y="4171"/>
                  <a:pt x="8498" y="4129"/>
                  <a:pt x="8412" y="4033"/>
                </a:cubicBezTo>
                <a:lnTo>
                  <a:pt x="7845" y="3498"/>
                </a:lnTo>
                <a:lnTo>
                  <a:pt x="7310" y="4033"/>
                </a:lnTo>
                <a:cubicBezTo>
                  <a:pt x="7214" y="4129"/>
                  <a:pt x="7100" y="4171"/>
                  <a:pt x="6991" y="4171"/>
                </a:cubicBezTo>
                <a:cubicBezTo>
                  <a:pt x="6778" y="4171"/>
                  <a:pt x="6585" y="4011"/>
                  <a:pt x="6585" y="3781"/>
                </a:cubicBezTo>
                <a:lnTo>
                  <a:pt x="6585" y="64"/>
                </a:lnTo>
                <a:lnTo>
                  <a:pt x="2111" y="64"/>
                </a:lnTo>
                <a:lnTo>
                  <a:pt x="2111" y="1"/>
                </a:ln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58" name="Google Shape;8769;p68">
            <a:extLst>
              <a:ext uri="{FF2B5EF4-FFF2-40B4-BE49-F238E27FC236}">
                <a16:creationId xmlns:a16="http://schemas.microsoft.com/office/drawing/2014/main" id="{31D24775-8314-924E-5117-9B5990D488CF}"/>
              </a:ext>
            </a:extLst>
          </p:cNvPr>
          <p:cNvGrpSpPr/>
          <p:nvPr/>
        </p:nvGrpSpPr>
        <p:grpSpPr>
          <a:xfrm>
            <a:off x="4006301" y="10008225"/>
            <a:ext cx="968471" cy="963678"/>
            <a:chOff x="-42259725" y="3951100"/>
            <a:chExt cx="318225" cy="316650"/>
          </a:xfrm>
          <a:solidFill>
            <a:srgbClr val="555559"/>
          </a:solidFill>
        </p:grpSpPr>
        <p:sp>
          <p:nvSpPr>
            <p:cNvPr id="1748" name="Google Shape;8770;p68">
              <a:extLst>
                <a:ext uri="{FF2B5EF4-FFF2-40B4-BE49-F238E27FC236}">
                  <a16:creationId xmlns:a16="http://schemas.microsoft.com/office/drawing/2014/main" id="{8D204178-9AC6-2CF6-4BF7-86A01B3F7B3D}"/>
                </a:ext>
              </a:extLst>
            </p:cNvPr>
            <p:cNvSpPr/>
            <p:nvPr/>
          </p:nvSpPr>
          <p:spPr>
            <a:xfrm>
              <a:off x="-42258150" y="3951100"/>
              <a:ext cx="316650" cy="123675"/>
            </a:xfrm>
            <a:custGeom>
              <a:avLst/>
              <a:gdLst/>
              <a:ahLst/>
              <a:cxnLst/>
              <a:rect l="l" t="t" r="r" b="b"/>
              <a:pathLst>
                <a:path w="12666" h="4947" extrusionOk="0">
                  <a:moveTo>
                    <a:pt x="2868" y="820"/>
                  </a:moveTo>
                  <a:cubicBezTo>
                    <a:pt x="3120" y="820"/>
                    <a:pt x="3277" y="1009"/>
                    <a:pt x="3277" y="1261"/>
                  </a:cubicBezTo>
                  <a:lnTo>
                    <a:pt x="3277" y="2899"/>
                  </a:lnTo>
                  <a:cubicBezTo>
                    <a:pt x="3277" y="3151"/>
                    <a:pt x="3057" y="3308"/>
                    <a:pt x="2868" y="3308"/>
                  </a:cubicBezTo>
                  <a:cubicBezTo>
                    <a:pt x="2647" y="3308"/>
                    <a:pt x="2490" y="3119"/>
                    <a:pt x="2427" y="2899"/>
                  </a:cubicBezTo>
                  <a:lnTo>
                    <a:pt x="2427" y="1261"/>
                  </a:lnTo>
                  <a:cubicBezTo>
                    <a:pt x="2427" y="1009"/>
                    <a:pt x="2647" y="851"/>
                    <a:pt x="2868" y="820"/>
                  </a:cubicBezTo>
                  <a:close/>
                  <a:moveTo>
                    <a:pt x="9767" y="820"/>
                  </a:moveTo>
                  <a:cubicBezTo>
                    <a:pt x="9988" y="820"/>
                    <a:pt x="10145" y="1009"/>
                    <a:pt x="10145" y="1261"/>
                  </a:cubicBezTo>
                  <a:lnTo>
                    <a:pt x="10145" y="2899"/>
                  </a:lnTo>
                  <a:cubicBezTo>
                    <a:pt x="10145" y="3151"/>
                    <a:pt x="9956" y="3308"/>
                    <a:pt x="9767" y="3308"/>
                  </a:cubicBezTo>
                  <a:cubicBezTo>
                    <a:pt x="9515" y="3308"/>
                    <a:pt x="9358" y="3119"/>
                    <a:pt x="9326" y="2899"/>
                  </a:cubicBezTo>
                  <a:lnTo>
                    <a:pt x="9326" y="1261"/>
                  </a:lnTo>
                  <a:cubicBezTo>
                    <a:pt x="9326" y="1009"/>
                    <a:pt x="9515" y="851"/>
                    <a:pt x="9767" y="820"/>
                  </a:cubicBezTo>
                  <a:close/>
                  <a:moveTo>
                    <a:pt x="2868" y="0"/>
                  </a:moveTo>
                  <a:cubicBezTo>
                    <a:pt x="2206" y="0"/>
                    <a:pt x="1639" y="536"/>
                    <a:pt x="1608" y="1229"/>
                  </a:cubicBezTo>
                  <a:lnTo>
                    <a:pt x="1608" y="1639"/>
                  </a:lnTo>
                  <a:lnTo>
                    <a:pt x="1230" y="1639"/>
                  </a:lnTo>
                  <a:cubicBezTo>
                    <a:pt x="536" y="1639"/>
                    <a:pt x="1" y="2206"/>
                    <a:pt x="1" y="2867"/>
                  </a:cubicBezTo>
                  <a:lnTo>
                    <a:pt x="1" y="4947"/>
                  </a:lnTo>
                  <a:lnTo>
                    <a:pt x="12666" y="4947"/>
                  </a:lnTo>
                  <a:lnTo>
                    <a:pt x="12666" y="2867"/>
                  </a:lnTo>
                  <a:cubicBezTo>
                    <a:pt x="12634" y="2206"/>
                    <a:pt x="12036" y="1639"/>
                    <a:pt x="11374" y="1639"/>
                  </a:cubicBezTo>
                  <a:lnTo>
                    <a:pt x="10996" y="1639"/>
                  </a:lnTo>
                  <a:lnTo>
                    <a:pt x="10996" y="1229"/>
                  </a:lnTo>
                  <a:cubicBezTo>
                    <a:pt x="10996" y="536"/>
                    <a:pt x="10429" y="0"/>
                    <a:pt x="9767" y="0"/>
                  </a:cubicBezTo>
                  <a:cubicBezTo>
                    <a:pt x="9106" y="0"/>
                    <a:pt x="8539" y="536"/>
                    <a:pt x="8507" y="1229"/>
                  </a:cubicBezTo>
                  <a:lnTo>
                    <a:pt x="8507" y="1639"/>
                  </a:lnTo>
                  <a:lnTo>
                    <a:pt x="4097" y="1639"/>
                  </a:lnTo>
                  <a:lnTo>
                    <a:pt x="4097" y="1229"/>
                  </a:lnTo>
                  <a:cubicBezTo>
                    <a:pt x="4097" y="536"/>
                    <a:pt x="3561" y="0"/>
                    <a:pt x="28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8771;p68">
              <a:extLst>
                <a:ext uri="{FF2B5EF4-FFF2-40B4-BE49-F238E27FC236}">
                  <a16:creationId xmlns:a16="http://schemas.microsoft.com/office/drawing/2014/main" id="{B12163D9-A4C1-3F2C-5536-752DD1802151}"/>
                </a:ext>
              </a:extLst>
            </p:cNvPr>
            <p:cNvSpPr/>
            <p:nvPr/>
          </p:nvSpPr>
          <p:spPr>
            <a:xfrm>
              <a:off x="-42259725" y="4096800"/>
              <a:ext cx="316650" cy="170950"/>
            </a:xfrm>
            <a:custGeom>
              <a:avLst/>
              <a:gdLst/>
              <a:ahLst/>
              <a:cxnLst/>
              <a:rect l="l" t="t" r="r" b="b"/>
              <a:pathLst>
                <a:path w="12666" h="6838" extrusionOk="0">
                  <a:moveTo>
                    <a:pt x="1" y="1"/>
                  </a:moveTo>
                  <a:lnTo>
                    <a:pt x="1" y="5640"/>
                  </a:lnTo>
                  <a:lnTo>
                    <a:pt x="32" y="5640"/>
                  </a:lnTo>
                  <a:cubicBezTo>
                    <a:pt x="32" y="6302"/>
                    <a:pt x="568" y="6837"/>
                    <a:pt x="1261" y="6837"/>
                  </a:cubicBezTo>
                  <a:lnTo>
                    <a:pt x="11437" y="6837"/>
                  </a:lnTo>
                  <a:cubicBezTo>
                    <a:pt x="12099" y="6837"/>
                    <a:pt x="12666" y="6302"/>
                    <a:pt x="12666" y="5640"/>
                  </a:cubicBezTo>
                  <a:lnTo>
                    <a:pt x="12666"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9" name="Google Shape;8772;p68">
            <a:extLst>
              <a:ext uri="{FF2B5EF4-FFF2-40B4-BE49-F238E27FC236}">
                <a16:creationId xmlns:a16="http://schemas.microsoft.com/office/drawing/2014/main" id="{ED0270BC-B2E7-C737-3D3A-37A4D2089DD3}"/>
              </a:ext>
            </a:extLst>
          </p:cNvPr>
          <p:cNvGrpSpPr/>
          <p:nvPr/>
        </p:nvGrpSpPr>
        <p:grpSpPr>
          <a:xfrm>
            <a:off x="9732418" y="7927634"/>
            <a:ext cx="966038" cy="879758"/>
            <a:chOff x="-40378075" y="3267450"/>
            <a:chExt cx="317425" cy="289075"/>
          </a:xfrm>
          <a:solidFill>
            <a:srgbClr val="555559"/>
          </a:solidFill>
        </p:grpSpPr>
        <p:sp>
          <p:nvSpPr>
            <p:cNvPr id="1744" name="Google Shape;8773;p68">
              <a:extLst>
                <a:ext uri="{FF2B5EF4-FFF2-40B4-BE49-F238E27FC236}">
                  <a16:creationId xmlns:a16="http://schemas.microsoft.com/office/drawing/2014/main" id="{084E7D2A-971C-0B7A-6CA4-E48151ACA8CB}"/>
                </a:ext>
              </a:extLst>
            </p:cNvPr>
            <p:cNvSpPr/>
            <p:nvPr/>
          </p:nvSpPr>
          <p:spPr>
            <a:xfrm>
              <a:off x="-40218975" y="3308400"/>
              <a:ext cx="158325" cy="248125"/>
            </a:xfrm>
            <a:custGeom>
              <a:avLst/>
              <a:gdLst/>
              <a:ahLst/>
              <a:cxnLst/>
              <a:rect l="l" t="t" r="r" b="b"/>
              <a:pathLst>
                <a:path w="6333" h="9925" extrusionOk="0">
                  <a:moveTo>
                    <a:pt x="4694" y="1"/>
                  </a:moveTo>
                  <a:lnTo>
                    <a:pt x="4694" y="7877"/>
                  </a:lnTo>
                  <a:cubicBezTo>
                    <a:pt x="4694" y="8097"/>
                    <a:pt x="4474" y="8255"/>
                    <a:pt x="4253" y="8255"/>
                  </a:cubicBezTo>
                  <a:cubicBezTo>
                    <a:pt x="2993" y="8255"/>
                    <a:pt x="1638" y="8696"/>
                    <a:pt x="693" y="9452"/>
                  </a:cubicBezTo>
                  <a:cubicBezTo>
                    <a:pt x="536" y="9546"/>
                    <a:pt x="189" y="9925"/>
                    <a:pt x="0" y="9925"/>
                  </a:cubicBezTo>
                  <a:lnTo>
                    <a:pt x="5073" y="9925"/>
                  </a:lnTo>
                  <a:cubicBezTo>
                    <a:pt x="5734" y="9925"/>
                    <a:pt x="6333" y="9357"/>
                    <a:pt x="6333" y="8696"/>
                  </a:cubicBezTo>
                  <a:lnTo>
                    <a:pt x="6333" y="1229"/>
                  </a:lnTo>
                  <a:cubicBezTo>
                    <a:pt x="6333" y="536"/>
                    <a:pt x="5766" y="1"/>
                    <a:pt x="507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8774;p68">
              <a:extLst>
                <a:ext uri="{FF2B5EF4-FFF2-40B4-BE49-F238E27FC236}">
                  <a16:creationId xmlns:a16="http://schemas.microsoft.com/office/drawing/2014/main" id="{D38DDA12-D195-A0D4-697B-7851E6D8FC2F}"/>
                </a:ext>
              </a:extLst>
            </p:cNvPr>
            <p:cNvSpPr/>
            <p:nvPr/>
          </p:nvSpPr>
          <p:spPr>
            <a:xfrm>
              <a:off x="-40316650" y="3267450"/>
              <a:ext cx="86675" cy="257575"/>
            </a:xfrm>
            <a:custGeom>
              <a:avLst/>
              <a:gdLst/>
              <a:ahLst/>
              <a:cxnLst/>
              <a:rect l="l" t="t" r="r" b="b"/>
              <a:pathLst>
                <a:path w="3467" h="10303" extrusionOk="0">
                  <a:moveTo>
                    <a:pt x="1" y="0"/>
                  </a:moveTo>
                  <a:lnTo>
                    <a:pt x="1" y="9105"/>
                  </a:lnTo>
                  <a:cubicBezTo>
                    <a:pt x="1166" y="9200"/>
                    <a:pt x="2489" y="9578"/>
                    <a:pt x="3466" y="10302"/>
                  </a:cubicBezTo>
                  <a:lnTo>
                    <a:pt x="3466" y="1197"/>
                  </a:lnTo>
                  <a:cubicBezTo>
                    <a:pt x="2489" y="473"/>
                    <a:pt x="1229" y="95"/>
                    <a:pt x="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8775;p68">
              <a:extLst>
                <a:ext uri="{FF2B5EF4-FFF2-40B4-BE49-F238E27FC236}">
                  <a16:creationId xmlns:a16="http://schemas.microsoft.com/office/drawing/2014/main" id="{E14FD226-C29A-0200-3D2D-433AA666CA16}"/>
                </a:ext>
              </a:extLst>
            </p:cNvPr>
            <p:cNvSpPr/>
            <p:nvPr/>
          </p:nvSpPr>
          <p:spPr>
            <a:xfrm>
              <a:off x="-40209525" y="3267450"/>
              <a:ext cx="86650" cy="257575"/>
            </a:xfrm>
            <a:custGeom>
              <a:avLst/>
              <a:gdLst/>
              <a:ahLst/>
              <a:cxnLst/>
              <a:rect l="l" t="t" r="r" b="b"/>
              <a:pathLst>
                <a:path w="3466" h="10303" extrusionOk="0">
                  <a:moveTo>
                    <a:pt x="3466" y="0"/>
                  </a:moveTo>
                  <a:cubicBezTo>
                    <a:pt x="2300" y="95"/>
                    <a:pt x="977" y="473"/>
                    <a:pt x="0" y="1197"/>
                  </a:cubicBezTo>
                  <a:lnTo>
                    <a:pt x="0" y="10302"/>
                  </a:lnTo>
                  <a:cubicBezTo>
                    <a:pt x="977" y="9578"/>
                    <a:pt x="2237" y="9200"/>
                    <a:pt x="3466" y="9105"/>
                  </a:cubicBezTo>
                  <a:lnTo>
                    <a:pt x="3466"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8776;p68">
              <a:extLst>
                <a:ext uri="{FF2B5EF4-FFF2-40B4-BE49-F238E27FC236}">
                  <a16:creationId xmlns:a16="http://schemas.microsoft.com/office/drawing/2014/main" id="{4D1074E8-3B22-2B93-160D-12BF2D4118B7}"/>
                </a:ext>
              </a:extLst>
            </p:cNvPr>
            <p:cNvSpPr/>
            <p:nvPr/>
          </p:nvSpPr>
          <p:spPr>
            <a:xfrm>
              <a:off x="-40378075" y="3308400"/>
              <a:ext cx="157550" cy="248125"/>
            </a:xfrm>
            <a:custGeom>
              <a:avLst/>
              <a:gdLst/>
              <a:ahLst/>
              <a:cxnLst/>
              <a:rect l="l" t="t" r="r" b="b"/>
              <a:pathLst>
                <a:path w="6302" h="9925" extrusionOk="0">
                  <a:moveTo>
                    <a:pt x="1229" y="1"/>
                  </a:moveTo>
                  <a:cubicBezTo>
                    <a:pt x="567" y="1"/>
                    <a:pt x="0" y="536"/>
                    <a:pt x="0" y="1198"/>
                  </a:cubicBezTo>
                  <a:lnTo>
                    <a:pt x="0" y="8664"/>
                  </a:lnTo>
                  <a:cubicBezTo>
                    <a:pt x="32" y="9357"/>
                    <a:pt x="567" y="9925"/>
                    <a:pt x="1229" y="9925"/>
                  </a:cubicBezTo>
                  <a:lnTo>
                    <a:pt x="6301" y="9925"/>
                  </a:lnTo>
                  <a:cubicBezTo>
                    <a:pt x="6112" y="9925"/>
                    <a:pt x="5766" y="9609"/>
                    <a:pt x="5608" y="9452"/>
                  </a:cubicBezTo>
                  <a:cubicBezTo>
                    <a:pt x="4631" y="8664"/>
                    <a:pt x="3277" y="8255"/>
                    <a:pt x="2048" y="8255"/>
                  </a:cubicBezTo>
                  <a:cubicBezTo>
                    <a:pt x="1828" y="8255"/>
                    <a:pt x="1638" y="8066"/>
                    <a:pt x="1638" y="7877"/>
                  </a:cubicBezTo>
                  <a:lnTo>
                    <a:pt x="1638"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0" name="Google Shape;8777;p68">
            <a:extLst>
              <a:ext uri="{FF2B5EF4-FFF2-40B4-BE49-F238E27FC236}">
                <a16:creationId xmlns:a16="http://schemas.microsoft.com/office/drawing/2014/main" id="{9EB5AA28-8769-92BF-9A42-96D837712D7F}"/>
              </a:ext>
            </a:extLst>
          </p:cNvPr>
          <p:cNvGrpSpPr/>
          <p:nvPr/>
        </p:nvGrpSpPr>
        <p:grpSpPr>
          <a:xfrm>
            <a:off x="9741968" y="8953550"/>
            <a:ext cx="946941" cy="963678"/>
            <a:chOff x="-40372575" y="3604550"/>
            <a:chExt cx="311150" cy="316650"/>
          </a:xfrm>
          <a:solidFill>
            <a:srgbClr val="555559"/>
          </a:solidFill>
        </p:grpSpPr>
        <p:sp>
          <p:nvSpPr>
            <p:cNvPr id="1741" name="Google Shape;8778;p68">
              <a:extLst>
                <a:ext uri="{FF2B5EF4-FFF2-40B4-BE49-F238E27FC236}">
                  <a16:creationId xmlns:a16="http://schemas.microsoft.com/office/drawing/2014/main" id="{308D816C-5D2C-2713-0CBB-317F532BABDB}"/>
                </a:ext>
              </a:extLst>
            </p:cNvPr>
            <p:cNvSpPr/>
            <p:nvPr/>
          </p:nvSpPr>
          <p:spPr>
            <a:xfrm>
              <a:off x="-40372575" y="3604550"/>
              <a:ext cx="311150" cy="134475"/>
            </a:xfrm>
            <a:custGeom>
              <a:avLst/>
              <a:gdLst/>
              <a:ahLst/>
              <a:cxnLst/>
              <a:rect l="l" t="t" r="r" b="b"/>
              <a:pathLst>
                <a:path w="12446" h="5379" extrusionOk="0">
                  <a:moveTo>
                    <a:pt x="3088" y="0"/>
                  </a:moveTo>
                  <a:cubicBezTo>
                    <a:pt x="1639" y="0"/>
                    <a:pt x="316" y="1008"/>
                    <a:pt x="95" y="2489"/>
                  </a:cubicBezTo>
                  <a:cubicBezTo>
                    <a:pt x="1" y="3214"/>
                    <a:pt x="190" y="3938"/>
                    <a:pt x="568" y="4506"/>
                  </a:cubicBezTo>
                  <a:cubicBezTo>
                    <a:pt x="962" y="5071"/>
                    <a:pt x="1607" y="5366"/>
                    <a:pt x="2240" y="5366"/>
                  </a:cubicBezTo>
                  <a:cubicBezTo>
                    <a:pt x="2772" y="5366"/>
                    <a:pt x="3296" y="5157"/>
                    <a:pt x="3655" y="4726"/>
                  </a:cubicBezTo>
                  <a:cubicBezTo>
                    <a:pt x="4569" y="3655"/>
                    <a:pt x="3844" y="2489"/>
                    <a:pt x="2836" y="2489"/>
                  </a:cubicBezTo>
                  <a:cubicBezTo>
                    <a:pt x="2584" y="2489"/>
                    <a:pt x="2427" y="2678"/>
                    <a:pt x="2427" y="2899"/>
                  </a:cubicBezTo>
                  <a:cubicBezTo>
                    <a:pt x="2427" y="3151"/>
                    <a:pt x="2616" y="3308"/>
                    <a:pt x="2836" y="3340"/>
                  </a:cubicBezTo>
                  <a:cubicBezTo>
                    <a:pt x="3057" y="3340"/>
                    <a:pt x="3214" y="3529"/>
                    <a:pt x="3214" y="3749"/>
                  </a:cubicBezTo>
                  <a:cubicBezTo>
                    <a:pt x="3214" y="3970"/>
                    <a:pt x="3025" y="4127"/>
                    <a:pt x="2836" y="4127"/>
                  </a:cubicBezTo>
                  <a:cubicBezTo>
                    <a:pt x="2049" y="4127"/>
                    <a:pt x="1450" y="3434"/>
                    <a:pt x="1608" y="2584"/>
                  </a:cubicBezTo>
                  <a:cubicBezTo>
                    <a:pt x="1754" y="1999"/>
                    <a:pt x="2279" y="1632"/>
                    <a:pt x="2882" y="1632"/>
                  </a:cubicBezTo>
                  <a:cubicBezTo>
                    <a:pt x="2930" y="1632"/>
                    <a:pt x="2977" y="1634"/>
                    <a:pt x="3025" y="1639"/>
                  </a:cubicBezTo>
                  <a:cubicBezTo>
                    <a:pt x="3624" y="1733"/>
                    <a:pt x="4128" y="2048"/>
                    <a:pt x="4474" y="2489"/>
                  </a:cubicBezTo>
                  <a:lnTo>
                    <a:pt x="7908" y="2489"/>
                  </a:lnTo>
                  <a:cubicBezTo>
                    <a:pt x="8255" y="2017"/>
                    <a:pt x="8759" y="1702"/>
                    <a:pt x="9358" y="1639"/>
                  </a:cubicBezTo>
                  <a:cubicBezTo>
                    <a:pt x="9406" y="1634"/>
                    <a:pt x="9453" y="1632"/>
                    <a:pt x="9501" y="1632"/>
                  </a:cubicBezTo>
                  <a:cubicBezTo>
                    <a:pt x="10104" y="1632"/>
                    <a:pt x="10629" y="1999"/>
                    <a:pt x="10775" y="2584"/>
                  </a:cubicBezTo>
                  <a:cubicBezTo>
                    <a:pt x="10964" y="3434"/>
                    <a:pt x="10334" y="4127"/>
                    <a:pt x="9547" y="4127"/>
                  </a:cubicBezTo>
                  <a:cubicBezTo>
                    <a:pt x="9326" y="4127"/>
                    <a:pt x="9137" y="3938"/>
                    <a:pt x="9137" y="3749"/>
                  </a:cubicBezTo>
                  <a:cubicBezTo>
                    <a:pt x="9137" y="3497"/>
                    <a:pt x="9326" y="3340"/>
                    <a:pt x="9547" y="3340"/>
                  </a:cubicBezTo>
                  <a:cubicBezTo>
                    <a:pt x="9799" y="3340"/>
                    <a:pt x="9956" y="3151"/>
                    <a:pt x="9956" y="2899"/>
                  </a:cubicBezTo>
                  <a:cubicBezTo>
                    <a:pt x="9956" y="2678"/>
                    <a:pt x="9767" y="2521"/>
                    <a:pt x="9547" y="2489"/>
                  </a:cubicBezTo>
                  <a:cubicBezTo>
                    <a:pt x="8539" y="2489"/>
                    <a:pt x="7814" y="3686"/>
                    <a:pt x="8728" y="4726"/>
                  </a:cubicBezTo>
                  <a:cubicBezTo>
                    <a:pt x="9099" y="5169"/>
                    <a:pt x="9626" y="5379"/>
                    <a:pt x="10158" y="5379"/>
                  </a:cubicBezTo>
                  <a:cubicBezTo>
                    <a:pt x="10800" y="5379"/>
                    <a:pt x="11451" y="5074"/>
                    <a:pt x="11847" y="4506"/>
                  </a:cubicBezTo>
                  <a:cubicBezTo>
                    <a:pt x="12225" y="3970"/>
                    <a:pt x="12445" y="3277"/>
                    <a:pt x="12319" y="2489"/>
                  </a:cubicBezTo>
                  <a:cubicBezTo>
                    <a:pt x="12130" y="1008"/>
                    <a:pt x="10775" y="0"/>
                    <a:pt x="932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8779;p68">
              <a:extLst>
                <a:ext uri="{FF2B5EF4-FFF2-40B4-BE49-F238E27FC236}">
                  <a16:creationId xmlns:a16="http://schemas.microsoft.com/office/drawing/2014/main" id="{04740B45-D29D-1011-4C4A-01CAB19AAA19}"/>
                </a:ext>
              </a:extLst>
            </p:cNvPr>
            <p:cNvSpPr/>
            <p:nvPr/>
          </p:nvSpPr>
          <p:spPr>
            <a:xfrm>
              <a:off x="-40312700" y="3730575"/>
              <a:ext cx="185100" cy="190625"/>
            </a:xfrm>
            <a:custGeom>
              <a:avLst/>
              <a:gdLst/>
              <a:ahLst/>
              <a:cxnLst/>
              <a:rect l="l" t="t" r="r" b="b"/>
              <a:pathLst>
                <a:path w="7404" h="7625" extrusionOk="0">
                  <a:moveTo>
                    <a:pt x="2426" y="0"/>
                  </a:moveTo>
                  <a:lnTo>
                    <a:pt x="2426" y="5639"/>
                  </a:lnTo>
                  <a:cubicBezTo>
                    <a:pt x="2426" y="5860"/>
                    <a:pt x="2237" y="6017"/>
                    <a:pt x="2048" y="6017"/>
                  </a:cubicBezTo>
                  <a:cubicBezTo>
                    <a:pt x="1796" y="6017"/>
                    <a:pt x="1638" y="5828"/>
                    <a:pt x="1638" y="5639"/>
                  </a:cubicBezTo>
                  <a:lnTo>
                    <a:pt x="1638" y="473"/>
                  </a:lnTo>
                  <a:cubicBezTo>
                    <a:pt x="1229" y="851"/>
                    <a:pt x="630" y="1103"/>
                    <a:pt x="0" y="1134"/>
                  </a:cubicBezTo>
                  <a:lnTo>
                    <a:pt x="0" y="7246"/>
                  </a:lnTo>
                  <a:cubicBezTo>
                    <a:pt x="0" y="7467"/>
                    <a:pt x="189" y="7624"/>
                    <a:pt x="378" y="7624"/>
                  </a:cubicBezTo>
                  <a:lnTo>
                    <a:pt x="6994" y="7624"/>
                  </a:lnTo>
                  <a:cubicBezTo>
                    <a:pt x="7246" y="7624"/>
                    <a:pt x="7404" y="7435"/>
                    <a:pt x="7404" y="7246"/>
                  </a:cubicBezTo>
                  <a:lnTo>
                    <a:pt x="7404" y="1134"/>
                  </a:lnTo>
                  <a:cubicBezTo>
                    <a:pt x="6774" y="1071"/>
                    <a:pt x="6175" y="788"/>
                    <a:pt x="5734" y="315"/>
                  </a:cubicBezTo>
                  <a:lnTo>
                    <a:pt x="5734" y="5639"/>
                  </a:lnTo>
                  <a:cubicBezTo>
                    <a:pt x="5734" y="5860"/>
                    <a:pt x="5545" y="6017"/>
                    <a:pt x="5324" y="6017"/>
                  </a:cubicBezTo>
                  <a:cubicBezTo>
                    <a:pt x="5072" y="6017"/>
                    <a:pt x="4915" y="5828"/>
                    <a:pt x="4915" y="5639"/>
                  </a:cubicBezTo>
                  <a:lnTo>
                    <a:pt x="4915" y="0"/>
                  </a:lnTo>
                  <a:lnTo>
                    <a:pt x="4096" y="0"/>
                  </a:lnTo>
                  <a:lnTo>
                    <a:pt x="4096" y="5639"/>
                  </a:lnTo>
                  <a:cubicBezTo>
                    <a:pt x="4096" y="5860"/>
                    <a:pt x="3907" y="6017"/>
                    <a:pt x="3686" y="6017"/>
                  </a:cubicBezTo>
                  <a:cubicBezTo>
                    <a:pt x="3466" y="6017"/>
                    <a:pt x="3277" y="5828"/>
                    <a:pt x="3277" y="5639"/>
                  </a:cubicBezTo>
                  <a:lnTo>
                    <a:pt x="3277"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8780;p68">
              <a:extLst>
                <a:ext uri="{FF2B5EF4-FFF2-40B4-BE49-F238E27FC236}">
                  <a16:creationId xmlns:a16="http://schemas.microsoft.com/office/drawing/2014/main" id="{4432C5D3-ECBA-1238-D39C-D1FEBE017113}"/>
                </a:ext>
              </a:extLst>
            </p:cNvPr>
            <p:cNvSpPr/>
            <p:nvPr/>
          </p:nvSpPr>
          <p:spPr>
            <a:xfrm>
              <a:off x="-40250475" y="3688025"/>
              <a:ext cx="66950" cy="20500"/>
            </a:xfrm>
            <a:custGeom>
              <a:avLst/>
              <a:gdLst/>
              <a:ahLst/>
              <a:cxnLst/>
              <a:rect l="l" t="t" r="r" b="b"/>
              <a:pathLst>
                <a:path w="2678" h="820" extrusionOk="0">
                  <a:moveTo>
                    <a:pt x="0" y="1"/>
                  </a:moveTo>
                  <a:cubicBezTo>
                    <a:pt x="32" y="127"/>
                    <a:pt x="32" y="284"/>
                    <a:pt x="32" y="379"/>
                  </a:cubicBezTo>
                  <a:cubicBezTo>
                    <a:pt x="32" y="536"/>
                    <a:pt x="32" y="662"/>
                    <a:pt x="0" y="788"/>
                  </a:cubicBezTo>
                  <a:lnTo>
                    <a:pt x="2666" y="788"/>
                  </a:lnTo>
                  <a:cubicBezTo>
                    <a:pt x="2615" y="649"/>
                    <a:pt x="2615" y="555"/>
                    <a:pt x="2615" y="379"/>
                  </a:cubicBezTo>
                  <a:cubicBezTo>
                    <a:pt x="2615" y="284"/>
                    <a:pt x="2615" y="127"/>
                    <a:pt x="2678" y="1"/>
                  </a:cubicBezTo>
                  <a:close/>
                  <a:moveTo>
                    <a:pt x="2666" y="788"/>
                  </a:moveTo>
                  <a:cubicBezTo>
                    <a:pt x="2670" y="799"/>
                    <a:pt x="2674" y="809"/>
                    <a:pt x="2678" y="820"/>
                  </a:cubicBezTo>
                  <a:lnTo>
                    <a:pt x="2678" y="788"/>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61" name="Google Shape;8781;p68">
            <a:extLst>
              <a:ext uri="{FF2B5EF4-FFF2-40B4-BE49-F238E27FC236}">
                <a16:creationId xmlns:a16="http://schemas.microsoft.com/office/drawing/2014/main" id="{5618C35B-771C-E667-40D1-F7B9A75287C4}"/>
              </a:ext>
            </a:extLst>
          </p:cNvPr>
          <p:cNvSpPr/>
          <p:nvPr/>
        </p:nvSpPr>
        <p:spPr>
          <a:xfrm>
            <a:off x="9747222" y="10069943"/>
            <a:ext cx="944505" cy="968702"/>
          </a:xfrm>
          <a:custGeom>
            <a:avLst/>
            <a:gdLst/>
            <a:ahLst/>
            <a:cxnLst/>
            <a:rect l="l" t="t" r="r" b="b"/>
            <a:pathLst>
              <a:path w="12414" h="12732" extrusionOk="0">
                <a:moveTo>
                  <a:pt x="11965" y="0"/>
                </a:moveTo>
                <a:cubicBezTo>
                  <a:pt x="11946" y="0"/>
                  <a:pt x="11928" y="1"/>
                  <a:pt x="11910" y="4"/>
                </a:cubicBezTo>
                <a:lnTo>
                  <a:pt x="4474" y="1642"/>
                </a:lnTo>
                <a:cubicBezTo>
                  <a:pt x="4254" y="1705"/>
                  <a:pt x="4128" y="1862"/>
                  <a:pt x="4128" y="2051"/>
                </a:cubicBezTo>
                <a:lnTo>
                  <a:pt x="4128" y="9108"/>
                </a:lnTo>
                <a:cubicBezTo>
                  <a:pt x="3718" y="8793"/>
                  <a:pt x="3120" y="8541"/>
                  <a:pt x="2490" y="8541"/>
                </a:cubicBezTo>
                <a:cubicBezTo>
                  <a:pt x="1103" y="8541"/>
                  <a:pt x="1" y="9486"/>
                  <a:pt x="1" y="10652"/>
                </a:cubicBezTo>
                <a:cubicBezTo>
                  <a:pt x="1" y="11786"/>
                  <a:pt x="1103" y="12731"/>
                  <a:pt x="2490" y="12731"/>
                </a:cubicBezTo>
                <a:cubicBezTo>
                  <a:pt x="3876" y="12731"/>
                  <a:pt x="4979" y="11786"/>
                  <a:pt x="4979" y="10652"/>
                </a:cubicBezTo>
                <a:lnTo>
                  <a:pt x="4979" y="4887"/>
                </a:lnTo>
                <a:lnTo>
                  <a:pt x="11595" y="3438"/>
                </a:lnTo>
                <a:lnTo>
                  <a:pt x="11595" y="7502"/>
                </a:lnTo>
                <a:cubicBezTo>
                  <a:pt x="11154" y="7187"/>
                  <a:pt x="10555" y="6935"/>
                  <a:pt x="9925" y="6935"/>
                </a:cubicBezTo>
                <a:cubicBezTo>
                  <a:pt x="8570" y="6935"/>
                  <a:pt x="7467" y="7880"/>
                  <a:pt x="7467" y="9014"/>
                </a:cubicBezTo>
                <a:cubicBezTo>
                  <a:pt x="7467" y="10180"/>
                  <a:pt x="8570" y="11125"/>
                  <a:pt x="9925" y="11125"/>
                </a:cubicBezTo>
                <a:cubicBezTo>
                  <a:pt x="11311" y="11125"/>
                  <a:pt x="12414" y="10180"/>
                  <a:pt x="12414" y="9014"/>
                </a:cubicBezTo>
                <a:lnTo>
                  <a:pt x="12414" y="445"/>
                </a:lnTo>
                <a:cubicBezTo>
                  <a:pt x="12414" y="182"/>
                  <a:pt x="12197" y="0"/>
                  <a:pt x="11965"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62" name="Google Shape;8782;p68">
            <a:extLst>
              <a:ext uri="{FF2B5EF4-FFF2-40B4-BE49-F238E27FC236}">
                <a16:creationId xmlns:a16="http://schemas.microsoft.com/office/drawing/2014/main" id="{E0314079-1580-9134-4CEF-DD5F192B9ACB}"/>
              </a:ext>
            </a:extLst>
          </p:cNvPr>
          <p:cNvGrpSpPr/>
          <p:nvPr/>
        </p:nvGrpSpPr>
        <p:grpSpPr>
          <a:xfrm>
            <a:off x="15405055" y="7783760"/>
            <a:ext cx="1039383" cy="969384"/>
            <a:chOff x="-38542250" y="3220175"/>
            <a:chExt cx="341525" cy="318525"/>
          </a:xfrm>
          <a:solidFill>
            <a:srgbClr val="555559"/>
          </a:solidFill>
        </p:grpSpPr>
        <p:sp>
          <p:nvSpPr>
            <p:cNvPr id="1738" name="Google Shape;8783;p68">
              <a:extLst>
                <a:ext uri="{FF2B5EF4-FFF2-40B4-BE49-F238E27FC236}">
                  <a16:creationId xmlns:a16="http://schemas.microsoft.com/office/drawing/2014/main" id="{B217C731-6730-4FF8-FE46-8ACD8DA0D7DC}"/>
                </a:ext>
              </a:extLst>
            </p:cNvPr>
            <p:cNvSpPr/>
            <p:nvPr/>
          </p:nvSpPr>
          <p:spPr>
            <a:xfrm>
              <a:off x="-38542250" y="3440725"/>
              <a:ext cx="101750" cy="97975"/>
            </a:xfrm>
            <a:custGeom>
              <a:avLst/>
              <a:gdLst/>
              <a:ahLst/>
              <a:cxnLst/>
              <a:rect l="l" t="t" r="r" b="b"/>
              <a:pathLst>
                <a:path w="4070" h="3919" extrusionOk="0">
                  <a:moveTo>
                    <a:pt x="1455" y="0"/>
                  </a:moveTo>
                  <a:lnTo>
                    <a:pt x="1013" y="2489"/>
                  </a:lnTo>
                  <a:lnTo>
                    <a:pt x="289" y="3214"/>
                  </a:lnTo>
                  <a:cubicBezTo>
                    <a:pt x="1" y="3502"/>
                    <a:pt x="280" y="3919"/>
                    <a:pt x="597" y="3919"/>
                  </a:cubicBezTo>
                  <a:cubicBezTo>
                    <a:pt x="695" y="3919"/>
                    <a:pt x="798" y="3878"/>
                    <a:pt x="887" y="3781"/>
                  </a:cubicBezTo>
                  <a:lnTo>
                    <a:pt x="1612" y="3088"/>
                  </a:lnTo>
                  <a:lnTo>
                    <a:pt x="4069" y="2647"/>
                  </a:lnTo>
                  <a:lnTo>
                    <a:pt x="1455"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8784;p68">
              <a:extLst>
                <a:ext uri="{FF2B5EF4-FFF2-40B4-BE49-F238E27FC236}">
                  <a16:creationId xmlns:a16="http://schemas.microsoft.com/office/drawing/2014/main" id="{48A25E1D-F9B9-815C-4EAB-C54C22BAC238}"/>
                </a:ext>
              </a:extLst>
            </p:cNvPr>
            <p:cNvSpPr/>
            <p:nvPr/>
          </p:nvSpPr>
          <p:spPr>
            <a:xfrm>
              <a:off x="-38494875" y="3354075"/>
              <a:ext cx="141800" cy="141025"/>
            </a:xfrm>
            <a:custGeom>
              <a:avLst/>
              <a:gdLst/>
              <a:ahLst/>
              <a:cxnLst/>
              <a:rect l="l" t="t" r="r" b="b"/>
              <a:pathLst>
                <a:path w="5672" h="5641" extrusionOk="0">
                  <a:moveTo>
                    <a:pt x="2742" y="1"/>
                  </a:moveTo>
                  <a:lnTo>
                    <a:pt x="1" y="2710"/>
                  </a:lnTo>
                  <a:lnTo>
                    <a:pt x="2931" y="5640"/>
                  </a:lnTo>
                  <a:lnTo>
                    <a:pt x="5671" y="2899"/>
                  </a:lnTo>
                  <a:lnTo>
                    <a:pt x="2742"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8785;p68">
              <a:extLst>
                <a:ext uri="{FF2B5EF4-FFF2-40B4-BE49-F238E27FC236}">
                  <a16:creationId xmlns:a16="http://schemas.microsoft.com/office/drawing/2014/main" id="{CDCF1382-9337-07A0-C819-6E68A7F96455}"/>
                </a:ext>
              </a:extLst>
            </p:cNvPr>
            <p:cNvSpPr/>
            <p:nvPr/>
          </p:nvSpPr>
          <p:spPr>
            <a:xfrm>
              <a:off x="-38432050" y="3220175"/>
              <a:ext cx="231325" cy="192225"/>
            </a:xfrm>
            <a:custGeom>
              <a:avLst/>
              <a:gdLst/>
              <a:ahLst/>
              <a:cxnLst/>
              <a:rect l="l" t="t" r="r" b="b"/>
              <a:pathLst>
                <a:path w="9253" h="7689" extrusionOk="0">
                  <a:moveTo>
                    <a:pt x="3442" y="1"/>
                  </a:moveTo>
                  <a:cubicBezTo>
                    <a:pt x="3127" y="1"/>
                    <a:pt x="2812" y="127"/>
                    <a:pt x="2591" y="379"/>
                  </a:cubicBezTo>
                  <a:lnTo>
                    <a:pt x="292" y="2647"/>
                  </a:lnTo>
                  <a:cubicBezTo>
                    <a:pt x="1" y="2962"/>
                    <a:pt x="287" y="3370"/>
                    <a:pt x="607" y="3370"/>
                  </a:cubicBezTo>
                  <a:cubicBezTo>
                    <a:pt x="704" y="3370"/>
                    <a:pt x="803" y="3333"/>
                    <a:pt x="890" y="3246"/>
                  </a:cubicBezTo>
                  <a:lnTo>
                    <a:pt x="3190" y="946"/>
                  </a:lnTo>
                  <a:cubicBezTo>
                    <a:pt x="3269" y="867"/>
                    <a:pt x="3371" y="828"/>
                    <a:pt x="3474" y="828"/>
                  </a:cubicBezTo>
                  <a:cubicBezTo>
                    <a:pt x="3576" y="828"/>
                    <a:pt x="3678" y="867"/>
                    <a:pt x="3757" y="946"/>
                  </a:cubicBezTo>
                  <a:lnTo>
                    <a:pt x="4198" y="1387"/>
                  </a:lnTo>
                  <a:lnTo>
                    <a:pt x="827" y="4758"/>
                  </a:lnTo>
                  <a:lnTo>
                    <a:pt x="3726" y="7688"/>
                  </a:lnTo>
                  <a:lnTo>
                    <a:pt x="7821" y="3593"/>
                  </a:lnTo>
                  <a:cubicBezTo>
                    <a:pt x="9253" y="2161"/>
                    <a:pt x="8028" y="43"/>
                    <a:pt x="6392" y="43"/>
                  </a:cubicBezTo>
                  <a:cubicBezTo>
                    <a:pt x="5868" y="43"/>
                    <a:pt x="5301" y="261"/>
                    <a:pt x="4765" y="789"/>
                  </a:cubicBezTo>
                  <a:cubicBezTo>
                    <a:pt x="4324" y="379"/>
                    <a:pt x="4041" y="1"/>
                    <a:pt x="344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3" name="Google Shape;8786;p68">
            <a:extLst>
              <a:ext uri="{FF2B5EF4-FFF2-40B4-BE49-F238E27FC236}">
                <a16:creationId xmlns:a16="http://schemas.microsoft.com/office/drawing/2014/main" id="{4BC5FAB5-C9D6-1A8C-49D6-F5652C663F3D}"/>
              </a:ext>
            </a:extLst>
          </p:cNvPr>
          <p:cNvGrpSpPr/>
          <p:nvPr/>
        </p:nvGrpSpPr>
        <p:grpSpPr>
          <a:xfrm>
            <a:off x="15442905" y="8903182"/>
            <a:ext cx="963678" cy="961321"/>
            <a:chOff x="-38537400" y="3588000"/>
            <a:chExt cx="316650" cy="315875"/>
          </a:xfrm>
          <a:solidFill>
            <a:srgbClr val="555559"/>
          </a:solidFill>
        </p:grpSpPr>
        <p:sp>
          <p:nvSpPr>
            <p:cNvPr id="1734" name="Google Shape;8787;p68">
              <a:extLst>
                <a:ext uri="{FF2B5EF4-FFF2-40B4-BE49-F238E27FC236}">
                  <a16:creationId xmlns:a16="http://schemas.microsoft.com/office/drawing/2014/main" id="{D413C471-3C14-94F5-6FC3-2614047EEE68}"/>
                </a:ext>
              </a:extLst>
            </p:cNvPr>
            <p:cNvSpPr/>
            <p:nvPr/>
          </p:nvSpPr>
          <p:spPr>
            <a:xfrm>
              <a:off x="-38327900" y="3719550"/>
              <a:ext cx="20500" cy="41750"/>
            </a:xfrm>
            <a:custGeom>
              <a:avLst/>
              <a:gdLst/>
              <a:ahLst/>
              <a:cxnLst/>
              <a:rect l="l" t="t" r="r" b="b"/>
              <a:pathLst>
                <a:path w="820" h="1670" extrusionOk="0">
                  <a:moveTo>
                    <a:pt x="1" y="0"/>
                  </a:moveTo>
                  <a:lnTo>
                    <a:pt x="1" y="1229"/>
                  </a:lnTo>
                  <a:cubicBezTo>
                    <a:pt x="1" y="1449"/>
                    <a:pt x="190" y="1607"/>
                    <a:pt x="442" y="1670"/>
                  </a:cubicBezTo>
                  <a:cubicBezTo>
                    <a:pt x="631" y="1607"/>
                    <a:pt x="820" y="1449"/>
                    <a:pt x="820" y="1229"/>
                  </a:cubicBezTo>
                  <a:lnTo>
                    <a:pt x="82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8788;p68">
              <a:extLst>
                <a:ext uri="{FF2B5EF4-FFF2-40B4-BE49-F238E27FC236}">
                  <a16:creationId xmlns:a16="http://schemas.microsoft.com/office/drawing/2014/main" id="{691629FD-5A79-277E-47F5-13BE83D0771A}"/>
                </a:ext>
              </a:extLst>
            </p:cNvPr>
            <p:cNvSpPr/>
            <p:nvPr/>
          </p:nvSpPr>
          <p:spPr>
            <a:xfrm>
              <a:off x="-38452350" y="3719550"/>
              <a:ext cx="21300" cy="41750"/>
            </a:xfrm>
            <a:custGeom>
              <a:avLst/>
              <a:gdLst/>
              <a:ahLst/>
              <a:cxnLst/>
              <a:rect l="l" t="t" r="r" b="b"/>
              <a:pathLst>
                <a:path w="852" h="1670" extrusionOk="0">
                  <a:moveTo>
                    <a:pt x="1" y="0"/>
                  </a:moveTo>
                  <a:lnTo>
                    <a:pt x="1" y="1229"/>
                  </a:lnTo>
                  <a:cubicBezTo>
                    <a:pt x="1" y="1449"/>
                    <a:pt x="221" y="1607"/>
                    <a:pt x="410" y="1670"/>
                  </a:cubicBezTo>
                  <a:cubicBezTo>
                    <a:pt x="631" y="1607"/>
                    <a:pt x="851" y="1449"/>
                    <a:pt x="851" y="1229"/>
                  </a:cubicBezTo>
                  <a:lnTo>
                    <a:pt x="85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8789;p68">
              <a:extLst>
                <a:ext uri="{FF2B5EF4-FFF2-40B4-BE49-F238E27FC236}">
                  <a16:creationId xmlns:a16="http://schemas.microsoft.com/office/drawing/2014/main" id="{89CD0332-0E52-2AA7-76BF-0341F25A62DB}"/>
                </a:ext>
              </a:extLst>
            </p:cNvPr>
            <p:cNvSpPr/>
            <p:nvPr/>
          </p:nvSpPr>
          <p:spPr>
            <a:xfrm>
              <a:off x="-38516925" y="3759700"/>
              <a:ext cx="275700" cy="144175"/>
            </a:xfrm>
            <a:custGeom>
              <a:avLst/>
              <a:gdLst/>
              <a:ahLst/>
              <a:cxnLst/>
              <a:rect l="l" t="t" r="r" b="b"/>
              <a:pathLst>
                <a:path w="11028" h="5767" extrusionOk="0">
                  <a:moveTo>
                    <a:pt x="7152" y="1671"/>
                  </a:moveTo>
                  <a:cubicBezTo>
                    <a:pt x="7404" y="1671"/>
                    <a:pt x="7593" y="1860"/>
                    <a:pt x="7593" y="2112"/>
                  </a:cubicBezTo>
                  <a:lnTo>
                    <a:pt x="7593" y="3750"/>
                  </a:lnTo>
                  <a:cubicBezTo>
                    <a:pt x="7593" y="4002"/>
                    <a:pt x="7404" y="4159"/>
                    <a:pt x="7152" y="4159"/>
                  </a:cubicBezTo>
                  <a:lnTo>
                    <a:pt x="3844" y="4159"/>
                  </a:lnTo>
                  <a:cubicBezTo>
                    <a:pt x="3624" y="4159"/>
                    <a:pt x="3434" y="3939"/>
                    <a:pt x="3434" y="3750"/>
                  </a:cubicBezTo>
                  <a:lnTo>
                    <a:pt x="3434" y="2112"/>
                  </a:lnTo>
                  <a:cubicBezTo>
                    <a:pt x="3434" y="1860"/>
                    <a:pt x="3624" y="1671"/>
                    <a:pt x="3844" y="1671"/>
                  </a:cubicBezTo>
                  <a:close/>
                  <a:moveTo>
                    <a:pt x="0" y="1"/>
                  </a:moveTo>
                  <a:lnTo>
                    <a:pt x="0" y="4537"/>
                  </a:lnTo>
                  <a:cubicBezTo>
                    <a:pt x="0" y="5199"/>
                    <a:pt x="568" y="5766"/>
                    <a:pt x="1261" y="5766"/>
                  </a:cubicBezTo>
                  <a:lnTo>
                    <a:pt x="9798" y="5766"/>
                  </a:lnTo>
                  <a:cubicBezTo>
                    <a:pt x="10460" y="5766"/>
                    <a:pt x="11027" y="5199"/>
                    <a:pt x="11027" y="4537"/>
                  </a:cubicBezTo>
                  <a:lnTo>
                    <a:pt x="11027" y="1"/>
                  </a:lnTo>
                  <a:lnTo>
                    <a:pt x="9168" y="1"/>
                  </a:lnTo>
                  <a:cubicBezTo>
                    <a:pt x="9011" y="473"/>
                    <a:pt x="8538" y="851"/>
                    <a:pt x="8003" y="851"/>
                  </a:cubicBezTo>
                  <a:cubicBezTo>
                    <a:pt x="7436" y="851"/>
                    <a:pt x="6995" y="473"/>
                    <a:pt x="6806" y="1"/>
                  </a:cubicBezTo>
                  <a:lnTo>
                    <a:pt x="4159" y="1"/>
                  </a:lnTo>
                  <a:cubicBezTo>
                    <a:pt x="4002" y="473"/>
                    <a:pt x="3560" y="851"/>
                    <a:pt x="2993" y="851"/>
                  </a:cubicBezTo>
                  <a:cubicBezTo>
                    <a:pt x="2489" y="851"/>
                    <a:pt x="2017" y="536"/>
                    <a:pt x="185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8790;p68">
              <a:extLst>
                <a:ext uri="{FF2B5EF4-FFF2-40B4-BE49-F238E27FC236}">
                  <a16:creationId xmlns:a16="http://schemas.microsoft.com/office/drawing/2014/main" id="{E7100B77-45E9-2482-5A57-95E6171FC4DF}"/>
                </a:ext>
              </a:extLst>
            </p:cNvPr>
            <p:cNvSpPr/>
            <p:nvPr/>
          </p:nvSpPr>
          <p:spPr>
            <a:xfrm>
              <a:off x="-38537400" y="3588000"/>
              <a:ext cx="316650" cy="151250"/>
            </a:xfrm>
            <a:custGeom>
              <a:avLst/>
              <a:gdLst/>
              <a:ahLst/>
              <a:cxnLst/>
              <a:rect l="l" t="t" r="r" b="b"/>
              <a:pathLst>
                <a:path w="12666" h="6050" extrusionOk="0">
                  <a:moveTo>
                    <a:pt x="7971" y="820"/>
                  </a:moveTo>
                  <a:cubicBezTo>
                    <a:pt x="8223" y="820"/>
                    <a:pt x="8381" y="1009"/>
                    <a:pt x="8412" y="1229"/>
                  </a:cubicBezTo>
                  <a:lnTo>
                    <a:pt x="8412" y="1639"/>
                  </a:lnTo>
                  <a:lnTo>
                    <a:pt x="4253" y="1639"/>
                  </a:lnTo>
                  <a:lnTo>
                    <a:pt x="4253" y="1229"/>
                  </a:lnTo>
                  <a:cubicBezTo>
                    <a:pt x="4253" y="1009"/>
                    <a:pt x="4443" y="851"/>
                    <a:pt x="4663" y="820"/>
                  </a:cubicBezTo>
                  <a:close/>
                  <a:moveTo>
                    <a:pt x="4632" y="1"/>
                  </a:moveTo>
                  <a:cubicBezTo>
                    <a:pt x="3970" y="1"/>
                    <a:pt x="3403" y="536"/>
                    <a:pt x="3403" y="1229"/>
                  </a:cubicBezTo>
                  <a:lnTo>
                    <a:pt x="3403" y="1639"/>
                  </a:lnTo>
                  <a:lnTo>
                    <a:pt x="1229" y="1639"/>
                  </a:lnTo>
                  <a:cubicBezTo>
                    <a:pt x="536" y="1639"/>
                    <a:pt x="0" y="2175"/>
                    <a:pt x="0" y="2868"/>
                  </a:cubicBezTo>
                  <a:lnTo>
                    <a:pt x="0" y="5609"/>
                  </a:lnTo>
                  <a:cubicBezTo>
                    <a:pt x="0" y="5861"/>
                    <a:pt x="189" y="6050"/>
                    <a:pt x="378" y="6050"/>
                  </a:cubicBezTo>
                  <a:lnTo>
                    <a:pt x="2584" y="6050"/>
                  </a:lnTo>
                  <a:lnTo>
                    <a:pt x="2584" y="4821"/>
                  </a:lnTo>
                  <a:cubicBezTo>
                    <a:pt x="2584" y="4600"/>
                    <a:pt x="2804" y="4380"/>
                    <a:pt x="3025" y="4380"/>
                  </a:cubicBezTo>
                  <a:lnTo>
                    <a:pt x="4663" y="4380"/>
                  </a:lnTo>
                  <a:cubicBezTo>
                    <a:pt x="4915" y="4380"/>
                    <a:pt x="5104" y="4600"/>
                    <a:pt x="5104" y="4821"/>
                  </a:cubicBezTo>
                  <a:lnTo>
                    <a:pt x="5104" y="6050"/>
                  </a:lnTo>
                  <a:lnTo>
                    <a:pt x="7593" y="6050"/>
                  </a:lnTo>
                  <a:lnTo>
                    <a:pt x="7593" y="4821"/>
                  </a:lnTo>
                  <a:cubicBezTo>
                    <a:pt x="7593" y="4600"/>
                    <a:pt x="7782" y="4380"/>
                    <a:pt x="7971" y="4380"/>
                  </a:cubicBezTo>
                  <a:lnTo>
                    <a:pt x="9641" y="4380"/>
                  </a:lnTo>
                  <a:cubicBezTo>
                    <a:pt x="9861" y="4380"/>
                    <a:pt x="10019" y="4600"/>
                    <a:pt x="10019" y="4821"/>
                  </a:cubicBezTo>
                  <a:lnTo>
                    <a:pt x="10019" y="6050"/>
                  </a:lnTo>
                  <a:lnTo>
                    <a:pt x="12224" y="6050"/>
                  </a:lnTo>
                  <a:cubicBezTo>
                    <a:pt x="12476" y="6050"/>
                    <a:pt x="12665" y="5861"/>
                    <a:pt x="12665" y="5609"/>
                  </a:cubicBezTo>
                  <a:lnTo>
                    <a:pt x="12665" y="2868"/>
                  </a:lnTo>
                  <a:cubicBezTo>
                    <a:pt x="12665" y="2238"/>
                    <a:pt x="12067" y="1639"/>
                    <a:pt x="11405" y="1639"/>
                  </a:cubicBezTo>
                  <a:lnTo>
                    <a:pt x="9200" y="1639"/>
                  </a:lnTo>
                  <a:lnTo>
                    <a:pt x="9200" y="1229"/>
                  </a:lnTo>
                  <a:cubicBezTo>
                    <a:pt x="9200" y="568"/>
                    <a:pt x="8664" y="32"/>
                    <a:pt x="794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4" name="Google Shape;8791;p68">
            <a:extLst>
              <a:ext uri="{FF2B5EF4-FFF2-40B4-BE49-F238E27FC236}">
                <a16:creationId xmlns:a16="http://schemas.microsoft.com/office/drawing/2014/main" id="{706B5543-A7BA-E790-E20D-7EB55382EF3B}"/>
              </a:ext>
            </a:extLst>
          </p:cNvPr>
          <p:cNvGrpSpPr/>
          <p:nvPr/>
        </p:nvGrpSpPr>
        <p:grpSpPr>
          <a:xfrm>
            <a:off x="15440509" y="10017811"/>
            <a:ext cx="968471" cy="963678"/>
            <a:chOff x="-38538975" y="3954250"/>
            <a:chExt cx="318225" cy="316650"/>
          </a:xfrm>
          <a:solidFill>
            <a:srgbClr val="555559"/>
          </a:solidFill>
        </p:grpSpPr>
        <p:sp>
          <p:nvSpPr>
            <p:cNvPr id="1732" name="Google Shape;8792;p68">
              <a:extLst>
                <a:ext uri="{FF2B5EF4-FFF2-40B4-BE49-F238E27FC236}">
                  <a16:creationId xmlns:a16="http://schemas.microsoft.com/office/drawing/2014/main" id="{4AD49B17-C862-B5B6-7FD4-ED4FE389FB2B}"/>
                </a:ext>
              </a:extLst>
            </p:cNvPr>
            <p:cNvSpPr/>
            <p:nvPr/>
          </p:nvSpPr>
          <p:spPr>
            <a:xfrm>
              <a:off x="-38538975" y="3954250"/>
              <a:ext cx="254425" cy="253625"/>
            </a:xfrm>
            <a:custGeom>
              <a:avLst/>
              <a:gdLst/>
              <a:ahLst/>
              <a:cxnLst/>
              <a:rect l="l" t="t" r="r" b="b"/>
              <a:pathLst>
                <a:path w="10177" h="10145" extrusionOk="0">
                  <a:moveTo>
                    <a:pt x="5104" y="3813"/>
                  </a:moveTo>
                  <a:cubicBezTo>
                    <a:pt x="5797" y="3813"/>
                    <a:pt x="6364" y="4348"/>
                    <a:pt x="6364" y="5073"/>
                  </a:cubicBezTo>
                  <a:cubicBezTo>
                    <a:pt x="6364" y="5766"/>
                    <a:pt x="5797" y="6333"/>
                    <a:pt x="5104" y="6333"/>
                  </a:cubicBezTo>
                  <a:cubicBezTo>
                    <a:pt x="4379" y="6333"/>
                    <a:pt x="3844" y="5766"/>
                    <a:pt x="3844" y="5073"/>
                  </a:cubicBezTo>
                  <a:cubicBezTo>
                    <a:pt x="3844" y="4411"/>
                    <a:pt x="4411" y="3813"/>
                    <a:pt x="5104" y="3813"/>
                  </a:cubicBezTo>
                  <a:close/>
                  <a:moveTo>
                    <a:pt x="5104" y="0"/>
                  </a:moveTo>
                  <a:cubicBezTo>
                    <a:pt x="2300" y="0"/>
                    <a:pt x="0" y="2269"/>
                    <a:pt x="0" y="5073"/>
                  </a:cubicBezTo>
                  <a:cubicBezTo>
                    <a:pt x="63" y="7908"/>
                    <a:pt x="2300" y="10145"/>
                    <a:pt x="5104" y="10145"/>
                  </a:cubicBezTo>
                  <a:cubicBezTo>
                    <a:pt x="7877" y="10145"/>
                    <a:pt x="10176" y="7877"/>
                    <a:pt x="10176" y="5073"/>
                  </a:cubicBezTo>
                  <a:cubicBezTo>
                    <a:pt x="10176" y="2269"/>
                    <a:pt x="7877" y="0"/>
                    <a:pt x="510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8793;p68">
              <a:extLst>
                <a:ext uri="{FF2B5EF4-FFF2-40B4-BE49-F238E27FC236}">
                  <a16:creationId xmlns:a16="http://schemas.microsoft.com/office/drawing/2014/main" id="{905C0E08-4449-EA05-C5D8-082DF2A7FBC1}"/>
                </a:ext>
              </a:extLst>
            </p:cNvPr>
            <p:cNvSpPr/>
            <p:nvPr/>
          </p:nvSpPr>
          <p:spPr>
            <a:xfrm>
              <a:off x="-38496450" y="4081725"/>
              <a:ext cx="275700" cy="189175"/>
            </a:xfrm>
            <a:custGeom>
              <a:avLst/>
              <a:gdLst/>
              <a:ahLst/>
              <a:cxnLst/>
              <a:rect l="l" t="t" r="r" b="b"/>
              <a:pathLst>
                <a:path w="11028" h="7567" extrusionOk="0">
                  <a:moveTo>
                    <a:pt x="9774" y="0"/>
                  </a:moveTo>
                  <a:cubicBezTo>
                    <a:pt x="9040" y="0"/>
                    <a:pt x="8444" y="548"/>
                    <a:pt x="8444" y="1265"/>
                  </a:cubicBezTo>
                  <a:cubicBezTo>
                    <a:pt x="8444" y="1801"/>
                    <a:pt x="8790" y="2305"/>
                    <a:pt x="9295" y="2463"/>
                  </a:cubicBezTo>
                  <a:lnTo>
                    <a:pt x="9295" y="2967"/>
                  </a:lnTo>
                  <a:cubicBezTo>
                    <a:pt x="9295" y="4416"/>
                    <a:pt x="8192" y="5645"/>
                    <a:pt x="6774" y="5834"/>
                  </a:cubicBezTo>
                  <a:lnTo>
                    <a:pt x="6774" y="4825"/>
                  </a:lnTo>
                  <a:cubicBezTo>
                    <a:pt x="5829" y="5487"/>
                    <a:pt x="4663" y="5865"/>
                    <a:pt x="3403" y="5865"/>
                  </a:cubicBezTo>
                  <a:cubicBezTo>
                    <a:pt x="2143" y="5865"/>
                    <a:pt x="977" y="5487"/>
                    <a:pt x="1" y="4825"/>
                  </a:cubicBezTo>
                  <a:lnTo>
                    <a:pt x="1" y="6306"/>
                  </a:lnTo>
                  <a:cubicBezTo>
                    <a:pt x="1" y="7031"/>
                    <a:pt x="568" y="7566"/>
                    <a:pt x="1261" y="7566"/>
                  </a:cubicBezTo>
                  <a:lnTo>
                    <a:pt x="5388" y="7566"/>
                  </a:lnTo>
                  <a:cubicBezTo>
                    <a:pt x="5955" y="7566"/>
                    <a:pt x="6459" y="7220"/>
                    <a:pt x="6617" y="6716"/>
                  </a:cubicBezTo>
                  <a:cubicBezTo>
                    <a:pt x="8601" y="6495"/>
                    <a:pt x="10082" y="4920"/>
                    <a:pt x="10114" y="2904"/>
                  </a:cubicBezTo>
                  <a:lnTo>
                    <a:pt x="10114" y="2400"/>
                  </a:lnTo>
                  <a:cubicBezTo>
                    <a:pt x="10649" y="2211"/>
                    <a:pt x="11027" y="1706"/>
                    <a:pt x="10996" y="1108"/>
                  </a:cubicBezTo>
                  <a:cubicBezTo>
                    <a:pt x="10964" y="572"/>
                    <a:pt x="10492" y="100"/>
                    <a:pt x="9893" y="5"/>
                  </a:cubicBezTo>
                  <a:cubicBezTo>
                    <a:pt x="9853" y="2"/>
                    <a:pt x="9813" y="0"/>
                    <a:pt x="977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5" name="Google Shape;8794;p68">
            <a:extLst>
              <a:ext uri="{FF2B5EF4-FFF2-40B4-BE49-F238E27FC236}">
                <a16:creationId xmlns:a16="http://schemas.microsoft.com/office/drawing/2014/main" id="{9C80D452-0139-C716-2F9D-D0BFF5BAE122}"/>
              </a:ext>
            </a:extLst>
          </p:cNvPr>
          <p:cNvGrpSpPr/>
          <p:nvPr/>
        </p:nvGrpSpPr>
        <p:grpSpPr>
          <a:xfrm>
            <a:off x="18871738" y="10004598"/>
            <a:ext cx="977982" cy="968471"/>
            <a:chOff x="-37385100" y="3949908"/>
            <a:chExt cx="321350" cy="318225"/>
          </a:xfrm>
          <a:solidFill>
            <a:srgbClr val="555559"/>
          </a:solidFill>
        </p:grpSpPr>
        <p:sp>
          <p:nvSpPr>
            <p:cNvPr id="1730" name="Google Shape;8795;p68">
              <a:extLst>
                <a:ext uri="{FF2B5EF4-FFF2-40B4-BE49-F238E27FC236}">
                  <a16:creationId xmlns:a16="http://schemas.microsoft.com/office/drawing/2014/main" id="{1D0B8486-0D38-9D05-EB97-976AB5BB650A}"/>
                </a:ext>
              </a:extLst>
            </p:cNvPr>
            <p:cNvSpPr/>
            <p:nvPr/>
          </p:nvSpPr>
          <p:spPr>
            <a:xfrm>
              <a:off x="-37190575" y="4145233"/>
              <a:ext cx="126825" cy="122900"/>
            </a:xfrm>
            <a:custGeom>
              <a:avLst/>
              <a:gdLst/>
              <a:ahLst/>
              <a:cxnLst/>
              <a:rect l="l" t="t" r="r" b="b"/>
              <a:pathLst>
                <a:path w="5073" h="4916" extrusionOk="0">
                  <a:moveTo>
                    <a:pt x="2238" y="1"/>
                  </a:moveTo>
                  <a:cubicBezTo>
                    <a:pt x="1986" y="442"/>
                    <a:pt x="1671" y="820"/>
                    <a:pt x="1324" y="1229"/>
                  </a:cubicBezTo>
                  <a:cubicBezTo>
                    <a:pt x="946" y="1671"/>
                    <a:pt x="473" y="1986"/>
                    <a:pt x="1" y="2238"/>
                  </a:cubicBezTo>
                  <a:lnTo>
                    <a:pt x="2206" y="4443"/>
                  </a:lnTo>
                  <a:cubicBezTo>
                    <a:pt x="2521" y="4758"/>
                    <a:pt x="2923" y="4916"/>
                    <a:pt x="3325" y="4916"/>
                  </a:cubicBezTo>
                  <a:cubicBezTo>
                    <a:pt x="3726" y="4916"/>
                    <a:pt x="4128" y="4758"/>
                    <a:pt x="4443" y="4443"/>
                  </a:cubicBezTo>
                  <a:cubicBezTo>
                    <a:pt x="5073" y="3813"/>
                    <a:pt x="5073" y="2836"/>
                    <a:pt x="4443" y="2206"/>
                  </a:cubicBezTo>
                  <a:lnTo>
                    <a:pt x="2238"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8796;p68">
              <a:extLst>
                <a:ext uri="{FF2B5EF4-FFF2-40B4-BE49-F238E27FC236}">
                  <a16:creationId xmlns:a16="http://schemas.microsoft.com/office/drawing/2014/main" id="{89C014AE-ABF1-2E8E-C640-34E5362B4417}"/>
                </a:ext>
              </a:extLst>
            </p:cNvPr>
            <p:cNvSpPr/>
            <p:nvPr/>
          </p:nvSpPr>
          <p:spPr>
            <a:xfrm>
              <a:off x="-37385100" y="3949908"/>
              <a:ext cx="248125" cy="248950"/>
            </a:xfrm>
            <a:custGeom>
              <a:avLst/>
              <a:gdLst/>
              <a:ahLst/>
              <a:cxnLst/>
              <a:rect l="l" t="t" r="r" b="b"/>
              <a:pathLst>
                <a:path w="9925" h="9958" extrusionOk="0">
                  <a:moveTo>
                    <a:pt x="4978" y="1702"/>
                  </a:moveTo>
                  <a:cubicBezTo>
                    <a:pt x="6774" y="1702"/>
                    <a:pt x="8286" y="3214"/>
                    <a:pt x="8286" y="5010"/>
                  </a:cubicBezTo>
                  <a:cubicBezTo>
                    <a:pt x="8254" y="5892"/>
                    <a:pt x="7939" y="6711"/>
                    <a:pt x="7341" y="7310"/>
                  </a:cubicBezTo>
                  <a:cubicBezTo>
                    <a:pt x="6742" y="7908"/>
                    <a:pt x="5923" y="8318"/>
                    <a:pt x="4978" y="8318"/>
                  </a:cubicBezTo>
                  <a:cubicBezTo>
                    <a:pt x="3151" y="8318"/>
                    <a:pt x="1670" y="6837"/>
                    <a:pt x="1670" y="5010"/>
                  </a:cubicBezTo>
                  <a:cubicBezTo>
                    <a:pt x="1670" y="3214"/>
                    <a:pt x="3151" y="1702"/>
                    <a:pt x="4978" y="1702"/>
                  </a:cubicBezTo>
                  <a:close/>
                  <a:moveTo>
                    <a:pt x="4978" y="1"/>
                  </a:moveTo>
                  <a:cubicBezTo>
                    <a:pt x="2268" y="1"/>
                    <a:pt x="0" y="2269"/>
                    <a:pt x="0" y="4978"/>
                  </a:cubicBezTo>
                  <a:cubicBezTo>
                    <a:pt x="0" y="7688"/>
                    <a:pt x="2268" y="9956"/>
                    <a:pt x="4978" y="9956"/>
                  </a:cubicBezTo>
                  <a:cubicBezTo>
                    <a:pt x="5013" y="9957"/>
                    <a:pt x="5048" y="9957"/>
                    <a:pt x="5083" y="9957"/>
                  </a:cubicBezTo>
                  <a:cubicBezTo>
                    <a:pt x="6367" y="9957"/>
                    <a:pt x="7586" y="9395"/>
                    <a:pt x="8506" y="8444"/>
                  </a:cubicBezTo>
                  <a:cubicBezTo>
                    <a:pt x="9420" y="7499"/>
                    <a:pt x="9924" y="6270"/>
                    <a:pt x="9924" y="4978"/>
                  </a:cubicBezTo>
                  <a:cubicBezTo>
                    <a:pt x="9924" y="2269"/>
                    <a:pt x="7687" y="1"/>
                    <a:pt x="497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6" name="Google Shape;8797;p68">
            <a:extLst>
              <a:ext uri="{FF2B5EF4-FFF2-40B4-BE49-F238E27FC236}">
                <a16:creationId xmlns:a16="http://schemas.microsoft.com/office/drawing/2014/main" id="{E23D0D90-1243-E86F-8134-720A4AA6D1F9}"/>
              </a:ext>
            </a:extLst>
          </p:cNvPr>
          <p:cNvGrpSpPr/>
          <p:nvPr/>
        </p:nvGrpSpPr>
        <p:grpSpPr>
          <a:xfrm>
            <a:off x="5152274" y="7774780"/>
            <a:ext cx="966114" cy="965504"/>
            <a:chOff x="-41895050" y="3217225"/>
            <a:chExt cx="317450" cy="317250"/>
          </a:xfrm>
          <a:solidFill>
            <a:srgbClr val="555559"/>
          </a:solidFill>
        </p:grpSpPr>
        <p:sp>
          <p:nvSpPr>
            <p:cNvPr id="1725" name="Google Shape;8798;p68">
              <a:extLst>
                <a:ext uri="{FF2B5EF4-FFF2-40B4-BE49-F238E27FC236}">
                  <a16:creationId xmlns:a16="http://schemas.microsoft.com/office/drawing/2014/main" id="{0B872A17-ABF8-C33D-7F6A-BD9735C762E9}"/>
                </a:ext>
              </a:extLst>
            </p:cNvPr>
            <p:cNvSpPr/>
            <p:nvPr/>
          </p:nvSpPr>
          <p:spPr>
            <a:xfrm>
              <a:off x="-41895050" y="3273750"/>
              <a:ext cx="41775" cy="245750"/>
            </a:xfrm>
            <a:custGeom>
              <a:avLst/>
              <a:gdLst/>
              <a:ahLst/>
              <a:cxnLst/>
              <a:rect l="l" t="t" r="r" b="b"/>
              <a:pathLst>
                <a:path w="1671" h="9830" extrusionOk="0">
                  <a:moveTo>
                    <a:pt x="1" y="0"/>
                  </a:moveTo>
                  <a:lnTo>
                    <a:pt x="1" y="9830"/>
                  </a:lnTo>
                  <a:lnTo>
                    <a:pt x="1670" y="8192"/>
                  </a:lnTo>
                  <a:lnTo>
                    <a:pt x="1670" y="1639"/>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8799;p68">
              <a:extLst>
                <a:ext uri="{FF2B5EF4-FFF2-40B4-BE49-F238E27FC236}">
                  <a16:creationId xmlns:a16="http://schemas.microsoft.com/office/drawing/2014/main" id="{7D1CDFE4-DD69-FB3F-91A1-ECBFD6A6A7CA}"/>
                </a:ext>
              </a:extLst>
            </p:cNvPr>
            <p:cNvSpPr/>
            <p:nvPr/>
          </p:nvSpPr>
          <p:spPr>
            <a:xfrm>
              <a:off x="-41619375" y="3273750"/>
              <a:ext cx="41775" cy="245750"/>
            </a:xfrm>
            <a:custGeom>
              <a:avLst/>
              <a:gdLst/>
              <a:ahLst/>
              <a:cxnLst/>
              <a:rect l="l" t="t" r="r" b="b"/>
              <a:pathLst>
                <a:path w="1671" h="9830" extrusionOk="0">
                  <a:moveTo>
                    <a:pt x="1670" y="0"/>
                  </a:moveTo>
                  <a:lnTo>
                    <a:pt x="0" y="1639"/>
                  </a:lnTo>
                  <a:lnTo>
                    <a:pt x="0" y="8192"/>
                  </a:lnTo>
                  <a:lnTo>
                    <a:pt x="1670" y="9830"/>
                  </a:lnTo>
                  <a:lnTo>
                    <a:pt x="167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8800;p68">
              <a:extLst>
                <a:ext uri="{FF2B5EF4-FFF2-40B4-BE49-F238E27FC236}">
                  <a16:creationId xmlns:a16="http://schemas.microsoft.com/office/drawing/2014/main" id="{51DFA21B-9850-8718-F087-4447F695EF84}"/>
                </a:ext>
              </a:extLst>
            </p:cNvPr>
            <p:cNvSpPr/>
            <p:nvPr/>
          </p:nvSpPr>
          <p:spPr>
            <a:xfrm>
              <a:off x="-41832825" y="3321000"/>
              <a:ext cx="193000" cy="151250"/>
            </a:xfrm>
            <a:custGeom>
              <a:avLst/>
              <a:gdLst/>
              <a:ahLst/>
              <a:cxnLst/>
              <a:rect l="l" t="t" r="r" b="b"/>
              <a:pathLst>
                <a:path w="7720" h="6050" extrusionOk="0">
                  <a:moveTo>
                    <a:pt x="1" y="1"/>
                  </a:moveTo>
                  <a:lnTo>
                    <a:pt x="1" y="6050"/>
                  </a:lnTo>
                  <a:lnTo>
                    <a:pt x="3592" y="6050"/>
                  </a:lnTo>
                  <a:lnTo>
                    <a:pt x="3592" y="4821"/>
                  </a:lnTo>
                  <a:cubicBezTo>
                    <a:pt x="3592" y="4600"/>
                    <a:pt x="3781" y="4411"/>
                    <a:pt x="4002" y="4411"/>
                  </a:cubicBezTo>
                  <a:lnTo>
                    <a:pt x="6491" y="4411"/>
                  </a:lnTo>
                  <a:cubicBezTo>
                    <a:pt x="6743" y="4411"/>
                    <a:pt x="6932" y="4600"/>
                    <a:pt x="6932" y="4821"/>
                  </a:cubicBezTo>
                  <a:lnTo>
                    <a:pt x="6932" y="6050"/>
                  </a:lnTo>
                  <a:lnTo>
                    <a:pt x="7719" y="6050"/>
                  </a:lnTo>
                  <a:lnTo>
                    <a:pt x="7719"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8801;p68">
              <a:extLst>
                <a:ext uri="{FF2B5EF4-FFF2-40B4-BE49-F238E27FC236}">
                  <a16:creationId xmlns:a16="http://schemas.microsoft.com/office/drawing/2014/main" id="{2D10BF62-F421-EBC2-9D12-71932462D691}"/>
                </a:ext>
              </a:extLst>
            </p:cNvPr>
            <p:cNvSpPr/>
            <p:nvPr/>
          </p:nvSpPr>
          <p:spPr>
            <a:xfrm>
              <a:off x="-41880075" y="3493500"/>
              <a:ext cx="287500" cy="40975"/>
            </a:xfrm>
            <a:custGeom>
              <a:avLst/>
              <a:gdLst/>
              <a:ahLst/>
              <a:cxnLst/>
              <a:rect l="l" t="t" r="r" b="b"/>
              <a:pathLst>
                <a:path w="11500" h="1639" extrusionOk="0">
                  <a:moveTo>
                    <a:pt x="1639" y="0"/>
                  </a:moveTo>
                  <a:lnTo>
                    <a:pt x="0" y="1638"/>
                  </a:lnTo>
                  <a:lnTo>
                    <a:pt x="11500" y="1638"/>
                  </a:lnTo>
                  <a:lnTo>
                    <a:pt x="983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8802;p68">
              <a:extLst>
                <a:ext uri="{FF2B5EF4-FFF2-40B4-BE49-F238E27FC236}">
                  <a16:creationId xmlns:a16="http://schemas.microsoft.com/office/drawing/2014/main" id="{896F3F45-BE7C-D70C-D8B9-B2DC4E91F4DF}"/>
                </a:ext>
              </a:extLst>
            </p:cNvPr>
            <p:cNvSpPr/>
            <p:nvPr/>
          </p:nvSpPr>
          <p:spPr>
            <a:xfrm>
              <a:off x="-41880875" y="3217225"/>
              <a:ext cx="288300" cy="83325"/>
            </a:xfrm>
            <a:custGeom>
              <a:avLst/>
              <a:gdLst/>
              <a:ahLst/>
              <a:cxnLst/>
              <a:rect l="l" t="t" r="r" b="b"/>
              <a:pathLst>
                <a:path w="11532" h="3333" extrusionOk="0">
                  <a:moveTo>
                    <a:pt x="5798" y="1033"/>
                  </a:moveTo>
                  <a:lnTo>
                    <a:pt x="6459" y="1694"/>
                  </a:lnTo>
                  <a:lnTo>
                    <a:pt x="5136" y="1694"/>
                  </a:lnTo>
                  <a:lnTo>
                    <a:pt x="5798" y="1033"/>
                  </a:lnTo>
                  <a:close/>
                  <a:moveTo>
                    <a:pt x="5750" y="1"/>
                  </a:moveTo>
                  <a:cubicBezTo>
                    <a:pt x="5640" y="1"/>
                    <a:pt x="5530" y="40"/>
                    <a:pt x="5451" y="119"/>
                  </a:cubicBezTo>
                  <a:lnTo>
                    <a:pt x="3939" y="1663"/>
                  </a:lnTo>
                  <a:lnTo>
                    <a:pt x="1" y="1663"/>
                  </a:lnTo>
                  <a:lnTo>
                    <a:pt x="1639" y="3332"/>
                  </a:lnTo>
                  <a:lnTo>
                    <a:pt x="9862" y="3332"/>
                  </a:lnTo>
                  <a:lnTo>
                    <a:pt x="11532" y="1663"/>
                  </a:lnTo>
                  <a:lnTo>
                    <a:pt x="7593" y="1663"/>
                  </a:lnTo>
                  <a:lnTo>
                    <a:pt x="6050" y="119"/>
                  </a:lnTo>
                  <a:cubicBezTo>
                    <a:pt x="5971" y="40"/>
                    <a:pt x="5861" y="1"/>
                    <a:pt x="575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7" name="Google Shape;8803;p68">
            <a:extLst>
              <a:ext uri="{FF2B5EF4-FFF2-40B4-BE49-F238E27FC236}">
                <a16:creationId xmlns:a16="http://schemas.microsoft.com/office/drawing/2014/main" id="{539FD801-0BAB-8D09-E3B8-882041789858}"/>
              </a:ext>
            </a:extLst>
          </p:cNvPr>
          <p:cNvGrpSpPr/>
          <p:nvPr/>
        </p:nvGrpSpPr>
        <p:grpSpPr>
          <a:xfrm>
            <a:off x="5151097" y="8893596"/>
            <a:ext cx="968471" cy="963678"/>
            <a:chOff x="-41893475" y="3584850"/>
            <a:chExt cx="318225" cy="316650"/>
          </a:xfrm>
          <a:solidFill>
            <a:srgbClr val="555559"/>
          </a:solidFill>
        </p:grpSpPr>
        <p:sp>
          <p:nvSpPr>
            <p:cNvPr id="1721" name="Google Shape;8804;p68">
              <a:extLst>
                <a:ext uri="{FF2B5EF4-FFF2-40B4-BE49-F238E27FC236}">
                  <a16:creationId xmlns:a16="http://schemas.microsoft.com/office/drawing/2014/main" id="{B97764C1-183E-45D1-7AD3-C8FC59B47141}"/>
                </a:ext>
              </a:extLst>
            </p:cNvPr>
            <p:cNvSpPr/>
            <p:nvPr/>
          </p:nvSpPr>
          <p:spPr>
            <a:xfrm>
              <a:off x="-41827300" y="3715600"/>
              <a:ext cx="186675" cy="185900"/>
            </a:xfrm>
            <a:custGeom>
              <a:avLst/>
              <a:gdLst/>
              <a:ahLst/>
              <a:cxnLst/>
              <a:rect l="l" t="t" r="r" b="b"/>
              <a:pathLst>
                <a:path w="7467" h="7436" extrusionOk="0">
                  <a:moveTo>
                    <a:pt x="3686" y="1465"/>
                  </a:moveTo>
                  <a:cubicBezTo>
                    <a:pt x="3836" y="1465"/>
                    <a:pt x="3985" y="1544"/>
                    <a:pt x="4064" y="1702"/>
                  </a:cubicBezTo>
                  <a:lnTo>
                    <a:pt x="4537" y="2678"/>
                  </a:lnTo>
                  <a:lnTo>
                    <a:pt x="5608" y="2836"/>
                  </a:lnTo>
                  <a:cubicBezTo>
                    <a:pt x="5955" y="2867"/>
                    <a:pt x="6081" y="3308"/>
                    <a:pt x="5829" y="3561"/>
                  </a:cubicBezTo>
                  <a:lnTo>
                    <a:pt x="5041" y="4285"/>
                  </a:lnTo>
                  <a:lnTo>
                    <a:pt x="5261" y="5356"/>
                  </a:lnTo>
                  <a:cubicBezTo>
                    <a:pt x="5286" y="5630"/>
                    <a:pt x="5075" y="5845"/>
                    <a:pt x="4845" y="5845"/>
                  </a:cubicBezTo>
                  <a:cubicBezTo>
                    <a:pt x="4784" y="5845"/>
                    <a:pt x="4722" y="5830"/>
                    <a:pt x="4663" y="5797"/>
                  </a:cubicBezTo>
                  <a:lnTo>
                    <a:pt x="3686" y="5262"/>
                  </a:lnTo>
                  <a:lnTo>
                    <a:pt x="2678" y="5797"/>
                  </a:lnTo>
                  <a:cubicBezTo>
                    <a:pt x="2616" y="5828"/>
                    <a:pt x="2553" y="5842"/>
                    <a:pt x="2492" y="5842"/>
                  </a:cubicBezTo>
                  <a:cubicBezTo>
                    <a:pt x="2244" y="5842"/>
                    <a:pt x="2035" y="5609"/>
                    <a:pt x="2111" y="5356"/>
                  </a:cubicBezTo>
                  <a:lnTo>
                    <a:pt x="2300" y="4285"/>
                  </a:lnTo>
                  <a:lnTo>
                    <a:pt x="1512" y="3561"/>
                  </a:lnTo>
                  <a:cubicBezTo>
                    <a:pt x="1323" y="3308"/>
                    <a:pt x="1418" y="2867"/>
                    <a:pt x="1796" y="2836"/>
                  </a:cubicBezTo>
                  <a:lnTo>
                    <a:pt x="2836" y="2678"/>
                  </a:lnTo>
                  <a:lnTo>
                    <a:pt x="3308" y="1702"/>
                  </a:lnTo>
                  <a:cubicBezTo>
                    <a:pt x="3387" y="1544"/>
                    <a:pt x="3537" y="1465"/>
                    <a:pt x="3686" y="1465"/>
                  </a:cubicBezTo>
                  <a:close/>
                  <a:moveTo>
                    <a:pt x="3718" y="0"/>
                  </a:moveTo>
                  <a:cubicBezTo>
                    <a:pt x="1670" y="0"/>
                    <a:pt x="32" y="1670"/>
                    <a:pt x="32" y="3750"/>
                  </a:cubicBezTo>
                  <a:cubicBezTo>
                    <a:pt x="0" y="5766"/>
                    <a:pt x="1670" y="7436"/>
                    <a:pt x="3718" y="7436"/>
                  </a:cubicBezTo>
                  <a:cubicBezTo>
                    <a:pt x="5765" y="7436"/>
                    <a:pt x="7404" y="5797"/>
                    <a:pt x="7467" y="3750"/>
                  </a:cubicBezTo>
                  <a:cubicBezTo>
                    <a:pt x="7467" y="1702"/>
                    <a:pt x="5797" y="32"/>
                    <a:pt x="371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8805;p68">
              <a:extLst>
                <a:ext uri="{FF2B5EF4-FFF2-40B4-BE49-F238E27FC236}">
                  <a16:creationId xmlns:a16="http://schemas.microsoft.com/office/drawing/2014/main" id="{FFAE465D-F6A4-DB7A-2349-EF756CC1EC19}"/>
                </a:ext>
              </a:extLst>
            </p:cNvPr>
            <p:cNvSpPr/>
            <p:nvPr/>
          </p:nvSpPr>
          <p:spPr>
            <a:xfrm>
              <a:off x="-41726500" y="3586725"/>
              <a:ext cx="151250" cy="147800"/>
            </a:xfrm>
            <a:custGeom>
              <a:avLst/>
              <a:gdLst/>
              <a:ahLst/>
              <a:cxnLst/>
              <a:rect l="l" t="t" r="r" b="b"/>
              <a:pathLst>
                <a:path w="6050" h="5912" extrusionOk="0">
                  <a:moveTo>
                    <a:pt x="3829" y="0"/>
                  </a:moveTo>
                  <a:cubicBezTo>
                    <a:pt x="3706" y="0"/>
                    <a:pt x="3580" y="47"/>
                    <a:pt x="3498" y="146"/>
                  </a:cubicBezTo>
                  <a:lnTo>
                    <a:pt x="1" y="4336"/>
                  </a:lnTo>
                  <a:cubicBezTo>
                    <a:pt x="1229" y="4399"/>
                    <a:pt x="2332" y="4998"/>
                    <a:pt x="3088" y="5912"/>
                  </a:cubicBezTo>
                  <a:lnTo>
                    <a:pt x="5861" y="2446"/>
                  </a:lnTo>
                  <a:cubicBezTo>
                    <a:pt x="6050" y="2289"/>
                    <a:pt x="6050" y="2037"/>
                    <a:pt x="5924" y="1879"/>
                  </a:cubicBezTo>
                  <a:lnTo>
                    <a:pt x="4128" y="115"/>
                  </a:lnTo>
                  <a:cubicBezTo>
                    <a:pt x="4053" y="40"/>
                    <a:pt x="3942" y="0"/>
                    <a:pt x="382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8806;p68">
              <a:extLst>
                <a:ext uri="{FF2B5EF4-FFF2-40B4-BE49-F238E27FC236}">
                  <a16:creationId xmlns:a16="http://schemas.microsoft.com/office/drawing/2014/main" id="{361E928F-CC39-5FDC-867B-4B4D2C26F48B}"/>
                </a:ext>
              </a:extLst>
            </p:cNvPr>
            <p:cNvSpPr/>
            <p:nvPr/>
          </p:nvSpPr>
          <p:spPr>
            <a:xfrm>
              <a:off x="-41808400" y="3584850"/>
              <a:ext cx="148100" cy="89825"/>
            </a:xfrm>
            <a:custGeom>
              <a:avLst/>
              <a:gdLst/>
              <a:ahLst/>
              <a:cxnLst/>
              <a:rect l="l" t="t" r="r" b="b"/>
              <a:pathLst>
                <a:path w="5924" h="3593" extrusionOk="0">
                  <a:moveTo>
                    <a:pt x="0" y="1"/>
                  </a:moveTo>
                  <a:lnTo>
                    <a:pt x="2962" y="3592"/>
                  </a:lnTo>
                  <a:lnTo>
                    <a:pt x="5923"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8807;p68">
              <a:extLst>
                <a:ext uri="{FF2B5EF4-FFF2-40B4-BE49-F238E27FC236}">
                  <a16:creationId xmlns:a16="http://schemas.microsoft.com/office/drawing/2014/main" id="{9D47C6A1-3117-1DED-F3A5-9E6E50A5B7EA}"/>
                </a:ext>
              </a:extLst>
            </p:cNvPr>
            <p:cNvSpPr/>
            <p:nvPr/>
          </p:nvSpPr>
          <p:spPr>
            <a:xfrm>
              <a:off x="-41893475" y="3586725"/>
              <a:ext cx="148875" cy="147025"/>
            </a:xfrm>
            <a:custGeom>
              <a:avLst/>
              <a:gdLst/>
              <a:ahLst/>
              <a:cxnLst/>
              <a:rect l="l" t="t" r="r" b="b"/>
              <a:pathLst>
                <a:path w="5955" h="5881" extrusionOk="0">
                  <a:moveTo>
                    <a:pt x="2194" y="0"/>
                  </a:moveTo>
                  <a:cubicBezTo>
                    <a:pt x="2084" y="0"/>
                    <a:pt x="1965" y="40"/>
                    <a:pt x="1859" y="115"/>
                  </a:cubicBezTo>
                  <a:lnTo>
                    <a:pt x="95" y="1879"/>
                  </a:lnTo>
                  <a:cubicBezTo>
                    <a:pt x="1" y="2037"/>
                    <a:pt x="1" y="2289"/>
                    <a:pt x="95" y="2446"/>
                  </a:cubicBezTo>
                  <a:lnTo>
                    <a:pt x="2899" y="5880"/>
                  </a:lnTo>
                  <a:cubicBezTo>
                    <a:pt x="3655" y="4998"/>
                    <a:pt x="4758" y="4399"/>
                    <a:pt x="5955" y="4305"/>
                  </a:cubicBezTo>
                  <a:lnTo>
                    <a:pt x="2490" y="146"/>
                  </a:lnTo>
                  <a:cubicBezTo>
                    <a:pt x="2424" y="47"/>
                    <a:pt x="2315" y="0"/>
                    <a:pt x="219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68" name="Google Shape;8808;p68">
            <a:extLst>
              <a:ext uri="{FF2B5EF4-FFF2-40B4-BE49-F238E27FC236}">
                <a16:creationId xmlns:a16="http://schemas.microsoft.com/office/drawing/2014/main" id="{604EF02F-7546-7329-6009-BB5260A99BC8}"/>
              </a:ext>
            </a:extLst>
          </p:cNvPr>
          <p:cNvSpPr/>
          <p:nvPr/>
        </p:nvSpPr>
        <p:spPr>
          <a:xfrm>
            <a:off x="5155286" y="10012653"/>
            <a:ext cx="968471" cy="961928"/>
          </a:xfrm>
          <a:custGeom>
            <a:avLst/>
            <a:gdLst/>
            <a:ahLst/>
            <a:cxnLst/>
            <a:rect l="l" t="t" r="r" b="b"/>
            <a:pathLst>
              <a:path w="12729" h="12643" extrusionOk="0">
                <a:moveTo>
                  <a:pt x="6365" y="2395"/>
                </a:moveTo>
                <a:cubicBezTo>
                  <a:pt x="7026" y="2395"/>
                  <a:pt x="7562" y="2962"/>
                  <a:pt x="7562" y="3655"/>
                </a:cubicBezTo>
                <a:cubicBezTo>
                  <a:pt x="7562" y="4348"/>
                  <a:pt x="7026" y="4884"/>
                  <a:pt x="6365" y="4884"/>
                </a:cubicBezTo>
                <a:cubicBezTo>
                  <a:pt x="5672" y="4884"/>
                  <a:pt x="5136" y="4348"/>
                  <a:pt x="5136" y="3655"/>
                </a:cubicBezTo>
                <a:cubicBezTo>
                  <a:pt x="5073" y="2962"/>
                  <a:pt x="5672" y="2395"/>
                  <a:pt x="6365" y="2395"/>
                </a:cubicBezTo>
                <a:close/>
                <a:moveTo>
                  <a:pt x="6806" y="5640"/>
                </a:moveTo>
                <a:lnTo>
                  <a:pt x="8349" y="8192"/>
                </a:lnTo>
                <a:lnTo>
                  <a:pt x="7530" y="8192"/>
                </a:lnTo>
                <a:cubicBezTo>
                  <a:pt x="7373" y="7719"/>
                  <a:pt x="6900" y="7373"/>
                  <a:pt x="6333" y="7373"/>
                </a:cubicBezTo>
                <a:cubicBezTo>
                  <a:pt x="5798" y="7373"/>
                  <a:pt x="5357" y="7719"/>
                  <a:pt x="5167" y="8192"/>
                </a:cubicBezTo>
                <a:lnTo>
                  <a:pt x="4285" y="8192"/>
                </a:lnTo>
                <a:lnTo>
                  <a:pt x="5829" y="5640"/>
                </a:lnTo>
                <a:cubicBezTo>
                  <a:pt x="5987" y="5671"/>
                  <a:pt x="6144" y="5734"/>
                  <a:pt x="6365" y="5734"/>
                </a:cubicBezTo>
                <a:cubicBezTo>
                  <a:pt x="6491" y="5734"/>
                  <a:pt x="6680" y="5671"/>
                  <a:pt x="6806" y="5640"/>
                </a:cubicBezTo>
                <a:close/>
                <a:moveTo>
                  <a:pt x="6365" y="8192"/>
                </a:moveTo>
                <a:cubicBezTo>
                  <a:pt x="6585" y="8192"/>
                  <a:pt x="6743" y="8412"/>
                  <a:pt x="6743" y="8633"/>
                </a:cubicBezTo>
                <a:cubicBezTo>
                  <a:pt x="6743" y="8822"/>
                  <a:pt x="6585" y="9042"/>
                  <a:pt x="6365" y="9042"/>
                </a:cubicBezTo>
                <a:cubicBezTo>
                  <a:pt x="6113" y="9042"/>
                  <a:pt x="5955" y="8822"/>
                  <a:pt x="5955" y="8633"/>
                </a:cubicBezTo>
                <a:cubicBezTo>
                  <a:pt x="5955" y="8412"/>
                  <a:pt x="6144" y="8255"/>
                  <a:pt x="6365" y="8192"/>
                </a:cubicBezTo>
                <a:close/>
                <a:moveTo>
                  <a:pt x="6428" y="0"/>
                </a:moveTo>
                <a:cubicBezTo>
                  <a:pt x="5766" y="0"/>
                  <a:pt x="5199" y="568"/>
                  <a:pt x="5199" y="1229"/>
                </a:cubicBezTo>
                <a:lnTo>
                  <a:pt x="5199" y="2080"/>
                </a:lnTo>
                <a:cubicBezTo>
                  <a:pt x="4695" y="2489"/>
                  <a:pt x="4380" y="3025"/>
                  <a:pt x="4380" y="3718"/>
                </a:cubicBezTo>
                <a:cubicBezTo>
                  <a:pt x="4380" y="4065"/>
                  <a:pt x="4443" y="4380"/>
                  <a:pt x="4600" y="4695"/>
                </a:cubicBezTo>
                <a:lnTo>
                  <a:pt x="2458" y="8286"/>
                </a:lnTo>
                <a:lnTo>
                  <a:pt x="505" y="8286"/>
                </a:lnTo>
                <a:cubicBezTo>
                  <a:pt x="284" y="8286"/>
                  <a:pt x="95" y="8475"/>
                  <a:pt x="95" y="8664"/>
                </a:cubicBezTo>
                <a:cubicBezTo>
                  <a:pt x="1" y="8822"/>
                  <a:pt x="190" y="9042"/>
                  <a:pt x="410" y="9042"/>
                </a:cubicBezTo>
                <a:lnTo>
                  <a:pt x="1859" y="9042"/>
                </a:lnTo>
                <a:cubicBezTo>
                  <a:pt x="1261" y="9987"/>
                  <a:pt x="631" y="10775"/>
                  <a:pt x="631" y="11437"/>
                </a:cubicBezTo>
                <a:cubicBezTo>
                  <a:pt x="631" y="12108"/>
                  <a:pt x="1021" y="12642"/>
                  <a:pt x="1366" y="12642"/>
                </a:cubicBezTo>
                <a:cubicBezTo>
                  <a:pt x="1491" y="12642"/>
                  <a:pt x="1610" y="12572"/>
                  <a:pt x="1702" y="12413"/>
                </a:cubicBezTo>
                <a:lnTo>
                  <a:pt x="3781" y="9074"/>
                </a:lnTo>
                <a:lnTo>
                  <a:pt x="5167" y="9074"/>
                </a:lnTo>
                <a:cubicBezTo>
                  <a:pt x="5325" y="9546"/>
                  <a:pt x="5798" y="9893"/>
                  <a:pt x="6333" y="9893"/>
                </a:cubicBezTo>
                <a:cubicBezTo>
                  <a:pt x="6900" y="9893"/>
                  <a:pt x="7341" y="9546"/>
                  <a:pt x="7530" y="9074"/>
                </a:cubicBezTo>
                <a:lnTo>
                  <a:pt x="8854" y="9074"/>
                </a:lnTo>
                <a:lnTo>
                  <a:pt x="10964" y="12413"/>
                </a:lnTo>
                <a:cubicBezTo>
                  <a:pt x="11056" y="12572"/>
                  <a:pt x="11173" y="12642"/>
                  <a:pt x="11295" y="12642"/>
                </a:cubicBezTo>
                <a:cubicBezTo>
                  <a:pt x="11630" y="12642"/>
                  <a:pt x="12004" y="12108"/>
                  <a:pt x="12004" y="11437"/>
                </a:cubicBezTo>
                <a:cubicBezTo>
                  <a:pt x="12004" y="10775"/>
                  <a:pt x="11374" y="9987"/>
                  <a:pt x="10807" y="9042"/>
                </a:cubicBezTo>
                <a:lnTo>
                  <a:pt x="12288" y="9042"/>
                </a:lnTo>
                <a:cubicBezTo>
                  <a:pt x="12540" y="9042"/>
                  <a:pt x="12729" y="8822"/>
                  <a:pt x="12729" y="8633"/>
                </a:cubicBezTo>
                <a:cubicBezTo>
                  <a:pt x="12729" y="8412"/>
                  <a:pt x="12540" y="8255"/>
                  <a:pt x="12288" y="8255"/>
                </a:cubicBezTo>
                <a:lnTo>
                  <a:pt x="10334" y="8255"/>
                </a:lnTo>
                <a:lnTo>
                  <a:pt x="8192" y="4695"/>
                </a:lnTo>
                <a:cubicBezTo>
                  <a:pt x="8349" y="4380"/>
                  <a:pt x="8475" y="4065"/>
                  <a:pt x="8475" y="3718"/>
                </a:cubicBezTo>
                <a:cubicBezTo>
                  <a:pt x="8475" y="3056"/>
                  <a:pt x="8160" y="2458"/>
                  <a:pt x="7656" y="2080"/>
                </a:cubicBezTo>
                <a:lnTo>
                  <a:pt x="7656" y="1229"/>
                </a:lnTo>
                <a:cubicBezTo>
                  <a:pt x="7656" y="568"/>
                  <a:pt x="7089" y="0"/>
                  <a:pt x="6428"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8809;p68">
            <a:extLst>
              <a:ext uri="{FF2B5EF4-FFF2-40B4-BE49-F238E27FC236}">
                <a16:creationId xmlns:a16="http://schemas.microsoft.com/office/drawing/2014/main" id="{3627B857-9D75-5314-FCF9-29E6CEA2F1B8}"/>
              </a:ext>
            </a:extLst>
          </p:cNvPr>
          <p:cNvSpPr/>
          <p:nvPr/>
        </p:nvSpPr>
        <p:spPr>
          <a:xfrm>
            <a:off x="10786773" y="7838623"/>
            <a:ext cx="1143464" cy="961245"/>
          </a:xfrm>
          <a:custGeom>
            <a:avLst/>
            <a:gdLst/>
            <a:ahLst/>
            <a:cxnLst/>
            <a:rect l="l" t="t" r="r" b="b"/>
            <a:pathLst>
              <a:path w="15029" h="12634" extrusionOk="0">
                <a:moveTo>
                  <a:pt x="10155" y="885"/>
                </a:moveTo>
                <a:cubicBezTo>
                  <a:pt x="10393" y="885"/>
                  <a:pt x="10643" y="915"/>
                  <a:pt x="10901" y="977"/>
                </a:cubicBezTo>
                <a:cubicBezTo>
                  <a:pt x="10586" y="2332"/>
                  <a:pt x="9546" y="2994"/>
                  <a:pt x="8475" y="3025"/>
                </a:cubicBezTo>
                <a:lnTo>
                  <a:pt x="8444" y="3025"/>
                </a:lnTo>
                <a:cubicBezTo>
                  <a:pt x="8192" y="3025"/>
                  <a:pt x="7971" y="2994"/>
                  <a:pt x="7719" y="2899"/>
                </a:cubicBezTo>
                <a:cubicBezTo>
                  <a:pt x="8009" y="1661"/>
                  <a:pt x="8937" y="885"/>
                  <a:pt x="10155" y="885"/>
                </a:cubicBezTo>
                <a:close/>
                <a:moveTo>
                  <a:pt x="9924" y="4348"/>
                </a:moveTo>
                <a:cubicBezTo>
                  <a:pt x="10271" y="4443"/>
                  <a:pt x="11122" y="5262"/>
                  <a:pt x="11122" y="6648"/>
                </a:cubicBezTo>
                <a:cubicBezTo>
                  <a:pt x="11122" y="7247"/>
                  <a:pt x="10996" y="7845"/>
                  <a:pt x="10807" y="8381"/>
                </a:cubicBezTo>
                <a:cubicBezTo>
                  <a:pt x="10744" y="8538"/>
                  <a:pt x="10555" y="8664"/>
                  <a:pt x="10397" y="8664"/>
                </a:cubicBezTo>
                <a:cubicBezTo>
                  <a:pt x="10176" y="8664"/>
                  <a:pt x="9956" y="8475"/>
                  <a:pt x="9956" y="8223"/>
                </a:cubicBezTo>
                <a:cubicBezTo>
                  <a:pt x="9956" y="8066"/>
                  <a:pt x="10807" y="6050"/>
                  <a:pt x="9641" y="5136"/>
                </a:cubicBezTo>
                <a:cubicBezTo>
                  <a:pt x="9546" y="5073"/>
                  <a:pt x="9483" y="4947"/>
                  <a:pt x="9483" y="4789"/>
                </a:cubicBezTo>
                <a:cubicBezTo>
                  <a:pt x="9483" y="4569"/>
                  <a:pt x="9704" y="4348"/>
                  <a:pt x="9924" y="4348"/>
                </a:cubicBezTo>
                <a:close/>
                <a:moveTo>
                  <a:pt x="10176" y="1"/>
                </a:moveTo>
                <a:cubicBezTo>
                  <a:pt x="8948" y="1"/>
                  <a:pt x="7688" y="631"/>
                  <a:pt x="7089" y="2048"/>
                </a:cubicBezTo>
                <a:cubicBezTo>
                  <a:pt x="6711" y="1450"/>
                  <a:pt x="6270" y="1166"/>
                  <a:pt x="5734" y="914"/>
                </a:cubicBezTo>
                <a:cubicBezTo>
                  <a:pt x="5659" y="879"/>
                  <a:pt x="5588" y="863"/>
                  <a:pt x="5522" y="863"/>
                </a:cubicBezTo>
                <a:cubicBezTo>
                  <a:pt x="5118" y="863"/>
                  <a:pt x="4923" y="1449"/>
                  <a:pt x="5356" y="1639"/>
                </a:cubicBezTo>
                <a:cubicBezTo>
                  <a:pt x="5986" y="1954"/>
                  <a:pt x="6459" y="2363"/>
                  <a:pt x="6711" y="3151"/>
                </a:cubicBezTo>
                <a:cubicBezTo>
                  <a:pt x="6207" y="2836"/>
                  <a:pt x="5797" y="2489"/>
                  <a:pt x="5199" y="2489"/>
                </a:cubicBezTo>
                <a:cubicBezTo>
                  <a:pt x="4537" y="2521"/>
                  <a:pt x="3718" y="2868"/>
                  <a:pt x="2993" y="3529"/>
                </a:cubicBezTo>
                <a:cubicBezTo>
                  <a:pt x="0" y="6491"/>
                  <a:pt x="3182" y="12634"/>
                  <a:pt x="5514" y="12634"/>
                </a:cubicBezTo>
                <a:cubicBezTo>
                  <a:pt x="5829" y="12634"/>
                  <a:pt x="6144" y="12571"/>
                  <a:pt x="6427" y="12350"/>
                </a:cubicBezTo>
                <a:cubicBezTo>
                  <a:pt x="6821" y="12098"/>
                  <a:pt x="7050" y="11972"/>
                  <a:pt x="7278" y="11972"/>
                </a:cubicBezTo>
                <a:cubicBezTo>
                  <a:pt x="7506" y="11972"/>
                  <a:pt x="7735" y="12098"/>
                  <a:pt x="8129" y="12350"/>
                </a:cubicBezTo>
                <a:cubicBezTo>
                  <a:pt x="8412" y="12571"/>
                  <a:pt x="8727" y="12634"/>
                  <a:pt x="9042" y="12634"/>
                </a:cubicBezTo>
                <a:cubicBezTo>
                  <a:pt x="11594" y="12634"/>
                  <a:pt x="15028" y="5325"/>
                  <a:pt x="10712" y="2899"/>
                </a:cubicBezTo>
                <a:cubicBezTo>
                  <a:pt x="11405" y="2237"/>
                  <a:pt x="11815" y="1261"/>
                  <a:pt x="11815" y="662"/>
                </a:cubicBezTo>
                <a:cubicBezTo>
                  <a:pt x="11815" y="505"/>
                  <a:pt x="11720" y="347"/>
                  <a:pt x="11563" y="284"/>
                </a:cubicBezTo>
                <a:cubicBezTo>
                  <a:pt x="11090" y="127"/>
                  <a:pt x="10649" y="1"/>
                  <a:pt x="10176"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70" name="Google Shape;8810;p68">
            <a:extLst>
              <a:ext uri="{FF2B5EF4-FFF2-40B4-BE49-F238E27FC236}">
                <a16:creationId xmlns:a16="http://schemas.microsoft.com/office/drawing/2014/main" id="{120431E6-1DDC-86BC-A873-372689C72FC3}"/>
              </a:ext>
            </a:extLst>
          </p:cNvPr>
          <p:cNvGrpSpPr/>
          <p:nvPr/>
        </p:nvGrpSpPr>
        <p:grpSpPr>
          <a:xfrm>
            <a:off x="10914927" y="8955907"/>
            <a:ext cx="879148" cy="966114"/>
            <a:chOff x="-39998250" y="3605325"/>
            <a:chExt cx="288875" cy="317450"/>
          </a:xfrm>
          <a:solidFill>
            <a:srgbClr val="555559"/>
          </a:solidFill>
        </p:grpSpPr>
        <p:sp>
          <p:nvSpPr>
            <p:cNvPr id="1719" name="Google Shape;8811;p68">
              <a:extLst>
                <a:ext uri="{FF2B5EF4-FFF2-40B4-BE49-F238E27FC236}">
                  <a16:creationId xmlns:a16="http://schemas.microsoft.com/office/drawing/2014/main" id="{2E8E28DA-4F00-DC3D-E72B-4B80F9B152F7}"/>
                </a:ext>
              </a:extLst>
            </p:cNvPr>
            <p:cNvSpPr/>
            <p:nvPr/>
          </p:nvSpPr>
          <p:spPr>
            <a:xfrm>
              <a:off x="-39998250" y="3799600"/>
              <a:ext cx="288875" cy="123175"/>
            </a:xfrm>
            <a:custGeom>
              <a:avLst/>
              <a:gdLst/>
              <a:ahLst/>
              <a:cxnLst/>
              <a:rect l="l" t="t" r="r" b="b"/>
              <a:pathLst>
                <a:path w="11555" h="4927" extrusionOk="0">
                  <a:moveTo>
                    <a:pt x="3679" y="2028"/>
                  </a:moveTo>
                  <a:cubicBezTo>
                    <a:pt x="3931" y="2028"/>
                    <a:pt x="4088" y="2217"/>
                    <a:pt x="4088" y="2469"/>
                  </a:cubicBezTo>
                  <a:cubicBezTo>
                    <a:pt x="4088" y="2721"/>
                    <a:pt x="3868" y="2878"/>
                    <a:pt x="3679" y="2878"/>
                  </a:cubicBezTo>
                  <a:cubicBezTo>
                    <a:pt x="3458" y="2878"/>
                    <a:pt x="3238" y="2658"/>
                    <a:pt x="3238" y="2469"/>
                  </a:cubicBezTo>
                  <a:cubicBezTo>
                    <a:pt x="3238" y="2185"/>
                    <a:pt x="3458" y="2028"/>
                    <a:pt x="3679" y="2028"/>
                  </a:cubicBezTo>
                  <a:close/>
                  <a:moveTo>
                    <a:pt x="7806" y="1618"/>
                  </a:moveTo>
                  <a:cubicBezTo>
                    <a:pt x="8278" y="1618"/>
                    <a:pt x="8656" y="1965"/>
                    <a:pt x="8656" y="2437"/>
                  </a:cubicBezTo>
                  <a:cubicBezTo>
                    <a:pt x="8656" y="2910"/>
                    <a:pt x="8278" y="3256"/>
                    <a:pt x="7806" y="3256"/>
                  </a:cubicBezTo>
                  <a:cubicBezTo>
                    <a:pt x="7333" y="3256"/>
                    <a:pt x="6987" y="2910"/>
                    <a:pt x="6987" y="2437"/>
                  </a:cubicBezTo>
                  <a:cubicBezTo>
                    <a:pt x="6987" y="1965"/>
                    <a:pt x="7333" y="1618"/>
                    <a:pt x="7806" y="1618"/>
                  </a:cubicBezTo>
                  <a:close/>
                  <a:moveTo>
                    <a:pt x="5348" y="2878"/>
                  </a:moveTo>
                  <a:cubicBezTo>
                    <a:pt x="5569" y="2878"/>
                    <a:pt x="5758" y="3067"/>
                    <a:pt x="5758" y="3256"/>
                  </a:cubicBezTo>
                  <a:cubicBezTo>
                    <a:pt x="5758" y="3509"/>
                    <a:pt x="5569" y="3698"/>
                    <a:pt x="5348" y="3698"/>
                  </a:cubicBezTo>
                  <a:cubicBezTo>
                    <a:pt x="5096" y="3698"/>
                    <a:pt x="4907" y="3509"/>
                    <a:pt x="4907" y="3256"/>
                  </a:cubicBezTo>
                  <a:cubicBezTo>
                    <a:pt x="4907" y="3004"/>
                    <a:pt x="5096" y="2878"/>
                    <a:pt x="5348" y="2878"/>
                  </a:cubicBezTo>
                  <a:close/>
                  <a:moveTo>
                    <a:pt x="8249" y="1"/>
                  </a:moveTo>
                  <a:cubicBezTo>
                    <a:pt x="6319" y="1"/>
                    <a:pt x="5400" y="1530"/>
                    <a:pt x="3381" y="1530"/>
                  </a:cubicBezTo>
                  <a:cubicBezTo>
                    <a:pt x="2909" y="1530"/>
                    <a:pt x="2377" y="1447"/>
                    <a:pt x="1757" y="1240"/>
                  </a:cubicBezTo>
                  <a:lnTo>
                    <a:pt x="560" y="2973"/>
                  </a:lnTo>
                  <a:cubicBezTo>
                    <a:pt x="0" y="3812"/>
                    <a:pt x="544" y="4927"/>
                    <a:pt x="1557" y="4927"/>
                  </a:cubicBezTo>
                  <a:cubicBezTo>
                    <a:pt x="1571" y="4927"/>
                    <a:pt x="1585" y="4927"/>
                    <a:pt x="1599" y="4926"/>
                  </a:cubicBezTo>
                  <a:lnTo>
                    <a:pt x="9980" y="4926"/>
                  </a:lnTo>
                  <a:cubicBezTo>
                    <a:pt x="10956" y="4926"/>
                    <a:pt x="11555" y="3761"/>
                    <a:pt x="11019" y="2941"/>
                  </a:cubicBezTo>
                  <a:lnTo>
                    <a:pt x="9003" y="75"/>
                  </a:lnTo>
                  <a:cubicBezTo>
                    <a:pt x="8734" y="24"/>
                    <a:pt x="8484" y="1"/>
                    <a:pt x="824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8812;p68">
              <a:extLst>
                <a:ext uri="{FF2B5EF4-FFF2-40B4-BE49-F238E27FC236}">
                  <a16:creationId xmlns:a16="http://schemas.microsoft.com/office/drawing/2014/main" id="{7E1EAC0D-F9CA-FBF8-2F07-9FAF88144AB5}"/>
                </a:ext>
              </a:extLst>
            </p:cNvPr>
            <p:cNvSpPr/>
            <p:nvPr/>
          </p:nvSpPr>
          <p:spPr>
            <a:xfrm>
              <a:off x="-39940950" y="3605325"/>
              <a:ext cx="160700" cy="212050"/>
            </a:xfrm>
            <a:custGeom>
              <a:avLst/>
              <a:gdLst/>
              <a:ahLst/>
              <a:cxnLst/>
              <a:rect l="l" t="t" r="r" b="b"/>
              <a:pathLst>
                <a:path w="6428" h="8482" extrusionOk="0">
                  <a:moveTo>
                    <a:pt x="1891" y="1"/>
                  </a:moveTo>
                  <a:cubicBezTo>
                    <a:pt x="1229" y="1"/>
                    <a:pt x="694" y="568"/>
                    <a:pt x="694" y="1261"/>
                  </a:cubicBezTo>
                  <a:cubicBezTo>
                    <a:pt x="694" y="1828"/>
                    <a:pt x="1040" y="2238"/>
                    <a:pt x="1513" y="2395"/>
                  </a:cubicBezTo>
                  <a:lnTo>
                    <a:pt x="1513" y="5829"/>
                  </a:lnTo>
                  <a:cubicBezTo>
                    <a:pt x="1481" y="6459"/>
                    <a:pt x="1072" y="6774"/>
                    <a:pt x="0" y="8318"/>
                  </a:cubicBezTo>
                  <a:cubicBezTo>
                    <a:pt x="441" y="8433"/>
                    <a:pt x="822" y="8482"/>
                    <a:pt x="1162" y="8482"/>
                  </a:cubicBezTo>
                  <a:cubicBezTo>
                    <a:pt x="3061" y="8482"/>
                    <a:pt x="3671" y="6963"/>
                    <a:pt x="6049" y="6963"/>
                  </a:cubicBezTo>
                  <a:lnTo>
                    <a:pt x="6112" y="6963"/>
                  </a:lnTo>
                  <a:cubicBezTo>
                    <a:pt x="5829" y="6585"/>
                    <a:pt x="5608" y="6333"/>
                    <a:pt x="5608" y="5861"/>
                  </a:cubicBezTo>
                  <a:lnTo>
                    <a:pt x="5608" y="2458"/>
                  </a:lnTo>
                  <a:cubicBezTo>
                    <a:pt x="6081" y="2301"/>
                    <a:pt x="6427" y="1828"/>
                    <a:pt x="6427" y="1261"/>
                  </a:cubicBezTo>
                  <a:cubicBezTo>
                    <a:pt x="6427" y="599"/>
                    <a:pt x="5892" y="1"/>
                    <a:pt x="519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1" name="Google Shape;8813;p68">
            <a:extLst>
              <a:ext uri="{FF2B5EF4-FFF2-40B4-BE49-F238E27FC236}">
                <a16:creationId xmlns:a16="http://schemas.microsoft.com/office/drawing/2014/main" id="{E8F3368C-E7C7-4BD3-40F1-BFD22DC640B0}"/>
              </a:ext>
            </a:extLst>
          </p:cNvPr>
          <p:cNvGrpSpPr/>
          <p:nvPr/>
        </p:nvGrpSpPr>
        <p:grpSpPr>
          <a:xfrm>
            <a:off x="10872662" y="10072972"/>
            <a:ext cx="963678" cy="963602"/>
            <a:chOff x="-40011050" y="3972375"/>
            <a:chExt cx="316650" cy="316625"/>
          </a:xfrm>
          <a:solidFill>
            <a:srgbClr val="555559"/>
          </a:solidFill>
        </p:grpSpPr>
        <p:sp>
          <p:nvSpPr>
            <p:cNvPr id="1717" name="Google Shape;8814;p68">
              <a:extLst>
                <a:ext uri="{FF2B5EF4-FFF2-40B4-BE49-F238E27FC236}">
                  <a16:creationId xmlns:a16="http://schemas.microsoft.com/office/drawing/2014/main" id="{DB7F9502-59FC-2AF2-0CD2-3299B778DC7A}"/>
                </a:ext>
              </a:extLst>
            </p:cNvPr>
            <p:cNvSpPr/>
            <p:nvPr/>
          </p:nvSpPr>
          <p:spPr>
            <a:xfrm>
              <a:off x="-40011050" y="3972375"/>
              <a:ext cx="316650" cy="232350"/>
            </a:xfrm>
            <a:custGeom>
              <a:avLst/>
              <a:gdLst/>
              <a:ahLst/>
              <a:cxnLst/>
              <a:rect l="l" t="t" r="r" b="b"/>
              <a:pathLst>
                <a:path w="12666" h="9294" extrusionOk="0">
                  <a:moveTo>
                    <a:pt x="11405" y="1701"/>
                  </a:moveTo>
                  <a:cubicBezTo>
                    <a:pt x="11626" y="1701"/>
                    <a:pt x="11846" y="1890"/>
                    <a:pt x="11846" y="2142"/>
                  </a:cubicBezTo>
                  <a:cubicBezTo>
                    <a:pt x="11846" y="3749"/>
                    <a:pt x="11090" y="4663"/>
                    <a:pt x="9956" y="4978"/>
                  </a:cubicBezTo>
                  <a:cubicBezTo>
                    <a:pt x="10051" y="4631"/>
                    <a:pt x="10145" y="4222"/>
                    <a:pt x="10145" y="3844"/>
                  </a:cubicBezTo>
                  <a:lnTo>
                    <a:pt x="10145" y="1701"/>
                  </a:lnTo>
                  <a:close/>
                  <a:moveTo>
                    <a:pt x="2584" y="1701"/>
                  </a:moveTo>
                  <a:lnTo>
                    <a:pt x="2584" y="3812"/>
                  </a:lnTo>
                  <a:cubicBezTo>
                    <a:pt x="2584" y="4222"/>
                    <a:pt x="2647" y="4600"/>
                    <a:pt x="2773" y="5009"/>
                  </a:cubicBezTo>
                  <a:cubicBezTo>
                    <a:pt x="1639" y="4694"/>
                    <a:pt x="851" y="3781"/>
                    <a:pt x="851" y="2142"/>
                  </a:cubicBezTo>
                  <a:cubicBezTo>
                    <a:pt x="851" y="1890"/>
                    <a:pt x="1040" y="1701"/>
                    <a:pt x="1292" y="1701"/>
                  </a:cubicBezTo>
                  <a:close/>
                  <a:moveTo>
                    <a:pt x="4065" y="3655"/>
                  </a:moveTo>
                  <a:cubicBezTo>
                    <a:pt x="4317" y="3655"/>
                    <a:pt x="4506" y="3875"/>
                    <a:pt x="4506" y="4096"/>
                  </a:cubicBezTo>
                  <a:cubicBezTo>
                    <a:pt x="4506" y="4631"/>
                    <a:pt x="4821" y="5041"/>
                    <a:pt x="5262" y="5261"/>
                  </a:cubicBezTo>
                  <a:cubicBezTo>
                    <a:pt x="5451" y="5324"/>
                    <a:pt x="5577" y="5608"/>
                    <a:pt x="5482" y="5797"/>
                  </a:cubicBezTo>
                  <a:cubicBezTo>
                    <a:pt x="5431" y="5952"/>
                    <a:pt x="5229" y="6065"/>
                    <a:pt x="5054" y="6065"/>
                  </a:cubicBezTo>
                  <a:cubicBezTo>
                    <a:pt x="5017" y="6065"/>
                    <a:pt x="4980" y="6060"/>
                    <a:pt x="4947" y="6049"/>
                  </a:cubicBezTo>
                  <a:cubicBezTo>
                    <a:pt x="4128" y="5734"/>
                    <a:pt x="3655" y="4946"/>
                    <a:pt x="3655" y="4096"/>
                  </a:cubicBezTo>
                  <a:cubicBezTo>
                    <a:pt x="3655" y="3875"/>
                    <a:pt x="3844" y="3655"/>
                    <a:pt x="4065" y="3655"/>
                  </a:cubicBezTo>
                  <a:close/>
                  <a:moveTo>
                    <a:pt x="2993" y="0"/>
                  </a:moveTo>
                  <a:cubicBezTo>
                    <a:pt x="2741" y="0"/>
                    <a:pt x="2552" y="189"/>
                    <a:pt x="2552" y="441"/>
                  </a:cubicBezTo>
                  <a:lnTo>
                    <a:pt x="2552" y="882"/>
                  </a:lnTo>
                  <a:lnTo>
                    <a:pt x="1261" y="882"/>
                  </a:lnTo>
                  <a:cubicBezTo>
                    <a:pt x="536" y="882"/>
                    <a:pt x="1" y="1418"/>
                    <a:pt x="1" y="2142"/>
                  </a:cubicBezTo>
                  <a:cubicBezTo>
                    <a:pt x="1" y="4568"/>
                    <a:pt x="1513" y="5797"/>
                    <a:pt x="3183" y="5923"/>
                  </a:cubicBezTo>
                  <a:cubicBezTo>
                    <a:pt x="4159" y="7372"/>
                    <a:pt x="5073" y="7089"/>
                    <a:pt x="5073" y="7687"/>
                  </a:cubicBezTo>
                  <a:cubicBezTo>
                    <a:pt x="5073" y="8286"/>
                    <a:pt x="4821" y="8884"/>
                    <a:pt x="4443" y="9294"/>
                  </a:cubicBezTo>
                  <a:lnTo>
                    <a:pt x="8192" y="9294"/>
                  </a:lnTo>
                  <a:cubicBezTo>
                    <a:pt x="7782" y="8884"/>
                    <a:pt x="7562" y="8286"/>
                    <a:pt x="7562" y="7687"/>
                  </a:cubicBezTo>
                  <a:cubicBezTo>
                    <a:pt x="7562" y="7089"/>
                    <a:pt x="8507" y="7372"/>
                    <a:pt x="9484" y="5923"/>
                  </a:cubicBezTo>
                  <a:cubicBezTo>
                    <a:pt x="11216" y="5797"/>
                    <a:pt x="12666" y="4537"/>
                    <a:pt x="12666" y="2142"/>
                  </a:cubicBezTo>
                  <a:cubicBezTo>
                    <a:pt x="12666" y="1418"/>
                    <a:pt x="12098" y="882"/>
                    <a:pt x="11405" y="882"/>
                  </a:cubicBezTo>
                  <a:lnTo>
                    <a:pt x="10145" y="882"/>
                  </a:lnTo>
                  <a:lnTo>
                    <a:pt x="10145" y="441"/>
                  </a:lnTo>
                  <a:cubicBezTo>
                    <a:pt x="10145" y="189"/>
                    <a:pt x="9956" y="0"/>
                    <a:pt x="970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8815;p68">
              <a:extLst>
                <a:ext uri="{FF2B5EF4-FFF2-40B4-BE49-F238E27FC236}">
                  <a16:creationId xmlns:a16="http://schemas.microsoft.com/office/drawing/2014/main" id="{4650FC71-863D-404B-666B-4F122CA6A65A}"/>
                </a:ext>
              </a:extLst>
            </p:cNvPr>
            <p:cNvSpPr/>
            <p:nvPr/>
          </p:nvSpPr>
          <p:spPr>
            <a:xfrm>
              <a:off x="-39950400" y="4225975"/>
              <a:ext cx="194575" cy="63025"/>
            </a:xfrm>
            <a:custGeom>
              <a:avLst/>
              <a:gdLst/>
              <a:ahLst/>
              <a:cxnLst/>
              <a:rect l="l" t="t" r="r" b="b"/>
              <a:pathLst>
                <a:path w="7783" h="2521" extrusionOk="0">
                  <a:moveTo>
                    <a:pt x="757" y="1"/>
                  </a:moveTo>
                  <a:lnTo>
                    <a:pt x="63" y="1954"/>
                  </a:lnTo>
                  <a:cubicBezTo>
                    <a:pt x="0" y="2237"/>
                    <a:pt x="158" y="2521"/>
                    <a:pt x="473" y="2521"/>
                  </a:cubicBezTo>
                  <a:lnTo>
                    <a:pt x="7278" y="2521"/>
                  </a:lnTo>
                  <a:cubicBezTo>
                    <a:pt x="7593" y="2521"/>
                    <a:pt x="7782" y="2237"/>
                    <a:pt x="7688" y="1954"/>
                  </a:cubicBezTo>
                  <a:lnTo>
                    <a:pt x="6995"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2" name="Google Shape;8816;p68">
            <a:extLst>
              <a:ext uri="{FF2B5EF4-FFF2-40B4-BE49-F238E27FC236}">
                <a16:creationId xmlns:a16="http://schemas.microsoft.com/office/drawing/2014/main" id="{E86A5F7A-20E5-AEC5-0244-80D937E8E3D3}"/>
              </a:ext>
            </a:extLst>
          </p:cNvPr>
          <p:cNvGrpSpPr/>
          <p:nvPr/>
        </p:nvGrpSpPr>
        <p:grpSpPr>
          <a:xfrm>
            <a:off x="16705499" y="7790989"/>
            <a:ext cx="695255" cy="961245"/>
            <a:chOff x="-38129425" y="3222550"/>
            <a:chExt cx="228450" cy="315850"/>
          </a:xfrm>
          <a:solidFill>
            <a:srgbClr val="555559"/>
          </a:solidFill>
        </p:grpSpPr>
        <p:sp>
          <p:nvSpPr>
            <p:cNvPr id="1715" name="Google Shape;8817;p68">
              <a:extLst>
                <a:ext uri="{FF2B5EF4-FFF2-40B4-BE49-F238E27FC236}">
                  <a16:creationId xmlns:a16="http://schemas.microsoft.com/office/drawing/2014/main" id="{635E9A41-09B1-38A1-374A-1F14387D57C1}"/>
                </a:ext>
              </a:extLst>
            </p:cNvPr>
            <p:cNvSpPr/>
            <p:nvPr/>
          </p:nvSpPr>
          <p:spPr>
            <a:xfrm>
              <a:off x="-38129425" y="3222550"/>
              <a:ext cx="228450" cy="227650"/>
            </a:xfrm>
            <a:custGeom>
              <a:avLst/>
              <a:gdLst/>
              <a:ahLst/>
              <a:cxnLst/>
              <a:rect l="l" t="t" r="r" b="b"/>
              <a:pathLst>
                <a:path w="9138" h="9106" extrusionOk="0">
                  <a:moveTo>
                    <a:pt x="4097" y="1292"/>
                  </a:moveTo>
                  <a:cubicBezTo>
                    <a:pt x="4349" y="1292"/>
                    <a:pt x="4538" y="1450"/>
                    <a:pt x="4538" y="1702"/>
                  </a:cubicBezTo>
                  <a:cubicBezTo>
                    <a:pt x="4538" y="1922"/>
                    <a:pt x="4349" y="2111"/>
                    <a:pt x="4160" y="2111"/>
                  </a:cubicBezTo>
                  <a:cubicBezTo>
                    <a:pt x="2994" y="2111"/>
                    <a:pt x="2112" y="3056"/>
                    <a:pt x="2049" y="4222"/>
                  </a:cubicBezTo>
                  <a:cubicBezTo>
                    <a:pt x="2049" y="4443"/>
                    <a:pt x="1860" y="4600"/>
                    <a:pt x="1639" y="4600"/>
                  </a:cubicBezTo>
                  <a:cubicBezTo>
                    <a:pt x="1387" y="4600"/>
                    <a:pt x="1198" y="4411"/>
                    <a:pt x="1198" y="4222"/>
                  </a:cubicBezTo>
                  <a:cubicBezTo>
                    <a:pt x="1198" y="2584"/>
                    <a:pt x="2490" y="1324"/>
                    <a:pt x="4097" y="1292"/>
                  </a:cubicBezTo>
                  <a:close/>
                  <a:moveTo>
                    <a:pt x="4569" y="0"/>
                  </a:moveTo>
                  <a:cubicBezTo>
                    <a:pt x="2049" y="0"/>
                    <a:pt x="1" y="2048"/>
                    <a:pt x="1" y="4569"/>
                  </a:cubicBezTo>
                  <a:cubicBezTo>
                    <a:pt x="1" y="6207"/>
                    <a:pt x="946" y="7688"/>
                    <a:pt x="2332" y="8475"/>
                  </a:cubicBezTo>
                  <a:cubicBezTo>
                    <a:pt x="2458" y="8507"/>
                    <a:pt x="2521" y="8664"/>
                    <a:pt x="2521" y="8822"/>
                  </a:cubicBezTo>
                  <a:lnTo>
                    <a:pt x="2521" y="9105"/>
                  </a:lnTo>
                  <a:lnTo>
                    <a:pt x="6680" y="9105"/>
                  </a:lnTo>
                  <a:lnTo>
                    <a:pt x="6680" y="8822"/>
                  </a:lnTo>
                  <a:cubicBezTo>
                    <a:pt x="6680" y="8696"/>
                    <a:pt x="6743" y="8570"/>
                    <a:pt x="6900" y="8507"/>
                  </a:cubicBezTo>
                  <a:cubicBezTo>
                    <a:pt x="8255" y="7719"/>
                    <a:pt x="9137" y="6270"/>
                    <a:pt x="9137" y="4569"/>
                  </a:cubicBezTo>
                  <a:cubicBezTo>
                    <a:pt x="9137" y="2048"/>
                    <a:pt x="7089" y="32"/>
                    <a:pt x="456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8818;p68">
              <a:extLst>
                <a:ext uri="{FF2B5EF4-FFF2-40B4-BE49-F238E27FC236}">
                  <a16:creationId xmlns:a16="http://schemas.microsoft.com/office/drawing/2014/main" id="{69DB996E-9F20-1426-0846-781826F8ACB1}"/>
                </a:ext>
              </a:extLst>
            </p:cNvPr>
            <p:cNvSpPr/>
            <p:nvPr/>
          </p:nvSpPr>
          <p:spPr>
            <a:xfrm>
              <a:off x="-38067200" y="3470650"/>
              <a:ext cx="103200" cy="67750"/>
            </a:xfrm>
            <a:custGeom>
              <a:avLst/>
              <a:gdLst/>
              <a:ahLst/>
              <a:cxnLst/>
              <a:rect l="l" t="t" r="r" b="b"/>
              <a:pathLst>
                <a:path w="4128" h="2710" extrusionOk="0">
                  <a:moveTo>
                    <a:pt x="1" y="0"/>
                  </a:moveTo>
                  <a:lnTo>
                    <a:pt x="1" y="662"/>
                  </a:lnTo>
                  <a:cubicBezTo>
                    <a:pt x="1" y="1198"/>
                    <a:pt x="410" y="1702"/>
                    <a:pt x="883" y="1859"/>
                  </a:cubicBezTo>
                  <a:cubicBezTo>
                    <a:pt x="1040" y="2363"/>
                    <a:pt x="1513" y="2710"/>
                    <a:pt x="2049" y="2710"/>
                  </a:cubicBezTo>
                  <a:cubicBezTo>
                    <a:pt x="2647" y="2710"/>
                    <a:pt x="3120" y="2363"/>
                    <a:pt x="3277" y="1859"/>
                  </a:cubicBezTo>
                  <a:cubicBezTo>
                    <a:pt x="3781" y="1702"/>
                    <a:pt x="4128" y="1198"/>
                    <a:pt x="4128" y="662"/>
                  </a:cubicBezTo>
                  <a:lnTo>
                    <a:pt x="4128"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3" name="Google Shape;8819;p68">
            <a:extLst>
              <a:ext uri="{FF2B5EF4-FFF2-40B4-BE49-F238E27FC236}">
                <a16:creationId xmlns:a16="http://schemas.microsoft.com/office/drawing/2014/main" id="{2A70B2E2-F3E5-50D7-B238-2AD24976EDEE}"/>
              </a:ext>
            </a:extLst>
          </p:cNvPr>
          <p:cNvGrpSpPr/>
          <p:nvPr/>
        </p:nvGrpSpPr>
        <p:grpSpPr>
          <a:xfrm>
            <a:off x="16568928" y="8903182"/>
            <a:ext cx="968395" cy="963678"/>
            <a:chOff x="-38172725" y="3588000"/>
            <a:chExt cx="318200" cy="316650"/>
          </a:xfrm>
          <a:solidFill>
            <a:srgbClr val="555559"/>
          </a:solidFill>
        </p:grpSpPr>
        <p:sp>
          <p:nvSpPr>
            <p:cNvPr id="1707" name="Google Shape;8820;p68">
              <a:extLst>
                <a:ext uri="{FF2B5EF4-FFF2-40B4-BE49-F238E27FC236}">
                  <a16:creationId xmlns:a16="http://schemas.microsoft.com/office/drawing/2014/main" id="{128B8324-7058-274F-22CE-1C097DA3AD9B}"/>
                </a:ext>
              </a:extLst>
            </p:cNvPr>
            <p:cNvSpPr/>
            <p:nvPr/>
          </p:nvSpPr>
          <p:spPr>
            <a:xfrm>
              <a:off x="-38171150" y="3760050"/>
              <a:ext cx="98475" cy="91050"/>
            </a:xfrm>
            <a:custGeom>
              <a:avLst/>
              <a:gdLst/>
              <a:ahLst/>
              <a:cxnLst/>
              <a:rect l="l" t="t" r="r" b="b"/>
              <a:pathLst>
                <a:path w="3939" h="3642" extrusionOk="0">
                  <a:moveTo>
                    <a:pt x="739" y="1"/>
                  </a:moveTo>
                  <a:cubicBezTo>
                    <a:pt x="480" y="1"/>
                    <a:pt x="232" y="12"/>
                    <a:pt x="0" y="18"/>
                  </a:cubicBezTo>
                  <a:cubicBezTo>
                    <a:pt x="95" y="1341"/>
                    <a:pt x="630" y="2602"/>
                    <a:pt x="1512" y="3641"/>
                  </a:cubicBezTo>
                  <a:lnTo>
                    <a:pt x="3938" y="1247"/>
                  </a:lnTo>
                  <a:cubicBezTo>
                    <a:pt x="2844" y="153"/>
                    <a:pt x="1711" y="1"/>
                    <a:pt x="73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8821;p68">
              <a:extLst>
                <a:ext uri="{FF2B5EF4-FFF2-40B4-BE49-F238E27FC236}">
                  <a16:creationId xmlns:a16="http://schemas.microsoft.com/office/drawing/2014/main" id="{FE3C19BF-7024-E550-2E43-D44011263231}"/>
                </a:ext>
              </a:extLst>
            </p:cNvPr>
            <p:cNvSpPr/>
            <p:nvPr/>
          </p:nvSpPr>
          <p:spPr>
            <a:xfrm>
              <a:off x="-38172725" y="3641575"/>
              <a:ext cx="144150" cy="133900"/>
            </a:xfrm>
            <a:custGeom>
              <a:avLst/>
              <a:gdLst/>
              <a:ahLst/>
              <a:cxnLst/>
              <a:rect l="l" t="t" r="r" b="b"/>
              <a:pathLst>
                <a:path w="5766" h="5356" extrusionOk="0">
                  <a:moveTo>
                    <a:pt x="1575" y="0"/>
                  </a:moveTo>
                  <a:cubicBezTo>
                    <a:pt x="599" y="1103"/>
                    <a:pt x="95" y="2520"/>
                    <a:pt x="0" y="3907"/>
                  </a:cubicBezTo>
                  <a:cubicBezTo>
                    <a:pt x="213" y="3901"/>
                    <a:pt x="452" y="3891"/>
                    <a:pt x="712" y="3891"/>
                  </a:cubicBezTo>
                  <a:cubicBezTo>
                    <a:pt x="1801" y="3891"/>
                    <a:pt x="3246" y="4059"/>
                    <a:pt x="4568" y="5356"/>
                  </a:cubicBezTo>
                  <a:lnTo>
                    <a:pt x="5766" y="4190"/>
                  </a:lnTo>
                  <a:lnTo>
                    <a:pt x="1575"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8822;p68">
              <a:extLst>
                <a:ext uri="{FF2B5EF4-FFF2-40B4-BE49-F238E27FC236}">
                  <a16:creationId xmlns:a16="http://schemas.microsoft.com/office/drawing/2014/main" id="{54A07885-876B-EC4F-D7EA-8CA05BD1F574}"/>
                </a:ext>
              </a:extLst>
            </p:cNvPr>
            <p:cNvSpPr/>
            <p:nvPr/>
          </p:nvSpPr>
          <p:spPr>
            <a:xfrm>
              <a:off x="-38117600" y="3806975"/>
              <a:ext cx="77200" cy="94525"/>
            </a:xfrm>
            <a:custGeom>
              <a:avLst/>
              <a:gdLst/>
              <a:ahLst/>
              <a:cxnLst/>
              <a:rect l="l" t="t" r="r" b="b"/>
              <a:pathLst>
                <a:path w="3088" h="3781" extrusionOk="0">
                  <a:moveTo>
                    <a:pt x="2332" y="0"/>
                  </a:moveTo>
                  <a:lnTo>
                    <a:pt x="0" y="2331"/>
                  </a:lnTo>
                  <a:cubicBezTo>
                    <a:pt x="883" y="3088"/>
                    <a:pt x="1891" y="3592"/>
                    <a:pt x="2962" y="3781"/>
                  </a:cubicBezTo>
                  <a:cubicBezTo>
                    <a:pt x="3088" y="2363"/>
                    <a:pt x="3088" y="1197"/>
                    <a:pt x="233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8823;p68">
              <a:extLst>
                <a:ext uri="{FF2B5EF4-FFF2-40B4-BE49-F238E27FC236}">
                  <a16:creationId xmlns:a16="http://schemas.microsoft.com/office/drawing/2014/main" id="{27FBB0FC-BAD7-9E64-BB20-90893EB04800}"/>
                </a:ext>
              </a:extLst>
            </p:cNvPr>
            <p:cNvSpPr/>
            <p:nvPr/>
          </p:nvSpPr>
          <p:spPr>
            <a:xfrm>
              <a:off x="-37997875" y="3716375"/>
              <a:ext cx="143350" cy="135500"/>
            </a:xfrm>
            <a:custGeom>
              <a:avLst/>
              <a:gdLst/>
              <a:ahLst/>
              <a:cxnLst/>
              <a:rect l="l" t="t" r="r" b="b"/>
              <a:pathLst>
                <a:path w="5734" h="5420" extrusionOk="0">
                  <a:moveTo>
                    <a:pt x="1197" y="1"/>
                  </a:moveTo>
                  <a:lnTo>
                    <a:pt x="0" y="1230"/>
                  </a:lnTo>
                  <a:lnTo>
                    <a:pt x="4159" y="5420"/>
                  </a:lnTo>
                  <a:cubicBezTo>
                    <a:pt x="5199" y="4191"/>
                    <a:pt x="5703" y="2773"/>
                    <a:pt x="5734" y="1324"/>
                  </a:cubicBezTo>
                  <a:cubicBezTo>
                    <a:pt x="5557" y="1324"/>
                    <a:pt x="5356" y="1329"/>
                    <a:pt x="5135" y="1329"/>
                  </a:cubicBezTo>
                  <a:cubicBezTo>
                    <a:pt x="4098" y="1329"/>
                    <a:pt x="2626" y="1222"/>
                    <a:pt x="119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8824;p68">
              <a:extLst>
                <a:ext uri="{FF2B5EF4-FFF2-40B4-BE49-F238E27FC236}">
                  <a16:creationId xmlns:a16="http://schemas.microsoft.com/office/drawing/2014/main" id="{37D00765-B5F7-0AF9-EE1C-D8C37FB68B1C}"/>
                </a:ext>
              </a:extLst>
            </p:cNvPr>
            <p:cNvSpPr/>
            <p:nvPr/>
          </p:nvSpPr>
          <p:spPr>
            <a:xfrm>
              <a:off x="-38044350" y="3761275"/>
              <a:ext cx="135500" cy="143375"/>
            </a:xfrm>
            <a:custGeom>
              <a:avLst/>
              <a:gdLst/>
              <a:ahLst/>
              <a:cxnLst/>
              <a:rect l="l" t="t" r="r" b="b"/>
              <a:pathLst>
                <a:path w="5420" h="5735" extrusionOk="0">
                  <a:moveTo>
                    <a:pt x="1261" y="1"/>
                  </a:moveTo>
                  <a:lnTo>
                    <a:pt x="0" y="1261"/>
                  </a:lnTo>
                  <a:cubicBezTo>
                    <a:pt x="1009" y="2679"/>
                    <a:pt x="1009" y="4002"/>
                    <a:pt x="851" y="5735"/>
                  </a:cubicBezTo>
                  <a:lnTo>
                    <a:pt x="1261" y="5735"/>
                  </a:lnTo>
                  <a:cubicBezTo>
                    <a:pt x="2773" y="5735"/>
                    <a:pt x="4254" y="5231"/>
                    <a:pt x="5419" y="4159"/>
                  </a:cubicBezTo>
                  <a:lnTo>
                    <a:pt x="126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8825;p68">
              <a:extLst>
                <a:ext uri="{FF2B5EF4-FFF2-40B4-BE49-F238E27FC236}">
                  <a16:creationId xmlns:a16="http://schemas.microsoft.com/office/drawing/2014/main" id="{84DDACC1-CE9D-7129-FCE4-D8DA844DA3BF}"/>
                </a:ext>
              </a:extLst>
            </p:cNvPr>
            <p:cNvSpPr/>
            <p:nvPr/>
          </p:nvSpPr>
          <p:spPr>
            <a:xfrm>
              <a:off x="-37997875" y="3588800"/>
              <a:ext cx="89025" cy="97675"/>
            </a:xfrm>
            <a:custGeom>
              <a:avLst/>
              <a:gdLst/>
              <a:ahLst/>
              <a:cxnLst/>
              <a:rect l="l" t="t" r="r" b="b"/>
              <a:pathLst>
                <a:path w="3561" h="3907" extrusionOk="0">
                  <a:moveTo>
                    <a:pt x="158" y="0"/>
                  </a:moveTo>
                  <a:lnTo>
                    <a:pt x="158" y="0"/>
                  </a:lnTo>
                  <a:cubicBezTo>
                    <a:pt x="126" y="977"/>
                    <a:pt x="0" y="2395"/>
                    <a:pt x="1260" y="3907"/>
                  </a:cubicBezTo>
                  <a:lnTo>
                    <a:pt x="3560" y="1544"/>
                  </a:lnTo>
                  <a:cubicBezTo>
                    <a:pt x="2584" y="662"/>
                    <a:pt x="1355" y="158"/>
                    <a:pt x="15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8826;p68">
              <a:extLst>
                <a:ext uri="{FF2B5EF4-FFF2-40B4-BE49-F238E27FC236}">
                  <a16:creationId xmlns:a16="http://schemas.microsoft.com/office/drawing/2014/main" id="{07DF9552-7369-BDF6-0727-0715E1E14453}"/>
                </a:ext>
              </a:extLst>
            </p:cNvPr>
            <p:cNvSpPr/>
            <p:nvPr/>
          </p:nvSpPr>
          <p:spPr>
            <a:xfrm>
              <a:off x="-38117600" y="3588000"/>
              <a:ext cx="135500" cy="143375"/>
            </a:xfrm>
            <a:custGeom>
              <a:avLst/>
              <a:gdLst/>
              <a:ahLst/>
              <a:cxnLst/>
              <a:rect l="l" t="t" r="r" b="b"/>
              <a:pathLst>
                <a:path w="5420" h="5735" extrusionOk="0">
                  <a:moveTo>
                    <a:pt x="4096" y="1"/>
                  </a:moveTo>
                  <a:lnTo>
                    <a:pt x="4096" y="1"/>
                  </a:lnTo>
                  <a:cubicBezTo>
                    <a:pt x="2647" y="32"/>
                    <a:pt x="1198" y="536"/>
                    <a:pt x="0" y="1576"/>
                  </a:cubicBezTo>
                  <a:lnTo>
                    <a:pt x="4191" y="5735"/>
                  </a:lnTo>
                  <a:lnTo>
                    <a:pt x="5419" y="4506"/>
                  </a:lnTo>
                  <a:cubicBezTo>
                    <a:pt x="3939" y="2805"/>
                    <a:pt x="4065" y="1135"/>
                    <a:pt x="409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8827;p68">
              <a:extLst>
                <a:ext uri="{FF2B5EF4-FFF2-40B4-BE49-F238E27FC236}">
                  <a16:creationId xmlns:a16="http://schemas.microsoft.com/office/drawing/2014/main" id="{5B83B30D-DB01-DE9B-54CC-08BD618841EF}"/>
                </a:ext>
              </a:extLst>
            </p:cNvPr>
            <p:cNvSpPr/>
            <p:nvPr/>
          </p:nvSpPr>
          <p:spPr>
            <a:xfrm>
              <a:off x="-37953000" y="3641575"/>
              <a:ext cx="97700" cy="86350"/>
            </a:xfrm>
            <a:custGeom>
              <a:avLst/>
              <a:gdLst/>
              <a:ahLst/>
              <a:cxnLst/>
              <a:rect l="l" t="t" r="r" b="b"/>
              <a:pathLst>
                <a:path w="3908" h="3454" extrusionOk="0">
                  <a:moveTo>
                    <a:pt x="2364" y="0"/>
                  </a:moveTo>
                  <a:lnTo>
                    <a:pt x="1" y="2363"/>
                  </a:lnTo>
                  <a:cubicBezTo>
                    <a:pt x="1171" y="3313"/>
                    <a:pt x="2246" y="3453"/>
                    <a:pt x="3155" y="3453"/>
                  </a:cubicBezTo>
                  <a:cubicBezTo>
                    <a:pt x="3421" y="3453"/>
                    <a:pt x="3672" y="3441"/>
                    <a:pt x="3908" y="3434"/>
                  </a:cubicBezTo>
                  <a:cubicBezTo>
                    <a:pt x="3750" y="2205"/>
                    <a:pt x="3246" y="1008"/>
                    <a:pt x="236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4" name="Google Shape;8828;p68">
            <a:extLst>
              <a:ext uri="{FF2B5EF4-FFF2-40B4-BE49-F238E27FC236}">
                <a16:creationId xmlns:a16="http://schemas.microsoft.com/office/drawing/2014/main" id="{8B79AB8A-9C27-9708-7245-1EE51F79EAA2}"/>
              </a:ext>
            </a:extLst>
          </p:cNvPr>
          <p:cNvGrpSpPr/>
          <p:nvPr/>
        </p:nvGrpSpPr>
        <p:grpSpPr>
          <a:xfrm>
            <a:off x="16766633" y="10020169"/>
            <a:ext cx="572987" cy="963678"/>
            <a:chOff x="-38109725" y="3955025"/>
            <a:chExt cx="188275" cy="316650"/>
          </a:xfrm>
          <a:solidFill>
            <a:srgbClr val="555559"/>
          </a:solidFill>
        </p:grpSpPr>
        <p:sp>
          <p:nvSpPr>
            <p:cNvPr id="1705" name="Google Shape;8829;p68">
              <a:extLst>
                <a:ext uri="{FF2B5EF4-FFF2-40B4-BE49-F238E27FC236}">
                  <a16:creationId xmlns:a16="http://schemas.microsoft.com/office/drawing/2014/main" id="{D8B2DAC6-753D-37CC-DB1D-222603D35BFD}"/>
                </a:ext>
              </a:extLst>
            </p:cNvPr>
            <p:cNvSpPr/>
            <p:nvPr/>
          </p:nvSpPr>
          <p:spPr>
            <a:xfrm>
              <a:off x="-38109725" y="3955025"/>
              <a:ext cx="188275" cy="220575"/>
            </a:xfrm>
            <a:custGeom>
              <a:avLst/>
              <a:gdLst/>
              <a:ahLst/>
              <a:cxnLst/>
              <a:rect l="l" t="t" r="r" b="b"/>
              <a:pathLst>
                <a:path w="7531" h="8823" extrusionOk="0">
                  <a:moveTo>
                    <a:pt x="3372" y="1"/>
                  </a:moveTo>
                  <a:lnTo>
                    <a:pt x="95" y="5703"/>
                  </a:lnTo>
                  <a:cubicBezTo>
                    <a:pt x="1" y="5829"/>
                    <a:pt x="1" y="5987"/>
                    <a:pt x="95" y="6113"/>
                  </a:cubicBezTo>
                  <a:lnTo>
                    <a:pt x="1418" y="8822"/>
                  </a:lnTo>
                  <a:lnTo>
                    <a:pt x="6081" y="8822"/>
                  </a:lnTo>
                  <a:lnTo>
                    <a:pt x="7467" y="6113"/>
                  </a:lnTo>
                  <a:cubicBezTo>
                    <a:pt x="7530" y="5987"/>
                    <a:pt x="7499" y="5829"/>
                    <a:pt x="7467" y="5703"/>
                  </a:cubicBezTo>
                  <a:lnTo>
                    <a:pt x="4191" y="1"/>
                  </a:lnTo>
                  <a:lnTo>
                    <a:pt x="4191" y="4727"/>
                  </a:lnTo>
                  <a:cubicBezTo>
                    <a:pt x="4663" y="4884"/>
                    <a:pt x="5010" y="5357"/>
                    <a:pt x="5010" y="5892"/>
                  </a:cubicBezTo>
                  <a:cubicBezTo>
                    <a:pt x="5010" y="6585"/>
                    <a:pt x="4474" y="7121"/>
                    <a:pt x="3750" y="7121"/>
                  </a:cubicBezTo>
                  <a:cubicBezTo>
                    <a:pt x="3088" y="7121"/>
                    <a:pt x="2521" y="6585"/>
                    <a:pt x="2521" y="5892"/>
                  </a:cubicBezTo>
                  <a:cubicBezTo>
                    <a:pt x="2521" y="5357"/>
                    <a:pt x="2899" y="4916"/>
                    <a:pt x="3372" y="4727"/>
                  </a:cubicBezTo>
                  <a:lnTo>
                    <a:pt x="3372"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8830;p68">
              <a:extLst>
                <a:ext uri="{FF2B5EF4-FFF2-40B4-BE49-F238E27FC236}">
                  <a16:creationId xmlns:a16="http://schemas.microsoft.com/office/drawing/2014/main" id="{6BD041E1-6A5E-16DC-F2F9-08839652E9EE}"/>
                </a:ext>
              </a:extLst>
            </p:cNvPr>
            <p:cNvSpPr/>
            <p:nvPr/>
          </p:nvSpPr>
          <p:spPr>
            <a:xfrm>
              <a:off x="-38067200" y="4196050"/>
              <a:ext cx="104775" cy="75625"/>
            </a:xfrm>
            <a:custGeom>
              <a:avLst/>
              <a:gdLst/>
              <a:ahLst/>
              <a:cxnLst/>
              <a:rect l="l" t="t" r="r" b="b"/>
              <a:pathLst>
                <a:path w="4191" h="3025" extrusionOk="0">
                  <a:moveTo>
                    <a:pt x="32" y="0"/>
                  </a:moveTo>
                  <a:lnTo>
                    <a:pt x="32" y="2615"/>
                  </a:lnTo>
                  <a:cubicBezTo>
                    <a:pt x="1" y="2836"/>
                    <a:pt x="190" y="3025"/>
                    <a:pt x="442" y="3025"/>
                  </a:cubicBezTo>
                  <a:lnTo>
                    <a:pt x="3750" y="3025"/>
                  </a:lnTo>
                  <a:cubicBezTo>
                    <a:pt x="3970" y="3025"/>
                    <a:pt x="4191" y="2836"/>
                    <a:pt x="4191" y="2615"/>
                  </a:cubicBezTo>
                  <a:lnTo>
                    <a:pt x="419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75" name="Google Shape;8831;p68">
            <a:extLst>
              <a:ext uri="{FF2B5EF4-FFF2-40B4-BE49-F238E27FC236}">
                <a16:creationId xmlns:a16="http://schemas.microsoft.com/office/drawing/2014/main" id="{7C50E243-B460-4232-370B-DC77E877EFAE}"/>
              </a:ext>
            </a:extLst>
          </p:cNvPr>
          <p:cNvSpPr/>
          <p:nvPr/>
        </p:nvSpPr>
        <p:spPr>
          <a:xfrm>
            <a:off x="20029183" y="7766725"/>
            <a:ext cx="999666" cy="964439"/>
          </a:xfrm>
          <a:custGeom>
            <a:avLst/>
            <a:gdLst/>
            <a:ahLst/>
            <a:cxnLst/>
            <a:rect l="l" t="t" r="r" b="b"/>
            <a:pathLst>
              <a:path w="13139" h="12676" extrusionOk="0">
                <a:moveTo>
                  <a:pt x="7184" y="1702"/>
                </a:moveTo>
                <a:cubicBezTo>
                  <a:pt x="7909" y="1702"/>
                  <a:pt x="8444" y="2237"/>
                  <a:pt x="8444" y="2962"/>
                </a:cubicBezTo>
                <a:cubicBezTo>
                  <a:pt x="8444" y="3623"/>
                  <a:pt x="7877" y="4222"/>
                  <a:pt x="7184" y="4222"/>
                </a:cubicBezTo>
                <a:cubicBezTo>
                  <a:pt x="6491" y="4222"/>
                  <a:pt x="5955" y="3655"/>
                  <a:pt x="5955" y="2962"/>
                </a:cubicBezTo>
                <a:cubicBezTo>
                  <a:pt x="5955" y="2237"/>
                  <a:pt x="6491" y="1702"/>
                  <a:pt x="7184" y="1702"/>
                </a:cubicBezTo>
                <a:close/>
                <a:moveTo>
                  <a:pt x="3813" y="2521"/>
                </a:moveTo>
                <a:cubicBezTo>
                  <a:pt x="4506" y="2521"/>
                  <a:pt x="5073" y="3056"/>
                  <a:pt x="5073" y="3781"/>
                </a:cubicBezTo>
                <a:cubicBezTo>
                  <a:pt x="5073" y="4474"/>
                  <a:pt x="4506" y="5041"/>
                  <a:pt x="3813" y="5041"/>
                </a:cubicBezTo>
                <a:cubicBezTo>
                  <a:pt x="3088" y="5041"/>
                  <a:pt x="2553" y="4474"/>
                  <a:pt x="2553" y="3781"/>
                </a:cubicBezTo>
                <a:cubicBezTo>
                  <a:pt x="2521" y="3056"/>
                  <a:pt x="3088" y="2521"/>
                  <a:pt x="3813" y="2521"/>
                </a:cubicBezTo>
                <a:close/>
                <a:moveTo>
                  <a:pt x="2931" y="5892"/>
                </a:moveTo>
                <a:cubicBezTo>
                  <a:pt x="3656" y="5892"/>
                  <a:pt x="4191" y="6459"/>
                  <a:pt x="4191" y="7152"/>
                </a:cubicBezTo>
                <a:cubicBezTo>
                  <a:pt x="4191" y="7877"/>
                  <a:pt x="3656" y="8412"/>
                  <a:pt x="2931" y="8412"/>
                </a:cubicBezTo>
                <a:cubicBezTo>
                  <a:pt x="2238" y="8412"/>
                  <a:pt x="1671" y="7877"/>
                  <a:pt x="1671" y="7152"/>
                </a:cubicBezTo>
                <a:cubicBezTo>
                  <a:pt x="1671" y="6459"/>
                  <a:pt x="2238" y="5892"/>
                  <a:pt x="2931" y="5892"/>
                </a:cubicBezTo>
                <a:close/>
                <a:moveTo>
                  <a:pt x="5514" y="8475"/>
                </a:moveTo>
                <a:cubicBezTo>
                  <a:pt x="6207" y="8475"/>
                  <a:pt x="6775" y="9011"/>
                  <a:pt x="6775" y="9735"/>
                </a:cubicBezTo>
                <a:cubicBezTo>
                  <a:pt x="6775" y="10397"/>
                  <a:pt x="6176" y="10996"/>
                  <a:pt x="5514" y="10996"/>
                </a:cubicBezTo>
                <a:cubicBezTo>
                  <a:pt x="4790" y="10996"/>
                  <a:pt x="4254" y="10429"/>
                  <a:pt x="4254" y="9735"/>
                </a:cubicBezTo>
                <a:cubicBezTo>
                  <a:pt x="4254" y="9011"/>
                  <a:pt x="4790" y="8475"/>
                  <a:pt x="5514" y="8475"/>
                </a:cubicBezTo>
                <a:close/>
                <a:moveTo>
                  <a:pt x="6333" y="0"/>
                </a:moveTo>
                <a:cubicBezTo>
                  <a:pt x="2836" y="0"/>
                  <a:pt x="1" y="2836"/>
                  <a:pt x="1" y="6333"/>
                </a:cubicBezTo>
                <a:cubicBezTo>
                  <a:pt x="1" y="9420"/>
                  <a:pt x="2143" y="11878"/>
                  <a:pt x="4916" y="12508"/>
                </a:cubicBezTo>
                <a:cubicBezTo>
                  <a:pt x="5408" y="12621"/>
                  <a:pt x="5838" y="12675"/>
                  <a:pt x="6211" y="12675"/>
                </a:cubicBezTo>
                <a:cubicBezTo>
                  <a:pt x="7914" y="12675"/>
                  <a:pt x="8444" y="11545"/>
                  <a:pt x="8444" y="9735"/>
                </a:cubicBezTo>
                <a:cubicBezTo>
                  <a:pt x="8444" y="9011"/>
                  <a:pt x="9011" y="8475"/>
                  <a:pt x="9705" y="8475"/>
                </a:cubicBezTo>
                <a:cubicBezTo>
                  <a:pt x="11878" y="8475"/>
                  <a:pt x="13139" y="7719"/>
                  <a:pt x="12508" y="4915"/>
                </a:cubicBezTo>
                <a:cubicBezTo>
                  <a:pt x="11878" y="2206"/>
                  <a:pt x="9452" y="0"/>
                  <a:pt x="6333"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76" name="Google Shape;8832;p68">
            <a:extLst>
              <a:ext uri="{FF2B5EF4-FFF2-40B4-BE49-F238E27FC236}">
                <a16:creationId xmlns:a16="http://schemas.microsoft.com/office/drawing/2014/main" id="{4DB55341-A013-D575-B411-5DCB82AAAF57}"/>
              </a:ext>
            </a:extLst>
          </p:cNvPr>
          <p:cNvGrpSpPr/>
          <p:nvPr/>
        </p:nvGrpSpPr>
        <p:grpSpPr>
          <a:xfrm>
            <a:off x="6276343" y="7779576"/>
            <a:ext cx="973264" cy="961321"/>
            <a:chOff x="-41530375" y="3218800"/>
            <a:chExt cx="319800" cy="315875"/>
          </a:xfrm>
          <a:solidFill>
            <a:srgbClr val="555559"/>
          </a:solidFill>
        </p:grpSpPr>
        <p:sp>
          <p:nvSpPr>
            <p:cNvPr id="1703" name="Google Shape;8833;p68">
              <a:extLst>
                <a:ext uri="{FF2B5EF4-FFF2-40B4-BE49-F238E27FC236}">
                  <a16:creationId xmlns:a16="http://schemas.microsoft.com/office/drawing/2014/main" id="{AE01FB85-6A06-C66F-4FA8-F7840F3082CF}"/>
                </a:ext>
              </a:extLst>
            </p:cNvPr>
            <p:cNvSpPr/>
            <p:nvPr/>
          </p:nvSpPr>
          <p:spPr>
            <a:xfrm>
              <a:off x="-41530375" y="3337550"/>
              <a:ext cx="199300" cy="197125"/>
            </a:xfrm>
            <a:custGeom>
              <a:avLst/>
              <a:gdLst/>
              <a:ahLst/>
              <a:cxnLst/>
              <a:rect l="l" t="t" r="r" b="b"/>
              <a:pathLst>
                <a:path w="7972" h="7885" extrusionOk="0">
                  <a:moveTo>
                    <a:pt x="3245" y="0"/>
                  </a:moveTo>
                  <a:lnTo>
                    <a:pt x="473" y="2804"/>
                  </a:lnTo>
                  <a:cubicBezTo>
                    <a:pt x="0" y="3277"/>
                    <a:pt x="0" y="4064"/>
                    <a:pt x="473" y="4568"/>
                  </a:cubicBezTo>
                  <a:lnTo>
                    <a:pt x="3403" y="7530"/>
                  </a:lnTo>
                  <a:cubicBezTo>
                    <a:pt x="3639" y="7766"/>
                    <a:pt x="3954" y="7884"/>
                    <a:pt x="4277" y="7884"/>
                  </a:cubicBezTo>
                  <a:cubicBezTo>
                    <a:pt x="4600" y="7884"/>
                    <a:pt x="4931" y="7766"/>
                    <a:pt x="5199" y="7530"/>
                  </a:cubicBezTo>
                  <a:lnTo>
                    <a:pt x="7971" y="4726"/>
                  </a:lnTo>
                  <a:lnTo>
                    <a:pt x="3245"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8834;p68">
              <a:extLst>
                <a:ext uri="{FF2B5EF4-FFF2-40B4-BE49-F238E27FC236}">
                  <a16:creationId xmlns:a16="http://schemas.microsoft.com/office/drawing/2014/main" id="{F2F8BEDC-4496-B2BD-404B-B4FF950A262F}"/>
                </a:ext>
              </a:extLst>
            </p:cNvPr>
            <p:cNvSpPr/>
            <p:nvPr/>
          </p:nvSpPr>
          <p:spPr>
            <a:xfrm>
              <a:off x="-41435075" y="3218800"/>
              <a:ext cx="224500" cy="221950"/>
            </a:xfrm>
            <a:custGeom>
              <a:avLst/>
              <a:gdLst/>
              <a:ahLst/>
              <a:cxnLst/>
              <a:rect l="l" t="t" r="r" b="b"/>
              <a:pathLst>
                <a:path w="8980" h="8878" extrusionOk="0">
                  <a:moveTo>
                    <a:pt x="4395" y="1"/>
                  </a:moveTo>
                  <a:cubicBezTo>
                    <a:pt x="4285" y="1"/>
                    <a:pt x="4175" y="40"/>
                    <a:pt x="4096" y="119"/>
                  </a:cubicBezTo>
                  <a:lnTo>
                    <a:pt x="1" y="4152"/>
                  </a:lnTo>
                  <a:lnTo>
                    <a:pt x="4726" y="8877"/>
                  </a:lnTo>
                  <a:lnTo>
                    <a:pt x="8822" y="4845"/>
                  </a:lnTo>
                  <a:cubicBezTo>
                    <a:pt x="8979" y="4687"/>
                    <a:pt x="8979" y="4404"/>
                    <a:pt x="8822" y="4246"/>
                  </a:cubicBezTo>
                  <a:lnTo>
                    <a:pt x="4695" y="119"/>
                  </a:lnTo>
                  <a:cubicBezTo>
                    <a:pt x="4616" y="40"/>
                    <a:pt x="4506" y="1"/>
                    <a:pt x="439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7" name="Google Shape;8835;p68">
            <a:extLst>
              <a:ext uri="{FF2B5EF4-FFF2-40B4-BE49-F238E27FC236}">
                <a16:creationId xmlns:a16="http://schemas.microsoft.com/office/drawing/2014/main" id="{17289BDB-3677-6FE4-138C-DC4CECC14958}"/>
              </a:ext>
            </a:extLst>
          </p:cNvPr>
          <p:cNvGrpSpPr/>
          <p:nvPr/>
        </p:nvGrpSpPr>
        <p:grpSpPr>
          <a:xfrm>
            <a:off x="6282316" y="9102141"/>
            <a:ext cx="961321" cy="752776"/>
            <a:chOff x="-41526450" y="3653375"/>
            <a:chExt cx="315875" cy="247350"/>
          </a:xfrm>
          <a:solidFill>
            <a:srgbClr val="555559"/>
          </a:solidFill>
        </p:grpSpPr>
        <p:sp>
          <p:nvSpPr>
            <p:cNvPr id="1701" name="Google Shape;8836;p68">
              <a:extLst>
                <a:ext uri="{FF2B5EF4-FFF2-40B4-BE49-F238E27FC236}">
                  <a16:creationId xmlns:a16="http://schemas.microsoft.com/office/drawing/2014/main" id="{26C275E0-D1DA-BC04-2690-7B09C1BB2E14}"/>
                </a:ext>
              </a:extLst>
            </p:cNvPr>
            <p:cNvSpPr/>
            <p:nvPr/>
          </p:nvSpPr>
          <p:spPr>
            <a:xfrm>
              <a:off x="-41526450" y="3860525"/>
              <a:ext cx="315875" cy="40200"/>
            </a:xfrm>
            <a:custGeom>
              <a:avLst/>
              <a:gdLst/>
              <a:ahLst/>
              <a:cxnLst/>
              <a:rect l="l" t="t" r="r" b="b"/>
              <a:pathLst>
                <a:path w="12635" h="1608" extrusionOk="0">
                  <a:moveTo>
                    <a:pt x="379" y="0"/>
                  </a:moveTo>
                  <a:cubicBezTo>
                    <a:pt x="159" y="0"/>
                    <a:pt x="1" y="189"/>
                    <a:pt x="1" y="378"/>
                  </a:cubicBezTo>
                  <a:cubicBezTo>
                    <a:pt x="1" y="1040"/>
                    <a:pt x="537" y="1607"/>
                    <a:pt x="1198" y="1607"/>
                  </a:cubicBezTo>
                  <a:lnTo>
                    <a:pt x="11406" y="1607"/>
                  </a:lnTo>
                  <a:cubicBezTo>
                    <a:pt x="12067" y="1607"/>
                    <a:pt x="12634" y="1072"/>
                    <a:pt x="12634" y="378"/>
                  </a:cubicBezTo>
                  <a:cubicBezTo>
                    <a:pt x="12603" y="158"/>
                    <a:pt x="12445" y="0"/>
                    <a:pt x="12193" y="0"/>
                  </a:cubicBezTo>
                  <a:lnTo>
                    <a:pt x="10965" y="0"/>
                  </a:lnTo>
                  <a:lnTo>
                    <a:pt x="10965" y="378"/>
                  </a:lnTo>
                  <a:cubicBezTo>
                    <a:pt x="10965" y="630"/>
                    <a:pt x="10776" y="819"/>
                    <a:pt x="10555" y="819"/>
                  </a:cubicBezTo>
                  <a:cubicBezTo>
                    <a:pt x="10303" y="819"/>
                    <a:pt x="10146" y="630"/>
                    <a:pt x="10146" y="378"/>
                  </a:cubicBezTo>
                  <a:lnTo>
                    <a:pt x="10146" y="0"/>
                  </a:lnTo>
                  <a:lnTo>
                    <a:pt x="9326" y="0"/>
                  </a:lnTo>
                  <a:lnTo>
                    <a:pt x="9326" y="378"/>
                  </a:lnTo>
                  <a:cubicBezTo>
                    <a:pt x="9326" y="630"/>
                    <a:pt x="9137" y="819"/>
                    <a:pt x="8917" y="819"/>
                  </a:cubicBezTo>
                  <a:cubicBezTo>
                    <a:pt x="8696" y="819"/>
                    <a:pt x="8507" y="630"/>
                    <a:pt x="8507" y="378"/>
                  </a:cubicBezTo>
                  <a:lnTo>
                    <a:pt x="8507"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8837;p68">
              <a:extLst>
                <a:ext uri="{FF2B5EF4-FFF2-40B4-BE49-F238E27FC236}">
                  <a16:creationId xmlns:a16="http://schemas.microsoft.com/office/drawing/2014/main" id="{EE53A820-A306-36B6-997A-4D1D5195DFFD}"/>
                </a:ext>
              </a:extLst>
            </p:cNvPr>
            <p:cNvSpPr/>
            <p:nvPr/>
          </p:nvSpPr>
          <p:spPr>
            <a:xfrm>
              <a:off x="-41506750" y="3653375"/>
              <a:ext cx="275700" cy="186700"/>
            </a:xfrm>
            <a:custGeom>
              <a:avLst/>
              <a:gdLst/>
              <a:ahLst/>
              <a:cxnLst/>
              <a:rect l="l" t="t" r="r" b="b"/>
              <a:pathLst>
                <a:path w="11028" h="7468" extrusionOk="0">
                  <a:moveTo>
                    <a:pt x="3794" y="1673"/>
                  </a:moveTo>
                  <a:cubicBezTo>
                    <a:pt x="3841" y="1673"/>
                    <a:pt x="3890" y="1682"/>
                    <a:pt x="3939" y="1702"/>
                  </a:cubicBezTo>
                  <a:lnTo>
                    <a:pt x="6428" y="2521"/>
                  </a:lnTo>
                  <a:cubicBezTo>
                    <a:pt x="6680" y="2616"/>
                    <a:pt x="6806" y="2994"/>
                    <a:pt x="6585" y="3214"/>
                  </a:cubicBezTo>
                  <a:lnTo>
                    <a:pt x="6018" y="3750"/>
                  </a:lnTo>
                  <a:lnTo>
                    <a:pt x="7404" y="5136"/>
                  </a:lnTo>
                  <a:cubicBezTo>
                    <a:pt x="7593" y="5262"/>
                    <a:pt x="7593" y="5514"/>
                    <a:pt x="7436" y="5671"/>
                  </a:cubicBezTo>
                  <a:cubicBezTo>
                    <a:pt x="7357" y="5750"/>
                    <a:pt x="7247" y="5790"/>
                    <a:pt x="7136" y="5790"/>
                  </a:cubicBezTo>
                  <a:cubicBezTo>
                    <a:pt x="7026" y="5790"/>
                    <a:pt x="6916" y="5750"/>
                    <a:pt x="6837" y="5671"/>
                  </a:cubicBezTo>
                  <a:lnTo>
                    <a:pt x="5451" y="4317"/>
                  </a:lnTo>
                  <a:lnTo>
                    <a:pt x="4915" y="4852"/>
                  </a:lnTo>
                  <a:cubicBezTo>
                    <a:pt x="4821" y="4947"/>
                    <a:pt x="4714" y="4988"/>
                    <a:pt x="4613" y="4988"/>
                  </a:cubicBezTo>
                  <a:cubicBezTo>
                    <a:pt x="4444" y="4988"/>
                    <a:pt x="4293" y="4872"/>
                    <a:pt x="4254" y="4695"/>
                  </a:cubicBezTo>
                  <a:lnTo>
                    <a:pt x="3435" y="2206"/>
                  </a:lnTo>
                  <a:cubicBezTo>
                    <a:pt x="3328" y="1940"/>
                    <a:pt x="3537" y="1673"/>
                    <a:pt x="3794" y="1673"/>
                  </a:cubicBezTo>
                  <a:close/>
                  <a:moveTo>
                    <a:pt x="1198" y="1"/>
                  </a:moveTo>
                  <a:cubicBezTo>
                    <a:pt x="536" y="1"/>
                    <a:pt x="1" y="568"/>
                    <a:pt x="1" y="1229"/>
                  </a:cubicBezTo>
                  <a:lnTo>
                    <a:pt x="1" y="7467"/>
                  </a:lnTo>
                  <a:lnTo>
                    <a:pt x="11027" y="7467"/>
                  </a:lnTo>
                  <a:lnTo>
                    <a:pt x="11027" y="1229"/>
                  </a:lnTo>
                  <a:cubicBezTo>
                    <a:pt x="11027" y="568"/>
                    <a:pt x="10460" y="1"/>
                    <a:pt x="97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8" name="Google Shape;8838;p68">
            <a:extLst>
              <a:ext uri="{FF2B5EF4-FFF2-40B4-BE49-F238E27FC236}">
                <a16:creationId xmlns:a16="http://schemas.microsoft.com/office/drawing/2014/main" id="{01E07C56-266C-9E22-3CC4-355AF5A9B5CA}"/>
              </a:ext>
            </a:extLst>
          </p:cNvPr>
          <p:cNvGrpSpPr/>
          <p:nvPr/>
        </p:nvGrpSpPr>
        <p:grpSpPr>
          <a:xfrm>
            <a:off x="6285930" y="10008225"/>
            <a:ext cx="954092" cy="963678"/>
            <a:chOff x="-41526450" y="3951100"/>
            <a:chExt cx="313500" cy="316650"/>
          </a:xfrm>
          <a:solidFill>
            <a:srgbClr val="555559"/>
          </a:solidFill>
        </p:grpSpPr>
        <p:sp>
          <p:nvSpPr>
            <p:cNvPr id="1698" name="Google Shape;8839;p68">
              <a:extLst>
                <a:ext uri="{FF2B5EF4-FFF2-40B4-BE49-F238E27FC236}">
                  <a16:creationId xmlns:a16="http://schemas.microsoft.com/office/drawing/2014/main" id="{B266C17E-CD57-5195-1626-1154FB16E1EC}"/>
                </a:ext>
              </a:extLst>
            </p:cNvPr>
            <p:cNvSpPr/>
            <p:nvPr/>
          </p:nvSpPr>
          <p:spPr>
            <a:xfrm>
              <a:off x="-41483125" y="4041675"/>
              <a:ext cx="226075" cy="226075"/>
            </a:xfrm>
            <a:custGeom>
              <a:avLst/>
              <a:gdLst/>
              <a:ahLst/>
              <a:cxnLst/>
              <a:rect l="l" t="t" r="r" b="b"/>
              <a:pathLst>
                <a:path w="9043" h="9043" extrusionOk="0">
                  <a:moveTo>
                    <a:pt x="4506" y="2174"/>
                  </a:moveTo>
                  <a:cubicBezTo>
                    <a:pt x="6144" y="2174"/>
                    <a:pt x="7404" y="3466"/>
                    <a:pt x="7436" y="5041"/>
                  </a:cubicBezTo>
                  <a:cubicBezTo>
                    <a:pt x="7436" y="6648"/>
                    <a:pt x="6144" y="7908"/>
                    <a:pt x="4506" y="7908"/>
                  </a:cubicBezTo>
                  <a:cubicBezTo>
                    <a:pt x="2899" y="7908"/>
                    <a:pt x="1639" y="6616"/>
                    <a:pt x="1639" y="5041"/>
                  </a:cubicBezTo>
                  <a:cubicBezTo>
                    <a:pt x="1639" y="3466"/>
                    <a:pt x="2931" y="2174"/>
                    <a:pt x="4506" y="2174"/>
                  </a:cubicBezTo>
                  <a:close/>
                  <a:moveTo>
                    <a:pt x="4506" y="0"/>
                  </a:moveTo>
                  <a:lnTo>
                    <a:pt x="1" y="3214"/>
                  </a:lnTo>
                  <a:lnTo>
                    <a:pt x="1" y="8664"/>
                  </a:lnTo>
                  <a:cubicBezTo>
                    <a:pt x="1" y="8885"/>
                    <a:pt x="190" y="9042"/>
                    <a:pt x="379" y="9042"/>
                  </a:cubicBezTo>
                  <a:lnTo>
                    <a:pt x="8665" y="9042"/>
                  </a:lnTo>
                  <a:cubicBezTo>
                    <a:pt x="8885" y="9042"/>
                    <a:pt x="9043" y="8853"/>
                    <a:pt x="9043" y="8664"/>
                  </a:cubicBezTo>
                  <a:lnTo>
                    <a:pt x="9043" y="3214"/>
                  </a:lnTo>
                  <a:lnTo>
                    <a:pt x="4506"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8840;p68">
              <a:extLst>
                <a:ext uri="{FF2B5EF4-FFF2-40B4-BE49-F238E27FC236}">
                  <a16:creationId xmlns:a16="http://schemas.microsoft.com/office/drawing/2014/main" id="{1FCE657C-0E8F-AEBC-1F43-FFEC60B36EB2}"/>
                </a:ext>
              </a:extLst>
            </p:cNvPr>
            <p:cNvSpPr/>
            <p:nvPr/>
          </p:nvSpPr>
          <p:spPr>
            <a:xfrm>
              <a:off x="-41422475" y="4114925"/>
              <a:ext cx="104775" cy="104775"/>
            </a:xfrm>
            <a:custGeom>
              <a:avLst/>
              <a:gdLst/>
              <a:ahLst/>
              <a:cxnLst/>
              <a:rect l="l" t="t" r="r" b="b"/>
              <a:pathLst>
                <a:path w="4191" h="4191" extrusionOk="0">
                  <a:moveTo>
                    <a:pt x="2080" y="1040"/>
                  </a:moveTo>
                  <a:cubicBezTo>
                    <a:pt x="2332" y="1040"/>
                    <a:pt x="2521" y="1229"/>
                    <a:pt x="2521" y="1450"/>
                  </a:cubicBezTo>
                  <a:lnTo>
                    <a:pt x="2521" y="1859"/>
                  </a:lnTo>
                  <a:lnTo>
                    <a:pt x="2931" y="1859"/>
                  </a:lnTo>
                  <a:cubicBezTo>
                    <a:pt x="3151" y="1859"/>
                    <a:pt x="3372" y="2080"/>
                    <a:pt x="3372" y="2269"/>
                  </a:cubicBezTo>
                  <a:cubicBezTo>
                    <a:pt x="3372" y="2489"/>
                    <a:pt x="3151" y="2710"/>
                    <a:pt x="2931" y="2710"/>
                  </a:cubicBezTo>
                  <a:lnTo>
                    <a:pt x="2080" y="2710"/>
                  </a:lnTo>
                  <a:cubicBezTo>
                    <a:pt x="1859" y="2710"/>
                    <a:pt x="1702" y="2489"/>
                    <a:pt x="1702" y="2269"/>
                  </a:cubicBezTo>
                  <a:lnTo>
                    <a:pt x="1702" y="1450"/>
                  </a:lnTo>
                  <a:cubicBezTo>
                    <a:pt x="1702" y="1198"/>
                    <a:pt x="1891" y="1040"/>
                    <a:pt x="2080" y="1040"/>
                  </a:cubicBezTo>
                  <a:close/>
                  <a:moveTo>
                    <a:pt x="2080" y="0"/>
                  </a:moveTo>
                  <a:cubicBezTo>
                    <a:pt x="946" y="0"/>
                    <a:pt x="64" y="946"/>
                    <a:pt x="1" y="2111"/>
                  </a:cubicBezTo>
                  <a:cubicBezTo>
                    <a:pt x="64" y="3277"/>
                    <a:pt x="946" y="4191"/>
                    <a:pt x="2080" y="4191"/>
                  </a:cubicBezTo>
                  <a:cubicBezTo>
                    <a:pt x="3246" y="4191"/>
                    <a:pt x="4128" y="3245"/>
                    <a:pt x="4191" y="2111"/>
                  </a:cubicBezTo>
                  <a:cubicBezTo>
                    <a:pt x="4191" y="977"/>
                    <a:pt x="3246" y="63"/>
                    <a:pt x="208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8841;p68">
              <a:extLst>
                <a:ext uri="{FF2B5EF4-FFF2-40B4-BE49-F238E27FC236}">
                  <a16:creationId xmlns:a16="http://schemas.microsoft.com/office/drawing/2014/main" id="{88914140-4CD2-7B4F-7453-D8950C6B549F}"/>
                </a:ext>
              </a:extLst>
            </p:cNvPr>
            <p:cNvSpPr/>
            <p:nvPr/>
          </p:nvSpPr>
          <p:spPr>
            <a:xfrm>
              <a:off x="-41526450" y="3951100"/>
              <a:ext cx="313500" cy="165575"/>
            </a:xfrm>
            <a:custGeom>
              <a:avLst/>
              <a:gdLst/>
              <a:ahLst/>
              <a:cxnLst/>
              <a:rect l="l" t="t" r="r" b="b"/>
              <a:pathLst>
                <a:path w="12540" h="6623" extrusionOk="0">
                  <a:moveTo>
                    <a:pt x="6239" y="0"/>
                  </a:moveTo>
                  <a:cubicBezTo>
                    <a:pt x="6018" y="0"/>
                    <a:pt x="5861" y="189"/>
                    <a:pt x="5861" y="378"/>
                  </a:cubicBezTo>
                  <a:lnTo>
                    <a:pt x="5861" y="1859"/>
                  </a:lnTo>
                  <a:lnTo>
                    <a:pt x="1891" y="4695"/>
                  </a:lnTo>
                  <a:lnTo>
                    <a:pt x="222" y="5860"/>
                  </a:lnTo>
                  <a:cubicBezTo>
                    <a:pt x="32" y="5986"/>
                    <a:pt x="1" y="6270"/>
                    <a:pt x="159" y="6459"/>
                  </a:cubicBezTo>
                  <a:cubicBezTo>
                    <a:pt x="230" y="6566"/>
                    <a:pt x="342" y="6623"/>
                    <a:pt x="460" y="6623"/>
                  </a:cubicBezTo>
                  <a:cubicBezTo>
                    <a:pt x="550" y="6623"/>
                    <a:pt x="644" y="6590"/>
                    <a:pt x="726" y="6522"/>
                  </a:cubicBezTo>
                  <a:lnTo>
                    <a:pt x="6050" y="2741"/>
                  </a:lnTo>
                  <a:cubicBezTo>
                    <a:pt x="6129" y="2678"/>
                    <a:pt x="6215" y="2647"/>
                    <a:pt x="6298" y="2647"/>
                  </a:cubicBezTo>
                  <a:cubicBezTo>
                    <a:pt x="6381" y="2647"/>
                    <a:pt x="6459" y="2678"/>
                    <a:pt x="6523" y="2741"/>
                  </a:cubicBezTo>
                  <a:lnTo>
                    <a:pt x="11847" y="6522"/>
                  </a:lnTo>
                  <a:cubicBezTo>
                    <a:pt x="11926" y="6575"/>
                    <a:pt x="12016" y="6600"/>
                    <a:pt x="12105" y="6600"/>
                  </a:cubicBezTo>
                  <a:cubicBezTo>
                    <a:pt x="12230" y="6600"/>
                    <a:pt x="12354" y="6551"/>
                    <a:pt x="12445" y="6459"/>
                  </a:cubicBezTo>
                  <a:cubicBezTo>
                    <a:pt x="12540" y="6270"/>
                    <a:pt x="12508" y="6018"/>
                    <a:pt x="12351" y="5860"/>
                  </a:cubicBezTo>
                  <a:lnTo>
                    <a:pt x="10713" y="4695"/>
                  </a:lnTo>
                  <a:lnTo>
                    <a:pt x="6712" y="1859"/>
                  </a:lnTo>
                  <a:lnTo>
                    <a:pt x="6712" y="378"/>
                  </a:lnTo>
                  <a:cubicBezTo>
                    <a:pt x="6680" y="189"/>
                    <a:pt x="6491" y="0"/>
                    <a:pt x="623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9" name="Google Shape;8842;p68">
            <a:extLst>
              <a:ext uri="{FF2B5EF4-FFF2-40B4-BE49-F238E27FC236}">
                <a16:creationId xmlns:a16="http://schemas.microsoft.com/office/drawing/2014/main" id="{68CC87FE-44DA-37E3-A74F-587A8B13FDF4}"/>
              </a:ext>
            </a:extLst>
          </p:cNvPr>
          <p:cNvGrpSpPr/>
          <p:nvPr/>
        </p:nvGrpSpPr>
        <p:grpSpPr>
          <a:xfrm>
            <a:off x="12056604" y="7838921"/>
            <a:ext cx="884551" cy="968471"/>
            <a:chOff x="-39625900" y="3238300"/>
            <a:chExt cx="290650" cy="318225"/>
          </a:xfrm>
          <a:solidFill>
            <a:srgbClr val="555559"/>
          </a:solidFill>
        </p:grpSpPr>
        <p:sp>
          <p:nvSpPr>
            <p:cNvPr id="1696" name="Google Shape;8843;p68">
              <a:extLst>
                <a:ext uri="{FF2B5EF4-FFF2-40B4-BE49-F238E27FC236}">
                  <a16:creationId xmlns:a16="http://schemas.microsoft.com/office/drawing/2014/main" id="{72063B3B-9D7E-9D23-A5EE-2D40DE14AB84}"/>
                </a:ext>
              </a:extLst>
            </p:cNvPr>
            <p:cNvSpPr/>
            <p:nvPr/>
          </p:nvSpPr>
          <p:spPr>
            <a:xfrm>
              <a:off x="-39625900" y="3238300"/>
              <a:ext cx="290650" cy="318225"/>
            </a:xfrm>
            <a:custGeom>
              <a:avLst/>
              <a:gdLst/>
              <a:ahLst/>
              <a:cxnLst/>
              <a:rect l="l" t="t" r="r" b="b"/>
              <a:pathLst>
                <a:path w="11626" h="12729" extrusionOk="0">
                  <a:moveTo>
                    <a:pt x="442" y="1"/>
                  </a:moveTo>
                  <a:cubicBezTo>
                    <a:pt x="221" y="1"/>
                    <a:pt x="32" y="190"/>
                    <a:pt x="32" y="442"/>
                  </a:cubicBezTo>
                  <a:lnTo>
                    <a:pt x="32" y="4159"/>
                  </a:lnTo>
                  <a:cubicBezTo>
                    <a:pt x="32" y="4317"/>
                    <a:pt x="126" y="4474"/>
                    <a:pt x="284" y="4569"/>
                  </a:cubicBezTo>
                  <a:cubicBezTo>
                    <a:pt x="1072" y="4821"/>
                    <a:pt x="1670" y="5640"/>
                    <a:pt x="1670" y="6491"/>
                  </a:cubicBezTo>
                  <a:cubicBezTo>
                    <a:pt x="1670" y="7404"/>
                    <a:pt x="1103" y="8129"/>
                    <a:pt x="284" y="8475"/>
                  </a:cubicBezTo>
                  <a:cubicBezTo>
                    <a:pt x="126" y="8507"/>
                    <a:pt x="0" y="8664"/>
                    <a:pt x="0" y="8853"/>
                  </a:cubicBezTo>
                  <a:lnTo>
                    <a:pt x="0" y="12319"/>
                  </a:lnTo>
                  <a:cubicBezTo>
                    <a:pt x="0" y="12571"/>
                    <a:pt x="221" y="12729"/>
                    <a:pt x="442" y="12729"/>
                  </a:cubicBezTo>
                  <a:lnTo>
                    <a:pt x="3308" y="12729"/>
                  </a:lnTo>
                  <a:lnTo>
                    <a:pt x="3308" y="4852"/>
                  </a:lnTo>
                  <a:cubicBezTo>
                    <a:pt x="3308" y="3687"/>
                    <a:pt x="4254" y="2805"/>
                    <a:pt x="5419" y="2741"/>
                  </a:cubicBezTo>
                  <a:lnTo>
                    <a:pt x="6238" y="2741"/>
                  </a:lnTo>
                  <a:cubicBezTo>
                    <a:pt x="7373" y="2741"/>
                    <a:pt x="8286" y="3687"/>
                    <a:pt x="8318" y="4852"/>
                  </a:cubicBezTo>
                  <a:lnTo>
                    <a:pt x="8318" y="12729"/>
                  </a:lnTo>
                  <a:lnTo>
                    <a:pt x="11216" y="12729"/>
                  </a:lnTo>
                  <a:cubicBezTo>
                    <a:pt x="11437" y="12729"/>
                    <a:pt x="11594" y="12508"/>
                    <a:pt x="11626" y="12319"/>
                  </a:cubicBezTo>
                  <a:lnTo>
                    <a:pt x="11626" y="8853"/>
                  </a:lnTo>
                  <a:cubicBezTo>
                    <a:pt x="11626" y="8696"/>
                    <a:pt x="11500" y="8538"/>
                    <a:pt x="11374" y="8475"/>
                  </a:cubicBezTo>
                  <a:cubicBezTo>
                    <a:pt x="10586" y="8192"/>
                    <a:pt x="9988" y="7404"/>
                    <a:pt x="9988" y="6491"/>
                  </a:cubicBezTo>
                  <a:cubicBezTo>
                    <a:pt x="9988" y="5577"/>
                    <a:pt x="10586" y="4852"/>
                    <a:pt x="11374" y="4569"/>
                  </a:cubicBezTo>
                  <a:cubicBezTo>
                    <a:pt x="11531" y="4537"/>
                    <a:pt x="11626" y="4380"/>
                    <a:pt x="11626" y="4159"/>
                  </a:cubicBezTo>
                  <a:lnTo>
                    <a:pt x="11626" y="442"/>
                  </a:lnTo>
                  <a:cubicBezTo>
                    <a:pt x="11626" y="190"/>
                    <a:pt x="11437" y="1"/>
                    <a:pt x="1121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8844;p68">
              <a:extLst>
                <a:ext uri="{FF2B5EF4-FFF2-40B4-BE49-F238E27FC236}">
                  <a16:creationId xmlns:a16="http://schemas.microsoft.com/office/drawing/2014/main" id="{6989B3C8-A5B7-6D94-210D-133676D89FA4}"/>
                </a:ext>
              </a:extLst>
            </p:cNvPr>
            <p:cNvSpPr/>
            <p:nvPr/>
          </p:nvSpPr>
          <p:spPr>
            <a:xfrm>
              <a:off x="-39521150" y="3328875"/>
              <a:ext cx="82725" cy="227650"/>
            </a:xfrm>
            <a:custGeom>
              <a:avLst/>
              <a:gdLst/>
              <a:ahLst/>
              <a:cxnLst/>
              <a:rect l="l" t="t" r="r" b="b"/>
              <a:pathLst>
                <a:path w="3309" h="9106" extrusionOk="0">
                  <a:moveTo>
                    <a:pt x="1607" y="3309"/>
                  </a:moveTo>
                  <a:cubicBezTo>
                    <a:pt x="2080" y="3309"/>
                    <a:pt x="2426" y="3655"/>
                    <a:pt x="2426" y="4128"/>
                  </a:cubicBezTo>
                  <a:cubicBezTo>
                    <a:pt x="2426" y="4600"/>
                    <a:pt x="2080" y="4947"/>
                    <a:pt x="1607" y="4947"/>
                  </a:cubicBezTo>
                  <a:cubicBezTo>
                    <a:pt x="1135" y="4947"/>
                    <a:pt x="788" y="4600"/>
                    <a:pt x="788" y="4128"/>
                  </a:cubicBezTo>
                  <a:cubicBezTo>
                    <a:pt x="788" y="3655"/>
                    <a:pt x="1135" y="3309"/>
                    <a:pt x="1607" y="3309"/>
                  </a:cubicBezTo>
                  <a:close/>
                  <a:moveTo>
                    <a:pt x="1229" y="1"/>
                  </a:moveTo>
                  <a:cubicBezTo>
                    <a:pt x="536" y="1"/>
                    <a:pt x="1" y="536"/>
                    <a:pt x="1" y="1261"/>
                  </a:cubicBezTo>
                  <a:lnTo>
                    <a:pt x="1" y="9106"/>
                  </a:lnTo>
                  <a:lnTo>
                    <a:pt x="3309" y="9106"/>
                  </a:lnTo>
                  <a:lnTo>
                    <a:pt x="3309" y="1229"/>
                  </a:lnTo>
                  <a:cubicBezTo>
                    <a:pt x="3309" y="536"/>
                    <a:pt x="2742" y="1"/>
                    <a:pt x="208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80" name="Google Shape;8845;p68">
            <a:extLst>
              <a:ext uri="{FF2B5EF4-FFF2-40B4-BE49-F238E27FC236}">
                <a16:creationId xmlns:a16="http://schemas.microsoft.com/office/drawing/2014/main" id="{FAE4DABD-AA3F-E9EE-A111-B382C649F828}"/>
              </a:ext>
            </a:extLst>
          </p:cNvPr>
          <p:cNvSpPr/>
          <p:nvPr/>
        </p:nvSpPr>
        <p:spPr>
          <a:xfrm>
            <a:off x="12091724" y="8958011"/>
            <a:ext cx="822240" cy="963678"/>
          </a:xfrm>
          <a:custGeom>
            <a:avLst/>
            <a:gdLst/>
            <a:ahLst/>
            <a:cxnLst/>
            <a:rect l="l" t="t" r="r" b="b"/>
            <a:pathLst>
              <a:path w="10807" h="12666" extrusionOk="0">
                <a:moveTo>
                  <a:pt x="5419" y="851"/>
                </a:moveTo>
                <a:cubicBezTo>
                  <a:pt x="5640" y="851"/>
                  <a:pt x="5797" y="1040"/>
                  <a:pt x="5829" y="1261"/>
                </a:cubicBezTo>
                <a:cubicBezTo>
                  <a:pt x="5829" y="1513"/>
                  <a:pt x="6049" y="1670"/>
                  <a:pt x="6270" y="1670"/>
                </a:cubicBezTo>
                <a:lnTo>
                  <a:pt x="7940" y="1670"/>
                </a:lnTo>
                <a:cubicBezTo>
                  <a:pt x="8160" y="1670"/>
                  <a:pt x="8318" y="1859"/>
                  <a:pt x="8349" y="2048"/>
                </a:cubicBezTo>
                <a:lnTo>
                  <a:pt x="8349" y="2489"/>
                </a:lnTo>
                <a:lnTo>
                  <a:pt x="2615" y="2489"/>
                </a:lnTo>
                <a:lnTo>
                  <a:pt x="2615" y="2048"/>
                </a:lnTo>
                <a:lnTo>
                  <a:pt x="2521" y="2048"/>
                </a:lnTo>
                <a:cubicBezTo>
                  <a:pt x="2521" y="1828"/>
                  <a:pt x="2741" y="1670"/>
                  <a:pt x="2962" y="1670"/>
                </a:cubicBezTo>
                <a:lnTo>
                  <a:pt x="4569" y="1670"/>
                </a:lnTo>
                <a:cubicBezTo>
                  <a:pt x="4821" y="1670"/>
                  <a:pt x="5010" y="1481"/>
                  <a:pt x="5010" y="1261"/>
                </a:cubicBezTo>
                <a:cubicBezTo>
                  <a:pt x="5010" y="1040"/>
                  <a:pt x="5199" y="882"/>
                  <a:pt x="5419" y="851"/>
                </a:cubicBezTo>
                <a:close/>
                <a:moveTo>
                  <a:pt x="8203" y="5651"/>
                </a:moveTo>
                <a:cubicBezTo>
                  <a:pt x="8417" y="5651"/>
                  <a:pt x="8629" y="5730"/>
                  <a:pt x="8790" y="5892"/>
                </a:cubicBezTo>
                <a:lnTo>
                  <a:pt x="8885" y="5955"/>
                </a:lnTo>
                <a:cubicBezTo>
                  <a:pt x="9200" y="6270"/>
                  <a:pt x="9200" y="6805"/>
                  <a:pt x="8885" y="7152"/>
                </a:cubicBezTo>
                <a:lnTo>
                  <a:pt x="5577" y="10428"/>
                </a:lnTo>
                <a:cubicBezTo>
                  <a:pt x="5419" y="10586"/>
                  <a:pt x="5199" y="10665"/>
                  <a:pt x="4978" y="10665"/>
                </a:cubicBezTo>
                <a:cubicBezTo>
                  <a:pt x="4758" y="10665"/>
                  <a:pt x="4537" y="10586"/>
                  <a:pt x="4380" y="10428"/>
                </a:cubicBezTo>
                <a:lnTo>
                  <a:pt x="2773" y="8822"/>
                </a:lnTo>
                <a:cubicBezTo>
                  <a:pt x="2458" y="8507"/>
                  <a:pt x="2458" y="7971"/>
                  <a:pt x="2773" y="7656"/>
                </a:cubicBezTo>
                <a:lnTo>
                  <a:pt x="2836" y="7561"/>
                </a:lnTo>
                <a:cubicBezTo>
                  <a:pt x="2993" y="7404"/>
                  <a:pt x="3214" y="7325"/>
                  <a:pt x="3434" y="7325"/>
                </a:cubicBezTo>
                <a:cubicBezTo>
                  <a:pt x="3655" y="7325"/>
                  <a:pt x="3876" y="7404"/>
                  <a:pt x="4033" y="7561"/>
                </a:cubicBezTo>
                <a:lnTo>
                  <a:pt x="4978" y="8507"/>
                </a:lnTo>
                <a:lnTo>
                  <a:pt x="7625" y="5860"/>
                </a:lnTo>
                <a:cubicBezTo>
                  <a:pt x="7793" y="5722"/>
                  <a:pt x="7999" y="5651"/>
                  <a:pt x="8203" y="5651"/>
                </a:cubicBezTo>
                <a:close/>
                <a:moveTo>
                  <a:pt x="5419" y="0"/>
                </a:moveTo>
                <a:cubicBezTo>
                  <a:pt x="4852" y="0"/>
                  <a:pt x="4411" y="347"/>
                  <a:pt x="4222" y="851"/>
                </a:cubicBezTo>
                <a:lnTo>
                  <a:pt x="2930" y="851"/>
                </a:lnTo>
                <a:cubicBezTo>
                  <a:pt x="2363" y="851"/>
                  <a:pt x="1954" y="1198"/>
                  <a:pt x="1733" y="1670"/>
                </a:cubicBezTo>
                <a:lnTo>
                  <a:pt x="442" y="1670"/>
                </a:lnTo>
                <a:cubicBezTo>
                  <a:pt x="221" y="1670"/>
                  <a:pt x="0" y="1859"/>
                  <a:pt x="0" y="2048"/>
                </a:cubicBezTo>
                <a:lnTo>
                  <a:pt x="0" y="12256"/>
                </a:lnTo>
                <a:cubicBezTo>
                  <a:pt x="0" y="12508"/>
                  <a:pt x="221" y="12665"/>
                  <a:pt x="442" y="12665"/>
                </a:cubicBezTo>
                <a:lnTo>
                  <a:pt x="10366" y="12665"/>
                </a:lnTo>
                <a:cubicBezTo>
                  <a:pt x="10618" y="12665"/>
                  <a:pt x="10807" y="12445"/>
                  <a:pt x="10807" y="12256"/>
                </a:cubicBezTo>
                <a:lnTo>
                  <a:pt x="10807" y="2048"/>
                </a:lnTo>
                <a:cubicBezTo>
                  <a:pt x="10807" y="1828"/>
                  <a:pt x="10618" y="1670"/>
                  <a:pt x="10366" y="1670"/>
                </a:cubicBezTo>
                <a:lnTo>
                  <a:pt x="9074" y="1670"/>
                </a:lnTo>
                <a:cubicBezTo>
                  <a:pt x="8916" y="1198"/>
                  <a:pt x="8444" y="851"/>
                  <a:pt x="7877" y="851"/>
                </a:cubicBezTo>
                <a:lnTo>
                  <a:pt x="6585" y="851"/>
                </a:lnTo>
                <a:cubicBezTo>
                  <a:pt x="6427" y="378"/>
                  <a:pt x="5955" y="0"/>
                  <a:pt x="5419"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81" name="Google Shape;8846;p68">
            <a:extLst>
              <a:ext uri="{FF2B5EF4-FFF2-40B4-BE49-F238E27FC236}">
                <a16:creationId xmlns:a16="http://schemas.microsoft.com/office/drawing/2014/main" id="{2C4A2813-933C-B78A-F288-57E2F1868DB6}"/>
              </a:ext>
            </a:extLst>
          </p:cNvPr>
          <p:cNvGrpSpPr/>
          <p:nvPr/>
        </p:nvGrpSpPr>
        <p:grpSpPr>
          <a:xfrm>
            <a:off x="12021833" y="10071832"/>
            <a:ext cx="954092" cy="964897"/>
            <a:chOff x="-39647175" y="3972000"/>
            <a:chExt cx="313500" cy="317050"/>
          </a:xfrm>
          <a:solidFill>
            <a:srgbClr val="555559"/>
          </a:solidFill>
        </p:grpSpPr>
        <p:sp>
          <p:nvSpPr>
            <p:cNvPr id="1693" name="Google Shape;8847;p68">
              <a:extLst>
                <a:ext uri="{FF2B5EF4-FFF2-40B4-BE49-F238E27FC236}">
                  <a16:creationId xmlns:a16="http://schemas.microsoft.com/office/drawing/2014/main" id="{6A23774B-BF53-4261-389F-D6D061CE4232}"/>
                </a:ext>
              </a:extLst>
            </p:cNvPr>
            <p:cNvSpPr/>
            <p:nvPr/>
          </p:nvSpPr>
          <p:spPr>
            <a:xfrm>
              <a:off x="-39647175" y="3972000"/>
              <a:ext cx="95325" cy="153975"/>
            </a:xfrm>
            <a:custGeom>
              <a:avLst/>
              <a:gdLst/>
              <a:ahLst/>
              <a:cxnLst/>
              <a:rect l="l" t="t" r="r" b="b"/>
              <a:pathLst>
                <a:path w="3813" h="6159" extrusionOk="0">
                  <a:moveTo>
                    <a:pt x="1698" y="1"/>
                  </a:moveTo>
                  <a:cubicBezTo>
                    <a:pt x="1520" y="1"/>
                    <a:pt x="1373" y="138"/>
                    <a:pt x="1293" y="299"/>
                  </a:cubicBezTo>
                  <a:lnTo>
                    <a:pt x="1" y="5119"/>
                  </a:lnTo>
                  <a:cubicBezTo>
                    <a:pt x="1" y="5308"/>
                    <a:pt x="127" y="5528"/>
                    <a:pt x="316" y="5623"/>
                  </a:cubicBezTo>
                  <a:lnTo>
                    <a:pt x="2332" y="6158"/>
                  </a:lnTo>
                  <a:cubicBezTo>
                    <a:pt x="3277" y="2630"/>
                    <a:pt x="2868" y="4111"/>
                    <a:pt x="3813" y="582"/>
                  </a:cubicBezTo>
                  <a:lnTo>
                    <a:pt x="1797" y="15"/>
                  </a:lnTo>
                  <a:cubicBezTo>
                    <a:pt x="1763" y="5"/>
                    <a:pt x="1730" y="1"/>
                    <a:pt x="169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8848;p68">
              <a:extLst>
                <a:ext uri="{FF2B5EF4-FFF2-40B4-BE49-F238E27FC236}">
                  <a16:creationId xmlns:a16="http://schemas.microsoft.com/office/drawing/2014/main" id="{71744B1B-B5CD-66FF-90DC-72558A54E9DF}"/>
                </a:ext>
              </a:extLst>
            </p:cNvPr>
            <p:cNvSpPr/>
            <p:nvPr/>
          </p:nvSpPr>
          <p:spPr>
            <a:xfrm>
              <a:off x="-39588875" y="4011750"/>
              <a:ext cx="216600" cy="277300"/>
            </a:xfrm>
            <a:custGeom>
              <a:avLst/>
              <a:gdLst/>
              <a:ahLst/>
              <a:cxnLst/>
              <a:rect l="l" t="t" r="r" b="b"/>
              <a:pathLst>
                <a:path w="8664" h="11092" extrusionOk="0">
                  <a:moveTo>
                    <a:pt x="4348" y="3466"/>
                  </a:moveTo>
                  <a:cubicBezTo>
                    <a:pt x="4820" y="3466"/>
                    <a:pt x="5199" y="3844"/>
                    <a:pt x="5199" y="4316"/>
                  </a:cubicBezTo>
                  <a:cubicBezTo>
                    <a:pt x="5199" y="4789"/>
                    <a:pt x="4820" y="5136"/>
                    <a:pt x="4348" y="5136"/>
                  </a:cubicBezTo>
                  <a:cubicBezTo>
                    <a:pt x="3907" y="5136"/>
                    <a:pt x="3529" y="4789"/>
                    <a:pt x="3529" y="4316"/>
                  </a:cubicBezTo>
                  <a:cubicBezTo>
                    <a:pt x="3529" y="3875"/>
                    <a:pt x="3875" y="3466"/>
                    <a:pt x="4348" y="3466"/>
                  </a:cubicBezTo>
                  <a:close/>
                  <a:moveTo>
                    <a:pt x="5104" y="5766"/>
                  </a:moveTo>
                  <a:lnTo>
                    <a:pt x="6081" y="7624"/>
                  </a:lnTo>
                  <a:lnTo>
                    <a:pt x="2615" y="7624"/>
                  </a:lnTo>
                  <a:lnTo>
                    <a:pt x="3560" y="5766"/>
                  </a:lnTo>
                  <a:cubicBezTo>
                    <a:pt x="3812" y="5892"/>
                    <a:pt x="4096" y="5955"/>
                    <a:pt x="4348" y="5955"/>
                  </a:cubicBezTo>
                  <a:cubicBezTo>
                    <a:pt x="4631" y="5955"/>
                    <a:pt x="4883" y="5892"/>
                    <a:pt x="5104" y="5766"/>
                  </a:cubicBezTo>
                  <a:close/>
                  <a:moveTo>
                    <a:pt x="2048" y="0"/>
                  </a:moveTo>
                  <a:cubicBezTo>
                    <a:pt x="1386" y="2458"/>
                    <a:pt x="1638" y="1544"/>
                    <a:pt x="977" y="4001"/>
                  </a:cubicBezTo>
                  <a:lnTo>
                    <a:pt x="2678" y="4474"/>
                  </a:lnTo>
                  <a:cubicBezTo>
                    <a:pt x="2678" y="4726"/>
                    <a:pt x="2741" y="5010"/>
                    <a:pt x="2899" y="5199"/>
                  </a:cubicBezTo>
                  <a:lnTo>
                    <a:pt x="32" y="10523"/>
                  </a:lnTo>
                  <a:cubicBezTo>
                    <a:pt x="0" y="10680"/>
                    <a:pt x="63" y="10964"/>
                    <a:pt x="252" y="11027"/>
                  </a:cubicBezTo>
                  <a:cubicBezTo>
                    <a:pt x="328" y="11070"/>
                    <a:pt x="404" y="11091"/>
                    <a:pt x="475" y="11091"/>
                  </a:cubicBezTo>
                  <a:cubicBezTo>
                    <a:pt x="613" y="11091"/>
                    <a:pt x="737" y="11014"/>
                    <a:pt x="819" y="10869"/>
                  </a:cubicBezTo>
                  <a:lnTo>
                    <a:pt x="2143" y="8475"/>
                  </a:lnTo>
                  <a:lnTo>
                    <a:pt x="6490" y="8475"/>
                  </a:lnTo>
                  <a:lnTo>
                    <a:pt x="7845" y="10869"/>
                  </a:lnTo>
                  <a:cubicBezTo>
                    <a:pt x="7907" y="11014"/>
                    <a:pt x="8037" y="11091"/>
                    <a:pt x="8173" y="11091"/>
                  </a:cubicBezTo>
                  <a:cubicBezTo>
                    <a:pt x="8243" y="11091"/>
                    <a:pt x="8316" y="11070"/>
                    <a:pt x="8381" y="11027"/>
                  </a:cubicBezTo>
                  <a:cubicBezTo>
                    <a:pt x="8570" y="10932"/>
                    <a:pt x="8664" y="10680"/>
                    <a:pt x="8538" y="10491"/>
                  </a:cubicBezTo>
                  <a:lnTo>
                    <a:pt x="5734" y="5262"/>
                  </a:lnTo>
                  <a:lnTo>
                    <a:pt x="6585" y="5482"/>
                  </a:lnTo>
                  <a:cubicBezTo>
                    <a:pt x="7120" y="3434"/>
                    <a:pt x="6931" y="4222"/>
                    <a:pt x="7624" y="1513"/>
                  </a:cubicBezTo>
                  <a:lnTo>
                    <a:pt x="2048"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8849;p68">
              <a:extLst>
                <a:ext uri="{FF2B5EF4-FFF2-40B4-BE49-F238E27FC236}">
                  <a16:creationId xmlns:a16="http://schemas.microsoft.com/office/drawing/2014/main" id="{3428963F-DF5E-31B3-AC43-C735A5546ADF}"/>
                </a:ext>
              </a:extLst>
            </p:cNvPr>
            <p:cNvSpPr/>
            <p:nvPr/>
          </p:nvSpPr>
          <p:spPr>
            <a:xfrm>
              <a:off x="-39398275" y="4073975"/>
              <a:ext cx="64600" cy="71600"/>
            </a:xfrm>
            <a:custGeom>
              <a:avLst/>
              <a:gdLst/>
              <a:ahLst/>
              <a:cxnLst/>
              <a:rect l="l" t="t" r="r" b="b"/>
              <a:pathLst>
                <a:path w="2584" h="2864" extrusionOk="0">
                  <a:moveTo>
                    <a:pt x="630" y="0"/>
                  </a:moveTo>
                  <a:cubicBezTo>
                    <a:pt x="252" y="1449"/>
                    <a:pt x="410" y="945"/>
                    <a:pt x="0" y="2395"/>
                  </a:cubicBezTo>
                  <a:lnTo>
                    <a:pt x="1607" y="2836"/>
                  </a:lnTo>
                  <a:cubicBezTo>
                    <a:pt x="1658" y="2855"/>
                    <a:pt x="1707" y="2864"/>
                    <a:pt x="1753" y="2864"/>
                  </a:cubicBezTo>
                  <a:cubicBezTo>
                    <a:pt x="1932" y="2864"/>
                    <a:pt x="2067" y="2728"/>
                    <a:pt x="2143" y="2552"/>
                  </a:cubicBezTo>
                  <a:lnTo>
                    <a:pt x="2584" y="945"/>
                  </a:lnTo>
                  <a:cubicBezTo>
                    <a:pt x="2552" y="725"/>
                    <a:pt x="2458" y="473"/>
                    <a:pt x="2237" y="441"/>
                  </a:cubicBezTo>
                  <a:lnTo>
                    <a:pt x="63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2" name="Google Shape;8850;p68">
            <a:extLst>
              <a:ext uri="{FF2B5EF4-FFF2-40B4-BE49-F238E27FC236}">
                <a16:creationId xmlns:a16="http://schemas.microsoft.com/office/drawing/2014/main" id="{C940ABEA-86C1-F908-7360-FD1112D8E3BA}"/>
              </a:ext>
            </a:extLst>
          </p:cNvPr>
          <p:cNvGrpSpPr/>
          <p:nvPr/>
        </p:nvGrpSpPr>
        <p:grpSpPr>
          <a:xfrm>
            <a:off x="17691084" y="7788019"/>
            <a:ext cx="978057" cy="966038"/>
            <a:chOff x="-37808850" y="3221575"/>
            <a:chExt cx="321375" cy="317425"/>
          </a:xfrm>
          <a:solidFill>
            <a:srgbClr val="555559"/>
          </a:solidFill>
        </p:grpSpPr>
        <p:sp>
          <p:nvSpPr>
            <p:cNvPr id="1691" name="Google Shape;8851;p68">
              <a:extLst>
                <a:ext uri="{FF2B5EF4-FFF2-40B4-BE49-F238E27FC236}">
                  <a16:creationId xmlns:a16="http://schemas.microsoft.com/office/drawing/2014/main" id="{A402BA90-6704-CFFA-D0D5-F1E6622BA9F3}"/>
                </a:ext>
              </a:extLst>
            </p:cNvPr>
            <p:cNvSpPr/>
            <p:nvPr/>
          </p:nvSpPr>
          <p:spPr>
            <a:xfrm>
              <a:off x="-37808850" y="3294050"/>
              <a:ext cx="261500" cy="244950"/>
            </a:xfrm>
            <a:custGeom>
              <a:avLst/>
              <a:gdLst/>
              <a:ahLst/>
              <a:cxnLst/>
              <a:rect l="l" t="t" r="r" b="b"/>
              <a:pathLst>
                <a:path w="10460" h="9798" extrusionOk="0">
                  <a:moveTo>
                    <a:pt x="6091" y="980"/>
                  </a:moveTo>
                  <a:cubicBezTo>
                    <a:pt x="6596" y="980"/>
                    <a:pt x="7119" y="1154"/>
                    <a:pt x="7562" y="1520"/>
                  </a:cubicBezTo>
                  <a:cubicBezTo>
                    <a:pt x="7719" y="1677"/>
                    <a:pt x="7751" y="1898"/>
                    <a:pt x="7593" y="2087"/>
                  </a:cubicBezTo>
                  <a:cubicBezTo>
                    <a:pt x="7518" y="2181"/>
                    <a:pt x="7387" y="2241"/>
                    <a:pt x="7260" y="2241"/>
                  </a:cubicBezTo>
                  <a:cubicBezTo>
                    <a:pt x="7174" y="2241"/>
                    <a:pt x="7090" y="2213"/>
                    <a:pt x="7026" y="2150"/>
                  </a:cubicBezTo>
                  <a:cubicBezTo>
                    <a:pt x="6747" y="1918"/>
                    <a:pt x="6415" y="1807"/>
                    <a:pt x="6101" y="1807"/>
                  </a:cubicBezTo>
                  <a:cubicBezTo>
                    <a:pt x="5776" y="1807"/>
                    <a:pt x="5470" y="1925"/>
                    <a:pt x="5262" y="2150"/>
                  </a:cubicBezTo>
                  <a:cubicBezTo>
                    <a:pt x="5183" y="2229"/>
                    <a:pt x="5073" y="2268"/>
                    <a:pt x="4962" y="2268"/>
                  </a:cubicBezTo>
                  <a:cubicBezTo>
                    <a:pt x="4852" y="2268"/>
                    <a:pt x="4742" y="2229"/>
                    <a:pt x="4663" y="2150"/>
                  </a:cubicBezTo>
                  <a:cubicBezTo>
                    <a:pt x="4506" y="1992"/>
                    <a:pt x="4506" y="1709"/>
                    <a:pt x="4663" y="1551"/>
                  </a:cubicBezTo>
                  <a:cubicBezTo>
                    <a:pt x="5037" y="1177"/>
                    <a:pt x="5553" y="980"/>
                    <a:pt x="6091" y="980"/>
                  </a:cubicBezTo>
                  <a:close/>
                  <a:moveTo>
                    <a:pt x="3781" y="7852"/>
                  </a:moveTo>
                  <a:lnTo>
                    <a:pt x="4348" y="8451"/>
                  </a:lnTo>
                  <a:lnTo>
                    <a:pt x="4002" y="8797"/>
                  </a:lnTo>
                  <a:cubicBezTo>
                    <a:pt x="3923" y="8876"/>
                    <a:pt x="3812" y="8915"/>
                    <a:pt x="3702" y="8915"/>
                  </a:cubicBezTo>
                  <a:cubicBezTo>
                    <a:pt x="3592" y="8915"/>
                    <a:pt x="3482" y="8876"/>
                    <a:pt x="3403" y="8797"/>
                  </a:cubicBezTo>
                  <a:cubicBezTo>
                    <a:pt x="3214" y="8640"/>
                    <a:pt x="3214" y="8356"/>
                    <a:pt x="3403" y="8199"/>
                  </a:cubicBezTo>
                  <a:lnTo>
                    <a:pt x="3781" y="7852"/>
                  </a:lnTo>
                  <a:close/>
                  <a:moveTo>
                    <a:pt x="6201" y="1"/>
                  </a:moveTo>
                  <a:cubicBezTo>
                    <a:pt x="5236" y="1"/>
                    <a:pt x="4264" y="375"/>
                    <a:pt x="3529" y="1110"/>
                  </a:cubicBezTo>
                  <a:lnTo>
                    <a:pt x="2363" y="2307"/>
                  </a:lnTo>
                  <a:cubicBezTo>
                    <a:pt x="2269" y="2370"/>
                    <a:pt x="2206" y="2402"/>
                    <a:pt x="2048" y="2402"/>
                  </a:cubicBezTo>
                  <a:cubicBezTo>
                    <a:pt x="1450" y="2465"/>
                    <a:pt x="851" y="2622"/>
                    <a:pt x="378" y="3095"/>
                  </a:cubicBezTo>
                  <a:cubicBezTo>
                    <a:pt x="0" y="3441"/>
                    <a:pt x="0" y="4040"/>
                    <a:pt x="347" y="4418"/>
                  </a:cubicBezTo>
                  <a:lnTo>
                    <a:pt x="3182" y="7254"/>
                  </a:lnTo>
                  <a:lnTo>
                    <a:pt x="2773" y="7663"/>
                  </a:lnTo>
                  <a:cubicBezTo>
                    <a:pt x="2300" y="8136"/>
                    <a:pt x="2300" y="8923"/>
                    <a:pt x="2773" y="9427"/>
                  </a:cubicBezTo>
                  <a:cubicBezTo>
                    <a:pt x="3009" y="9664"/>
                    <a:pt x="3324" y="9782"/>
                    <a:pt x="3647" y="9782"/>
                  </a:cubicBezTo>
                  <a:cubicBezTo>
                    <a:pt x="3970" y="9782"/>
                    <a:pt x="4301" y="9664"/>
                    <a:pt x="4569" y="9427"/>
                  </a:cubicBezTo>
                  <a:lnTo>
                    <a:pt x="4947" y="9018"/>
                  </a:lnTo>
                  <a:lnTo>
                    <a:pt x="5419" y="9490"/>
                  </a:lnTo>
                  <a:cubicBezTo>
                    <a:pt x="5624" y="9695"/>
                    <a:pt x="5868" y="9798"/>
                    <a:pt x="6112" y="9798"/>
                  </a:cubicBezTo>
                  <a:cubicBezTo>
                    <a:pt x="6357" y="9798"/>
                    <a:pt x="6601" y="9695"/>
                    <a:pt x="6805" y="9490"/>
                  </a:cubicBezTo>
                  <a:cubicBezTo>
                    <a:pt x="7278" y="9018"/>
                    <a:pt x="7436" y="8388"/>
                    <a:pt x="7467" y="7852"/>
                  </a:cubicBezTo>
                  <a:cubicBezTo>
                    <a:pt x="7467" y="7726"/>
                    <a:pt x="7499" y="7663"/>
                    <a:pt x="7593" y="7569"/>
                  </a:cubicBezTo>
                  <a:lnTo>
                    <a:pt x="8696" y="6466"/>
                  </a:lnTo>
                  <a:cubicBezTo>
                    <a:pt x="10460" y="4702"/>
                    <a:pt x="10145" y="1740"/>
                    <a:pt x="8066" y="511"/>
                  </a:cubicBezTo>
                  <a:cubicBezTo>
                    <a:pt x="7496" y="170"/>
                    <a:pt x="6850" y="1"/>
                    <a:pt x="620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8852;p68">
              <a:extLst>
                <a:ext uri="{FF2B5EF4-FFF2-40B4-BE49-F238E27FC236}">
                  <a16:creationId xmlns:a16="http://schemas.microsoft.com/office/drawing/2014/main" id="{D4FE8961-3A9E-5589-0F30-61CB74C8D970}"/>
                </a:ext>
              </a:extLst>
            </p:cNvPr>
            <p:cNvSpPr/>
            <p:nvPr/>
          </p:nvSpPr>
          <p:spPr>
            <a:xfrm>
              <a:off x="-37601700" y="3221575"/>
              <a:ext cx="114225" cy="111275"/>
            </a:xfrm>
            <a:custGeom>
              <a:avLst/>
              <a:gdLst/>
              <a:ahLst/>
              <a:cxnLst/>
              <a:rect l="l" t="t" r="r" b="b"/>
              <a:pathLst>
                <a:path w="4569" h="4451" extrusionOk="0">
                  <a:moveTo>
                    <a:pt x="3226" y="0"/>
                  </a:moveTo>
                  <a:cubicBezTo>
                    <a:pt x="2907" y="0"/>
                    <a:pt x="2584" y="118"/>
                    <a:pt x="2332" y="355"/>
                  </a:cubicBezTo>
                  <a:lnTo>
                    <a:pt x="0" y="2686"/>
                  </a:lnTo>
                  <a:cubicBezTo>
                    <a:pt x="788" y="3095"/>
                    <a:pt x="1355" y="3631"/>
                    <a:pt x="1796" y="4450"/>
                  </a:cubicBezTo>
                  <a:lnTo>
                    <a:pt x="4096" y="2119"/>
                  </a:lnTo>
                  <a:cubicBezTo>
                    <a:pt x="4568" y="1646"/>
                    <a:pt x="4568" y="859"/>
                    <a:pt x="4096" y="355"/>
                  </a:cubicBezTo>
                  <a:cubicBezTo>
                    <a:pt x="3860" y="118"/>
                    <a:pt x="3545" y="0"/>
                    <a:pt x="322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3" name="Google Shape;8853;p68">
            <a:extLst>
              <a:ext uri="{FF2B5EF4-FFF2-40B4-BE49-F238E27FC236}">
                <a16:creationId xmlns:a16="http://schemas.microsoft.com/office/drawing/2014/main" id="{E978BB63-A534-6655-71B7-293F9311AB10}"/>
              </a:ext>
            </a:extLst>
          </p:cNvPr>
          <p:cNvGrpSpPr/>
          <p:nvPr/>
        </p:nvGrpSpPr>
        <p:grpSpPr>
          <a:xfrm>
            <a:off x="17694660" y="9070657"/>
            <a:ext cx="970907" cy="628147"/>
            <a:chOff x="-37806500" y="3643030"/>
            <a:chExt cx="319025" cy="206400"/>
          </a:xfrm>
          <a:solidFill>
            <a:srgbClr val="555559"/>
          </a:solidFill>
        </p:grpSpPr>
        <p:sp>
          <p:nvSpPr>
            <p:cNvPr id="1689" name="Google Shape;8854;p68">
              <a:extLst>
                <a:ext uri="{FF2B5EF4-FFF2-40B4-BE49-F238E27FC236}">
                  <a16:creationId xmlns:a16="http://schemas.microsoft.com/office/drawing/2014/main" id="{42F3EA5C-17B0-F16D-CE3B-59578FB8441F}"/>
                </a:ext>
              </a:extLst>
            </p:cNvPr>
            <p:cNvSpPr/>
            <p:nvPr/>
          </p:nvSpPr>
          <p:spPr>
            <a:xfrm>
              <a:off x="-37615100" y="3759700"/>
              <a:ext cx="62250" cy="62250"/>
            </a:xfrm>
            <a:custGeom>
              <a:avLst/>
              <a:gdLst/>
              <a:ahLst/>
              <a:cxnLst/>
              <a:rect l="l" t="t" r="r" b="b"/>
              <a:pathLst>
                <a:path w="2490" h="2490" extrusionOk="0">
                  <a:moveTo>
                    <a:pt x="1229" y="1"/>
                  </a:moveTo>
                  <a:cubicBezTo>
                    <a:pt x="568" y="1"/>
                    <a:pt x="1" y="568"/>
                    <a:pt x="1" y="1261"/>
                  </a:cubicBezTo>
                  <a:cubicBezTo>
                    <a:pt x="1" y="1923"/>
                    <a:pt x="568" y="2490"/>
                    <a:pt x="1229" y="2490"/>
                  </a:cubicBezTo>
                  <a:cubicBezTo>
                    <a:pt x="1891" y="2490"/>
                    <a:pt x="2426" y="1954"/>
                    <a:pt x="2490" y="1261"/>
                  </a:cubicBezTo>
                  <a:cubicBezTo>
                    <a:pt x="2490" y="599"/>
                    <a:pt x="1922" y="1"/>
                    <a:pt x="122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8855;p68">
              <a:extLst>
                <a:ext uri="{FF2B5EF4-FFF2-40B4-BE49-F238E27FC236}">
                  <a16:creationId xmlns:a16="http://schemas.microsoft.com/office/drawing/2014/main" id="{D06CD3C4-5E00-865D-E777-6580CED358F0}"/>
                </a:ext>
              </a:extLst>
            </p:cNvPr>
            <p:cNvSpPr/>
            <p:nvPr/>
          </p:nvSpPr>
          <p:spPr>
            <a:xfrm>
              <a:off x="-37806500" y="3643030"/>
              <a:ext cx="319025" cy="206400"/>
            </a:xfrm>
            <a:custGeom>
              <a:avLst/>
              <a:gdLst/>
              <a:ahLst/>
              <a:cxnLst/>
              <a:rect l="l" t="t" r="r" b="b"/>
              <a:pathLst>
                <a:path w="12761" h="8256" extrusionOk="0">
                  <a:moveTo>
                    <a:pt x="5357" y="1702"/>
                  </a:moveTo>
                  <a:cubicBezTo>
                    <a:pt x="5609" y="1702"/>
                    <a:pt x="5798" y="1923"/>
                    <a:pt x="5798" y="2112"/>
                  </a:cubicBezTo>
                  <a:cubicBezTo>
                    <a:pt x="5766" y="2332"/>
                    <a:pt x="5609" y="2490"/>
                    <a:pt x="5357" y="2490"/>
                  </a:cubicBezTo>
                  <a:lnTo>
                    <a:pt x="2049" y="2490"/>
                  </a:lnTo>
                  <a:cubicBezTo>
                    <a:pt x="1828" y="2490"/>
                    <a:pt x="1639" y="2301"/>
                    <a:pt x="1639" y="2112"/>
                  </a:cubicBezTo>
                  <a:cubicBezTo>
                    <a:pt x="1639" y="1860"/>
                    <a:pt x="1828" y="1702"/>
                    <a:pt x="2049" y="1702"/>
                  </a:cubicBezTo>
                  <a:close/>
                  <a:moveTo>
                    <a:pt x="5357" y="3309"/>
                  </a:moveTo>
                  <a:cubicBezTo>
                    <a:pt x="5609" y="3309"/>
                    <a:pt x="5798" y="3529"/>
                    <a:pt x="5798" y="3750"/>
                  </a:cubicBezTo>
                  <a:cubicBezTo>
                    <a:pt x="5766" y="4002"/>
                    <a:pt x="5609" y="4160"/>
                    <a:pt x="5357" y="4160"/>
                  </a:cubicBezTo>
                  <a:lnTo>
                    <a:pt x="2049" y="4160"/>
                  </a:lnTo>
                  <a:cubicBezTo>
                    <a:pt x="1828" y="4160"/>
                    <a:pt x="1639" y="3939"/>
                    <a:pt x="1639" y="3750"/>
                  </a:cubicBezTo>
                  <a:cubicBezTo>
                    <a:pt x="1639" y="3529"/>
                    <a:pt x="1828" y="3309"/>
                    <a:pt x="2049" y="3309"/>
                  </a:cubicBezTo>
                  <a:close/>
                  <a:moveTo>
                    <a:pt x="5357" y="4979"/>
                  </a:moveTo>
                  <a:cubicBezTo>
                    <a:pt x="5609" y="4979"/>
                    <a:pt x="5798" y="5168"/>
                    <a:pt x="5798" y="5388"/>
                  </a:cubicBezTo>
                  <a:cubicBezTo>
                    <a:pt x="5766" y="5640"/>
                    <a:pt x="5609" y="5798"/>
                    <a:pt x="5357" y="5798"/>
                  </a:cubicBezTo>
                  <a:lnTo>
                    <a:pt x="2049" y="5798"/>
                  </a:lnTo>
                  <a:cubicBezTo>
                    <a:pt x="1828" y="5798"/>
                    <a:pt x="1639" y="5609"/>
                    <a:pt x="1639" y="5388"/>
                  </a:cubicBezTo>
                  <a:cubicBezTo>
                    <a:pt x="1639" y="5136"/>
                    <a:pt x="1828" y="4979"/>
                    <a:pt x="2049" y="4979"/>
                  </a:cubicBezTo>
                  <a:close/>
                  <a:moveTo>
                    <a:pt x="8948" y="1671"/>
                  </a:moveTo>
                  <a:cubicBezTo>
                    <a:pt x="10082" y="1671"/>
                    <a:pt x="10996" y="2584"/>
                    <a:pt x="11028" y="3750"/>
                  </a:cubicBezTo>
                  <a:cubicBezTo>
                    <a:pt x="10996" y="4916"/>
                    <a:pt x="10082" y="5798"/>
                    <a:pt x="8948" y="5798"/>
                  </a:cubicBezTo>
                  <a:cubicBezTo>
                    <a:pt x="7814" y="5798"/>
                    <a:pt x="6900" y="4853"/>
                    <a:pt x="6869" y="3750"/>
                  </a:cubicBezTo>
                  <a:cubicBezTo>
                    <a:pt x="6869" y="2616"/>
                    <a:pt x="7814" y="1702"/>
                    <a:pt x="8948" y="1671"/>
                  </a:cubicBezTo>
                  <a:close/>
                  <a:moveTo>
                    <a:pt x="1230" y="1"/>
                  </a:moveTo>
                  <a:cubicBezTo>
                    <a:pt x="568" y="1"/>
                    <a:pt x="1" y="568"/>
                    <a:pt x="1" y="1230"/>
                  </a:cubicBezTo>
                  <a:lnTo>
                    <a:pt x="1" y="6207"/>
                  </a:lnTo>
                  <a:cubicBezTo>
                    <a:pt x="1" y="6743"/>
                    <a:pt x="379" y="7184"/>
                    <a:pt x="852" y="7373"/>
                  </a:cubicBezTo>
                  <a:lnTo>
                    <a:pt x="852" y="7846"/>
                  </a:lnTo>
                  <a:cubicBezTo>
                    <a:pt x="852" y="8098"/>
                    <a:pt x="1041" y="8255"/>
                    <a:pt x="1261" y="8255"/>
                  </a:cubicBezTo>
                  <a:lnTo>
                    <a:pt x="2931" y="8255"/>
                  </a:lnTo>
                  <a:cubicBezTo>
                    <a:pt x="3151" y="8255"/>
                    <a:pt x="3372" y="8066"/>
                    <a:pt x="3372" y="7846"/>
                  </a:cubicBezTo>
                  <a:lnTo>
                    <a:pt x="3372" y="7436"/>
                  </a:lnTo>
                  <a:lnTo>
                    <a:pt x="9421" y="7436"/>
                  </a:lnTo>
                  <a:lnTo>
                    <a:pt x="9421" y="7846"/>
                  </a:lnTo>
                  <a:cubicBezTo>
                    <a:pt x="9421" y="8098"/>
                    <a:pt x="9610" y="8255"/>
                    <a:pt x="9862" y="8255"/>
                  </a:cubicBezTo>
                  <a:lnTo>
                    <a:pt x="11500" y="8255"/>
                  </a:lnTo>
                  <a:cubicBezTo>
                    <a:pt x="11752" y="8255"/>
                    <a:pt x="11941" y="8066"/>
                    <a:pt x="11941" y="7846"/>
                  </a:cubicBezTo>
                  <a:lnTo>
                    <a:pt x="11941" y="7373"/>
                  </a:lnTo>
                  <a:cubicBezTo>
                    <a:pt x="12414" y="7215"/>
                    <a:pt x="12760" y="6743"/>
                    <a:pt x="12760" y="6207"/>
                  </a:cubicBezTo>
                  <a:lnTo>
                    <a:pt x="12760" y="1230"/>
                  </a:lnTo>
                  <a:cubicBezTo>
                    <a:pt x="12666" y="599"/>
                    <a:pt x="12099" y="1"/>
                    <a:pt x="1143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4" name="Google Shape;8856;p68">
            <a:extLst>
              <a:ext uri="{FF2B5EF4-FFF2-40B4-BE49-F238E27FC236}">
                <a16:creationId xmlns:a16="http://schemas.microsoft.com/office/drawing/2014/main" id="{80D8B172-0929-FC35-584E-F116D088DF82}"/>
              </a:ext>
            </a:extLst>
          </p:cNvPr>
          <p:cNvGrpSpPr/>
          <p:nvPr/>
        </p:nvGrpSpPr>
        <p:grpSpPr>
          <a:xfrm>
            <a:off x="17700670" y="10015375"/>
            <a:ext cx="958885" cy="968471"/>
            <a:chOff x="-37804925" y="3953450"/>
            <a:chExt cx="315075" cy="318225"/>
          </a:xfrm>
          <a:solidFill>
            <a:srgbClr val="555559"/>
          </a:solidFill>
        </p:grpSpPr>
        <p:sp>
          <p:nvSpPr>
            <p:cNvPr id="1686" name="Google Shape;8857;p68">
              <a:extLst>
                <a:ext uri="{FF2B5EF4-FFF2-40B4-BE49-F238E27FC236}">
                  <a16:creationId xmlns:a16="http://schemas.microsoft.com/office/drawing/2014/main" id="{DB945EC6-B21D-AF65-AE1E-CAB94FDCDF2C}"/>
                </a:ext>
              </a:extLst>
            </p:cNvPr>
            <p:cNvSpPr/>
            <p:nvPr/>
          </p:nvSpPr>
          <p:spPr>
            <a:xfrm>
              <a:off x="-37614300" y="3955025"/>
              <a:ext cx="124450" cy="186200"/>
            </a:xfrm>
            <a:custGeom>
              <a:avLst/>
              <a:gdLst/>
              <a:ahLst/>
              <a:cxnLst/>
              <a:rect l="l" t="t" r="r" b="b"/>
              <a:pathLst>
                <a:path w="4978" h="7448" extrusionOk="0">
                  <a:moveTo>
                    <a:pt x="2489" y="820"/>
                  </a:moveTo>
                  <a:cubicBezTo>
                    <a:pt x="3403" y="820"/>
                    <a:pt x="4127" y="1576"/>
                    <a:pt x="4127" y="2490"/>
                  </a:cubicBezTo>
                  <a:cubicBezTo>
                    <a:pt x="4127" y="3372"/>
                    <a:pt x="3403" y="4128"/>
                    <a:pt x="2489" y="4128"/>
                  </a:cubicBezTo>
                  <a:cubicBezTo>
                    <a:pt x="1575" y="4128"/>
                    <a:pt x="819" y="3372"/>
                    <a:pt x="819" y="2490"/>
                  </a:cubicBezTo>
                  <a:cubicBezTo>
                    <a:pt x="819" y="1576"/>
                    <a:pt x="1575" y="820"/>
                    <a:pt x="2489" y="820"/>
                  </a:cubicBezTo>
                  <a:close/>
                  <a:moveTo>
                    <a:pt x="2489" y="1"/>
                  </a:moveTo>
                  <a:cubicBezTo>
                    <a:pt x="1103" y="1"/>
                    <a:pt x="0" y="1104"/>
                    <a:pt x="0" y="2490"/>
                  </a:cubicBezTo>
                  <a:cubicBezTo>
                    <a:pt x="0" y="3214"/>
                    <a:pt x="315" y="3845"/>
                    <a:pt x="819" y="4317"/>
                  </a:cubicBezTo>
                  <a:lnTo>
                    <a:pt x="819" y="7058"/>
                  </a:lnTo>
                  <a:cubicBezTo>
                    <a:pt x="819" y="7287"/>
                    <a:pt x="1012" y="7448"/>
                    <a:pt x="1225" y="7448"/>
                  </a:cubicBezTo>
                  <a:cubicBezTo>
                    <a:pt x="1334" y="7448"/>
                    <a:pt x="1448" y="7406"/>
                    <a:pt x="1544" y="7310"/>
                  </a:cubicBezTo>
                  <a:lnTo>
                    <a:pt x="2489" y="6365"/>
                  </a:lnTo>
                  <a:lnTo>
                    <a:pt x="3434" y="7310"/>
                  </a:lnTo>
                  <a:cubicBezTo>
                    <a:pt x="3530" y="7406"/>
                    <a:pt x="3640" y="7448"/>
                    <a:pt x="3744" y="7448"/>
                  </a:cubicBezTo>
                  <a:cubicBezTo>
                    <a:pt x="3948" y="7448"/>
                    <a:pt x="4127" y="7287"/>
                    <a:pt x="4127" y="7058"/>
                  </a:cubicBezTo>
                  <a:lnTo>
                    <a:pt x="4127" y="4317"/>
                  </a:lnTo>
                  <a:cubicBezTo>
                    <a:pt x="4663" y="3845"/>
                    <a:pt x="4978" y="3214"/>
                    <a:pt x="4978" y="2490"/>
                  </a:cubicBezTo>
                  <a:cubicBezTo>
                    <a:pt x="4978" y="1104"/>
                    <a:pt x="3875" y="1"/>
                    <a:pt x="248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8858;p68">
              <a:extLst>
                <a:ext uri="{FF2B5EF4-FFF2-40B4-BE49-F238E27FC236}">
                  <a16:creationId xmlns:a16="http://schemas.microsoft.com/office/drawing/2014/main" id="{B7E3EBEC-ED3D-F22B-6530-A9E33CDECC58}"/>
                </a:ext>
              </a:extLst>
            </p:cNvPr>
            <p:cNvSpPr/>
            <p:nvPr/>
          </p:nvSpPr>
          <p:spPr>
            <a:xfrm>
              <a:off x="-37761600" y="4230700"/>
              <a:ext cx="270175" cy="40975"/>
            </a:xfrm>
            <a:custGeom>
              <a:avLst/>
              <a:gdLst/>
              <a:ahLst/>
              <a:cxnLst/>
              <a:rect l="l" t="t" r="r" b="b"/>
              <a:pathLst>
                <a:path w="10807" h="1639" extrusionOk="0">
                  <a:moveTo>
                    <a:pt x="1450" y="1"/>
                  </a:moveTo>
                  <a:cubicBezTo>
                    <a:pt x="1292" y="788"/>
                    <a:pt x="662" y="1387"/>
                    <a:pt x="1" y="1639"/>
                  </a:cubicBezTo>
                  <a:lnTo>
                    <a:pt x="8822" y="1639"/>
                  </a:lnTo>
                  <a:cubicBezTo>
                    <a:pt x="9799" y="1639"/>
                    <a:pt x="10649" y="946"/>
                    <a:pt x="1080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8859;p68">
              <a:extLst>
                <a:ext uri="{FF2B5EF4-FFF2-40B4-BE49-F238E27FC236}">
                  <a16:creationId xmlns:a16="http://schemas.microsoft.com/office/drawing/2014/main" id="{7A00EFA7-C0EF-23BF-B12B-DA27E5750E58}"/>
                </a:ext>
              </a:extLst>
            </p:cNvPr>
            <p:cNvSpPr/>
            <p:nvPr/>
          </p:nvSpPr>
          <p:spPr>
            <a:xfrm>
              <a:off x="-37804925" y="3953450"/>
              <a:ext cx="274125" cy="295675"/>
            </a:xfrm>
            <a:custGeom>
              <a:avLst/>
              <a:gdLst/>
              <a:ahLst/>
              <a:cxnLst/>
              <a:rect l="l" t="t" r="r" b="b"/>
              <a:pathLst>
                <a:path w="10965" h="11827" extrusionOk="0">
                  <a:moveTo>
                    <a:pt x="379" y="1"/>
                  </a:moveTo>
                  <a:cubicBezTo>
                    <a:pt x="158" y="1"/>
                    <a:pt x="1" y="221"/>
                    <a:pt x="1" y="411"/>
                  </a:cubicBezTo>
                  <a:lnTo>
                    <a:pt x="1" y="10618"/>
                  </a:lnTo>
                  <a:cubicBezTo>
                    <a:pt x="1" y="11280"/>
                    <a:pt x="537" y="11815"/>
                    <a:pt x="1198" y="11815"/>
                  </a:cubicBezTo>
                  <a:cubicBezTo>
                    <a:pt x="1247" y="11823"/>
                    <a:pt x="1295" y="11826"/>
                    <a:pt x="1342" y="11826"/>
                  </a:cubicBezTo>
                  <a:cubicBezTo>
                    <a:pt x="1912" y="11826"/>
                    <a:pt x="2395" y="11318"/>
                    <a:pt x="2395" y="10650"/>
                  </a:cubicBezTo>
                  <a:cubicBezTo>
                    <a:pt x="2395" y="10398"/>
                    <a:pt x="2584" y="10272"/>
                    <a:pt x="2836" y="10272"/>
                  </a:cubicBezTo>
                  <a:lnTo>
                    <a:pt x="10965" y="10272"/>
                  </a:lnTo>
                  <a:lnTo>
                    <a:pt x="10965" y="8255"/>
                  </a:lnTo>
                  <a:cubicBezTo>
                    <a:pt x="10807" y="8161"/>
                    <a:pt x="10650" y="8098"/>
                    <a:pt x="10492" y="7972"/>
                  </a:cubicBezTo>
                  <a:lnTo>
                    <a:pt x="10146" y="7625"/>
                  </a:lnTo>
                  <a:lnTo>
                    <a:pt x="9799" y="7972"/>
                  </a:lnTo>
                  <a:cubicBezTo>
                    <a:pt x="9547" y="8224"/>
                    <a:pt x="9232" y="8318"/>
                    <a:pt x="8917" y="8318"/>
                  </a:cubicBezTo>
                  <a:cubicBezTo>
                    <a:pt x="8255" y="8318"/>
                    <a:pt x="7720" y="7783"/>
                    <a:pt x="7720" y="7058"/>
                  </a:cubicBezTo>
                  <a:lnTo>
                    <a:pt x="7720" y="4664"/>
                  </a:lnTo>
                  <a:cubicBezTo>
                    <a:pt x="7184" y="4065"/>
                    <a:pt x="6869" y="3309"/>
                    <a:pt x="6869" y="2490"/>
                  </a:cubicBezTo>
                  <a:cubicBezTo>
                    <a:pt x="6869" y="1513"/>
                    <a:pt x="7310" y="600"/>
                    <a:pt x="803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85" name="Google Shape;8860;p68">
            <a:extLst>
              <a:ext uri="{FF2B5EF4-FFF2-40B4-BE49-F238E27FC236}">
                <a16:creationId xmlns:a16="http://schemas.microsoft.com/office/drawing/2014/main" id="{2164EB7E-DADB-1DEE-1844-6EBCC2329495}"/>
              </a:ext>
            </a:extLst>
          </p:cNvPr>
          <p:cNvSpPr/>
          <p:nvPr/>
        </p:nvSpPr>
        <p:spPr>
          <a:xfrm>
            <a:off x="20182601" y="8943632"/>
            <a:ext cx="692819" cy="961245"/>
          </a:xfrm>
          <a:custGeom>
            <a:avLst/>
            <a:gdLst/>
            <a:ahLst/>
            <a:cxnLst/>
            <a:rect l="l" t="t" r="r" b="b"/>
            <a:pathLst>
              <a:path w="9106" h="12634" extrusionOk="0">
                <a:moveTo>
                  <a:pt x="7499" y="788"/>
                </a:moveTo>
                <a:lnTo>
                  <a:pt x="7499" y="1859"/>
                </a:lnTo>
                <a:cubicBezTo>
                  <a:pt x="7499" y="2426"/>
                  <a:pt x="7373" y="3025"/>
                  <a:pt x="7121" y="3529"/>
                </a:cubicBezTo>
                <a:cubicBezTo>
                  <a:pt x="6806" y="3466"/>
                  <a:pt x="6554" y="3434"/>
                  <a:pt x="6239" y="3434"/>
                </a:cubicBezTo>
                <a:cubicBezTo>
                  <a:pt x="5546" y="3434"/>
                  <a:pt x="4916" y="3592"/>
                  <a:pt x="4380" y="3844"/>
                </a:cubicBezTo>
                <a:cubicBezTo>
                  <a:pt x="3907" y="4096"/>
                  <a:pt x="3403" y="4222"/>
                  <a:pt x="2931" y="4222"/>
                </a:cubicBezTo>
                <a:cubicBezTo>
                  <a:pt x="2710" y="4222"/>
                  <a:pt x="2521" y="4159"/>
                  <a:pt x="2364" y="4127"/>
                </a:cubicBezTo>
                <a:cubicBezTo>
                  <a:pt x="2301" y="4001"/>
                  <a:pt x="2206" y="3938"/>
                  <a:pt x="2175" y="3812"/>
                </a:cubicBezTo>
                <a:cubicBezTo>
                  <a:pt x="1860" y="3277"/>
                  <a:pt x="1702" y="2552"/>
                  <a:pt x="1702" y="1859"/>
                </a:cubicBezTo>
                <a:lnTo>
                  <a:pt x="1702" y="788"/>
                </a:lnTo>
                <a:close/>
                <a:moveTo>
                  <a:pt x="5357" y="7278"/>
                </a:moveTo>
                <a:cubicBezTo>
                  <a:pt x="5451" y="7372"/>
                  <a:pt x="5546" y="7435"/>
                  <a:pt x="5672" y="7467"/>
                </a:cubicBezTo>
                <a:cubicBezTo>
                  <a:pt x="6869" y="8066"/>
                  <a:pt x="7436" y="9420"/>
                  <a:pt x="7436" y="10743"/>
                </a:cubicBezTo>
                <a:lnTo>
                  <a:pt x="7436" y="11279"/>
                </a:lnTo>
                <a:lnTo>
                  <a:pt x="4821" y="9294"/>
                </a:lnTo>
                <a:cubicBezTo>
                  <a:pt x="4742" y="9231"/>
                  <a:pt x="4648" y="9200"/>
                  <a:pt x="4553" y="9200"/>
                </a:cubicBezTo>
                <a:cubicBezTo>
                  <a:pt x="4459" y="9200"/>
                  <a:pt x="4364" y="9231"/>
                  <a:pt x="4285" y="9294"/>
                </a:cubicBezTo>
                <a:lnTo>
                  <a:pt x="1671" y="11279"/>
                </a:lnTo>
                <a:lnTo>
                  <a:pt x="1671" y="10743"/>
                </a:lnTo>
                <a:cubicBezTo>
                  <a:pt x="1671" y="9357"/>
                  <a:pt x="2238" y="8066"/>
                  <a:pt x="3435" y="7467"/>
                </a:cubicBezTo>
                <a:cubicBezTo>
                  <a:pt x="3561" y="7435"/>
                  <a:pt x="3624" y="7372"/>
                  <a:pt x="3750" y="7278"/>
                </a:cubicBezTo>
                <a:lnTo>
                  <a:pt x="4191" y="8160"/>
                </a:lnTo>
                <a:cubicBezTo>
                  <a:pt x="4270" y="8318"/>
                  <a:pt x="4411" y="8396"/>
                  <a:pt x="4557" y="8396"/>
                </a:cubicBezTo>
                <a:cubicBezTo>
                  <a:pt x="4703" y="8396"/>
                  <a:pt x="4853" y="8318"/>
                  <a:pt x="4947" y="8160"/>
                </a:cubicBezTo>
                <a:lnTo>
                  <a:pt x="5357" y="7278"/>
                </a:lnTo>
                <a:close/>
                <a:moveTo>
                  <a:pt x="410" y="0"/>
                </a:moveTo>
                <a:cubicBezTo>
                  <a:pt x="158" y="0"/>
                  <a:pt x="1" y="189"/>
                  <a:pt x="1" y="410"/>
                </a:cubicBezTo>
                <a:cubicBezTo>
                  <a:pt x="1" y="630"/>
                  <a:pt x="190" y="788"/>
                  <a:pt x="410" y="788"/>
                </a:cubicBezTo>
                <a:lnTo>
                  <a:pt x="820" y="788"/>
                </a:lnTo>
                <a:lnTo>
                  <a:pt x="820" y="1859"/>
                </a:lnTo>
                <a:cubicBezTo>
                  <a:pt x="820" y="3749"/>
                  <a:pt x="1734" y="5199"/>
                  <a:pt x="3088" y="5860"/>
                </a:cubicBezTo>
                <a:cubicBezTo>
                  <a:pt x="3403" y="6018"/>
                  <a:pt x="3403" y="6585"/>
                  <a:pt x="3088" y="6742"/>
                </a:cubicBezTo>
                <a:cubicBezTo>
                  <a:pt x="1576" y="7467"/>
                  <a:pt x="820" y="9042"/>
                  <a:pt x="820" y="10743"/>
                </a:cubicBezTo>
                <a:lnTo>
                  <a:pt x="820" y="11815"/>
                </a:lnTo>
                <a:lnTo>
                  <a:pt x="410" y="11815"/>
                </a:lnTo>
                <a:cubicBezTo>
                  <a:pt x="158" y="11815"/>
                  <a:pt x="1" y="12004"/>
                  <a:pt x="1" y="12256"/>
                </a:cubicBezTo>
                <a:cubicBezTo>
                  <a:pt x="1" y="12476"/>
                  <a:pt x="190" y="12634"/>
                  <a:pt x="410" y="12634"/>
                </a:cubicBezTo>
                <a:lnTo>
                  <a:pt x="8665" y="12634"/>
                </a:lnTo>
                <a:cubicBezTo>
                  <a:pt x="8917" y="12634"/>
                  <a:pt x="9106" y="12445"/>
                  <a:pt x="9106" y="12256"/>
                </a:cubicBezTo>
                <a:cubicBezTo>
                  <a:pt x="9106" y="12004"/>
                  <a:pt x="8917" y="11815"/>
                  <a:pt x="8665" y="11815"/>
                </a:cubicBezTo>
                <a:lnTo>
                  <a:pt x="8287" y="11815"/>
                </a:lnTo>
                <a:lnTo>
                  <a:pt x="8287" y="10743"/>
                </a:lnTo>
                <a:cubicBezTo>
                  <a:pt x="8287" y="9042"/>
                  <a:pt x="7530" y="7467"/>
                  <a:pt x="6018" y="6742"/>
                </a:cubicBezTo>
                <a:cubicBezTo>
                  <a:pt x="5703" y="6585"/>
                  <a:pt x="5672" y="6018"/>
                  <a:pt x="6018" y="5860"/>
                </a:cubicBezTo>
                <a:cubicBezTo>
                  <a:pt x="7530" y="5136"/>
                  <a:pt x="8287" y="3560"/>
                  <a:pt x="8287" y="1859"/>
                </a:cubicBezTo>
                <a:lnTo>
                  <a:pt x="8287" y="788"/>
                </a:lnTo>
                <a:lnTo>
                  <a:pt x="8665" y="788"/>
                </a:lnTo>
                <a:cubicBezTo>
                  <a:pt x="8917" y="788"/>
                  <a:pt x="9106" y="599"/>
                  <a:pt x="9106" y="410"/>
                </a:cubicBezTo>
                <a:cubicBezTo>
                  <a:pt x="9106" y="158"/>
                  <a:pt x="8917" y="0"/>
                  <a:pt x="8665"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 name="Picture 1">
            <a:extLst>
              <a:ext uri="{FF2B5EF4-FFF2-40B4-BE49-F238E27FC236}">
                <a16:creationId xmlns:a16="http://schemas.microsoft.com/office/drawing/2014/main" id="{B2DCADB5-6C15-98FD-11FE-BDE843A80CBB}"/>
              </a:ext>
            </a:extLst>
          </p:cNvPr>
          <p:cNvPicPr>
            <a:picLocks noChangeAspect="1"/>
          </p:cNvPicPr>
          <p:nvPr/>
        </p:nvPicPr>
        <p:blipFill rotWithShape="1">
          <a:blip r:embed="rId2">
            <a:extLst>
              <a:ext uri="{28A0092B-C50C-407E-A947-70E740481C1C}">
                <a14:useLocalDpi xmlns:a14="http://schemas.microsoft.com/office/drawing/2010/main" val="0"/>
              </a:ext>
            </a:extLst>
          </a:blip>
          <a:srcRect l="-44764" t="55302" r="45710" b="1985"/>
          <a:stretch/>
        </p:blipFill>
        <p:spPr>
          <a:xfrm>
            <a:off x="-736428" y="0"/>
            <a:ext cx="1413659" cy="13716000"/>
          </a:xfrm>
          <a:prstGeom prst="rect">
            <a:avLst/>
          </a:prstGeom>
        </p:spPr>
      </p:pic>
    </p:spTree>
    <p:extLst>
      <p:ext uri="{BB962C8B-B14F-4D97-AF65-F5344CB8AC3E}">
        <p14:creationId xmlns:p14="http://schemas.microsoft.com/office/powerpoint/2010/main" val="4072062620"/>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31C483A-06EA-FB89-16BC-06903EE9B620}"/>
              </a:ext>
            </a:extLst>
          </p:cNvPr>
          <p:cNvSpPr>
            <a:spLocks noGrp="1"/>
          </p:cNvSpPr>
          <p:nvPr>
            <p:ph type="ftr" sz="quarter" idx="27"/>
          </p:nvPr>
        </p:nvSpPr>
        <p:spPr/>
        <p:txBody>
          <a:bodyPr/>
          <a:lstStyle/>
          <a:p>
            <a:r>
              <a:rPr lang="en-US"/>
              <a:t>2024 © Retail Consult - All rights reserved</a:t>
            </a:r>
          </a:p>
        </p:txBody>
      </p:sp>
      <p:sp>
        <p:nvSpPr>
          <p:cNvPr id="5" name="Slide Number Placeholder 4">
            <a:extLst>
              <a:ext uri="{FF2B5EF4-FFF2-40B4-BE49-F238E27FC236}">
                <a16:creationId xmlns:a16="http://schemas.microsoft.com/office/drawing/2014/main" id="{E3B75F38-9C84-88F1-ACCC-0E82B6DB9FF3}"/>
              </a:ext>
            </a:extLst>
          </p:cNvPr>
          <p:cNvSpPr>
            <a:spLocks noGrp="1"/>
          </p:cNvSpPr>
          <p:nvPr>
            <p:ph type="sldNum" sz="quarter" idx="28"/>
          </p:nvPr>
        </p:nvSpPr>
        <p:spPr/>
        <p:txBody>
          <a:bodyPr/>
          <a:lstStyle/>
          <a:p>
            <a:fld id="{9A4417C4-43A3-444C-837D-103BA5C8224B}" type="slidenum">
              <a:rPr lang="en-US" smtClean="0"/>
              <a:pPr/>
              <a:t>17</a:t>
            </a:fld>
            <a:endParaRPr lang="en-US"/>
          </a:p>
        </p:txBody>
      </p:sp>
      <p:sp>
        <p:nvSpPr>
          <p:cNvPr id="6" name="Text Placeholder 1">
            <a:extLst>
              <a:ext uri="{FF2B5EF4-FFF2-40B4-BE49-F238E27FC236}">
                <a16:creationId xmlns:a16="http://schemas.microsoft.com/office/drawing/2014/main" id="{9D9A6959-A86D-84B0-6788-89A5753FE4DE}"/>
              </a:ext>
            </a:extLst>
          </p:cNvPr>
          <p:cNvSpPr>
            <a:spLocks noGrp="1"/>
          </p:cNvSpPr>
          <p:nvPr>
            <p:ph type="body" sz="quarter" idx="24"/>
          </p:nvPr>
        </p:nvSpPr>
        <p:spPr>
          <a:xfrm>
            <a:off x="1263435" y="1101849"/>
            <a:ext cx="15148317" cy="1457325"/>
          </a:xfrm>
        </p:spPr>
        <p:txBody>
          <a:bodyPr/>
          <a:lstStyle/>
          <a:p>
            <a:r>
              <a:rPr lang="en-US"/>
              <a:t>HELP &amp; SUPPORT PROCESS ICONS</a:t>
            </a:r>
          </a:p>
        </p:txBody>
      </p:sp>
      <p:grpSp>
        <p:nvGrpSpPr>
          <p:cNvPr id="7" name="Google Shape;8866;p69">
            <a:extLst>
              <a:ext uri="{FF2B5EF4-FFF2-40B4-BE49-F238E27FC236}">
                <a16:creationId xmlns:a16="http://schemas.microsoft.com/office/drawing/2014/main" id="{1DFFB559-96ED-1A9A-19DC-6BC53A542870}"/>
              </a:ext>
            </a:extLst>
          </p:cNvPr>
          <p:cNvGrpSpPr/>
          <p:nvPr/>
        </p:nvGrpSpPr>
        <p:grpSpPr>
          <a:xfrm>
            <a:off x="1873711" y="3921870"/>
            <a:ext cx="756297" cy="919997"/>
            <a:chOff x="-35830350" y="1912725"/>
            <a:chExt cx="241050" cy="293225"/>
          </a:xfrm>
          <a:solidFill>
            <a:srgbClr val="555559"/>
          </a:solidFill>
        </p:grpSpPr>
        <p:sp>
          <p:nvSpPr>
            <p:cNvPr id="8" name="Google Shape;8867;p69">
              <a:extLst>
                <a:ext uri="{FF2B5EF4-FFF2-40B4-BE49-F238E27FC236}">
                  <a16:creationId xmlns:a16="http://schemas.microsoft.com/office/drawing/2014/main" id="{B221F7C5-2F12-A31D-23DC-CE4FCCC413A7}"/>
                </a:ext>
              </a:extLst>
            </p:cNvPr>
            <p:cNvSpPr/>
            <p:nvPr/>
          </p:nvSpPr>
          <p:spPr>
            <a:xfrm>
              <a:off x="-35830350" y="1912725"/>
              <a:ext cx="241050" cy="293225"/>
            </a:xfrm>
            <a:custGeom>
              <a:avLst/>
              <a:gdLst/>
              <a:ahLst/>
              <a:cxnLst/>
              <a:rect l="l" t="t" r="r" b="b"/>
              <a:pathLst>
                <a:path w="9642" h="11729" extrusionOk="0">
                  <a:moveTo>
                    <a:pt x="8665" y="694"/>
                  </a:moveTo>
                  <a:cubicBezTo>
                    <a:pt x="8822" y="726"/>
                    <a:pt x="8980" y="883"/>
                    <a:pt x="8980" y="1041"/>
                  </a:cubicBezTo>
                  <a:lnTo>
                    <a:pt x="8980" y="7562"/>
                  </a:lnTo>
                  <a:lnTo>
                    <a:pt x="2836" y="7562"/>
                  </a:lnTo>
                  <a:lnTo>
                    <a:pt x="2836" y="694"/>
                  </a:lnTo>
                  <a:close/>
                  <a:moveTo>
                    <a:pt x="2175" y="726"/>
                  </a:moveTo>
                  <a:lnTo>
                    <a:pt x="2175" y="7625"/>
                  </a:lnTo>
                  <a:lnTo>
                    <a:pt x="1828" y="7625"/>
                  </a:lnTo>
                  <a:cubicBezTo>
                    <a:pt x="1450" y="7625"/>
                    <a:pt x="1072" y="7720"/>
                    <a:pt x="788" y="7972"/>
                  </a:cubicBezTo>
                  <a:lnTo>
                    <a:pt x="788" y="1797"/>
                  </a:lnTo>
                  <a:cubicBezTo>
                    <a:pt x="788" y="1198"/>
                    <a:pt x="1261" y="726"/>
                    <a:pt x="1828" y="726"/>
                  </a:cubicBezTo>
                  <a:close/>
                  <a:moveTo>
                    <a:pt x="8791" y="8287"/>
                  </a:moveTo>
                  <a:cubicBezTo>
                    <a:pt x="8696" y="8507"/>
                    <a:pt x="8665" y="8759"/>
                    <a:pt x="8633" y="8948"/>
                  </a:cubicBezTo>
                  <a:lnTo>
                    <a:pt x="1734" y="8948"/>
                  </a:lnTo>
                  <a:cubicBezTo>
                    <a:pt x="1545" y="8948"/>
                    <a:pt x="1387" y="9106"/>
                    <a:pt x="1387" y="9295"/>
                  </a:cubicBezTo>
                  <a:cubicBezTo>
                    <a:pt x="1387" y="9515"/>
                    <a:pt x="1545" y="9673"/>
                    <a:pt x="1734" y="9673"/>
                  </a:cubicBezTo>
                  <a:lnTo>
                    <a:pt x="4821" y="9673"/>
                  </a:lnTo>
                  <a:lnTo>
                    <a:pt x="4821" y="10335"/>
                  </a:lnTo>
                  <a:lnTo>
                    <a:pt x="1860" y="10335"/>
                  </a:lnTo>
                  <a:cubicBezTo>
                    <a:pt x="1293" y="10335"/>
                    <a:pt x="757" y="9925"/>
                    <a:pt x="757" y="9295"/>
                  </a:cubicBezTo>
                  <a:cubicBezTo>
                    <a:pt x="757" y="8728"/>
                    <a:pt x="1230" y="8287"/>
                    <a:pt x="1765" y="8287"/>
                  </a:cubicBezTo>
                  <a:close/>
                  <a:moveTo>
                    <a:pt x="8665" y="9673"/>
                  </a:moveTo>
                  <a:cubicBezTo>
                    <a:pt x="8696" y="9894"/>
                    <a:pt x="8759" y="10146"/>
                    <a:pt x="8822" y="10335"/>
                  </a:cubicBezTo>
                  <a:lnTo>
                    <a:pt x="7594" y="10335"/>
                  </a:lnTo>
                  <a:lnTo>
                    <a:pt x="7594" y="9673"/>
                  </a:lnTo>
                  <a:close/>
                  <a:moveTo>
                    <a:pt x="6900" y="9673"/>
                  </a:moveTo>
                  <a:lnTo>
                    <a:pt x="6900" y="10693"/>
                  </a:lnTo>
                  <a:lnTo>
                    <a:pt x="6428" y="10398"/>
                  </a:lnTo>
                  <a:cubicBezTo>
                    <a:pt x="6396" y="10366"/>
                    <a:pt x="6302" y="10366"/>
                    <a:pt x="6239" y="10366"/>
                  </a:cubicBezTo>
                  <a:cubicBezTo>
                    <a:pt x="6144" y="10366"/>
                    <a:pt x="6113" y="10366"/>
                    <a:pt x="6018" y="10398"/>
                  </a:cubicBezTo>
                  <a:lnTo>
                    <a:pt x="5514" y="10713"/>
                  </a:lnTo>
                  <a:lnTo>
                    <a:pt x="5514" y="9673"/>
                  </a:lnTo>
                  <a:close/>
                  <a:moveTo>
                    <a:pt x="1734" y="1"/>
                  </a:moveTo>
                  <a:cubicBezTo>
                    <a:pt x="1261" y="1"/>
                    <a:pt x="820" y="222"/>
                    <a:pt x="505" y="537"/>
                  </a:cubicBezTo>
                  <a:cubicBezTo>
                    <a:pt x="190" y="820"/>
                    <a:pt x="1" y="1261"/>
                    <a:pt x="1" y="1734"/>
                  </a:cubicBezTo>
                  <a:lnTo>
                    <a:pt x="1" y="9295"/>
                  </a:lnTo>
                  <a:cubicBezTo>
                    <a:pt x="95" y="10272"/>
                    <a:pt x="946" y="10996"/>
                    <a:pt x="1860" y="10996"/>
                  </a:cubicBezTo>
                  <a:lnTo>
                    <a:pt x="4853" y="10996"/>
                  </a:lnTo>
                  <a:lnTo>
                    <a:pt x="4853" y="11343"/>
                  </a:lnTo>
                  <a:cubicBezTo>
                    <a:pt x="4853" y="11469"/>
                    <a:pt x="4916" y="11595"/>
                    <a:pt x="5042" y="11658"/>
                  </a:cubicBezTo>
                  <a:cubicBezTo>
                    <a:pt x="5099" y="11700"/>
                    <a:pt x="5155" y="11717"/>
                    <a:pt x="5209" y="11717"/>
                  </a:cubicBezTo>
                  <a:cubicBezTo>
                    <a:pt x="5275" y="11717"/>
                    <a:pt x="5336" y="11692"/>
                    <a:pt x="5388" y="11658"/>
                  </a:cubicBezTo>
                  <a:lnTo>
                    <a:pt x="6239" y="11122"/>
                  </a:lnTo>
                  <a:lnTo>
                    <a:pt x="7058" y="11658"/>
                  </a:lnTo>
                  <a:cubicBezTo>
                    <a:pt x="7121" y="11705"/>
                    <a:pt x="7176" y="11729"/>
                    <a:pt x="7231" y="11729"/>
                  </a:cubicBezTo>
                  <a:cubicBezTo>
                    <a:pt x="7286" y="11729"/>
                    <a:pt x="7342" y="11705"/>
                    <a:pt x="7405" y="11658"/>
                  </a:cubicBezTo>
                  <a:cubicBezTo>
                    <a:pt x="7531" y="11595"/>
                    <a:pt x="7594" y="11500"/>
                    <a:pt x="7594" y="11343"/>
                  </a:cubicBezTo>
                  <a:lnTo>
                    <a:pt x="7594" y="10996"/>
                  </a:lnTo>
                  <a:lnTo>
                    <a:pt x="9295" y="10996"/>
                  </a:lnTo>
                  <a:cubicBezTo>
                    <a:pt x="9421" y="10996"/>
                    <a:pt x="9547" y="10933"/>
                    <a:pt x="9578" y="10839"/>
                  </a:cubicBezTo>
                  <a:cubicBezTo>
                    <a:pt x="9641" y="10713"/>
                    <a:pt x="9641" y="10618"/>
                    <a:pt x="9578" y="10524"/>
                  </a:cubicBezTo>
                  <a:cubicBezTo>
                    <a:pt x="9169" y="9767"/>
                    <a:pt x="9169" y="8885"/>
                    <a:pt x="9578" y="8098"/>
                  </a:cubicBezTo>
                  <a:cubicBezTo>
                    <a:pt x="9610" y="8035"/>
                    <a:pt x="9610" y="8003"/>
                    <a:pt x="9610" y="7909"/>
                  </a:cubicBezTo>
                  <a:lnTo>
                    <a:pt x="9610" y="1041"/>
                  </a:lnTo>
                  <a:cubicBezTo>
                    <a:pt x="9610" y="474"/>
                    <a:pt x="9137" y="1"/>
                    <a:pt x="860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8868;p69">
              <a:extLst>
                <a:ext uri="{FF2B5EF4-FFF2-40B4-BE49-F238E27FC236}">
                  <a16:creationId xmlns:a16="http://schemas.microsoft.com/office/drawing/2014/main" id="{DFC2E704-9481-A9F0-27E6-18325BBA443E}"/>
                </a:ext>
              </a:extLst>
            </p:cNvPr>
            <p:cNvSpPr/>
            <p:nvPr/>
          </p:nvSpPr>
          <p:spPr>
            <a:xfrm>
              <a:off x="-35742925" y="1965500"/>
              <a:ext cx="120550" cy="119750"/>
            </a:xfrm>
            <a:custGeom>
              <a:avLst/>
              <a:gdLst/>
              <a:ahLst/>
              <a:cxnLst/>
              <a:rect l="l" t="t" r="r" b="b"/>
              <a:pathLst>
                <a:path w="4822" h="4790" extrusionOk="0">
                  <a:moveTo>
                    <a:pt x="2364" y="694"/>
                  </a:moveTo>
                  <a:cubicBezTo>
                    <a:pt x="2773" y="694"/>
                    <a:pt x="3057" y="1009"/>
                    <a:pt x="3057" y="1356"/>
                  </a:cubicBezTo>
                  <a:cubicBezTo>
                    <a:pt x="3057" y="1765"/>
                    <a:pt x="2742" y="2049"/>
                    <a:pt x="2364" y="2049"/>
                  </a:cubicBezTo>
                  <a:cubicBezTo>
                    <a:pt x="2348" y="2050"/>
                    <a:pt x="2332" y="2051"/>
                    <a:pt x="2316" y="2051"/>
                  </a:cubicBezTo>
                  <a:cubicBezTo>
                    <a:pt x="1989" y="2051"/>
                    <a:pt x="1702" y="1746"/>
                    <a:pt x="1702" y="1356"/>
                  </a:cubicBezTo>
                  <a:cubicBezTo>
                    <a:pt x="1702" y="977"/>
                    <a:pt x="2017" y="694"/>
                    <a:pt x="2364" y="694"/>
                  </a:cubicBezTo>
                  <a:close/>
                  <a:moveTo>
                    <a:pt x="2427" y="2742"/>
                  </a:moveTo>
                  <a:cubicBezTo>
                    <a:pt x="3246" y="2742"/>
                    <a:pt x="3939" y="3340"/>
                    <a:pt x="4097" y="4128"/>
                  </a:cubicBezTo>
                  <a:lnTo>
                    <a:pt x="757" y="4128"/>
                  </a:lnTo>
                  <a:cubicBezTo>
                    <a:pt x="883" y="3340"/>
                    <a:pt x="1576" y="2742"/>
                    <a:pt x="2427" y="2742"/>
                  </a:cubicBezTo>
                  <a:close/>
                  <a:moveTo>
                    <a:pt x="2427" y="1"/>
                  </a:moveTo>
                  <a:cubicBezTo>
                    <a:pt x="1671" y="1"/>
                    <a:pt x="1041" y="599"/>
                    <a:pt x="1041" y="1356"/>
                  </a:cubicBezTo>
                  <a:cubicBezTo>
                    <a:pt x="1041" y="1734"/>
                    <a:pt x="1167" y="2049"/>
                    <a:pt x="1387" y="2269"/>
                  </a:cubicBezTo>
                  <a:cubicBezTo>
                    <a:pt x="568" y="2647"/>
                    <a:pt x="32" y="3498"/>
                    <a:pt x="32" y="4443"/>
                  </a:cubicBezTo>
                  <a:cubicBezTo>
                    <a:pt x="1" y="4632"/>
                    <a:pt x="158" y="4790"/>
                    <a:pt x="379" y="4790"/>
                  </a:cubicBezTo>
                  <a:lnTo>
                    <a:pt x="4475" y="4790"/>
                  </a:lnTo>
                  <a:cubicBezTo>
                    <a:pt x="4664" y="4790"/>
                    <a:pt x="4821" y="4632"/>
                    <a:pt x="4821" y="4443"/>
                  </a:cubicBezTo>
                  <a:cubicBezTo>
                    <a:pt x="4821" y="3498"/>
                    <a:pt x="4254" y="2647"/>
                    <a:pt x="3435" y="2269"/>
                  </a:cubicBezTo>
                  <a:cubicBezTo>
                    <a:pt x="3687" y="2049"/>
                    <a:pt x="3813" y="1702"/>
                    <a:pt x="3813" y="1356"/>
                  </a:cubicBezTo>
                  <a:cubicBezTo>
                    <a:pt x="3813" y="599"/>
                    <a:pt x="3183" y="1"/>
                    <a:pt x="242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 name="Google Shape;8869;p69">
            <a:extLst>
              <a:ext uri="{FF2B5EF4-FFF2-40B4-BE49-F238E27FC236}">
                <a16:creationId xmlns:a16="http://schemas.microsoft.com/office/drawing/2014/main" id="{68540484-AA09-9004-E169-DBA43EE07853}"/>
              </a:ext>
            </a:extLst>
          </p:cNvPr>
          <p:cNvGrpSpPr/>
          <p:nvPr/>
        </p:nvGrpSpPr>
        <p:grpSpPr>
          <a:xfrm>
            <a:off x="1792214" y="5091067"/>
            <a:ext cx="919291" cy="914429"/>
            <a:chOff x="-35854750" y="2272675"/>
            <a:chExt cx="293000" cy="291450"/>
          </a:xfrm>
          <a:solidFill>
            <a:srgbClr val="555559"/>
          </a:solidFill>
        </p:grpSpPr>
        <p:sp>
          <p:nvSpPr>
            <p:cNvPr id="11" name="Google Shape;8870;p69">
              <a:extLst>
                <a:ext uri="{FF2B5EF4-FFF2-40B4-BE49-F238E27FC236}">
                  <a16:creationId xmlns:a16="http://schemas.microsoft.com/office/drawing/2014/main" id="{39986403-4EB6-FAA5-CE99-FC264BF64749}"/>
                </a:ext>
              </a:extLst>
            </p:cNvPr>
            <p:cNvSpPr/>
            <p:nvPr/>
          </p:nvSpPr>
          <p:spPr>
            <a:xfrm>
              <a:off x="-35854750" y="2272675"/>
              <a:ext cx="293000" cy="291450"/>
            </a:xfrm>
            <a:custGeom>
              <a:avLst/>
              <a:gdLst/>
              <a:ahLst/>
              <a:cxnLst/>
              <a:rect l="l" t="t" r="r" b="b"/>
              <a:pathLst>
                <a:path w="11720" h="11658" extrusionOk="0">
                  <a:moveTo>
                    <a:pt x="5844" y="654"/>
                  </a:moveTo>
                  <a:cubicBezTo>
                    <a:pt x="6144" y="654"/>
                    <a:pt x="6443" y="773"/>
                    <a:pt x="6679" y="1009"/>
                  </a:cubicBezTo>
                  <a:lnTo>
                    <a:pt x="7057" y="1355"/>
                  </a:lnTo>
                  <a:lnTo>
                    <a:pt x="4600" y="1355"/>
                  </a:lnTo>
                  <a:lnTo>
                    <a:pt x="5009" y="1009"/>
                  </a:lnTo>
                  <a:cubicBezTo>
                    <a:pt x="5246" y="773"/>
                    <a:pt x="5545" y="654"/>
                    <a:pt x="5844" y="654"/>
                  </a:cubicBezTo>
                  <a:close/>
                  <a:moveTo>
                    <a:pt x="2080" y="3939"/>
                  </a:moveTo>
                  <a:lnTo>
                    <a:pt x="2080" y="6365"/>
                  </a:lnTo>
                  <a:lnTo>
                    <a:pt x="819" y="5136"/>
                  </a:lnTo>
                  <a:lnTo>
                    <a:pt x="2080" y="3939"/>
                  </a:lnTo>
                  <a:close/>
                  <a:moveTo>
                    <a:pt x="9609" y="3876"/>
                  </a:moveTo>
                  <a:lnTo>
                    <a:pt x="10869" y="5136"/>
                  </a:lnTo>
                  <a:lnTo>
                    <a:pt x="9609" y="6365"/>
                  </a:lnTo>
                  <a:lnTo>
                    <a:pt x="9609" y="3876"/>
                  </a:lnTo>
                  <a:close/>
                  <a:moveTo>
                    <a:pt x="8570" y="2080"/>
                  </a:moveTo>
                  <a:cubicBezTo>
                    <a:pt x="8790" y="2080"/>
                    <a:pt x="8948" y="2238"/>
                    <a:pt x="8948" y="2427"/>
                  </a:cubicBezTo>
                  <a:lnTo>
                    <a:pt x="8948" y="7089"/>
                  </a:lnTo>
                  <a:lnTo>
                    <a:pt x="8286" y="7751"/>
                  </a:lnTo>
                  <a:cubicBezTo>
                    <a:pt x="7593" y="7152"/>
                    <a:pt x="6774" y="6837"/>
                    <a:pt x="5860" y="6837"/>
                  </a:cubicBezTo>
                  <a:cubicBezTo>
                    <a:pt x="4978" y="6837"/>
                    <a:pt x="4127" y="7152"/>
                    <a:pt x="3466" y="7751"/>
                  </a:cubicBezTo>
                  <a:lnTo>
                    <a:pt x="2804" y="7089"/>
                  </a:lnTo>
                  <a:lnTo>
                    <a:pt x="2804" y="2427"/>
                  </a:lnTo>
                  <a:cubicBezTo>
                    <a:pt x="2804" y="2238"/>
                    <a:pt x="2962" y="2080"/>
                    <a:pt x="3119" y="2080"/>
                  </a:cubicBezTo>
                  <a:close/>
                  <a:moveTo>
                    <a:pt x="693" y="5987"/>
                  </a:moveTo>
                  <a:lnTo>
                    <a:pt x="2993" y="8223"/>
                  </a:lnTo>
                  <a:lnTo>
                    <a:pt x="693" y="10492"/>
                  </a:lnTo>
                  <a:lnTo>
                    <a:pt x="693" y="5987"/>
                  </a:lnTo>
                  <a:close/>
                  <a:moveTo>
                    <a:pt x="11027" y="5987"/>
                  </a:moveTo>
                  <a:lnTo>
                    <a:pt x="11027" y="10492"/>
                  </a:lnTo>
                  <a:lnTo>
                    <a:pt x="8727" y="8223"/>
                  </a:lnTo>
                  <a:lnTo>
                    <a:pt x="11027" y="5987"/>
                  </a:lnTo>
                  <a:close/>
                  <a:moveTo>
                    <a:pt x="5829" y="7499"/>
                  </a:moveTo>
                  <a:cubicBezTo>
                    <a:pt x="6616" y="7499"/>
                    <a:pt x="7309" y="7814"/>
                    <a:pt x="7876" y="8381"/>
                  </a:cubicBezTo>
                  <a:lnTo>
                    <a:pt x="10523" y="10964"/>
                  </a:lnTo>
                  <a:lnTo>
                    <a:pt x="1166" y="10964"/>
                  </a:lnTo>
                  <a:lnTo>
                    <a:pt x="3781" y="8381"/>
                  </a:lnTo>
                  <a:cubicBezTo>
                    <a:pt x="4316" y="7814"/>
                    <a:pt x="5041" y="7499"/>
                    <a:pt x="5829" y="7499"/>
                  </a:cubicBezTo>
                  <a:close/>
                  <a:moveTo>
                    <a:pt x="5864" y="1"/>
                  </a:moveTo>
                  <a:cubicBezTo>
                    <a:pt x="5380" y="1"/>
                    <a:pt x="4899" y="190"/>
                    <a:pt x="4537" y="568"/>
                  </a:cubicBezTo>
                  <a:lnTo>
                    <a:pt x="3655" y="1387"/>
                  </a:lnTo>
                  <a:lnTo>
                    <a:pt x="3119" y="1387"/>
                  </a:lnTo>
                  <a:cubicBezTo>
                    <a:pt x="2552" y="1387"/>
                    <a:pt x="2080" y="1859"/>
                    <a:pt x="2080" y="2427"/>
                  </a:cubicBezTo>
                  <a:lnTo>
                    <a:pt x="2080" y="2962"/>
                  </a:lnTo>
                  <a:lnTo>
                    <a:pt x="315" y="4726"/>
                  </a:lnTo>
                  <a:cubicBezTo>
                    <a:pt x="126" y="4915"/>
                    <a:pt x="0" y="5136"/>
                    <a:pt x="0" y="5420"/>
                  </a:cubicBezTo>
                  <a:lnTo>
                    <a:pt x="0" y="10618"/>
                  </a:lnTo>
                  <a:cubicBezTo>
                    <a:pt x="32" y="11216"/>
                    <a:pt x="473" y="11657"/>
                    <a:pt x="1071" y="11657"/>
                  </a:cubicBezTo>
                  <a:lnTo>
                    <a:pt x="10680" y="11657"/>
                  </a:lnTo>
                  <a:cubicBezTo>
                    <a:pt x="11216" y="11657"/>
                    <a:pt x="11720" y="11185"/>
                    <a:pt x="11720" y="10618"/>
                  </a:cubicBezTo>
                  <a:lnTo>
                    <a:pt x="11720" y="5420"/>
                  </a:lnTo>
                  <a:cubicBezTo>
                    <a:pt x="11720" y="5136"/>
                    <a:pt x="11626" y="4915"/>
                    <a:pt x="11405" y="4726"/>
                  </a:cubicBezTo>
                  <a:lnTo>
                    <a:pt x="9641" y="2962"/>
                  </a:lnTo>
                  <a:lnTo>
                    <a:pt x="9641" y="2427"/>
                  </a:lnTo>
                  <a:cubicBezTo>
                    <a:pt x="9641" y="1859"/>
                    <a:pt x="9168" y="1387"/>
                    <a:pt x="8633" y="1387"/>
                  </a:cubicBezTo>
                  <a:lnTo>
                    <a:pt x="8065" y="1387"/>
                  </a:lnTo>
                  <a:lnTo>
                    <a:pt x="7215" y="568"/>
                  </a:lnTo>
                  <a:cubicBezTo>
                    <a:pt x="6837" y="190"/>
                    <a:pt x="6348" y="1"/>
                    <a:pt x="586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8871;p69">
              <a:extLst>
                <a:ext uri="{FF2B5EF4-FFF2-40B4-BE49-F238E27FC236}">
                  <a16:creationId xmlns:a16="http://schemas.microsoft.com/office/drawing/2014/main" id="{6886FA88-E64D-CD23-62A2-703F6A7BF6E3}"/>
                </a:ext>
              </a:extLst>
            </p:cNvPr>
            <p:cNvSpPr/>
            <p:nvPr/>
          </p:nvSpPr>
          <p:spPr>
            <a:xfrm>
              <a:off x="-35733475" y="2340425"/>
              <a:ext cx="51225" cy="68550"/>
            </a:xfrm>
            <a:custGeom>
              <a:avLst/>
              <a:gdLst/>
              <a:ahLst/>
              <a:cxnLst/>
              <a:rect l="l" t="t" r="r" b="b"/>
              <a:pathLst>
                <a:path w="2049" h="2742" extrusionOk="0">
                  <a:moveTo>
                    <a:pt x="1009" y="0"/>
                  </a:moveTo>
                  <a:cubicBezTo>
                    <a:pt x="474" y="0"/>
                    <a:pt x="1" y="473"/>
                    <a:pt x="1" y="1008"/>
                  </a:cubicBezTo>
                  <a:cubicBezTo>
                    <a:pt x="1" y="1260"/>
                    <a:pt x="158" y="1418"/>
                    <a:pt x="316" y="1418"/>
                  </a:cubicBezTo>
                  <a:cubicBezTo>
                    <a:pt x="505" y="1418"/>
                    <a:pt x="663" y="1260"/>
                    <a:pt x="663" y="1040"/>
                  </a:cubicBezTo>
                  <a:cubicBezTo>
                    <a:pt x="663" y="851"/>
                    <a:pt x="820" y="693"/>
                    <a:pt x="1009" y="693"/>
                  </a:cubicBezTo>
                  <a:cubicBezTo>
                    <a:pt x="1198" y="693"/>
                    <a:pt x="1356" y="851"/>
                    <a:pt x="1356" y="1040"/>
                  </a:cubicBezTo>
                  <a:cubicBezTo>
                    <a:pt x="1356" y="1229"/>
                    <a:pt x="1293" y="1323"/>
                    <a:pt x="1135" y="1386"/>
                  </a:cubicBezTo>
                  <a:cubicBezTo>
                    <a:pt x="852" y="1449"/>
                    <a:pt x="663" y="1733"/>
                    <a:pt x="663" y="2016"/>
                  </a:cubicBezTo>
                  <a:lnTo>
                    <a:pt x="663" y="2394"/>
                  </a:lnTo>
                  <a:cubicBezTo>
                    <a:pt x="663" y="2583"/>
                    <a:pt x="820" y="2741"/>
                    <a:pt x="1009" y="2741"/>
                  </a:cubicBezTo>
                  <a:cubicBezTo>
                    <a:pt x="1230" y="2741"/>
                    <a:pt x="1387" y="2583"/>
                    <a:pt x="1387" y="2394"/>
                  </a:cubicBezTo>
                  <a:lnTo>
                    <a:pt x="1387" y="2016"/>
                  </a:lnTo>
                  <a:cubicBezTo>
                    <a:pt x="1765" y="1827"/>
                    <a:pt x="2049" y="1449"/>
                    <a:pt x="2049" y="1008"/>
                  </a:cubicBezTo>
                  <a:cubicBezTo>
                    <a:pt x="2049" y="473"/>
                    <a:pt x="1576" y="0"/>
                    <a:pt x="100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8872;p69">
              <a:extLst>
                <a:ext uri="{FF2B5EF4-FFF2-40B4-BE49-F238E27FC236}">
                  <a16:creationId xmlns:a16="http://schemas.microsoft.com/office/drawing/2014/main" id="{1ABCC85A-10CC-8D09-3B9F-C379F8A1EDA2}"/>
                </a:ext>
              </a:extLst>
            </p:cNvPr>
            <p:cNvSpPr/>
            <p:nvPr/>
          </p:nvSpPr>
          <p:spPr>
            <a:xfrm>
              <a:off x="-35716925" y="2418400"/>
              <a:ext cx="17350" cy="17350"/>
            </a:xfrm>
            <a:custGeom>
              <a:avLst/>
              <a:gdLst/>
              <a:ahLst/>
              <a:cxnLst/>
              <a:rect l="l" t="t" r="r" b="b"/>
              <a:pathLst>
                <a:path w="694" h="694" extrusionOk="0">
                  <a:moveTo>
                    <a:pt x="347" y="0"/>
                  </a:moveTo>
                  <a:cubicBezTo>
                    <a:pt x="158" y="0"/>
                    <a:pt x="1" y="158"/>
                    <a:pt x="1" y="347"/>
                  </a:cubicBezTo>
                  <a:cubicBezTo>
                    <a:pt x="1" y="536"/>
                    <a:pt x="158" y="693"/>
                    <a:pt x="347" y="693"/>
                  </a:cubicBezTo>
                  <a:cubicBezTo>
                    <a:pt x="536" y="693"/>
                    <a:pt x="694" y="536"/>
                    <a:pt x="694" y="347"/>
                  </a:cubicBezTo>
                  <a:cubicBezTo>
                    <a:pt x="662" y="158"/>
                    <a:pt x="536"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8873;p69">
            <a:extLst>
              <a:ext uri="{FF2B5EF4-FFF2-40B4-BE49-F238E27FC236}">
                <a16:creationId xmlns:a16="http://schemas.microsoft.com/office/drawing/2014/main" id="{725A77DB-E1FB-B777-C57B-BE4475D052E7}"/>
              </a:ext>
            </a:extLst>
          </p:cNvPr>
          <p:cNvGrpSpPr/>
          <p:nvPr/>
        </p:nvGrpSpPr>
        <p:grpSpPr>
          <a:xfrm>
            <a:off x="1790957" y="6169741"/>
            <a:ext cx="921801" cy="916939"/>
            <a:chOff x="-35853975" y="2631825"/>
            <a:chExt cx="293800" cy="292250"/>
          </a:xfrm>
          <a:solidFill>
            <a:srgbClr val="555559"/>
          </a:solidFill>
        </p:grpSpPr>
        <p:sp>
          <p:nvSpPr>
            <p:cNvPr id="15" name="Google Shape;8874;p69">
              <a:extLst>
                <a:ext uri="{FF2B5EF4-FFF2-40B4-BE49-F238E27FC236}">
                  <a16:creationId xmlns:a16="http://schemas.microsoft.com/office/drawing/2014/main" id="{29074CC3-96AD-5753-280C-199392F4CFEE}"/>
                </a:ext>
              </a:extLst>
            </p:cNvPr>
            <p:cNvSpPr/>
            <p:nvPr/>
          </p:nvSpPr>
          <p:spPr>
            <a:xfrm>
              <a:off x="-35813025" y="2701825"/>
              <a:ext cx="201675" cy="171925"/>
            </a:xfrm>
            <a:custGeom>
              <a:avLst/>
              <a:gdLst/>
              <a:ahLst/>
              <a:cxnLst/>
              <a:rect l="l" t="t" r="r" b="b"/>
              <a:pathLst>
                <a:path w="8067" h="6877" extrusionOk="0">
                  <a:moveTo>
                    <a:pt x="1765" y="824"/>
                  </a:moveTo>
                  <a:lnTo>
                    <a:pt x="2868" y="1643"/>
                  </a:lnTo>
                  <a:lnTo>
                    <a:pt x="2238" y="2462"/>
                  </a:lnTo>
                  <a:cubicBezTo>
                    <a:pt x="2112" y="2620"/>
                    <a:pt x="2143" y="2840"/>
                    <a:pt x="2301" y="2935"/>
                  </a:cubicBezTo>
                  <a:lnTo>
                    <a:pt x="5042" y="4983"/>
                  </a:lnTo>
                  <a:cubicBezTo>
                    <a:pt x="5108" y="5035"/>
                    <a:pt x="5179" y="5060"/>
                    <a:pt x="5246" y="5060"/>
                  </a:cubicBezTo>
                  <a:cubicBezTo>
                    <a:pt x="5341" y="5060"/>
                    <a:pt x="5428" y="5011"/>
                    <a:pt x="5483" y="4920"/>
                  </a:cubicBezTo>
                  <a:lnTo>
                    <a:pt x="6113" y="4100"/>
                  </a:lnTo>
                  <a:lnTo>
                    <a:pt x="7247" y="4920"/>
                  </a:lnTo>
                  <a:lnTo>
                    <a:pt x="6554" y="5739"/>
                  </a:lnTo>
                  <a:cubicBezTo>
                    <a:pt x="6348" y="6001"/>
                    <a:pt x="6042" y="6152"/>
                    <a:pt x="5735" y="6152"/>
                  </a:cubicBezTo>
                  <a:cubicBezTo>
                    <a:pt x="5525" y="6152"/>
                    <a:pt x="5315" y="6081"/>
                    <a:pt x="5136" y="5928"/>
                  </a:cubicBezTo>
                  <a:lnTo>
                    <a:pt x="1324" y="3061"/>
                  </a:lnTo>
                  <a:cubicBezTo>
                    <a:pt x="883" y="2714"/>
                    <a:pt x="757" y="2084"/>
                    <a:pt x="1135" y="1643"/>
                  </a:cubicBezTo>
                  <a:lnTo>
                    <a:pt x="1765" y="824"/>
                  </a:lnTo>
                  <a:close/>
                  <a:moveTo>
                    <a:pt x="1647" y="1"/>
                  </a:moveTo>
                  <a:cubicBezTo>
                    <a:pt x="1540" y="1"/>
                    <a:pt x="1435" y="63"/>
                    <a:pt x="1356" y="162"/>
                  </a:cubicBezTo>
                  <a:lnTo>
                    <a:pt x="537" y="1265"/>
                  </a:lnTo>
                  <a:cubicBezTo>
                    <a:pt x="1" y="1990"/>
                    <a:pt x="95" y="3061"/>
                    <a:pt x="883" y="3659"/>
                  </a:cubicBezTo>
                  <a:lnTo>
                    <a:pt x="4727" y="6526"/>
                  </a:lnTo>
                  <a:cubicBezTo>
                    <a:pt x="5026" y="6760"/>
                    <a:pt x="5384" y="6876"/>
                    <a:pt x="5744" y="6876"/>
                  </a:cubicBezTo>
                  <a:cubicBezTo>
                    <a:pt x="6255" y="6876"/>
                    <a:pt x="6770" y="6642"/>
                    <a:pt x="7121" y="6180"/>
                  </a:cubicBezTo>
                  <a:lnTo>
                    <a:pt x="7940" y="5077"/>
                  </a:lnTo>
                  <a:cubicBezTo>
                    <a:pt x="8066" y="4888"/>
                    <a:pt x="8003" y="4668"/>
                    <a:pt x="7846" y="4573"/>
                  </a:cubicBezTo>
                  <a:lnTo>
                    <a:pt x="6207" y="3344"/>
                  </a:lnTo>
                  <a:cubicBezTo>
                    <a:pt x="6142" y="3292"/>
                    <a:pt x="6070" y="3267"/>
                    <a:pt x="6001" y="3267"/>
                  </a:cubicBezTo>
                  <a:cubicBezTo>
                    <a:pt x="5903" y="3267"/>
                    <a:pt x="5808" y="3316"/>
                    <a:pt x="5735" y="3407"/>
                  </a:cubicBezTo>
                  <a:lnTo>
                    <a:pt x="5105" y="4258"/>
                  </a:lnTo>
                  <a:lnTo>
                    <a:pt x="2931" y="2588"/>
                  </a:lnTo>
                  <a:lnTo>
                    <a:pt x="3561" y="1769"/>
                  </a:lnTo>
                  <a:cubicBezTo>
                    <a:pt x="3687" y="1612"/>
                    <a:pt x="3656" y="1423"/>
                    <a:pt x="3498" y="1297"/>
                  </a:cubicBezTo>
                  <a:lnTo>
                    <a:pt x="1828" y="68"/>
                  </a:lnTo>
                  <a:cubicBezTo>
                    <a:pt x="1770" y="22"/>
                    <a:pt x="1708" y="1"/>
                    <a:pt x="16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8875;p69">
              <a:extLst>
                <a:ext uri="{FF2B5EF4-FFF2-40B4-BE49-F238E27FC236}">
                  <a16:creationId xmlns:a16="http://schemas.microsoft.com/office/drawing/2014/main" id="{8D79A375-3497-9666-9AB0-95460720C37F}"/>
                </a:ext>
              </a:extLst>
            </p:cNvPr>
            <p:cNvSpPr/>
            <p:nvPr/>
          </p:nvSpPr>
          <p:spPr>
            <a:xfrm>
              <a:off x="-35853975" y="2631825"/>
              <a:ext cx="293800" cy="292250"/>
            </a:xfrm>
            <a:custGeom>
              <a:avLst/>
              <a:gdLst/>
              <a:ahLst/>
              <a:cxnLst/>
              <a:rect l="l" t="t" r="r" b="b"/>
              <a:pathLst>
                <a:path w="11752" h="11690" extrusionOk="0">
                  <a:moveTo>
                    <a:pt x="5861" y="662"/>
                  </a:moveTo>
                  <a:cubicBezTo>
                    <a:pt x="8696" y="662"/>
                    <a:pt x="11027" y="2994"/>
                    <a:pt x="11027" y="5829"/>
                  </a:cubicBezTo>
                  <a:cubicBezTo>
                    <a:pt x="11027" y="6806"/>
                    <a:pt x="10744" y="7751"/>
                    <a:pt x="10240" y="8539"/>
                  </a:cubicBezTo>
                  <a:cubicBezTo>
                    <a:pt x="10177" y="8665"/>
                    <a:pt x="10114" y="8791"/>
                    <a:pt x="10177" y="8854"/>
                  </a:cubicBezTo>
                  <a:lnTo>
                    <a:pt x="10807" y="10776"/>
                  </a:lnTo>
                  <a:lnTo>
                    <a:pt x="8854" y="10145"/>
                  </a:lnTo>
                  <a:cubicBezTo>
                    <a:pt x="8837" y="10137"/>
                    <a:pt x="8815" y="10133"/>
                    <a:pt x="8792" y="10133"/>
                  </a:cubicBezTo>
                  <a:cubicBezTo>
                    <a:pt x="8728" y="10133"/>
                    <a:pt x="8648" y="10162"/>
                    <a:pt x="8602" y="10208"/>
                  </a:cubicBezTo>
                  <a:cubicBezTo>
                    <a:pt x="7751" y="10713"/>
                    <a:pt x="6806" y="10996"/>
                    <a:pt x="5861" y="10996"/>
                  </a:cubicBezTo>
                  <a:cubicBezTo>
                    <a:pt x="3025" y="10996"/>
                    <a:pt x="725" y="8665"/>
                    <a:pt x="725" y="5829"/>
                  </a:cubicBezTo>
                  <a:cubicBezTo>
                    <a:pt x="725" y="2994"/>
                    <a:pt x="3025" y="662"/>
                    <a:pt x="5861" y="662"/>
                  </a:cubicBezTo>
                  <a:close/>
                  <a:moveTo>
                    <a:pt x="5829" y="1"/>
                  </a:moveTo>
                  <a:cubicBezTo>
                    <a:pt x="2616" y="1"/>
                    <a:pt x="1" y="2647"/>
                    <a:pt x="1" y="5829"/>
                  </a:cubicBezTo>
                  <a:cubicBezTo>
                    <a:pt x="1" y="7373"/>
                    <a:pt x="599" y="8854"/>
                    <a:pt x="1733" y="9956"/>
                  </a:cubicBezTo>
                  <a:cubicBezTo>
                    <a:pt x="2836" y="11059"/>
                    <a:pt x="4285" y="11689"/>
                    <a:pt x="5861" y="11689"/>
                  </a:cubicBezTo>
                  <a:cubicBezTo>
                    <a:pt x="6900" y="11689"/>
                    <a:pt x="7908" y="11406"/>
                    <a:pt x="8822" y="10870"/>
                  </a:cubicBezTo>
                  <a:lnTo>
                    <a:pt x="11279" y="11658"/>
                  </a:lnTo>
                  <a:cubicBezTo>
                    <a:pt x="11303" y="11666"/>
                    <a:pt x="11331" y="11669"/>
                    <a:pt x="11360" y="11669"/>
                  </a:cubicBezTo>
                  <a:cubicBezTo>
                    <a:pt x="11449" y="11669"/>
                    <a:pt x="11555" y="11634"/>
                    <a:pt x="11626" y="11563"/>
                  </a:cubicBezTo>
                  <a:cubicBezTo>
                    <a:pt x="11689" y="11500"/>
                    <a:pt x="11752" y="11343"/>
                    <a:pt x="11689" y="11217"/>
                  </a:cubicBezTo>
                  <a:lnTo>
                    <a:pt x="10901" y="8791"/>
                  </a:lnTo>
                  <a:cubicBezTo>
                    <a:pt x="11469" y="7877"/>
                    <a:pt x="11752" y="6837"/>
                    <a:pt x="11752" y="5829"/>
                  </a:cubicBezTo>
                  <a:cubicBezTo>
                    <a:pt x="11689" y="2647"/>
                    <a:pt x="9074" y="1"/>
                    <a:pt x="582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8876;p69">
              <a:extLst>
                <a:ext uri="{FF2B5EF4-FFF2-40B4-BE49-F238E27FC236}">
                  <a16:creationId xmlns:a16="http://schemas.microsoft.com/office/drawing/2014/main" id="{19C835A5-777C-4B44-C294-C4165090FD7E}"/>
                </a:ext>
              </a:extLst>
            </p:cNvPr>
            <p:cNvSpPr/>
            <p:nvPr/>
          </p:nvSpPr>
          <p:spPr>
            <a:xfrm>
              <a:off x="-35715350" y="2735025"/>
              <a:ext cx="49650" cy="40675"/>
            </a:xfrm>
            <a:custGeom>
              <a:avLst/>
              <a:gdLst/>
              <a:ahLst/>
              <a:cxnLst/>
              <a:rect l="l" t="t" r="r" b="b"/>
              <a:pathLst>
                <a:path w="1986" h="1627" extrusionOk="0">
                  <a:moveTo>
                    <a:pt x="410" y="0"/>
                  </a:moveTo>
                  <a:cubicBezTo>
                    <a:pt x="221" y="0"/>
                    <a:pt x="64" y="126"/>
                    <a:pt x="64" y="315"/>
                  </a:cubicBezTo>
                  <a:cubicBezTo>
                    <a:pt x="1" y="504"/>
                    <a:pt x="158" y="662"/>
                    <a:pt x="379" y="662"/>
                  </a:cubicBezTo>
                  <a:cubicBezTo>
                    <a:pt x="788" y="725"/>
                    <a:pt x="1166" y="977"/>
                    <a:pt x="1261" y="1386"/>
                  </a:cubicBezTo>
                  <a:cubicBezTo>
                    <a:pt x="1311" y="1536"/>
                    <a:pt x="1439" y="1626"/>
                    <a:pt x="1585" y="1626"/>
                  </a:cubicBezTo>
                  <a:cubicBezTo>
                    <a:pt x="1623" y="1626"/>
                    <a:pt x="1662" y="1620"/>
                    <a:pt x="1702" y="1607"/>
                  </a:cubicBezTo>
                  <a:cubicBezTo>
                    <a:pt x="1891" y="1575"/>
                    <a:pt x="1985" y="1386"/>
                    <a:pt x="1954" y="1197"/>
                  </a:cubicBezTo>
                  <a:cubicBezTo>
                    <a:pt x="1733" y="504"/>
                    <a:pt x="1103" y="32"/>
                    <a:pt x="41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8877;p69">
              <a:extLst>
                <a:ext uri="{FF2B5EF4-FFF2-40B4-BE49-F238E27FC236}">
                  <a16:creationId xmlns:a16="http://schemas.microsoft.com/office/drawing/2014/main" id="{87B00A22-BED6-5E82-CDED-B85005A22527}"/>
                </a:ext>
              </a:extLst>
            </p:cNvPr>
            <p:cNvSpPr/>
            <p:nvPr/>
          </p:nvSpPr>
          <p:spPr>
            <a:xfrm>
              <a:off x="-35705900" y="2667275"/>
              <a:ext cx="107925" cy="101750"/>
            </a:xfrm>
            <a:custGeom>
              <a:avLst/>
              <a:gdLst/>
              <a:ahLst/>
              <a:cxnLst/>
              <a:rect l="l" t="t" r="r" b="b"/>
              <a:pathLst>
                <a:path w="4317" h="4070" extrusionOk="0">
                  <a:moveTo>
                    <a:pt x="347" y="1"/>
                  </a:moveTo>
                  <a:cubicBezTo>
                    <a:pt x="158" y="1"/>
                    <a:pt x="1" y="127"/>
                    <a:pt x="1" y="316"/>
                  </a:cubicBezTo>
                  <a:cubicBezTo>
                    <a:pt x="1" y="505"/>
                    <a:pt x="95" y="662"/>
                    <a:pt x="316" y="662"/>
                  </a:cubicBezTo>
                  <a:cubicBezTo>
                    <a:pt x="2048" y="820"/>
                    <a:pt x="3372" y="2111"/>
                    <a:pt x="3655" y="3781"/>
                  </a:cubicBezTo>
                  <a:cubicBezTo>
                    <a:pt x="3683" y="3951"/>
                    <a:pt x="3813" y="4070"/>
                    <a:pt x="3976" y="4070"/>
                  </a:cubicBezTo>
                  <a:cubicBezTo>
                    <a:pt x="3995" y="4070"/>
                    <a:pt x="4014" y="4068"/>
                    <a:pt x="4033" y="4065"/>
                  </a:cubicBezTo>
                  <a:cubicBezTo>
                    <a:pt x="4191" y="4065"/>
                    <a:pt x="4317" y="3844"/>
                    <a:pt x="4317" y="3687"/>
                  </a:cubicBezTo>
                  <a:cubicBezTo>
                    <a:pt x="4002" y="1733"/>
                    <a:pt x="2364" y="190"/>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8878;p69">
              <a:extLst>
                <a:ext uri="{FF2B5EF4-FFF2-40B4-BE49-F238E27FC236}">
                  <a16:creationId xmlns:a16="http://schemas.microsoft.com/office/drawing/2014/main" id="{52DB4C2F-64B1-8E32-BAED-ADC34EE8C8E0}"/>
                </a:ext>
              </a:extLst>
            </p:cNvPr>
            <p:cNvSpPr/>
            <p:nvPr/>
          </p:nvSpPr>
          <p:spPr>
            <a:xfrm>
              <a:off x="-35709825" y="2700350"/>
              <a:ext cx="77200" cy="68700"/>
            </a:xfrm>
            <a:custGeom>
              <a:avLst/>
              <a:gdLst/>
              <a:ahLst/>
              <a:cxnLst/>
              <a:rect l="l" t="t" r="r" b="b"/>
              <a:pathLst>
                <a:path w="3088" h="2748" extrusionOk="0">
                  <a:moveTo>
                    <a:pt x="347" y="1"/>
                  </a:moveTo>
                  <a:cubicBezTo>
                    <a:pt x="158" y="1"/>
                    <a:pt x="0" y="127"/>
                    <a:pt x="0" y="316"/>
                  </a:cubicBezTo>
                  <a:cubicBezTo>
                    <a:pt x="0" y="536"/>
                    <a:pt x="95" y="694"/>
                    <a:pt x="315" y="725"/>
                  </a:cubicBezTo>
                  <a:cubicBezTo>
                    <a:pt x="1323" y="788"/>
                    <a:pt x="2142" y="1545"/>
                    <a:pt x="2394" y="2490"/>
                  </a:cubicBezTo>
                  <a:cubicBezTo>
                    <a:pt x="2422" y="2655"/>
                    <a:pt x="2570" y="2748"/>
                    <a:pt x="2753" y="2748"/>
                  </a:cubicBezTo>
                  <a:cubicBezTo>
                    <a:pt x="2780" y="2748"/>
                    <a:pt x="2808" y="2746"/>
                    <a:pt x="2836" y="2742"/>
                  </a:cubicBezTo>
                  <a:cubicBezTo>
                    <a:pt x="3025" y="2679"/>
                    <a:pt x="3088" y="2490"/>
                    <a:pt x="3056" y="2301"/>
                  </a:cubicBezTo>
                  <a:cubicBezTo>
                    <a:pt x="2741" y="1072"/>
                    <a:pt x="1670" y="127"/>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 name="Google Shape;8879;p69">
            <a:extLst>
              <a:ext uri="{FF2B5EF4-FFF2-40B4-BE49-F238E27FC236}">
                <a16:creationId xmlns:a16="http://schemas.microsoft.com/office/drawing/2014/main" id="{DDF233E8-B981-B654-3A54-765D83183889}"/>
              </a:ext>
            </a:extLst>
          </p:cNvPr>
          <p:cNvGrpSpPr/>
          <p:nvPr/>
        </p:nvGrpSpPr>
        <p:grpSpPr>
          <a:xfrm>
            <a:off x="7580316" y="3924654"/>
            <a:ext cx="914429" cy="914429"/>
            <a:chOff x="-34032200" y="1916675"/>
            <a:chExt cx="291450" cy="291450"/>
          </a:xfrm>
          <a:solidFill>
            <a:srgbClr val="555559"/>
          </a:solidFill>
        </p:grpSpPr>
        <p:sp>
          <p:nvSpPr>
            <p:cNvPr id="21" name="Google Shape;8880;p69">
              <a:extLst>
                <a:ext uri="{FF2B5EF4-FFF2-40B4-BE49-F238E27FC236}">
                  <a16:creationId xmlns:a16="http://schemas.microsoft.com/office/drawing/2014/main" id="{FC43E1C6-6277-F623-302E-E8C7B5A34A2A}"/>
                </a:ext>
              </a:extLst>
            </p:cNvPr>
            <p:cNvSpPr/>
            <p:nvPr/>
          </p:nvSpPr>
          <p:spPr>
            <a:xfrm>
              <a:off x="-34032200" y="1916675"/>
              <a:ext cx="291450" cy="291450"/>
            </a:xfrm>
            <a:custGeom>
              <a:avLst/>
              <a:gdLst/>
              <a:ahLst/>
              <a:cxnLst/>
              <a:rect l="l" t="t" r="r" b="b"/>
              <a:pathLst>
                <a:path w="11658" h="11658" extrusionOk="0">
                  <a:moveTo>
                    <a:pt x="6459" y="694"/>
                  </a:moveTo>
                  <a:cubicBezTo>
                    <a:pt x="6648" y="694"/>
                    <a:pt x="6806" y="851"/>
                    <a:pt x="6806" y="1040"/>
                  </a:cubicBezTo>
                  <a:lnTo>
                    <a:pt x="6806" y="1387"/>
                  </a:lnTo>
                  <a:lnTo>
                    <a:pt x="662" y="1387"/>
                  </a:lnTo>
                  <a:lnTo>
                    <a:pt x="662" y="1040"/>
                  </a:lnTo>
                  <a:cubicBezTo>
                    <a:pt x="662" y="851"/>
                    <a:pt x="820" y="694"/>
                    <a:pt x="977" y="694"/>
                  </a:cubicBezTo>
                  <a:close/>
                  <a:moveTo>
                    <a:pt x="10303" y="4096"/>
                  </a:moveTo>
                  <a:lnTo>
                    <a:pt x="8192" y="5419"/>
                  </a:lnTo>
                  <a:lnTo>
                    <a:pt x="6207" y="4096"/>
                  </a:lnTo>
                  <a:close/>
                  <a:moveTo>
                    <a:pt x="5420" y="4411"/>
                  </a:moveTo>
                  <a:lnTo>
                    <a:pt x="7971" y="6112"/>
                  </a:lnTo>
                  <a:cubicBezTo>
                    <a:pt x="8034" y="6144"/>
                    <a:pt x="8097" y="6144"/>
                    <a:pt x="8192" y="6144"/>
                  </a:cubicBezTo>
                  <a:cubicBezTo>
                    <a:pt x="8255" y="6144"/>
                    <a:pt x="8286" y="6144"/>
                    <a:pt x="8381" y="6112"/>
                  </a:cubicBezTo>
                  <a:lnTo>
                    <a:pt x="10933" y="4537"/>
                  </a:lnTo>
                  <a:lnTo>
                    <a:pt x="10933" y="7184"/>
                  </a:lnTo>
                  <a:cubicBezTo>
                    <a:pt x="10933" y="7373"/>
                    <a:pt x="10775" y="7530"/>
                    <a:pt x="10618" y="7530"/>
                  </a:cubicBezTo>
                  <a:lnTo>
                    <a:pt x="5766" y="7530"/>
                  </a:lnTo>
                  <a:cubicBezTo>
                    <a:pt x="5577" y="7530"/>
                    <a:pt x="5420" y="7373"/>
                    <a:pt x="5420" y="7184"/>
                  </a:cubicBezTo>
                  <a:lnTo>
                    <a:pt x="5420" y="4443"/>
                  </a:lnTo>
                  <a:lnTo>
                    <a:pt x="5420" y="4411"/>
                  </a:lnTo>
                  <a:close/>
                  <a:moveTo>
                    <a:pt x="6806" y="2048"/>
                  </a:moveTo>
                  <a:lnTo>
                    <a:pt x="6806" y="3435"/>
                  </a:lnTo>
                  <a:lnTo>
                    <a:pt x="5766" y="3435"/>
                  </a:lnTo>
                  <a:cubicBezTo>
                    <a:pt x="5231" y="3435"/>
                    <a:pt x="4758" y="3907"/>
                    <a:pt x="4758" y="4443"/>
                  </a:cubicBezTo>
                  <a:lnTo>
                    <a:pt x="4758" y="7184"/>
                  </a:lnTo>
                  <a:cubicBezTo>
                    <a:pt x="4758" y="7719"/>
                    <a:pt x="5231" y="8192"/>
                    <a:pt x="5766" y="8192"/>
                  </a:cubicBezTo>
                  <a:lnTo>
                    <a:pt x="6806" y="8192"/>
                  </a:lnTo>
                  <a:lnTo>
                    <a:pt x="6806" y="8916"/>
                  </a:lnTo>
                  <a:lnTo>
                    <a:pt x="662" y="8916"/>
                  </a:lnTo>
                  <a:lnTo>
                    <a:pt x="662" y="2048"/>
                  </a:lnTo>
                  <a:close/>
                  <a:moveTo>
                    <a:pt x="6774" y="9578"/>
                  </a:moveTo>
                  <a:lnTo>
                    <a:pt x="6774" y="10649"/>
                  </a:lnTo>
                  <a:cubicBezTo>
                    <a:pt x="6806" y="10838"/>
                    <a:pt x="6648" y="10996"/>
                    <a:pt x="6459" y="10996"/>
                  </a:cubicBezTo>
                  <a:lnTo>
                    <a:pt x="977" y="10996"/>
                  </a:lnTo>
                  <a:cubicBezTo>
                    <a:pt x="788" y="10996"/>
                    <a:pt x="631" y="10838"/>
                    <a:pt x="631" y="10649"/>
                  </a:cubicBezTo>
                  <a:lnTo>
                    <a:pt x="631" y="9578"/>
                  </a:lnTo>
                  <a:close/>
                  <a:moveTo>
                    <a:pt x="1009" y="1"/>
                  </a:moveTo>
                  <a:cubicBezTo>
                    <a:pt x="473" y="1"/>
                    <a:pt x="1" y="473"/>
                    <a:pt x="1" y="1040"/>
                  </a:cubicBezTo>
                  <a:lnTo>
                    <a:pt x="1" y="10649"/>
                  </a:lnTo>
                  <a:cubicBezTo>
                    <a:pt x="1" y="11185"/>
                    <a:pt x="473" y="11657"/>
                    <a:pt x="1009" y="11657"/>
                  </a:cubicBezTo>
                  <a:lnTo>
                    <a:pt x="6491" y="11657"/>
                  </a:lnTo>
                  <a:cubicBezTo>
                    <a:pt x="7026" y="11657"/>
                    <a:pt x="7499" y="11185"/>
                    <a:pt x="7499" y="10649"/>
                  </a:cubicBezTo>
                  <a:lnTo>
                    <a:pt x="7499" y="8255"/>
                  </a:lnTo>
                  <a:lnTo>
                    <a:pt x="10618" y="8255"/>
                  </a:lnTo>
                  <a:cubicBezTo>
                    <a:pt x="11185" y="8255"/>
                    <a:pt x="11658" y="7782"/>
                    <a:pt x="11658" y="7215"/>
                  </a:cubicBezTo>
                  <a:lnTo>
                    <a:pt x="11658" y="4506"/>
                  </a:lnTo>
                  <a:cubicBezTo>
                    <a:pt x="11658" y="3907"/>
                    <a:pt x="11185" y="3435"/>
                    <a:pt x="10618" y="3435"/>
                  </a:cubicBezTo>
                  <a:lnTo>
                    <a:pt x="7499" y="3435"/>
                  </a:lnTo>
                  <a:lnTo>
                    <a:pt x="7499" y="1040"/>
                  </a:lnTo>
                  <a:cubicBezTo>
                    <a:pt x="7499" y="473"/>
                    <a:pt x="7026" y="1"/>
                    <a:pt x="649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8881;p69">
              <a:extLst>
                <a:ext uri="{FF2B5EF4-FFF2-40B4-BE49-F238E27FC236}">
                  <a16:creationId xmlns:a16="http://schemas.microsoft.com/office/drawing/2014/main" id="{3B401F4F-9528-A0A7-3B8E-CDB44D1AD8A2}"/>
                </a:ext>
              </a:extLst>
            </p:cNvPr>
            <p:cNvSpPr/>
            <p:nvPr/>
          </p:nvSpPr>
          <p:spPr>
            <a:xfrm>
              <a:off x="-33999125" y="2019075"/>
              <a:ext cx="69350" cy="18125"/>
            </a:xfrm>
            <a:custGeom>
              <a:avLst/>
              <a:gdLst/>
              <a:ahLst/>
              <a:cxnLst/>
              <a:rect l="l" t="t" r="r" b="b"/>
              <a:pathLst>
                <a:path w="2774" h="725" extrusionOk="0">
                  <a:moveTo>
                    <a:pt x="347" y="0"/>
                  </a:moveTo>
                  <a:cubicBezTo>
                    <a:pt x="158" y="0"/>
                    <a:pt x="1" y="158"/>
                    <a:pt x="1" y="378"/>
                  </a:cubicBezTo>
                  <a:cubicBezTo>
                    <a:pt x="1" y="567"/>
                    <a:pt x="158" y="725"/>
                    <a:pt x="347" y="725"/>
                  </a:cubicBezTo>
                  <a:lnTo>
                    <a:pt x="2395" y="725"/>
                  </a:lnTo>
                  <a:cubicBezTo>
                    <a:pt x="2616" y="725"/>
                    <a:pt x="2773" y="567"/>
                    <a:pt x="2773" y="378"/>
                  </a:cubicBezTo>
                  <a:cubicBezTo>
                    <a:pt x="2710" y="158"/>
                    <a:pt x="2616" y="0"/>
                    <a:pt x="239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8882;p69">
              <a:extLst>
                <a:ext uri="{FF2B5EF4-FFF2-40B4-BE49-F238E27FC236}">
                  <a16:creationId xmlns:a16="http://schemas.microsoft.com/office/drawing/2014/main" id="{04F53139-29FB-C795-0422-E9B791826075}"/>
                </a:ext>
              </a:extLst>
            </p:cNvPr>
            <p:cNvSpPr/>
            <p:nvPr/>
          </p:nvSpPr>
          <p:spPr>
            <a:xfrm>
              <a:off x="-33999900" y="2053725"/>
              <a:ext cx="52000" cy="18125"/>
            </a:xfrm>
            <a:custGeom>
              <a:avLst/>
              <a:gdLst/>
              <a:ahLst/>
              <a:cxnLst/>
              <a:rect l="l" t="t" r="r" b="b"/>
              <a:pathLst>
                <a:path w="2080" h="725" extrusionOk="0">
                  <a:moveTo>
                    <a:pt x="347" y="0"/>
                  </a:moveTo>
                  <a:cubicBezTo>
                    <a:pt x="158" y="0"/>
                    <a:pt x="0" y="158"/>
                    <a:pt x="0" y="347"/>
                  </a:cubicBezTo>
                  <a:cubicBezTo>
                    <a:pt x="0" y="567"/>
                    <a:pt x="158" y="725"/>
                    <a:pt x="347" y="725"/>
                  </a:cubicBezTo>
                  <a:lnTo>
                    <a:pt x="1733" y="725"/>
                  </a:lnTo>
                  <a:cubicBezTo>
                    <a:pt x="1922" y="725"/>
                    <a:pt x="2080" y="567"/>
                    <a:pt x="2080" y="347"/>
                  </a:cubicBezTo>
                  <a:cubicBezTo>
                    <a:pt x="2080" y="158"/>
                    <a:pt x="1922" y="0"/>
                    <a:pt x="173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8883;p69">
              <a:extLst>
                <a:ext uri="{FF2B5EF4-FFF2-40B4-BE49-F238E27FC236}">
                  <a16:creationId xmlns:a16="http://schemas.microsoft.com/office/drawing/2014/main" id="{C05EBA09-2F2B-9230-4390-77F023B264F9}"/>
                </a:ext>
              </a:extLst>
            </p:cNvPr>
            <p:cNvSpPr/>
            <p:nvPr/>
          </p:nvSpPr>
          <p:spPr>
            <a:xfrm>
              <a:off x="-33999125" y="2088375"/>
              <a:ext cx="34675" cy="17350"/>
            </a:xfrm>
            <a:custGeom>
              <a:avLst/>
              <a:gdLst/>
              <a:ahLst/>
              <a:cxnLst/>
              <a:rect l="l" t="t" r="r" b="b"/>
              <a:pathLst>
                <a:path w="1387" h="694" extrusionOk="0">
                  <a:moveTo>
                    <a:pt x="347" y="1"/>
                  </a:moveTo>
                  <a:cubicBezTo>
                    <a:pt x="158" y="1"/>
                    <a:pt x="1" y="158"/>
                    <a:pt x="1" y="347"/>
                  </a:cubicBezTo>
                  <a:cubicBezTo>
                    <a:pt x="1" y="536"/>
                    <a:pt x="158" y="694"/>
                    <a:pt x="347" y="694"/>
                  </a:cubicBezTo>
                  <a:lnTo>
                    <a:pt x="1041" y="694"/>
                  </a:lnTo>
                  <a:cubicBezTo>
                    <a:pt x="1230" y="694"/>
                    <a:pt x="1387" y="536"/>
                    <a:pt x="1387" y="347"/>
                  </a:cubicBezTo>
                  <a:cubicBezTo>
                    <a:pt x="1387" y="158"/>
                    <a:pt x="1230" y="1"/>
                    <a:pt x="104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8884;p69">
            <a:extLst>
              <a:ext uri="{FF2B5EF4-FFF2-40B4-BE49-F238E27FC236}">
                <a16:creationId xmlns:a16="http://schemas.microsoft.com/office/drawing/2014/main" id="{2ED39CC7-9A62-1CBB-3D48-B346B01C32FE}"/>
              </a:ext>
            </a:extLst>
          </p:cNvPr>
          <p:cNvSpPr/>
          <p:nvPr/>
        </p:nvSpPr>
        <p:spPr>
          <a:xfrm>
            <a:off x="7574291" y="5087426"/>
            <a:ext cx="916860" cy="922272"/>
          </a:xfrm>
          <a:custGeom>
            <a:avLst/>
            <a:gdLst/>
            <a:ahLst/>
            <a:cxnLst/>
            <a:rect l="l" t="t" r="r" b="b"/>
            <a:pathLst>
              <a:path w="11689" h="11758" extrusionOk="0">
                <a:moveTo>
                  <a:pt x="8538" y="2747"/>
                </a:moveTo>
                <a:cubicBezTo>
                  <a:pt x="8727" y="2747"/>
                  <a:pt x="8853" y="2905"/>
                  <a:pt x="8853" y="3094"/>
                </a:cubicBezTo>
                <a:cubicBezTo>
                  <a:pt x="8885" y="3251"/>
                  <a:pt x="8727" y="3409"/>
                  <a:pt x="8538" y="3409"/>
                </a:cubicBezTo>
                <a:cubicBezTo>
                  <a:pt x="8444" y="3409"/>
                  <a:pt x="8381" y="3377"/>
                  <a:pt x="8286" y="3346"/>
                </a:cubicBezTo>
                <a:lnTo>
                  <a:pt x="8538" y="2747"/>
                </a:lnTo>
                <a:close/>
                <a:moveTo>
                  <a:pt x="3277" y="1581"/>
                </a:moveTo>
                <a:cubicBezTo>
                  <a:pt x="3844" y="1581"/>
                  <a:pt x="4316" y="2023"/>
                  <a:pt x="4316" y="2590"/>
                </a:cubicBezTo>
                <a:cubicBezTo>
                  <a:pt x="4316" y="3157"/>
                  <a:pt x="3844" y="3598"/>
                  <a:pt x="3277" y="3598"/>
                </a:cubicBezTo>
                <a:cubicBezTo>
                  <a:pt x="2741" y="3598"/>
                  <a:pt x="2269" y="3157"/>
                  <a:pt x="2269" y="2590"/>
                </a:cubicBezTo>
                <a:cubicBezTo>
                  <a:pt x="2269" y="1991"/>
                  <a:pt x="2741" y="1581"/>
                  <a:pt x="3277" y="1581"/>
                </a:cubicBezTo>
                <a:close/>
                <a:moveTo>
                  <a:pt x="9231" y="5457"/>
                </a:moveTo>
                <a:cubicBezTo>
                  <a:pt x="9672" y="5457"/>
                  <a:pt x="10050" y="5740"/>
                  <a:pt x="10208" y="6150"/>
                </a:cubicBezTo>
                <a:lnTo>
                  <a:pt x="8286" y="6150"/>
                </a:lnTo>
                <a:cubicBezTo>
                  <a:pt x="8412" y="5772"/>
                  <a:pt x="8759" y="5457"/>
                  <a:pt x="9231" y="5457"/>
                </a:cubicBezTo>
                <a:close/>
                <a:moveTo>
                  <a:pt x="10932" y="6843"/>
                </a:moveTo>
                <a:lnTo>
                  <a:pt x="10932" y="7504"/>
                </a:lnTo>
                <a:lnTo>
                  <a:pt x="5262" y="7504"/>
                </a:lnTo>
                <a:lnTo>
                  <a:pt x="5262" y="6843"/>
                </a:lnTo>
                <a:close/>
                <a:moveTo>
                  <a:pt x="3403" y="4291"/>
                </a:moveTo>
                <a:cubicBezTo>
                  <a:pt x="4064" y="4322"/>
                  <a:pt x="4631" y="4921"/>
                  <a:pt x="4631" y="5583"/>
                </a:cubicBezTo>
                <a:lnTo>
                  <a:pt x="4631" y="7725"/>
                </a:lnTo>
                <a:cubicBezTo>
                  <a:pt x="4348" y="7567"/>
                  <a:pt x="4033" y="7441"/>
                  <a:pt x="3686" y="7441"/>
                </a:cubicBezTo>
                <a:lnTo>
                  <a:pt x="3340" y="7441"/>
                </a:lnTo>
                <a:lnTo>
                  <a:pt x="3340" y="6402"/>
                </a:lnTo>
                <a:cubicBezTo>
                  <a:pt x="3340" y="6213"/>
                  <a:pt x="3182" y="6055"/>
                  <a:pt x="2962" y="6055"/>
                </a:cubicBezTo>
                <a:cubicBezTo>
                  <a:pt x="2773" y="6055"/>
                  <a:pt x="2615" y="6213"/>
                  <a:pt x="2615" y="6402"/>
                </a:cubicBezTo>
                <a:lnTo>
                  <a:pt x="2615" y="7788"/>
                </a:lnTo>
                <a:cubicBezTo>
                  <a:pt x="2615" y="7977"/>
                  <a:pt x="2773" y="8134"/>
                  <a:pt x="2962" y="8134"/>
                </a:cubicBezTo>
                <a:lnTo>
                  <a:pt x="3655" y="8134"/>
                </a:lnTo>
                <a:cubicBezTo>
                  <a:pt x="4064" y="8134"/>
                  <a:pt x="4474" y="8418"/>
                  <a:pt x="4600" y="8828"/>
                </a:cubicBezTo>
                <a:lnTo>
                  <a:pt x="1985" y="8828"/>
                </a:lnTo>
                <a:lnTo>
                  <a:pt x="1985" y="5583"/>
                </a:lnTo>
                <a:lnTo>
                  <a:pt x="2080" y="5583"/>
                </a:lnTo>
                <a:cubicBezTo>
                  <a:pt x="2080" y="5236"/>
                  <a:pt x="2237" y="4858"/>
                  <a:pt x="2458" y="4637"/>
                </a:cubicBezTo>
                <a:cubicBezTo>
                  <a:pt x="2741" y="4385"/>
                  <a:pt x="3056" y="4291"/>
                  <a:pt x="3403" y="4291"/>
                </a:cubicBezTo>
                <a:close/>
                <a:moveTo>
                  <a:pt x="1040" y="4795"/>
                </a:moveTo>
                <a:cubicBezTo>
                  <a:pt x="1229" y="4795"/>
                  <a:pt x="1418" y="4952"/>
                  <a:pt x="1418" y="5141"/>
                </a:cubicBezTo>
                <a:lnTo>
                  <a:pt x="1418" y="9174"/>
                </a:lnTo>
                <a:lnTo>
                  <a:pt x="1418" y="9300"/>
                </a:lnTo>
                <a:cubicBezTo>
                  <a:pt x="1449" y="9458"/>
                  <a:pt x="1575" y="9521"/>
                  <a:pt x="1733" y="9521"/>
                </a:cubicBezTo>
                <a:lnTo>
                  <a:pt x="5860" y="9521"/>
                </a:lnTo>
                <a:cubicBezTo>
                  <a:pt x="6049" y="9521"/>
                  <a:pt x="6175" y="9678"/>
                  <a:pt x="6175" y="9836"/>
                </a:cubicBezTo>
                <a:lnTo>
                  <a:pt x="6175" y="10938"/>
                </a:lnTo>
                <a:lnTo>
                  <a:pt x="693" y="10938"/>
                </a:lnTo>
                <a:lnTo>
                  <a:pt x="693" y="5141"/>
                </a:lnTo>
                <a:cubicBezTo>
                  <a:pt x="693" y="4952"/>
                  <a:pt x="851" y="4795"/>
                  <a:pt x="1040" y="4795"/>
                </a:cubicBezTo>
                <a:close/>
                <a:moveTo>
                  <a:pt x="7656" y="8197"/>
                </a:moveTo>
                <a:cubicBezTo>
                  <a:pt x="7971" y="8260"/>
                  <a:pt x="8254" y="8576"/>
                  <a:pt x="8254" y="8922"/>
                </a:cubicBezTo>
                <a:lnTo>
                  <a:pt x="8254" y="10938"/>
                </a:lnTo>
                <a:lnTo>
                  <a:pt x="6868" y="10938"/>
                </a:lnTo>
                <a:lnTo>
                  <a:pt x="6868" y="9836"/>
                </a:lnTo>
                <a:cubicBezTo>
                  <a:pt x="6868" y="9269"/>
                  <a:pt x="6396" y="8796"/>
                  <a:pt x="5860" y="8796"/>
                </a:cubicBezTo>
                <a:lnTo>
                  <a:pt x="5388" y="8796"/>
                </a:lnTo>
                <a:cubicBezTo>
                  <a:pt x="5356" y="8576"/>
                  <a:pt x="5230" y="8386"/>
                  <a:pt x="5104" y="8197"/>
                </a:cubicBezTo>
                <a:close/>
                <a:moveTo>
                  <a:pt x="9185" y="1"/>
                </a:moveTo>
                <a:cubicBezTo>
                  <a:pt x="9049" y="1"/>
                  <a:pt x="8908" y="88"/>
                  <a:pt x="8885" y="227"/>
                </a:cubicBezTo>
                <a:lnTo>
                  <a:pt x="6837" y="5078"/>
                </a:lnTo>
                <a:cubicBezTo>
                  <a:pt x="6774" y="5236"/>
                  <a:pt x="6837" y="5457"/>
                  <a:pt x="7026" y="5520"/>
                </a:cubicBezTo>
                <a:cubicBezTo>
                  <a:pt x="7089" y="5520"/>
                  <a:pt x="7120" y="5551"/>
                  <a:pt x="7152" y="5551"/>
                </a:cubicBezTo>
                <a:cubicBezTo>
                  <a:pt x="7278" y="5551"/>
                  <a:pt x="7435" y="5457"/>
                  <a:pt x="7467" y="5362"/>
                </a:cubicBezTo>
                <a:lnTo>
                  <a:pt x="8034" y="4039"/>
                </a:lnTo>
                <a:cubicBezTo>
                  <a:pt x="8191" y="4133"/>
                  <a:pt x="8349" y="4165"/>
                  <a:pt x="8538" y="4165"/>
                </a:cubicBezTo>
                <a:cubicBezTo>
                  <a:pt x="8664" y="4165"/>
                  <a:pt x="8759" y="4133"/>
                  <a:pt x="8885" y="4133"/>
                </a:cubicBezTo>
                <a:lnTo>
                  <a:pt x="8885" y="4921"/>
                </a:lnTo>
                <a:cubicBezTo>
                  <a:pt x="8223" y="5047"/>
                  <a:pt x="7719" y="5583"/>
                  <a:pt x="7561" y="6244"/>
                </a:cubicBezTo>
                <a:lnTo>
                  <a:pt x="5293" y="6244"/>
                </a:lnTo>
                <a:lnTo>
                  <a:pt x="5293" y="5709"/>
                </a:lnTo>
                <a:cubicBezTo>
                  <a:pt x="5293" y="4984"/>
                  <a:pt x="4915" y="4354"/>
                  <a:pt x="4348" y="4007"/>
                </a:cubicBezTo>
                <a:cubicBezTo>
                  <a:pt x="4757" y="3692"/>
                  <a:pt x="4978" y="3220"/>
                  <a:pt x="4978" y="2653"/>
                </a:cubicBezTo>
                <a:cubicBezTo>
                  <a:pt x="4978" y="1707"/>
                  <a:pt x="4253" y="983"/>
                  <a:pt x="3308" y="983"/>
                </a:cubicBezTo>
                <a:cubicBezTo>
                  <a:pt x="2363" y="983"/>
                  <a:pt x="1607" y="1707"/>
                  <a:pt x="1607" y="2653"/>
                </a:cubicBezTo>
                <a:cubicBezTo>
                  <a:pt x="1607" y="3220"/>
                  <a:pt x="1890" y="3724"/>
                  <a:pt x="2269" y="4039"/>
                </a:cubicBezTo>
                <a:cubicBezTo>
                  <a:pt x="2143" y="4133"/>
                  <a:pt x="2080" y="4196"/>
                  <a:pt x="1985" y="4291"/>
                </a:cubicBezTo>
                <a:cubicBezTo>
                  <a:pt x="1922" y="4354"/>
                  <a:pt x="1827" y="4448"/>
                  <a:pt x="1764" y="4543"/>
                </a:cubicBezTo>
                <a:cubicBezTo>
                  <a:pt x="1575" y="4354"/>
                  <a:pt x="1323" y="4228"/>
                  <a:pt x="1008" y="4228"/>
                </a:cubicBezTo>
                <a:cubicBezTo>
                  <a:pt x="473" y="4228"/>
                  <a:pt x="0" y="4700"/>
                  <a:pt x="0" y="5268"/>
                </a:cubicBezTo>
                <a:lnTo>
                  <a:pt x="0" y="11411"/>
                </a:lnTo>
                <a:cubicBezTo>
                  <a:pt x="0" y="11600"/>
                  <a:pt x="158" y="11758"/>
                  <a:pt x="347" y="11758"/>
                </a:cubicBezTo>
                <a:lnTo>
                  <a:pt x="8570" y="11758"/>
                </a:lnTo>
                <a:cubicBezTo>
                  <a:pt x="8759" y="11758"/>
                  <a:pt x="8916" y="11600"/>
                  <a:pt x="8916" y="11411"/>
                </a:cubicBezTo>
                <a:lnTo>
                  <a:pt x="8916" y="9048"/>
                </a:lnTo>
                <a:cubicBezTo>
                  <a:pt x="8916" y="8765"/>
                  <a:pt x="8853" y="8544"/>
                  <a:pt x="8727" y="8292"/>
                </a:cubicBezTo>
                <a:lnTo>
                  <a:pt x="11342" y="8292"/>
                </a:lnTo>
                <a:cubicBezTo>
                  <a:pt x="11531" y="8292"/>
                  <a:pt x="11689" y="8134"/>
                  <a:pt x="11689" y="7945"/>
                </a:cubicBezTo>
                <a:lnTo>
                  <a:pt x="11689" y="6559"/>
                </a:lnTo>
                <a:cubicBezTo>
                  <a:pt x="11689" y="6339"/>
                  <a:pt x="11531" y="6181"/>
                  <a:pt x="11310" y="6181"/>
                </a:cubicBezTo>
                <a:lnTo>
                  <a:pt x="10901" y="6181"/>
                </a:lnTo>
                <a:cubicBezTo>
                  <a:pt x="10775" y="5520"/>
                  <a:pt x="10239" y="4984"/>
                  <a:pt x="9546" y="4826"/>
                </a:cubicBezTo>
                <a:lnTo>
                  <a:pt x="9546" y="3094"/>
                </a:lnTo>
                <a:cubicBezTo>
                  <a:pt x="9546" y="2621"/>
                  <a:pt x="9231" y="2243"/>
                  <a:pt x="8790" y="2117"/>
                </a:cubicBezTo>
                <a:lnTo>
                  <a:pt x="9515" y="447"/>
                </a:lnTo>
                <a:cubicBezTo>
                  <a:pt x="9578" y="290"/>
                  <a:pt x="9515" y="69"/>
                  <a:pt x="9326" y="38"/>
                </a:cubicBezTo>
                <a:cubicBezTo>
                  <a:pt x="9283" y="12"/>
                  <a:pt x="9234" y="1"/>
                  <a:pt x="9185"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 name="Google Shape;8885;p69">
            <a:extLst>
              <a:ext uri="{FF2B5EF4-FFF2-40B4-BE49-F238E27FC236}">
                <a16:creationId xmlns:a16="http://schemas.microsoft.com/office/drawing/2014/main" id="{469E67D4-6F87-C178-ED73-5EA94D70933D}"/>
              </a:ext>
            </a:extLst>
          </p:cNvPr>
          <p:cNvGrpSpPr/>
          <p:nvPr/>
        </p:nvGrpSpPr>
        <p:grpSpPr>
          <a:xfrm>
            <a:off x="7579101" y="6169741"/>
            <a:ext cx="916860" cy="916939"/>
            <a:chOff x="-34032200" y="2634975"/>
            <a:chExt cx="292225" cy="292250"/>
          </a:xfrm>
          <a:solidFill>
            <a:srgbClr val="555559"/>
          </a:solidFill>
        </p:grpSpPr>
        <p:sp>
          <p:nvSpPr>
            <p:cNvPr id="27" name="Google Shape;8886;p69">
              <a:extLst>
                <a:ext uri="{FF2B5EF4-FFF2-40B4-BE49-F238E27FC236}">
                  <a16:creationId xmlns:a16="http://schemas.microsoft.com/office/drawing/2014/main" id="{866BA331-13B8-D40E-FE2E-5BB19623A0DE}"/>
                </a:ext>
              </a:extLst>
            </p:cNvPr>
            <p:cNvSpPr/>
            <p:nvPr/>
          </p:nvSpPr>
          <p:spPr>
            <a:xfrm>
              <a:off x="-34032200" y="2634975"/>
              <a:ext cx="292225" cy="292250"/>
            </a:xfrm>
            <a:custGeom>
              <a:avLst/>
              <a:gdLst/>
              <a:ahLst/>
              <a:cxnLst/>
              <a:rect l="l" t="t" r="r" b="b"/>
              <a:pathLst>
                <a:path w="11689" h="11690" extrusionOk="0">
                  <a:moveTo>
                    <a:pt x="5766" y="662"/>
                  </a:moveTo>
                  <a:cubicBezTo>
                    <a:pt x="8602" y="662"/>
                    <a:pt x="10933" y="2962"/>
                    <a:pt x="10933" y="5798"/>
                  </a:cubicBezTo>
                  <a:cubicBezTo>
                    <a:pt x="10933" y="6806"/>
                    <a:pt x="10649" y="7783"/>
                    <a:pt x="10114" y="8602"/>
                  </a:cubicBezTo>
                  <a:lnTo>
                    <a:pt x="10145" y="8444"/>
                  </a:lnTo>
                  <a:cubicBezTo>
                    <a:pt x="10177" y="8350"/>
                    <a:pt x="10145" y="8224"/>
                    <a:pt x="10082" y="8129"/>
                  </a:cubicBezTo>
                  <a:cubicBezTo>
                    <a:pt x="9988" y="8066"/>
                    <a:pt x="9862" y="8035"/>
                    <a:pt x="9767" y="8035"/>
                  </a:cubicBezTo>
                  <a:lnTo>
                    <a:pt x="9641" y="8066"/>
                  </a:lnTo>
                  <a:cubicBezTo>
                    <a:pt x="10019" y="7405"/>
                    <a:pt x="10240" y="6617"/>
                    <a:pt x="10240" y="5829"/>
                  </a:cubicBezTo>
                  <a:cubicBezTo>
                    <a:pt x="10240" y="3372"/>
                    <a:pt x="8223" y="1356"/>
                    <a:pt x="5766" y="1356"/>
                  </a:cubicBezTo>
                  <a:cubicBezTo>
                    <a:pt x="5136" y="1356"/>
                    <a:pt x="4506" y="1482"/>
                    <a:pt x="3970" y="1765"/>
                  </a:cubicBezTo>
                  <a:cubicBezTo>
                    <a:pt x="3813" y="1828"/>
                    <a:pt x="3718" y="2017"/>
                    <a:pt x="3813" y="2175"/>
                  </a:cubicBezTo>
                  <a:lnTo>
                    <a:pt x="3970" y="2553"/>
                  </a:lnTo>
                  <a:lnTo>
                    <a:pt x="2710" y="2742"/>
                  </a:lnTo>
                  <a:lnTo>
                    <a:pt x="2301" y="2773"/>
                  </a:lnTo>
                  <a:cubicBezTo>
                    <a:pt x="2364" y="2647"/>
                    <a:pt x="2710" y="1324"/>
                    <a:pt x="2742" y="1198"/>
                  </a:cubicBezTo>
                  <a:lnTo>
                    <a:pt x="2836" y="1293"/>
                  </a:lnTo>
                  <a:cubicBezTo>
                    <a:pt x="2898" y="1354"/>
                    <a:pt x="2986" y="1402"/>
                    <a:pt x="3084" y="1402"/>
                  </a:cubicBezTo>
                  <a:cubicBezTo>
                    <a:pt x="3136" y="1402"/>
                    <a:pt x="3191" y="1389"/>
                    <a:pt x="3246" y="1356"/>
                  </a:cubicBezTo>
                  <a:cubicBezTo>
                    <a:pt x="4033" y="883"/>
                    <a:pt x="4915" y="662"/>
                    <a:pt x="5766" y="662"/>
                  </a:cubicBezTo>
                  <a:close/>
                  <a:moveTo>
                    <a:pt x="6144" y="2080"/>
                  </a:moveTo>
                  <a:cubicBezTo>
                    <a:pt x="7940" y="2238"/>
                    <a:pt x="9358" y="3687"/>
                    <a:pt x="9515" y="5451"/>
                  </a:cubicBezTo>
                  <a:lnTo>
                    <a:pt x="9200" y="5451"/>
                  </a:lnTo>
                  <a:cubicBezTo>
                    <a:pt x="9011" y="5451"/>
                    <a:pt x="8854" y="5609"/>
                    <a:pt x="8854" y="5829"/>
                  </a:cubicBezTo>
                  <a:cubicBezTo>
                    <a:pt x="8854" y="6018"/>
                    <a:pt x="9011" y="6176"/>
                    <a:pt x="9200" y="6176"/>
                  </a:cubicBezTo>
                  <a:lnTo>
                    <a:pt x="9515" y="6176"/>
                  </a:lnTo>
                  <a:cubicBezTo>
                    <a:pt x="9452" y="6932"/>
                    <a:pt x="9169" y="7657"/>
                    <a:pt x="8665" y="8255"/>
                  </a:cubicBezTo>
                  <a:lnTo>
                    <a:pt x="6995" y="8570"/>
                  </a:lnTo>
                  <a:cubicBezTo>
                    <a:pt x="6900" y="8602"/>
                    <a:pt x="6806" y="8665"/>
                    <a:pt x="6774" y="8759"/>
                  </a:cubicBezTo>
                  <a:cubicBezTo>
                    <a:pt x="6743" y="8885"/>
                    <a:pt x="6743" y="9011"/>
                    <a:pt x="6806" y="9074"/>
                  </a:cubicBezTo>
                  <a:lnTo>
                    <a:pt x="6995" y="9389"/>
                  </a:lnTo>
                  <a:cubicBezTo>
                    <a:pt x="6743" y="9484"/>
                    <a:pt x="6459" y="9547"/>
                    <a:pt x="6176" y="9547"/>
                  </a:cubicBezTo>
                  <a:lnTo>
                    <a:pt x="6176" y="9232"/>
                  </a:lnTo>
                  <a:cubicBezTo>
                    <a:pt x="6176" y="9043"/>
                    <a:pt x="6018" y="8885"/>
                    <a:pt x="5829" y="8885"/>
                  </a:cubicBezTo>
                  <a:cubicBezTo>
                    <a:pt x="5640" y="8885"/>
                    <a:pt x="5483" y="9043"/>
                    <a:pt x="5483" y="9232"/>
                  </a:cubicBezTo>
                  <a:lnTo>
                    <a:pt x="5483" y="9547"/>
                  </a:lnTo>
                  <a:cubicBezTo>
                    <a:pt x="3655" y="9389"/>
                    <a:pt x="2238" y="7940"/>
                    <a:pt x="2080" y="6176"/>
                  </a:cubicBezTo>
                  <a:lnTo>
                    <a:pt x="2395" y="6176"/>
                  </a:lnTo>
                  <a:cubicBezTo>
                    <a:pt x="2584" y="6176"/>
                    <a:pt x="2742" y="6018"/>
                    <a:pt x="2742" y="5829"/>
                  </a:cubicBezTo>
                  <a:cubicBezTo>
                    <a:pt x="2742" y="5609"/>
                    <a:pt x="2584" y="5451"/>
                    <a:pt x="2395" y="5451"/>
                  </a:cubicBezTo>
                  <a:lnTo>
                    <a:pt x="2080" y="5451"/>
                  </a:lnTo>
                  <a:cubicBezTo>
                    <a:pt x="2175" y="4727"/>
                    <a:pt x="2427" y="3971"/>
                    <a:pt x="2962" y="3372"/>
                  </a:cubicBezTo>
                  <a:lnTo>
                    <a:pt x="4474" y="3183"/>
                  </a:lnTo>
                  <a:cubicBezTo>
                    <a:pt x="4600" y="3183"/>
                    <a:pt x="4663" y="3088"/>
                    <a:pt x="4726" y="3025"/>
                  </a:cubicBezTo>
                  <a:cubicBezTo>
                    <a:pt x="4758" y="2931"/>
                    <a:pt x="4758" y="2836"/>
                    <a:pt x="4726" y="2710"/>
                  </a:cubicBezTo>
                  <a:lnTo>
                    <a:pt x="4506" y="2269"/>
                  </a:lnTo>
                  <a:cubicBezTo>
                    <a:pt x="4789" y="2143"/>
                    <a:pt x="5104" y="2112"/>
                    <a:pt x="5420" y="2080"/>
                  </a:cubicBezTo>
                  <a:lnTo>
                    <a:pt x="5420" y="2395"/>
                  </a:lnTo>
                  <a:cubicBezTo>
                    <a:pt x="5420" y="2584"/>
                    <a:pt x="5577" y="2742"/>
                    <a:pt x="5766" y="2742"/>
                  </a:cubicBezTo>
                  <a:cubicBezTo>
                    <a:pt x="5987" y="2742"/>
                    <a:pt x="6144" y="2584"/>
                    <a:pt x="6144" y="2395"/>
                  </a:cubicBezTo>
                  <a:lnTo>
                    <a:pt x="6144" y="2080"/>
                  </a:lnTo>
                  <a:close/>
                  <a:moveTo>
                    <a:pt x="1607" y="2899"/>
                  </a:moveTo>
                  <a:lnTo>
                    <a:pt x="1544" y="3151"/>
                  </a:lnTo>
                  <a:cubicBezTo>
                    <a:pt x="1481" y="3246"/>
                    <a:pt x="1544" y="3372"/>
                    <a:pt x="1607" y="3466"/>
                  </a:cubicBezTo>
                  <a:cubicBezTo>
                    <a:pt x="1670" y="3529"/>
                    <a:pt x="1796" y="3561"/>
                    <a:pt x="1922" y="3561"/>
                  </a:cubicBezTo>
                  <a:lnTo>
                    <a:pt x="1985" y="3561"/>
                  </a:lnTo>
                  <a:cubicBezTo>
                    <a:pt x="1607" y="4254"/>
                    <a:pt x="1387" y="5042"/>
                    <a:pt x="1387" y="5861"/>
                  </a:cubicBezTo>
                  <a:cubicBezTo>
                    <a:pt x="1387" y="8287"/>
                    <a:pt x="3372" y="10303"/>
                    <a:pt x="5829" y="10303"/>
                  </a:cubicBezTo>
                  <a:cubicBezTo>
                    <a:pt x="6459" y="10303"/>
                    <a:pt x="7089" y="10177"/>
                    <a:pt x="7688" y="9925"/>
                  </a:cubicBezTo>
                  <a:cubicBezTo>
                    <a:pt x="7751" y="9862"/>
                    <a:pt x="7845" y="9799"/>
                    <a:pt x="7877" y="9704"/>
                  </a:cubicBezTo>
                  <a:cubicBezTo>
                    <a:pt x="7908" y="9641"/>
                    <a:pt x="7877" y="9515"/>
                    <a:pt x="7845" y="9452"/>
                  </a:cubicBezTo>
                  <a:lnTo>
                    <a:pt x="7688" y="9200"/>
                  </a:lnTo>
                  <a:lnTo>
                    <a:pt x="9421" y="8854"/>
                  </a:lnTo>
                  <a:lnTo>
                    <a:pt x="9421" y="8854"/>
                  </a:lnTo>
                  <a:cubicBezTo>
                    <a:pt x="9326" y="9200"/>
                    <a:pt x="9074" y="10177"/>
                    <a:pt x="9011" y="10492"/>
                  </a:cubicBezTo>
                  <a:lnTo>
                    <a:pt x="8759" y="10303"/>
                  </a:lnTo>
                  <a:cubicBezTo>
                    <a:pt x="8708" y="10235"/>
                    <a:pt x="8640" y="10204"/>
                    <a:pt x="8567" y="10204"/>
                  </a:cubicBezTo>
                  <a:cubicBezTo>
                    <a:pt x="8505" y="10204"/>
                    <a:pt x="8439" y="10228"/>
                    <a:pt x="8381" y="10271"/>
                  </a:cubicBezTo>
                  <a:cubicBezTo>
                    <a:pt x="7593" y="10744"/>
                    <a:pt x="6680" y="10965"/>
                    <a:pt x="5829" y="10965"/>
                  </a:cubicBezTo>
                  <a:cubicBezTo>
                    <a:pt x="2994" y="10965"/>
                    <a:pt x="662" y="8665"/>
                    <a:pt x="662" y="5829"/>
                  </a:cubicBezTo>
                  <a:cubicBezTo>
                    <a:pt x="662" y="4758"/>
                    <a:pt x="977" y="3781"/>
                    <a:pt x="1607" y="2899"/>
                  </a:cubicBezTo>
                  <a:close/>
                  <a:moveTo>
                    <a:pt x="5766" y="1"/>
                  </a:moveTo>
                  <a:cubicBezTo>
                    <a:pt x="4884" y="1"/>
                    <a:pt x="3970" y="221"/>
                    <a:pt x="3151" y="662"/>
                  </a:cubicBezTo>
                  <a:lnTo>
                    <a:pt x="2836" y="316"/>
                  </a:lnTo>
                  <a:cubicBezTo>
                    <a:pt x="2765" y="245"/>
                    <a:pt x="2677" y="210"/>
                    <a:pt x="2597" y="210"/>
                  </a:cubicBezTo>
                  <a:cubicBezTo>
                    <a:pt x="2570" y="210"/>
                    <a:pt x="2545" y="214"/>
                    <a:pt x="2521" y="221"/>
                  </a:cubicBezTo>
                  <a:cubicBezTo>
                    <a:pt x="2395" y="253"/>
                    <a:pt x="2301" y="347"/>
                    <a:pt x="2269" y="473"/>
                  </a:cubicBezTo>
                  <a:lnTo>
                    <a:pt x="1985" y="1450"/>
                  </a:lnTo>
                  <a:cubicBezTo>
                    <a:pt x="694" y="2553"/>
                    <a:pt x="1" y="4160"/>
                    <a:pt x="1" y="5829"/>
                  </a:cubicBezTo>
                  <a:cubicBezTo>
                    <a:pt x="1" y="7342"/>
                    <a:pt x="599" y="8854"/>
                    <a:pt x="1733" y="9956"/>
                  </a:cubicBezTo>
                  <a:cubicBezTo>
                    <a:pt x="2836" y="11059"/>
                    <a:pt x="4285" y="11689"/>
                    <a:pt x="5861" y="11689"/>
                  </a:cubicBezTo>
                  <a:cubicBezTo>
                    <a:pt x="6774" y="11689"/>
                    <a:pt x="7719" y="11437"/>
                    <a:pt x="8539" y="11028"/>
                  </a:cubicBezTo>
                  <a:lnTo>
                    <a:pt x="8980" y="11406"/>
                  </a:lnTo>
                  <a:cubicBezTo>
                    <a:pt x="9027" y="11477"/>
                    <a:pt x="9110" y="11512"/>
                    <a:pt x="9201" y="11512"/>
                  </a:cubicBezTo>
                  <a:cubicBezTo>
                    <a:pt x="9232" y="11512"/>
                    <a:pt x="9263" y="11508"/>
                    <a:pt x="9295" y="11500"/>
                  </a:cubicBezTo>
                  <a:cubicBezTo>
                    <a:pt x="9421" y="11437"/>
                    <a:pt x="9484" y="11374"/>
                    <a:pt x="9515" y="11248"/>
                  </a:cubicBezTo>
                  <a:lnTo>
                    <a:pt x="9799" y="10114"/>
                  </a:lnTo>
                  <a:cubicBezTo>
                    <a:pt x="10996" y="9011"/>
                    <a:pt x="11689" y="7468"/>
                    <a:pt x="11689" y="5861"/>
                  </a:cubicBezTo>
                  <a:cubicBezTo>
                    <a:pt x="11658" y="2616"/>
                    <a:pt x="9011" y="1"/>
                    <a:pt x="576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8887;p69">
              <a:extLst>
                <a:ext uri="{FF2B5EF4-FFF2-40B4-BE49-F238E27FC236}">
                  <a16:creationId xmlns:a16="http://schemas.microsoft.com/office/drawing/2014/main" id="{90424FB5-50F3-C4D6-5E7D-55BBFEF05C90}"/>
                </a:ext>
              </a:extLst>
            </p:cNvPr>
            <p:cNvSpPr/>
            <p:nvPr/>
          </p:nvSpPr>
          <p:spPr>
            <a:xfrm>
              <a:off x="-33947125" y="2735800"/>
              <a:ext cx="51200" cy="86675"/>
            </a:xfrm>
            <a:custGeom>
              <a:avLst/>
              <a:gdLst/>
              <a:ahLst/>
              <a:cxnLst/>
              <a:rect l="l" t="t" r="r" b="b"/>
              <a:pathLst>
                <a:path w="2048" h="3467" extrusionOk="0">
                  <a:moveTo>
                    <a:pt x="1040" y="1"/>
                  </a:moveTo>
                  <a:cubicBezTo>
                    <a:pt x="473" y="1"/>
                    <a:pt x="0" y="473"/>
                    <a:pt x="0" y="1040"/>
                  </a:cubicBezTo>
                  <a:cubicBezTo>
                    <a:pt x="0" y="1229"/>
                    <a:pt x="158" y="1387"/>
                    <a:pt x="378" y="1387"/>
                  </a:cubicBezTo>
                  <a:cubicBezTo>
                    <a:pt x="567" y="1387"/>
                    <a:pt x="725" y="1229"/>
                    <a:pt x="725" y="1040"/>
                  </a:cubicBezTo>
                  <a:cubicBezTo>
                    <a:pt x="725" y="851"/>
                    <a:pt x="882" y="662"/>
                    <a:pt x="1071" y="662"/>
                  </a:cubicBezTo>
                  <a:cubicBezTo>
                    <a:pt x="1292" y="662"/>
                    <a:pt x="1449" y="851"/>
                    <a:pt x="1449" y="1040"/>
                  </a:cubicBezTo>
                  <a:lnTo>
                    <a:pt x="1449" y="1292"/>
                  </a:lnTo>
                  <a:cubicBezTo>
                    <a:pt x="1449" y="1418"/>
                    <a:pt x="1355" y="1544"/>
                    <a:pt x="1229" y="1639"/>
                  </a:cubicBezTo>
                  <a:lnTo>
                    <a:pt x="599" y="1954"/>
                  </a:lnTo>
                  <a:cubicBezTo>
                    <a:pt x="252" y="2111"/>
                    <a:pt x="63" y="2458"/>
                    <a:pt x="63" y="2836"/>
                  </a:cubicBezTo>
                  <a:lnTo>
                    <a:pt x="63" y="3119"/>
                  </a:lnTo>
                  <a:cubicBezTo>
                    <a:pt x="0" y="3372"/>
                    <a:pt x="158" y="3466"/>
                    <a:pt x="315" y="3466"/>
                  </a:cubicBezTo>
                  <a:lnTo>
                    <a:pt x="1701" y="3466"/>
                  </a:lnTo>
                  <a:cubicBezTo>
                    <a:pt x="1891" y="3466"/>
                    <a:pt x="2048" y="3309"/>
                    <a:pt x="2048" y="3119"/>
                  </a:cubicBezTo>
                  <a:cubicBezTo>
                    <a:pt x="2048" y="2930"/>
                    <a:pt x="1891" y="2773"/>
                    <a:pt x="1701" y="2773"/>
                  </a:cubicBezTo>
                  <a:lnTo>
                    <a:pt x="693" y="2773"/>
                  </a:lnTo>
                  <a:cubicBezTo>
                    <a:pt x="725" y="2678"/>
                    <a:pt x="756" y="2584"/>
                    <a:pt x="882" y="2521"/>
                  </a:cubicBezTo>
                  <a:lnTo>
                    <a:pt x="1512" y="2206"/>
                  </a:lnTo>
                  <a:cubicBezTo>
                    <a:pt x="1859" y="2048"/>
                    <a:pt x="2048" y="1702"/>
                    <a:pt x="2048" y="1292"/>
                  </a:cubicBezTo>
                  <a:lnTo>
                    <a:pt x="2048" y="1040"/>
                  </a:lnTo>
                  <a:cubicBezTo>
                    <a:pt x="2048" y="473"/>
                    <a:pt x="1575" y="1"/>
                    <a:pt x="104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8888;p69">
              <a:extLst>
                <a:ext uri="{FF2B5EF4-FFF2-40B4-BE49-F238E27FC236}">
                  <a16:creationId xmlns:a16="http://schemas.microsoft.com/office/drawing/2014/main" id="{31B69700-A8CF-F220-B15E-1759EFDB05C2}"/>
                </a:ext>
              </a:extLst>
            </p:cNvPr>
            <p:cNvSpPr/>
            <p:nvPr/>
          </p:nvSpPr>
          <p:spPr>
            <a:xfrm>
              <a:off x="-33878600" y="2737375"/>
              <a:ext cx="52000" cy="86675"/>
            </a:xfrm>
            <a:custGeom>
              <a:avLst/>
              <a:gdLst/>
              <a:ahLst/>
              <a:cxnLst/>
              <a:rect l="l" t="t" r="r" b="b"/>
              <a:pathLst>
                <a:path w="2080" h="3467" extrusionOk="0">
                  <a:moveTo>
                    <a:pt x="347" y="1"/>
                  </a:moveTo>
                  <a:cubicBezTo>
                    <a:pt x="158" y="1"/>
                    <a:pt x="0" y="158"/>
                    <a:pt x="0" y="347"/>
                  </a:cubicBezTo>
                  <a:lnTo>
                    <a:pt x="0" y="1733"/>
                  </a:lnTo>
                  <a:cubicBezTo>
                    <a:pt x="0" y="1922"/>
                    <a:pt x="158" y="2080"/>
                    <a:pt x="347" y="2080"/>
                  </a:cubicBezTo>
                  <a:lnTo>
                    <a:pt x="1355" y="2080"/>
                  </a:lnTo>
                  <a:lnTo>
                    <a:pt x="1355" y="3088"/>
                  </a:lnTo>
                  <a:cubicBezTo>
                    <a:pt x="1355" y="3309"/>
                    <a:pt x="1512" y="3466"/>
                    <a:pt x="1733" y="3466"/>
                  </a:cubicBezTo>
                  <a:cubicBezTo>
                    <a:pt x="1922" y="3466"/>
                    <a:pt x="2079" y="3309"/>
                    <a:pt x="2079" y="3088"/>
                  </a:cubicBezTo>
                  <a:lnTo>
                    <a:pt x="2079" y="1733"/>
                  </a:lnTo>
                  <a:lnTo>
                    <a:pt x="2079" y="347"/>
                  </a:lnTo>
                  <a:cubicBezTo>
                    <a:pt x="2079" y="158"/>
                    <a:pt x="1922" y="1"/>
                    <a:pt x="1733" y="1"/>
                  </a:cubicBezTo>
                  <a:cubicBezTo>
                    <a:pt x="1512" y="1"/>
                    <a:pt x="1355" y="158"/>
                    <a:pt x="1355" y="347"/>
                  </a:cubicBezTo>
                  <a:lnTo>
                    <a:pt x="1355" y="1355"/>
                  </a:lnTo>
                  <a:lnTo>
                    <a:pt x="693" y="1355"/>
                  </a:lnTo>
                  <a:lnTo>
                    <a:pt x="693" y="347"/>
                  </a:lnTo>
                  <a:cubicBezTo>
                    <a:pt x="693"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8889;p69">
            <a:extLst>
              <a:ext uri="{FF2B5EF4-FFF2-40B4-BE49-F238E27FC236}">
                <a16:creationId xmlns:a16="http://schemas.microsoft.com/office/drawing/2014/main" id="{1610D04B-8DD7-0F01-E03C-DECEEC379256}"/>
              </a:ext>
            </a:extLst>
          </p:cNvPr>
          <p:cNvGrpSpPr/>
          <p:nvPr/>
        </p:nvGrpSpPr>
        <p:grpSpPr>
          <a:xfrm>
            <a:off x="13327457" y="3923436"/>
            <a:ext cx="926822" cy="916860"/>
            <a:chOff x="-32245875" y="1938725"/>
            <a:chExt cx="295400" cy="292225"/>
          </a:xfrm>
          <a:solidFill>
            <a:srgbClr val="555559"/>
          </a:solidFill>
        </p:grpSpPr>
        <p:sp>
          <p:nvSpPr>
            <p:cNvPr id="31" name="Google Shape;8890;p69">
              <a:extLst>
                <a:ext uri="{FF2B5EF4-FFF2-40B4-BE49-F238E27FC236}">
                  <a16:creationId xmlns:a16="http://schemas.microsoft.com/office/drawing/2014/main" id="{AC086A1A-1C94-F4B0-13EF-169255065373}"/>
                </a:ext>
              </a:extLst>
            </p:cNvPr>
            <p:cNvSpPr/>
            <p:nvPr/>
          </p:nvSpPr>
          <p:spPr>
            <a:xfrm>
              <a:off x="-32156075" y="2042700"/>
              <a:ext cx="120525" cy="120525"/>
            </a:xfrm>
            <a:custGeom>
              <a:avLst/>
              <a:gdLst/>
              <a:ahLst/>
              <a:cxnLst/>
              <a:rect l="l" t="t" r="r" b="b"/>
              <a:pathLst>
                <a:path w="4821" h="4821" extrusionOk="0">
                  <a:moveTo>
                    <a:pt x="2395" y="725"/>
                  </a:moveTo>
                  <a:cubicBezTo>
                    <a:pt x="3340" y="725"/>
                    <a:pt x="4096" y="1481"/>
                    <a:pt x="4096" y="2426"/>
                  </a:cubicBezTo>
                  <a:cubicBezTo>
                    <a:pt x="4096" y="3308"/>
                    <a:pt x="3340" y="4096"/>
                    <a:pt x="2395" y="4096"/>
                  </a:cubicBezTo>
                  <a:cubicBezTo>
                    <a:pt x="1450" y="4096"/>
                    <a:pt x="725" y="3340"/>
                    <a:pt x="725" y="2426"/>
                  </a:cubicBezTo>
                  <a:cubicBezTo>
                    <a:pt x="725" y="1450"/>
                    <a:pt x="1450" y="725"/>
                    <a:pt x="2395" y="725"/>
                  </a:cubicBezTo>
                  <a:close/>
                  <a:moveTo>
                    <a:pt x="2395" y="0"/>
                  </a:moveTo>
                  <a:cubicBezTo>
                    <a:pt x="1072" y="0"/>
                    <a:pt x="1" y="1071"/>
                    <a:pt x="1" y="2426"/>
                  </a:cubicBezTo>
                  <a:cubicBezTo>
                    <a:pt x="1" y="3749"/>
                    <a:pt x="1072" y="4821"/>
                    <a:pt x="2395" y="4821"/>
                  </a:cubicBezTo>
                  <a:cubicBezTo>
                    <a:pt x="3750" y="4821"/>
                    <a:pt x="4821" y="3749"/>
                    <a:pt x="4821" y="2426"/>
                  </a:cubicBezTo>
                  <a:cubicBezTo>
                    <a:pt x="4758" y="1071"/>
                    <a:pt x="3718" y="0"/>
                    <a:pt x="239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8891;p69">
              <a:extLst>
                <a:ext uri="{FF2B5EF4-FFF2-40B4-BE49-F238E27FC236}">
                  <a16:creationId xmlns:a16="http://schemas.microsoft.com/office/drawing/2014/main" id="{77D790A1-00AC-EB2F-C70D-393BA827338B}"/>
                </a:ext>
              </a:extLst>
            </p:cNvPr>
            <p:cNvSpPr/>
            <p:nvPr/>
          </p:nvSpPr>
          <p:spPr>
            <a:xfrm>
              <a:off x="-32105675" y="2076550"/>
              <a:ext cx="35475" cy="33900"/>
            </a:xfrm>
            <a:custGeom>
              <a:avLst/>
              <a:gdLst/>
              <a:ahLst/>
              <a:cxnLst/>
              <a:rect l="l" t="t" r="r" b="b"/>
              <a:pathLst>
                <a:path w="1419" h="1356" extrusionOk="0">
                  <a:moveTo>
                    <a:pt x="347" y="1"/>
                  </a:moveTo>
                  <a:cubicBezTo>
                    <a:pt x="158" y="1"/>
                    <a:pt x="1" y="159"/>
                    <a:pt x="1" y="348"/>
                  </a:cubicBezTo>
                  <a:lnTo>
                    <a:pt x="1" y="1009"/>
                  </a:lnTo>
                  <a:cubicBezTo>
                    <a:pt x="1" y="1230"/>
                    <a:pt x="158" y="1356"/>
                    <a:pt x="347" y="1356"/>
                  </a:cubicBezTo>
                  <a:lnTo>
                    <a:pt x="1009" y="1356"/>
                  </a:lnTo>
                  <a:cubicBezTo>
                    <a:pt x="1230" y="1356"/>
                    <a:pt x="1387" y="1198"/>
                    <a:pt x="1387" y="1009"/>
                  </a:cubicBezTo>
                  <a:cubicBezTo>
                    <a:pt x="1419" y="852"/>
                    <a:pt x="1261" y="694"/>
                    <a:pt x="1072" y="694"/>
                  </a:cubicBezTo>
                  <a:lnTo>
                    <a:pt x="694" y="694"/>
                  </a:lnTo>
                  <a:lnTo>
                    <a:pt x="694" y="348"/>
                  </a:lnTo>
                  <a:cubicBezTo>
                    <a:pt x="694" y="159"/>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8892;p69">
              <a:extLst>
                <a:ext uri="{FF2B5EF4-FFF2-40B4-BE49-F238E27FC236}">
                  <a16:creationId xmlns:a16="http://schemas.microsoft.com/office/drawing/2014/main" id="{5148EF9F-6E56-78B5-7D0E-1741DCAD23A5}"/>
                </a:ext>
              </a:extLst>
            </p:cNvPr>
            <p:cNvSpPr/>
            <p:nvPr/>
          </p:nvSpPr>
          <p:spPr>
            <a:xfrm>
              <a:off x="-32245875" y="1938725"/>
              <a:ext cx="295400" cy="292225"/>
            </a:xfrm>
            <a:custGeom>
              <a:avLst/>
              <a:gdLst/>
              <a:ahLst/>
              <a:cxnLst/>
              <a:rect l="l" t="t" r="r" b="b"/>
              <a:pathLst>
                <a:path w="11816" h="11689" extrusionOk="0">
                  <a:moveTo>
                    <a:pt x="10965" y="1355"/>
                  </a:moveTo>
                  <a:cubicBezTo>
                    <a:pt x="11154" y="1355"/>
                    <a:pt x="11311" y="1544"/>
                    <a:pt x="11311" y="1733"/>
                  </a:cubicBezTo>
                  <a:lnTo>
                    <a:pt x="11311" y="2742"/>
                  </a:lnTo>
                  <a:lnTo>
                    <a:pt x="1009" y="2742"/>
                  </a:lnTo>
                  <a:lnTo>
                    <a:pt x="1009" y="1733"/>
                  </a:lnTo>
                  <a:lnTo>
                    <a:pt x="852" y="1733"/>
                  </a:lnTo>
                  <a:cubicBezTo>
                    <a:pt x="852" y="1544"/>
                    <a:pt x="1009" y="1355"/>
                    <a:pt x="1198" y="1355"/>
                  </a:cubicBezTo>
                  <a:lnTo>
                    <a:pt x="1545" y="1355"/>
                  </a:lnTo>
                  <a:lnTo>
                    <a:pt x="1545" y="1733"/>
                  </a:lnTo>
                  <a:cubicBezTo>
                    <a:pt x="1545" y="1922"/>
                    <a:pt x="1702" y="2080"/>
                    <a:pt x="1891" y="2080"/>
                  </a:cubicBezTo>
                  <a:cubicBezTo>
                    <a:pt x="2112" y="2080"/>
                    <a:pt x="2269" y="1922"/>
                    <a:pt x="2269" y="1733"/>
                  </a:cubicBezTo>
                  <a:lnTo>
                    <a:pt x="2269" y="1355"/>
                  </a:lnTo>
                  <a:lnTo>
                    <a:pt x="3624" y="1355"/>
                  </a:lnTo>
                  <a:lnTo>
                    <a:pt x="3624" y="1733"/>
                  </a:lnTo>
                  <a:cubicBezTo>
                    <a:pt x="3624" y="1922"/>
                    <a:pt x="3782" y="2080"/>
                    <a:pt x="4002" y="2080"/>
                  </a:cubicBezTo>
                  <a:cubicBezTo>
                    <a:pt x="4191" y="2080"/>
                    <a:pt x="4349" y="1922"/>
                    <a:pt x="4349" y="1733"/>
                  </a:cubicBezTo>
                  <a:lnTo>
                    <a:pt x="4349" y="1355"/>
                  </a:lnTo>
                  <a:lnTo>
                    <a:pt x="5735" y="1355"/>
                  </a:lnTo>
                  <a:lnTo>
                    <a:pt x="5735" y="1733"/>
                  </a:lnTo>
                  <a:cubicBezTo>
                    <a:pt x="5735" y="1922"/>
                    <a:pt x="5892" y="2080"/>
                    <a:pt x="6081" y="2080"/>
                  </a:cubicBezTo>
                  <a:cubicBezTo>
                    <a:pt x="6270" y="2080"/>
                    <a:pt x="6428" y="1922"/>
                    <a:pt x="6428" y="1733"/>
                  </a:cubicBezTo>
                  <a:lnTo>
                    <a:pt x="6428" y="1355"/>
                  </a:lnTo>
                  <a:lnTo>
                    <a:pt x="7814" y="1355"/>
                  </a:lnTo>
                  <a:lnTo>
                    <a:pt x="7814" y="1733"/>
                  </a:lnTo>
                  <a:cubicBezTo>
                    <a:pt x="7814" y="1922"/>
                    <a:pt x="7972" y="2080"/>
                    <a:pt x="8161" y="2080"/>
                  </a:cubicBezTo>
                  <a:cubicBezTo>
                    <a:pt x="8381" y="2080"/>
                    <a:pt x="8539" y="1922"/>
                    <a:pt x="8539" y="1733"/>
                  </a:cubicBezTo>
                  <a:lnTo>
                    <a:pt x="8539" y="1355"/>
                  </a:lnTo>
                  <a:lnTo>
                    <a:pt x="9893" y="1355"/>
                  </a:lnTo>
                  <a:lnTo>
                    <a:pt x="9893" y="1733"/>
                  </a:lnTo>
                  <a:cubicBezTo>
                    <a:pt x="9893" y="1922"/>
                    <a:pt x="10051" y="2080"/>
                    <a:pt x="10272" y="2080"/>
                  </a:cubicBezTo>
                  <a:cubicBezTo>
                    <a:pt x="10461" y="2080"/>
                    <a:pt x="10618" y="1922"/>
                    <a:pt x="10618" y="1733"/>
                  </a:cubicBezTo>
                  <a:lnTo>
                    <a:pt x="10618" y="1355"/>
                  </a:lnTo>
                  <a:close/>
                  <a:moveTo>
                    <a:pt x="11154" y="3466"/>
                  </a:moveTo>
                  <a:lnTo>
                    <a:pt x="11154" y="9641"/>
                  </a:lnTo>
                  <a:lnTo>
                    <a:pt x="852" y="9641"/>
                  </a:lnTo>
                  <a:lnTo>
                    <a:pt x="852" y="3466"/>
                  </a:lnTo>
                  <a:close/>
                  <a:moveTo>
                    <a:pt x="11154" y="10366"/>
                  </a:moveTo>
                  <a:lnTo>
                    <a:pt x="11154" y="10712"/>
                  </a:lnTo>
                  <a:cubicBezTo>
                    <a:pt x="11122" y="10870"/>
                    <a:pt x="10965" y="11027"/>
                    <a:pt x="10807" y="11027"/>
                  </a:cubicBezTo>
                  <a:lnTo>
                    <a:pt x="1198" y="11027"/>
                  </a:lnTo>
                  <a:cubicBezTo>
                    <a:pt x="1009" y="11027"/>
                    <a:pt x="852" y="10870"/>
                    <a:pt x="852" y="10649"/>
                  </a:cubicBezTo>
                  <a:lnTo>
                    <a:pt x="852" y="10366"/>
                  </a:lnTo>
                  <a:close/>
                  <a:moveTo>
                    <a:pt x="1734" y="1"/>
                  </a:moveTo>
                  <a:cubicBezTo>
                    <a:pt x="1545" y="1"/>
                    <a:pt x="1387" y="158"/>
                    <a:pt x="1387" y="347"/>
                  </a:cubicBezTo>
                  <a:lnTo>
                    <a:pt x="1387" y="694"/>
                  </a:lnTo>
                  <a:lnTo>
                    <a:pt x="1041" y="694"/>
                  </a:lnTo>
                  <a:cubicBezTo>
                    <a:pt x="474" y="694"/>
                    <a:pt x="1" y="1166"/>
                    <a:pt x="1" y="1733"/>
                  </a:cubicBezTo>
                  <a:lnTo>
                    <a:pt x="1" y="10649"/>
                  </a:lnTo>
                  <a:cubicBezTo>
                    <a:pt x="1" y="11216"/>
                    <a:pt x="474" y="11689"/>
                    <a:pt x="1041" y="11689"/>
                  </a:cubicBezTo>
                  <a:lnTo>
                    <a:pt x="10650" y="11689"/>
                  </a:lnTo>
                  <a:cubicBezTo>
                    <a:pt x="11185" y="11689"/>
                    <a:pt x="11658" y="11216"/>
                    <a:pt x="11658" y="10649"/>
                  </a:cubicBezTo>
                  <a:lnTo>
                    <a:pt x="11658" y="1733"/>
                  </a:lnTo>
                  <a:cubicBezTo>
                    <a:pt x="11815" y="1166"/>
                    <a:pt x="11343" y="694"/>
                    <a:pt x="10807" y="694"/>
                  </a:cubicBezTo>
                  <a:lnTo>
                    <a:pt x="10461" y="694"/>
                  </a:lnTo>
                  <a:lnTo>
                    <a:pt x="10461" y="347"/>
                  </a:lnTo>
                  <a:cubicBezTo>
                    <a:pt x="10461" y="158"/>
                    <a:pt x="10303" y="1"/>
                    <a:pt x="10083" y="1"/>
                  </a:cubicBezTo>
                  <a:cubicBezTo>
                    <a:pt x="9893" y="1"/>
                    <a:pt x="9736" y="158"/>
                    <a:pt x="9736" y="347"/>
                  </a:cubicBezTo>
                  <a:lnTo>
                    <a:pt x="9736" y="694"/>
                  </a:lnTo>
                  <a:lnTo>
                    <a:pt x="8350" y="694"/>
                  </a:lnTo>
                  <a:lnTo>
                    <a:pt x="8350" y="347"/>
                  </a:lnTo>
                  <a:cubicBezTo>
                    <a:pt x="8350" y="158"/>
                    <a:pt x="8192" y="1"/>
                    <a:pt x="8003" y="1"/>
                  </a:cubicBezTo>
                  <a:cubicBezTo>
                    <a:pt x="7814" y="1"/>
                    <a:pt x="7657" y="158"/>
                    <a:pt x="7657" y="347"/>
                  </a:cubicBezTo>
                  <a:lnTo>
                    <a:pt x="7657" y="694"/>
                  </a:lnTo>
                  <a:lnTo>
                    <a:pt x="6270" y="694"/>
                  </a:lnTo>
                  <a:lnTo>
                    <a:pt x="6270" y="347"/>
                  </a:lnTo>
                  <a:cubicBezTo>
                    <a:pt x="6270" y="158"/>
                    <a:pt x="6113" y="1"/>
                    <a:pt x="5924" y="1"/>
                  </a:cubicBezTo>
                  <a:cubicBezTo>
                    <a:pt x="5735" y="1"/>
                    <a:pt x="5577" y="158"/>
                    <a:pt x="5577" y="347"/>
                  </a:cubicBezTo>
                  <a:lnTo>
                    <a:pt x="5577" y="694"/>
                  </a:lnTo>
                  <a:lnTo>
                    <a:pt x="4191" y="694"/>
                  </a:lnTo>
                  <a:lnTo>
                    <a:pt x="4191" y="347"/>
                  </a:lnTo>
                  <a:cubicBezTo>
                    <a:pt x="4191" y="158"/>
                    <a:pt x="4034" y="1"/>
                    <a:pt x="3845" y="1"/>
                  </a:cubicBezTo>
                  <a:cubicBezTo>
                    <a:pt x="3624" y="1"/>
                    <a:pt x="3466" y="158"/>
                    <a:pt x="3466" y="347"/>
                  </a:cubicBezTo>
                  <a:lnTo>
                    <a:pt x="3466" y="694"/>
                  </a:lnTo>
                  <a:lnTo>
                    <a:pt x="2112" y="694"/>
                  </a:lnTo>
                  <a:lnTo>
                    <a:pt x="2112" y="347"/>
                  </a:lnTo>
                  <a:cubicBezTo>
                    <a:pt x="2112" y="158"/>
                    <a:pt x="1954" y="1"/>
                    <a:pt x="173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 name="Google Shape;8893;p69">
            <a:extLst>
              <a:ext uri="{FF2B5EF4-FFF2-40B4-BE49-F238E27FC236}">
                <a16:creationId xmlns:a16="http://schemas.microsoft.com/office/drawing/2014/main" id="{0C909340-C2EC-1A70-7C6E-ABB049DE5110}"/>
              </a:ext>
            </a:extLst>
          </p:cNvPr>
          <p:cNvGrpSpPr/>
          <p:nvPr/>
        </p:nvGrpSpPr>
        <p:grpSpPr>
          <a:xfrm>
            <a:off x="13318828" y="5092907"/>
            <a:ext cx="944077" cy="910742"/>
            <a:chOff x="-32243500" y="2299850"/>
            <a:chExt cx="300900" cy="290275"/>
          </a:xfrm>
          <a:solidFill>
            <a:srgbClr val="555559"/>
          </a:solidFill>
        </p:grpSpPr>
        <p:sp>
          <p:nvSpPr>
            <p:cNvPr id="35" name="Google Shape;8894;p69">
              <a:extLst>
                <a:ext uri="{FF2B5EF4-FFF2-40B4-BE49-F238E27FC236}">
                  <a16:creationId xmlns:a16="http://schemas.microsoft.com/office/drawing/2014/main" id="{6F638C83-797A-92EF-F6C0-5201A4F9325C}"/>
                </a:ext>
              </a:extLst>
            </p:cNvPr>
            <p:cNvSpPr/>
            <p:nvPr/>
          </p:nvSpPr>
          <p:spPr>
            <a:xfrm>
              <a:off x="-32243500" y="2299850"/>
              <a:ext cx="300900" cy="290275"/>
            </a:xfrm>
            <a:custGeom>
              <a:avLst/>
              <a:gdLst/>
              <a:ahLst/>
              <a:cxnLst/>
              <a:rect l="l" t="t" r="r" b="b"/>
              <a:pathLst>
                <a:path w="12036" h="11611" extrusionOk="0">
                  <a:moveTo>
                    <a:pt x="7955" y="654"/>
                  </a:moveTo>
                  <a:cubicBezTo>
                    <a:pt x="8743" y="654"/>
                    <a:pt x="9531" y="946"/>
                    <a:pt x="10114" y="1529"/>
                  </a:cubicBezTo>
                  <a:cubicBezTo>
                    <a:pt x="11311" y="2726"/>
                    <a:pt x="11311" y="4679"/>
                    <a:pt x="10114" y="5876"/>
                  </a:cubicBezTo>
                  <a:cubicBezTo>
                    <a:pt x="9540" y="6450"/>
                    <a:pt x="8752" y="6766"/>
                    <a:pt x="7951" y="6766"/>
                  </a:cubicBezTo>
                  <a:cubicBezTo>
                    <a:pt x="7565" y="6766"/>
                    <a:pt x="7175" y="6692"/>
                    <a:pt x="6806" y="6538"/>
                  </a:cubicBezTo>
                  <a:cubicBezTo>
                    <a:pt x="6759" y="6526"/>
                    <a:pt x="6709" y="6519"/>
                    <a:pt x="6661" y="6519"/>
                  </a:cubicBezTo>
                  <a:cubicBezTo>
                    <a:pt x="6577" y="6519"/>
                    <a:pt x="6499" y="6541"/>
                    <a:pt x="6459" y="6601"/>
                  </a:cubicBezTo>
                  <a:lnTo>
                    <a:pt x="5545" y="7514"/>
                  </a:lnTo>
                  <a:lnTo>
                    <a:pt x="4726" y="7514"/>
                  </a:lnTo>
                  <a:cubicBezTo>
                    <a:pt x="4537" y="7514"/>
                    <a:pt x="4380" y="7672"/>
                    <a:pt x="4380" y="7861"/>
                  </a:cubicBezTo>
                  <a:lnTo>
                    <a:pt x="4380" y="8460"/>
                  </a:lnTo>
                  <a:lnTo>
                    <a:pt x="3907" y="8428"/>
                  </a:lnTo>
                  <a:cubicBezTo>
                    <a:pt x="3813" y="8428"/>
                    <a:pt x="3687" y="8428"/>
                    <a:pt x="3655" y="8491"/>
                  </a:cubicBezTo>
                  <a:cubicBezTo>
                    <a:pt x="3592" y="8554"/>
                    <a:pt x="3529" y="8649"/>
                    <a:pt x="3529" y="8743"/>
                  </a:cubicBezTo>
                  <a:lnTo>
                    <a:pt x="3466" y="9531"/>
                  </a:lnTo>
                  <a:lnTo>
                    <a:pt x="2678" y="9594"/>
                  </a:lnTo>
                  <a:cubicBezTo>
                    <a:pt x="2584" y="9594"/>
                    <a:pt x="2521" y="9657"/>
                    <a:pt x="2426" y="9720"/>
                  </a:cubicBezTo>
                  <a:cubicBezTo>
                    <a:pt x="2395" y="9814"/>
                    <a:pt x="2363" y="9877"/>
                    <a:pt x="2363" y="9972"/>
                  </a:cubicBezTo>
                  <a:lnTo>
                    <a:pt x="2426" y="10665"/>
                  </a:lnTo>
                  <a:lnTo>
                    <a:pt x="2174" y="10949"/>
                  </a:lnTo>
                  <a:lnTo>
                    <a:pt x="694" y="10949"/>
                  </a:lnTo>
                  <a:lnTo>
                    <a:pt x="694" y="9499"/>
                  </a:lnTo>
                  <a:lnTo>
                    <a:pt x="757" y="9499"/>
                  </a:lnTo>
                  <a:lnTo>
                    <a:pt x="5041" y="5215"/>
                  </a:lnTo>
                  <a:cubicBezTo>
                    <a:pt x="5104" y="5120"/>
                    <a:pt x="5167" y="4963"/>
                    <a:pt x="5104" y="4837"/>
                  </a:cubicBezTo>
                  <a:cubicBezTo>
                    <a:pt x="4695" y="3702"/>
                    <a:pt x="4947" y="2411"/>
                    <a:pt x="5797" y="1529"/>
                  </a:cubicBezTo>
                  <a:cubicBezTo>
                    <a:pt x="6380" y="946"/>
                    <a:pt x="7168" y="654"/>
                    <a:pt x="7955" y="654"/>
                  </a:cubicBezTo>
                  <a:close/>
                  <a:moveTo>
                    <a:pt x="7936" y="1"/>
                  </a:moveTo>
                  <a:cubicBezTo>
                    <a:pt x="6971" y="1"/>
                    <a:pt x="6002" y="363"/>
                    <a:pt x="5262" y="1088"/>
                  </a:cubicBezTo>
                  <a:cubicBezTo>
                    <a:pt x="4285" y="2096"/>
                    <a:pt x="3939" y="3576"/>
                    <a:pt x="4380" y="4931"/>
                  </a:cubicBezTo>
                  <a:lnTo>
                    <a:pt x="126" y="9184"/>
                  </a:lnTo>
                  <a:cubicBezTo>
                    <a:pt x="32" y="9247"/>
                    <a:pt x="0" y="9342"/>
                    <a:pt x="0" y="9405"/>
                  </a:cubicBezTo>
                  <a:lnTo>
                    <a:pt x="0" y="11358"/>
                  </a:lnTo>
                  <a:cubicBezTo>
                    <a:pt x="32" y="11453"/>
                    <a:pt x="189" y="11610"/>
                    <a:pt x="379" y="11610"/>
                  </a:cubicBezTo>
                  <a:lnTo>
                    <a:pt x="2332" y="11610"/>
                  </a:lnTo>
                  <a:cubicBezTo>
                    <a:pt x="2395" y="11610"/>
                    <a:pt x="2521" y="11579"/>
                    <a:pt x="2552" y="11516"/>
                  </a:cubicBezTo>
                  <a:lnTo>
                    <a:pt x="3025" y="11043"/>
                  </a:lnTo>
                  <a:cubicBezTo>
                    <a:pt x="3119" y="10949"/>
                    <a:pt x="3151" y="10823"/>
                    <a:pt x="3119" y="10759"/>
                  </a:cubicBezTo>
                  <a:lnTo>
                    <a:pt x="3025" y="10255"/>
                  </a:lnTo>
                  <a:lnTo>
                    <a:pt x="3750" y="10161"/>
                  </a:lnTo>
                  <a:cubicBezTo>
                    <a:pt x="3907" y="10161"/>
                    <a:pt x="4002" y="10003"/>
                    <a:pt x="4065" y="9846"/>
                  </a:cubicBezTo>
                  <a:lnTo>
                    <a:pt x="4128" y="9153"/>
                  </a:lnTo>
                  <a:lnTo>
                    <a:pt x="4663" y="9216"/>
                  </a:lnTo>
                  <a:cubicBezTo>
                    <a:pt x="4726" y="9216"/>
                    <a:pt x="4852" y="9216"/>
                    <a:pt x="4915" y="9153"/>
                  </a:cubicBezTo>
                  <a:cubicBezTo>
                    <a:pt x="5010" y="9058"/>
                    <a:pt x="5041" y="8995"/>
                    <a:pt x="5041" y="8901"/>
                  </a:cubicBezTo>
                  <a:lnTo>
                    <a:pt x="5041" y="8271"/>
                  </a:lnTo>
                  <a:lnTo>
                    <a:pt x="5671" y="8271"/>
                  </a:lnTo>
                  <a:cubicBezTo>
                    <a:pt x="5734" y="8271"/>
                    <a:pt x="5829" y="8239"/>
                    <a:pt x="5892" y="8145"/>
                  </a:cubicBezTo>
                  <a:lnTo>
                    <a:pt x="6774" y="7325"/>
                  </a:lnTo>
                  <a:cubicBezTo>
                    <a:pt x="7153" y="7452"/>
                    <a:pt x="7548" y="7514"/>
                    <a:pt x="7941" y="7514"/>
                  </a:cubicBezTo>
                  <a:cubicBezTo>
                    <a:pt x="8920" y="7514"/>
                    <a:pt x="9889" y="7131"/>
                    <a:pt x="10586" y="6412"/>
                  </a:cubicBezTo>
                  <a:cubicBezTo>
                    <a:pt x="12035" y="4963"/>
                    <a:pt x="12035" y="2568"/>
                    <a:pt x="10586" y="1088"/>
                  </a:cubicBezTo>
                  <a:cubicBezTo>
                    <a:pt x="9862" y="363"/>
                    <a:pt x="8901" y="1"/>
                    <a:pt x="793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8895;p69">
              <a:extLst>
                <a:ext uri="{FF2B5EF4-FFF2-40B4-BE49-F238E27FC236}">
                  <a16:creationId xmlns:a16="http://schemas.microsoft.com/office/drawing/2014/main" id="{25F71D0E-8E45-91B2-6159-D3532A115160}"/>
                </a:ext>
              </a:extLst>
            </p:cNvPr>
            <p:cNvSpPr/>
            <p:nvPr/>
          </p:nvSpPr>
          <p:spPr>
            <a:xfrm>
              <a:off x="-32048175" y="2342775"/>
              <a:ext cx="55950" cy="51025"/>
            </a:xfrm>
            <a:custGeom>
              <a:avLst/>
              <a:gdLst/>
              <a:ahLst/>
              <a:cxnLst/>
              <a:rect l="l" t="t" r="r" b="b"/>
              <a:pathLst>
                <a:path w="2238" h="2041" extrusionOk="0">
                  <a:moveTo>
                    <a:pt x="1119" y="662"/>
                  </a:moveTo>
                  <a:cubicBezTo>
                    <a:pt x="1206" y="662"/>
                    <a:pt x="1292" y="694"/>
                    <a:pt x="1355" y="757"/>
                  </a:cubicBezTo>
                  <a:cubicBezTo>
                    <a:pt x="1481" y="883"/>
                    <a:pt x="1481" y="1135"/>
                    <a:pt x="1355" y="1229"/>
                  </a:cubicBezTo>
                  <a:cubicBezTo>
                    <a:pt x="1292" y="1292"/>
                    <a:pt x="1206" y="1324"/>
                    <a:pt x="1119" y="1324"/>
                  </a:cubicBezTo>
                  <a:cubicBezTo>
                    <a:pt x="1032" y="1324"/>
                    <a:pt x="946" y="1292"/>
                    <a:pt x="883" y="1229"/>
                  </a:cubicBezTo>
                  <a:cubicBezTo>
                    <a:pt x="725" y="1135"/>
                    <a:pt x="725" y="914"/>
                    <a:pt x="883" y="757"/>
                  </a:cubicBezTo>
                  <a:cubicBezTo>
                    <a:pt x="946" y="694"/>
                    <a:pt x="1032" y="662"/>
                    <a:pt x="1119" y="662"/>
                  </a:cubicBezTo>
                  <a:close/>
                  <a:moveTo>
                    <a:pt x="1115" y="1"/>
                  </a:moveTo>
                  <a:cubicBezTo>
                    <a:pt x="851" y="1"/>
                    <a:pt x="584" y="95"/>
                    <a:pt x="379" y="284"/>
                  </a:cubicBezTo>
                  <a:cubicBezTo>
                    <a:pt x="1" y="694"/>
                    <a:pt x="1" y="1355"/>
                    <a:pt x="379" y="1733"/>
                  </a:cubicBezTo>
                  <a:cubicBezTo>
                    <a:pt x="599" y="1938"/>
                    <a:pt x="867" y="2041"/>
                    <a:pt x="1127" y="2041"/>
                  </a:cubicBezTo>
                  <a:cubicBezTo>
                    <a:pt x="1387" y="2041"/>
                    <a:pt x="1639" y="1938"/>
                    <a:pt x="1828" y="1733"/>
                  </a:cubicBezTo>
                  <a:cubicBezTo>
                    <a:pt x="2238" y="1355"/>
                    <a:pt x="2238" y="694"/>
                    <a:pt x="1828" y="284"/>
                  </a:cubicBezTo>
                  <a:cubicBezTo>
                    <a:pt x="1639" y="95"/>
                    <a:pt x="1379" y="1"/>
                    <a:pt x="111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 name="Google Shape;8896;p69">
            <a:extLst>
              <a:ext uri="{FF2B5EF4-FFF2-40B4-BE49-F238E27FC236}">
                <a16:creationId xmlns:a16="http://schemas.microsoft.com/office/drawing/2014/main" id="{72B63D3D-B760-8237-47DC-A3A87E2F8ECF}"/>
              </a:ext>
            </a:extLst>
          </p:cNvPr>
          <p:cNvSpPr/>
          <p:nvPr/>
        </p:nvSpPr>
        <p:spPr>
          <a:xfrm>
            <a:off x="13325412" y="6172577"/>
            <a:ext cx="921801" cy="911919"/>
          </a:xfrm>
          <a:custGeom>
            <a:avLst/>
            <a:gdLst/>
            <a:ahLst/>
            <a:cxnLst/>
            <a:rect l="l" t="t" r="r" b="b"/>
            <a:pathLst>
              <a:path w="11752" h="11626" extrusionOk="0">
                <a:moveTo>
                  <a:pt x="5829" y="662"/>
                </a:moveTo>
                <a:cubicBezTo>
                  <a:pt x="6049" y="662"/>
                  <a:pt x="6207" y="819"/>
                  <a:pt x="6207" y="1008"/>
                </a:cubicBezTo>
                <a:cubicBezTo>
                  <a:pt x="6207" y="1197"/>
                  <a:pt x="6049" y="1355"/>
                  <a:pt x="5829" y="1355"/>
                </a:cubicBezTo>
                <a:cubicBezTo>
                  <a:pt x="5640" y="1355"/>
                  <a:pt x="5482" y="1197"/>
                  <a:pt x="5482" y="1008"/>
                </a:cubicBezTo>
                <a:cubicBezTo>
                  <a:pt x="5482" y="819"/>
                  <a:pt x="5640" y="662"/>
                  <a:pt x="5829" y="662"/>
                </a:cubicBezTo>
                <a:close/>
                <a:moveTo>
                  <a:pt x="5829" y="2048"/>
                </a:moveTo>
                <a:cubicBezTo>
                  <a:pt x="6743" y="2048"/>
                  <a:pt x="7625" y="2363"/>
                  <a:pt x="8255" y="2898"/>
                </a:cubicBezTo>
                <a:lnTo>
                  <a:pt x="7247" y="3875"/>
                </a:lnTo>
                <a:cubicBezTo>
                  <a:pt x="6869" y="3560"/>
                  <a:pt x="6364" y="3403"/>
                  <a:pt x="5797" y="3403"/>
                </a:cubicBezTo>
                <a:cubicBezTo>
                  <a:pt x="5325" y="3403"/>
                  <a:pt x="4821" y="3560"/>
                  <a:pt x="4380" y="3875"/>
                </a:cubicBezTo>
                <a:lnTo>
                  <a:pt x="3435" y="2930"/>
                </a:lnTo>
                <a:cubicBezTo>
                  <a:pt x="4065" y="2363"/>
                  <a:pt x="4884" y="2048"/>
                  <a:pt x="5829" y="2048"/>
                </a:cubicBezTo>
                <a:close/>
                <a:moveTo>
                  <a:pt x="4852" y="1355"/>
                </a:moveTo>
                <a:cubicBezTo>
                  <a:pt x="4852" y="1418"/>
                  <a:pt x="4884" y="1449"/>
                  <a:pt x="4884" y="1449"/>
                </a:cubicBezTo>
                <a:cubicBezTo>
                  <a:pt x="3214" y="1796"/>
                  <a:pt x="1828" y="3151"/>
                  <a:pt x="1481" y="4883"/>
                </a:cubicBezTo>
                <a:cubicBezTo>
                  <a:pt x="1450" y="4883"/>
                  <a:pt x="1387" y="4820"/>
                  <a:pt x="1387" y="4820"/>
                </a:cubicBezTo>
                <a:lnTo>
                  <a:pt x="1387" y="3718"/>
                </a:lnTo>
                <a:cubicBezTo>
                  <a:pt x="1387" y="2426"/>
                  <a:pt x="2458" y="1355"/>
                  <a:pt x="3750" y="1355"/>
                </a:cubicBezTo>
                <a:close/>
                <a:moveTo>
                  <a:pt x="7908" y="1355"/>
                </a:moveTo>
                <a:cubicBezTo>
                  <a:pt x="9200" y="1355"/>
                  <a:pt x="10240" y="2426"/>
                  <a:pt x="10240" y="3718"/>
                </a:cubicBezTo>
                <a:lnTo>
                  <a:pt x="10240" y="4820"/>
                </a:lnTo>
                <a:cubicBezTo>
                  <a:pt x="10208" y="4820"/>
                  <a:pt x="10177" y="4883"/>
                  <a:pt x="10177" y="4883"/>
                </a:cubicBezTo>
                <a:cubicBezTo>
                  <a:pt x="9830" y="3182"/>
                  <a:pt x="8475" y="1796"/>
                  <a:pt x="6743" y="1449"/>
                </a:cubicBezTo>
                <a:cubicBezTo>
                  <a:pt x="6743" y="1418"/>
                  <a:pt x="6774" y="1355"/>
                  <a:pt x="6774" y="1355"/>
                </a:cubicBezTo>
                <a:close/>
                <a:moveTo>
                  <a:pt x="10618" y="5419"/>
                </a:moveTo>
                <a:cubicBezTo>
                  <a:pt x="10807" y="5419"/>
                  <a:pt x="10964" y="5576"/>
                  <a:pt x="10964" y="5765"/>
                </a:cubicBezTo>
                <a:cubicBezTo>
                  <a:pt x="10964" y="5986"/>
                  <a:pt x="10807" y="6143"/>
                  <a:pt x="10618" y="6143"/>
                </a:cubicBezTo>
                <a:cubicBezTo>
                  <a:pt x="10397" y="6143"/>
                  <a:pt x="10240" y="5986"/>
                  <a:pt x="10240" y="5765"/>
                </a:cubicBezTo>
                <a:cubicBezTo>
                  <a:pt x="10240" y="5576"/>
                  <a:pt x="10397" y="5419"/>
                  <a:pt x="10618" y="5419"/>
                </a:cubicBezTo>
                <a:close/>
                <a:moveTo>
                  <a:pt x="1040" y="5450"/>
                </a:moveTo>
                <a:cubicBezTo>
                  <a:pt x="1229" y="5450"/>
                  <a:pt x="1387" y="5608"/>
                  <a:pt x="1387" y="5828"/>
                </a:cubicBezTo>
                <a:cubicBezTo>
                  <a:pt x="1387" y="6017"/>
                  <a:pt x="1229" y="6175"/>
                  <a:pt x="1040" y="6175"/>
                </a:cubicBezTo>
                <a:cubicBezTo>
                  <a:pt x="851" y="6175"/>
                  <a:pt x="694" y="6017"/>
                  <a:pt x="694" y="5828"/>
                </a:cubicBezTo>
                <a:cubicBezTo>
                  <a:pt x="694" y="5608"/>
                  <a:pt x="851" y="5450"/>
                  <a:pt x="1040" y="5450"/>
                </a:cubicBezTo>
                <a:close/>
                <a:moveTo>
                  <a:pt x="5829" y="4096"/>
                </a:moveTo>
                <a:cubicBezTo>
                  <a:pt x="6774" y="4096"/>
                  <a:pt x="7530" y="4820"/>
                  <a:pt x="7530" y="5765"/>
                </a:cubicBezTo>
                <a:cubicBezTo>
                  <a:pt x="7530" y="6711"/>
                  <a:pt x="6837" y="7498"/>
                  <a:pt x="5829" y="7498"/>
                </a:cubicBezTo>
                <a:cubicBezTo>
                  <a:pt x="4884" y="7498"/>
                  <a:pt x="4096" y="6711"/>
                  <a:pt x="4159" y="5734"/>
                </a:cubicBezTo>
                <a:cubicBezTo>
                  <a:pt x="4191" y="4789"/>
                  <a:pt x="4884" y="4096"/>
                  <a:pt x="5829" y="4096"/>
                </a:cubicBezTo>
                <a:close/>
                <a:moveTo>
                  <a:pt x="2930" y="3371"/>
                </a:moveTo>
                <a:lnTo>
                  <a:pt x="3876" y="4316"/>
                </a:lnTo>
                <a:cubicBezTo>
                  <a:pt x="3561" y="4757"/>
                  <a:pt x="3403" y="5261"/>
                  <a:pt x="3403" y="5765"/>
                </a:cubicBezTo>
                <a:cubicBezTo>
                  <a:pt x="3403" y="6301"/>
                  <a:pt x="3561" y="6805"/>
                  <a:pt x="3876" y="7183"/>
                </a:cubicBezTo>
                <a:lnTo>
                  <a:pt x="2899" y="8191"/>
                </a:lnTo>
                <a:cubicBezTo>
                  <a:pt x="2363" y="7561"/>
                  <a:pt x="2048" y="6711"/>
                  <a:pt x="2048" y="5765"/>
                </a:cubicBezTo>
                <a:cubicBezTo>
                  <a:pt x="2048" y="4883"/>
                  <a:pt x="2363" y="4001"/>
                  <a:pt x="2930" y="3371"/>
                </a:cubicBezTo>
                <a:close/>
                <a:moveTo>
                  <a:pt x="8759" y="3340"/>
                </a:moveTo>
                <a:cubicBezTo>
                  <a:pt x="9294" y="4001"/>
                  <a:pt x="9609" y="4820"/>
                  <a:pt x="9609" y="5734"/>
                </a:cubicBezTo>
                <a:cubicBezTo>
                  <a:pt x="9578" y="6711"/>
                  <a:pt x="9263" y="7561"/>
                  <a:pt x="8727" y="8191"/>
                </a:cubicBezTo>
                <a:lnTo>
                  <a:pt x="7782" y="7246"/>
                </a:lnTo>
                <a:cubicBezTo>
                  <a:pt x="8097" y="6805"/>
                  <a:pt x="8255" y="6301"/>
                  <a:pt x="8255" y="5765"/>
                </a:cubicBezTo>
                <a:cubicBezTo>
                  <a:pt x="8255" y="5576"/>
                  <a:pt x="8192" y="5387"/>
                  <a:pt x="8160" y="5198"/>
                </a:cubicBezTo>
                <a:cubicBezTo>
                  <a:pt x="8097" y="4883"/>
                  <a:pt x="7971" y="4600"/>
                  <a:pt x="7782" y="4316"/>
                </a:cubicBezTo>
                <a:lnTo>
                  <a:pt x="8759" y="3340"/>
                </a:lnTo>
                <a:close/>
                <a:moveTo>
                  <a:pt x="7310" y="7719"/>
                </a:moveTo>
                <a:lnTo>
                  <a:pt x="8255" y="8664"/>
                </a:lnTo>
                <a:cubicBezTo>
                  <a:pt x="7562" y="9231"/>
                  <a:pt x="6743" y="9546"/>
                  <a:pt x="5829" y="9546"/>
                </a:cubicBezTo>
                <a:cubicBezTo>
                  <a:pt x="4947" y="9546"/>
                  <a:pt x="4065" y="9231"/>
                  <a:pt x="3435" y="8695"/>
                </a:cubicBezTo>
                <a:lnTo>
                  <a:pt x="4411" y="7719"/>
                </a:lnTo>
                <a:cubicBezTo>
                  <a:pt x="4821" y="8034"/>
                  <a:pt x="5325" y="8191"/>
                  <a:pt x="5829" y="8191"/>
                </a:cubicBezTo>
                <a:cubicBezTo>
                  <a:pt x="6364" y="8191"/>
                  <a:pt x="6869" y="8034"/>
                  <a:pt x="7310" y="7719"/>
                </a:cubicBezTo>
                <a:close/>
                <a:moveTo>
                  <a:pt x="1481" y="6711"/>
                </a:moveTo>
                <a:cubicBezTo>
                  <a:pt x="1828" y="8443"/>
                  <a:pt x="3214" y="9798"/>
                  <a:pt x="4884" y="10145"/>
                </a:cubicBezTo>
                <a:cubicBezTo>
                  <a:pt x="4884" y="10176"/>
                  <a:pt x="4852" y="10239"/>
                  <a:pt x="4852" y="10271"/>
                </a:cubicBezTo>
                <a:lnTo>
                  <a:pt x="3781" y="10271"/>
                </a:lnTo>
                <a:cubicBezTo>
                  <a:pt x="2458" y="10271"/>
                  <a:pt x="1387" y="9168"/>
                  <a:pt x="1387" y="7813"/>
                </a:cubicBezTo>
                <a:lnTo>
                  <a:pt x="1387" y="6774"/>
                </a:lnTo>
                <a:cubicBezTo>
                  <a:pt x="1418" y="6774"/>
                  <a:pt x="1481" y="6711"/>
                  <a:pt x="1481" y="6711"/>
                </a:cubicBezTo>
                <a:close/>
                <a:moveTo>
                  <a:pt x="10177" y="6711"/>
                </a:moveTo>
                <a:cubicBezTo>
                  <a:pt x="10208" y="6711"/>
                  <a:pt x="10240" y="6774"/>
                  <a:pt x="10240" y="6774"/>
                </a:cubicBezTo>
                <a:lnTo>
                  <a:pt x="10240" y="7876"/>
                </a:lnTo>
                <a:cubicBezTo>
                  <a:pt x="10240" y="9168"/>
                  <a:pt x="9200" y="10271"/>
                  <a:pt x="7877" y="10271"/>
                </a:cubicBezTo>
                <a:lnTo>
                  <a:pt x="6774" y="10271"/>
                </a:lnTo>
                <a:cubicBezTo>
                  <a:pt x="6774" y="10239"/>
                  <a:pt x="6743" y="10176"/>
                  <a:pt x="6743" y="10145"/>
                </a:cubicBezTo>
                <a:cubicBezTo>
                  <a:pt x="8475" y="9798"/>
                  <a:pt x="9830" y="8412"/>
                  <a:pt x="10177" y="6711"/>
                </a:cubicBezTo>
                <a:close/>
                <a:moveTo>
                  <a:pt x="5829" y="10239"/>
                </a:moveTo>
                <a:cubicBezTo>
                  <a:pt x="6049" y="10239"/>
                  <a:pt x="6207" y="10397"/>
                  <a:pt x="6207" y="10586"/>
                </a:cubicBezTo>
                <a:cubicBezTo>
                  <a:pt x="6144" y="10775"/>
                  <a:pt x="5986" y="10932"/>
                  <a:pt x="5829" y="10932"/>
                </a:cubicBezTo>
                <a:cubicBezTo>
                  <a:pt x="5640" y="10932"/>
                  <a:pt x="5482" y="10775"/>
                  <a:pt x="5482" y="10586"/>
                </a:cubicBezTo>
                <a:cubicBezTo>
                  <a:pt x="5482" y="10397"/>
                  <a:pt x="5640" y="10239"/>
                  <a:pt x="5829" y="10239"/>
                </a:cubicBezTo>
                <a:close/>
                <a:moveTo>
                  <a:pt x="5829" y="0"/>
                </a:moveTo>
                <a:cubicBezTo>
                  <a:pt x="5388" y="0"/>
                  <a:pt x="5010" y="315"/>
                  <a:pt x="4852" y="693"/>
                </a:cubicBezTo>
                <a:lnTo>
                  <a:pt x="3813" y="693"/>
                </a:lnTo>
                <a:cubicBezTo>
                  <a:pt x="2111" y="693"/>
                  <a:pt x="725" y="2079"/>
                  <a:pt x="725" y="3781"/>
                </a:cubicBezTo>
                <a:lnTo>
                  <a:pt x="725" y="4820"/>
                </a:lnTo>
                <a:cubicBezTo>
                  <a:pt x="316" y="4946"/>
                  <a:pt x="0" y="5356"/>
                  <a:pt x="0" y="5828"/>
                </a:cubicBezTo>
                <a:cubicBezTo>
                  <a:pt x="0" y="6301"/>
                  <a:pt x="316" y="6648"/>
                  <a:pt x="725" y="6805"/>
                </a:cubicBezTo>
                <a:lnTo>
                  <a:pt x="725" y="7876"/>
                </a:lnTo>
                <a:cubicBezTo>
                  <a:pt x="725" y="9546"/>
                  <a:pt x="2111" y="10964"/>
                  <a:pt x="3813" y="10964"/>
                </a:cubicBezTo>
                <a:lnTo>
                  <a:pt x="4915" y="10964"/>
                </a:lnTo>
                <a:cubicBezTo>
                  <a:pt x="5073" y="11373"/>
                  <a:pt x="5419" y="11625"/>
                  <a:pt x="5892" y="11625"/>
                </a:cubicBezTo>
                <a:cubicBezTo>
                  <a:pt x="6333" y="11625"/>
                  <a:pt x="6711" y="11310"/>
                  <a:pt x="6869" y="10932"/>
                </a:cubicBezTo>
                <a:lnTo>
                  <a:pt x="7971" y="10932"/>
                </a:lnTo>
                <a:cubicBezTo>
                  <a:pt x="9672" y="10932"/>
                  <a:pt x="11059" y="9546"/>
                  <a:pt x="11059" y="7845"/>
                </a:cubicBezTo>
                <a:lnTo>
                  <a:pt x="11059" y="6774"/>
                </a:lnTo>
                <a:cubicBezTo>
                  <a:pt x="11216" y="6711"/>
                  <a:pt x="11311" y="6648"/>
                  <a:pt x="11437" y="6522"/>
                </a:cubicBezTo>
                <a:cubicBezTo>
                  <a:pt x="11626" y="6333"/>
                  <a:pt x="11752" y="6049"/>
                  <a:pt x="11752" y="5765"/>
                </a:cubicBezTo>
                <a:cubicBezTo>
                  <a:pt x="11752" y="5513"/>
                  <a:pt x="11626" y="5230"/>
                  <a:pt x="11437" y="5041"/>
                </a:cubicBezTo>
                <a:cubicBezTo>
                  <a:pt x="11248" y="4946"/>
                  <a:pt x="11090" y="4883"/>
                  <a:pt x="10964" y="4820"/>
                </a:cubicBezTo>
                <a:lnTo>
                  <a:pt x="10964" y="3781"/>
                </a:lnTo>
                <a:cubicBezTo>
                  <a:pt x="10964" y="2079"/>
                  <a:pt x="9578" y="693"/>
                  <a:pt x="7877" y="693"/>
                </a:cubicBezTo>
                <a:lnTo>
                  <a:pt x="6837" y="693"/>
                </a:lnTo>
                <a:cubicBezTo>
                  <a:pt x="6711" y="315"/>
                  <a:pt x="6301" y="0"/>
                  <a:pt x="5829"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 name="Google Shape;8897;p69">
            <a:extLst>
              <a:ext uri="{FF2B5EF4-FFF2-40B4-BE49-F238E27FC236}">
                <a16:creationId xmlns:a16="http://schemas.microsoft.com/office/drawing/2014/main" id="{94BAC7EC-EE07-9D6C-D874-69EE71A22AC7}"/>
              </a:ext>
            </a:extLst>
          </p:cNvPr>
          <p:cNvGrpSpPr/>
          <p:nvPr/>
        </p:nvGrpSpPr>
        <p:grpSpPr>
          <a:xfrm>
            <a:off x="2950778" y="3922185"/>
            <a:ext cx="916860" cy="919370"/>
            <a:chOff x="-35495600" y="1912725"/>
            <a:chExt cx="292225" cy="293025"/>
          </a:xfrm>
          <a:solidFill>
            <a:srgbClr val="555559"/>
          </a:solidFill>
        </p:grpSpPr>
        <p:sp>
          <p:nvSpPr>
            <p:cNvPr id="39" name="Google Shape;8898;p69">
              <a:extLst>
                <a:ext uri="{FF2B5EF4-FFF2-40B4-BE49-F238E27FC236}">
                  <a16:creationId xmlns:a16="http://schemas.microsoft.com/office/drawing/2014/main" id="{DF83C2FB-C195-047C-FD96-53849C1049F0}"/>
                </a:ext>
              </a:extLst>
            </p:cNvPr>
            <p:cNvSpPr/>
            <p:nvPr/>
          </p:nvSpPr>
          <p:spPr>
            <a:xfrm>
              <a:off x="-35495600" y="1912725"/>
              <a:ext cx="102400" cy="293025"/>
            </a:xfrm>
            <a:custGeom>
              <a:avLst/>
              <a:gdLst/>
              <a:ahLst/>
              <a:cxnLst/>
              <a:rect l="l" t="t" r="r" b="b"/>
              <a:pathLst>
                <a:path w="4096" h="11721" extrusionOk="0">
                  <a:moveTo>
                    <a:pt x="3088" y="726"/>
                  </a:moveTo>
                  <a:cubicBezTo>
                    <a:pt x="3277" y="726"/>
                    <a:pt x="3435" y="883"/>
                    <a:pt x="3435" y="1041"/>
                  </a:cubicBezTo>
                  <a:lnTo>
                    <a:pt x="3435" y="3120"/>
                  </a:lnTo>
                  <a:cubicBezTo>
                    <a:pt x="3435" y="3309"/>
                    <a:pt x="3277" y="3467"/>
                    <a:pt x="3088" y="3467"/>
                  </a:cubicBezTo>
                  <a:lnTo>
                    <a:pt x="2710" y="3467"/>
                  </a:lnTo>
                  <a:lnTo>
                    <a:pt x="2710" y="726"/>
                  </a:lnTo>
                  <a:close/>
                  <a:moveTo>
                    <a:pt x="2080" y="757"/>
                  </a:moveTo>
                  <a:lnTo>
                    <a:pt x="2080" y="3561"/>
                  </a:lnTo>
                  <a:cubicBezTo>
                    <a:pt x="1702" y="3719"/>
                    <a:pt x="1418" y="4065"/>
                    <a:pt x="1418" y="4538"/>
                  </a:cubicBezTo>
                  <a:lnTo>
                    <a:pt x="1418" y="7310"/>
                  </a:lnTo>
                  <a:cubicBezTo>
                    <a:pt x="1418" y="7720"/>
                    <a:pt x="1702" y="8129"/>
                    <a:pt x="2080" y="8287"/>
                  </a:cubicBezTo>
                  <a:lnTo>
                    <a:pt x="2080" y="11028"/>
                  </a:lnTo>
                  <a:cubicBezTo>
                    <a:pt x="1292" y="10870"/>
                    <a:pt x="725" y="10177"/>
                    <a:pt x="725" y="9326"/>
                  </a:cubicBezTo>
                  <a:lnTo>
                    <a:pt x="725" y="2458"/>
                  </a:lnTo>
                  <a:cubicBezTo>
                    <a:pt x="725" y="1639"/>
                    <a:pt x="1292" y="915"/>
                    <a:pt x="2080" y="757"/>
                  </a:cubicBezTo>
                  <a:close/>
                  <a:moveTo>
                    <a:pt x="3136" y="8314"/>
                  </a:moveTo>
                  <a:cubicBezTo>
                    <a:pt x="3303" y="8314"/>
                    <a:pt x="3435" y="8461"/>
                    <a:pt x="3435" y="8633"/>
                  </a:cubicBezTo>
                  <a:lnTo>
                    <a:pt x="3435" y="10681"/>
                  </a:lnTo>
                  <a:cubicBezTo>
                    <a:pt x="3435" y="10870"/>
                    <a:pt x="3277" y="11028"/>
                    <a:pt x="3088" y="11028"/>
                  </a:cubicBezTo>
                  <a:lnTo>
                    <a:pt x="2710" y="11028"/>
                  </a:lnTo>
                  <a:lnTo>
                    <a:pt x="2710" y="8318"/>
                  </a:lnTo>
                  <a:lnTo>
                    <a:pt x="3088" y="8318"/>
                  </a:lnTo>
                  <a:cubicBezTo>
                    <a:pt x="3104" y="8316"/>
                    <a:pt x="3120" y="8314"/>
                    <a:pt x="3136" y="8314"/>
                  </a:cubicBezTo>
                  <a:close/>
                  <a:moveTo>
                    <a:pt x="2395" y="1"/>
                  </a:moveTo>
                  <a:cubicBezTo>
                    <a:pt x="1072" y="1"/>
                    <a:pt x="0" y="1104"/>
                    <a:pt x="0" y="2427"/>
                  </a:cubicBezTo>
                  <a:lnTo>
                    <a:pt x="0" y="9263"/>
                  </a:lnTo>
                  <a:cubicBezTo>
                    <a:pt x="0" y="10618"/>
                    <a:pt x="1072" y="11721"/>
                    <a:pt x="2395" y="11721"/>
                  </a:cubicBezTo>
                  <a:lnTo>
                    <a:pt x="3088" y="11721"/>
                  </a:lnTo>
                  <a:cubicBezTo>
                    <a:pt x="3624" y="11721"/>
                    <a:pt x="4096" y="11248"/>
                    <a:pt x="4096" y="10681"/>
                  </a:cubicBezTo>
                  <a:lnTo>
                    <a:pt x="4096" y="8633"/>
                  </a:lnTo>
                  <a:cubicBezTo>
                    <a:pt x="4096" y="8098"/>
                    <a:pt x="3624" y="7625"/>
                    <a:pt x="3088" y="7625"/>
                  </a:cubicBezTo>
                  <a:lnTo>
                    <a:pt x="2395" y="7625"/>
                  </a:lnTo>
                  <a:cubicBezTo>
                    <a:pt x="2206" y="7625"/>
                    <a:pt x="2048" y="7468"/>
                    <a:pt x="2048" y="7247"/>
                  </a:cubicBezTo>
                  <a:lnTo>
                    <a:pt x="2048" y="4506"/>
                  </a:lnTo>
                  <a:cubicBezTo>
                    <a:pt x="2048" y="4317"/>
                    <a:pt x="2206" y="4160"/>
                    <a:pt x="2395" y="4160"/>
                  </a:cubicBezTo>
                  <a:lnTo>
                    <a:pt x="3088" y="4160"/>
                  </a:lnTo>
                  <a:cubicBezTo>
                    <a:pt x="3624" y="4160"/>
                    <a:pt x="4096" y="3687"/>
                    <a:pt x="4096" y="3120"/>
                  </a:cubicBezTo>
                  <a:lnTo>
                    <a:pt x="4096" y="1041"/>
                  </a:lnTo>
                  <a:cubicBezTo>
                    <a:pt x="4096" y="474"/>
                    <a:pt x="3624" y="1"/>
                    <a:pt x="308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8899;p69">
              <a:extLst>
                <a:ext uri="{FF2B5EF4-FFF2-40B4-BE49-F238E27FC236}">
                  <a16:creationId xmlns:a16="http://schemas.microsoft.com/office/drawing/2014/main" id="{2F3A067E-6C35-6004-163C-D7B6A9C0EE7F}"/>
                </a:ext>
              </a:extLst>
            </p:cNvPr>
            <p:cNvSpPr/>
            <p:nvPr/>
          </p:nvSpPr>
          <p:spPr>
            <a:xfrm>
              <a:off x="-35305775" y="1912725"/>
              <a:ext cx="102400" cy="292250"/>
            </a:xfrm>
            <a:custGeom>
              <a:avLst/>
              <a:gdLst/>
              <a:ahLst/>
              <a:cxnLst/>
              <a:rect l="l" t="t" r="r" b="b"/>
              <a:pathLst>
                <a:path w="4096" h="11690" extrusionOk="0">
                  <a:moveTo>
                    <a:pt x="1386" y="694"/>
                  </a:moveTo>
                  <a:lnTo>
                    <a:pt x="1386" y="3435"/>
                  </a:lnTo>
                  <a:lnTo>
                    <a:pt x="1040" y="3435"/>
                  </a:lnTo>
                  <a:cubicBezTo>
                    <a:pt x="1023" y="3438"/>
                    <a:pt x="1007" y="3439"/>
                    <a:pt x="992" y="3439"/>
                  </a:cubicBezTo>
                  <a:cubicBezTo>
                    <a:pt x="825" y="3439"/>
                    <a:pt x="693" y="3293"/>
                    <a:pt x="693" y="3120"/>
                  </a:cubicBezTo>
                  <a:lnTo>
                    <a:pt x="693" y="1041"/>
                  </a:lnTo>
                  <a:cubicBezTo>
                    <a:pt x="693" y="852"/>
                    <a:pt x="851" y="694"/>
                    <a:pt x="1040" y="694"/>
                  </a:cubicBezTo>
                  <a:close/>
                  <a:moveTo>
                    <a:pt x="1386" y="8287"/>
                  </a:moveTo>
                  <a:lnTo>
                    <a:pt x="1386" y="10996"/>
                  </a:lnTo>
                  <a:lnTo>
                    <a:pt x="1040" y="10996"/>
                  </a:lnTo>
                  <a:cubicBezTo>
                    <a:pt x="851" y="10996"/>
                    <a:pt x="693" y="10839"/>
                    <a:pt x="693" y="10681"/>
                  </a:cubicBezTo>
                  <a:lnTo>
                    <a:pt x="693" y="8633"/>
                  </a:lnTo>
                  <a:cubicBezTo>
                    <a:pt x="693" y="8444"/>
                    <a:pt x="851" y="8287"/>
                    <a:pt x="1040" y="8287"/>
                  </a:cubicBezTo>
                  <a:close/>
                  <a:moveTo>
                    <a:pt x="2016" y="757"/>
                  </a:moveTo>
                  <a:cubicBezTo>
                    <a:pt x="2804" y="915"/>
                    <a:pt x="3403" y="1639"/>
                    <a:pt x="3403" y="2458"/>
                  </a:cubicBezTo>
                  <a:lnTo>
                    <a:pt x="3403" y="9295"/>
                  </a:lnTo>
                  <a:cubicBezTo>
                    <a:pt x="3403" y="10114"/>
                    <a:pt x="2804" y="10839"/>
                    <a:pt x="2016" y="10996"/>
                  </a:cubicBezTo>
                  <a:lnTo>
                    <a:pt x="2016" y="8255"/>
                  </a:lnTo>
                  <a:cubicBezTo>
                    <a:pt x="2426" y="8098"/>
                    <a:pt x="2678" y="7720"/>
                    <a:pt x="2678" y="7247"/>
                  </a:cubicBezTo>
                  <a:lnTo>
                    <a:pt x="2678" y="4506"/>
                  </a:lnTo>
                  <a:cubicBezTo>
                    <a:pt x="2678" y="4065"/>
                    <a:pt x="2426" y="3687"/>
                    <a:pt x="2016" y="3530"/>
                  </a:cubicBezTo>
                  <a:lnTo>
                    <a:pt x="2016" y="757"/>
                  </a:lnTo>
                  <a:close/>
                  <a:moveTo>
                    <a:pt x="1040" y="1"/>
                  </a:moveTo>
                  <a:cubicBezTo>
                    <a:pt x="473" y="1"/>
                    <a:pt x="0" y="474"/>
                    <a:pt x="0" y="1041"/>
                  </a:cubicBezTo>
                  <a:lnTo>
                    <a:pt x="0" y="3120"/>
                  </a:lnTo>
                  <a:cubicBezTo>
                    <a:pt x="0" y="3687"/>
                    <a:pt x="473" y="4128"/>
                    <a:pt x="1040" y="4128"/>
                  </a:cubicBezTo>
                  <a:lnTo>
                    <a:pt x="1701" y="4128"/>
                  </a:lnTo>
                  <a:cubicBezTo>
                    <a:pt x="1890" y="4128"/>
                    <a:pt x="2048" y="4286"/>
                    <a:pt x="2048" y="4506"/>
                  </a:cubicBezTo>
                  <a:lnTo>
                    <a:pt x="2048" y="7247"/>
                  </a:lnTo>
                  <a:cubicBezTo>
                    <a:pt x="2048" y="7436"/>
                    <a:pt x="1890" y="7625"/>
                    <a:pt x="1701" y="7625"/>
                  </a:cubicBezTo>
                  <a:lnTo>
                    <a:pt x="1040" y="7625"/>
                  </a:lnTo>
                  <a:cubicBezTo>
                    <a:pt x="473" y="7625"/>
                    <a:pt x="0" y="8098"/>
                    <a:pt x="0" y="8633"/>
                  </a:cubicBezTo>
                  <a:lnTo>
                    <a:pt x="0" y="10681"/>
                  </a:lnTo>
                  <a:cubicBezTo>
                    <a:pt x="0" y="11248"/>
                    <a:pt x="473" y="11689"/>
                    <a:pt x="1040" y="11689"/>
                  </a:cubicBezTo>
                  <a:lnTo>
                    <a:pt x="1701" y="11689"/>
                  </a:lnTo>
                  <a:cubicBezTo>
                    <a:pt x="3056" y="11689"/>
                    <a:pt x="4096" y="10650"/>
                    <a:pt x="4096" y="9295"/>
                  </a:cubicBezTo>
                  <a:lnTo>
                    <a:pt x="4096" y="2458"/>
                  </a:lnTo>
                  <a:cubicBezTo>
                    <a:pt x="4096" y="1104"/>
                    <a:pt x="2993" y="1"/>
                    <a:pt x="170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8900;p69">
              <a:extLst>
                <a:ext uri="{FF2B5EF4-FFF2-40B4-BE49-F238E27FC236}">
                  <a16:creationId xmlns:a16="http://schemas.microsoft.com/office/drawing/2014/main" id="{DD3D7463-C648-1969-5206-B3F032D0D3EA}"/>
                </a:ext>
              </a:extLst>
            </p:cNvPr>
            <p:cNvSpPr/>
            <p:nvPr/>
          </p:nvSpPr>
          <p:spPr>
            <a:xfrm>
              <a:off x="-35427875" y="2017025"/>
              <a:ext cx="155200" cy="85800"/>
            </a:xfrm>
            <a:custGeom>
              <a:avLst/>
              <a:gdLst/>
              <a:ahLst/>
              <a:cxnLst/>
              <a:rect l="l" t="t" r="r" b="b"/>
              <a:pathLst>
                <a:path w="6208" h="3432" extrusionOk="0">
                  <a:moveTo>
                    <a:pt x="4853" y="1122"/>
                  </a:moveTo>
                  <a:lnTo>
                    <a:pt x="5420" y="1657"/>
                  </a:lnTo>
                  <a:lnTo>
                    <a:pt x="4853" y="2256"/>
                  </a:lnTo>
                  <a:cubicBezTo>
                    <a:pt x="4821" y="2130"/>
                    <a:pt x="4695" y="2035"/>
                    <a:pt x="4538" y="2035"/>
                  </a:cubicBezTo>
                  <a:lnTo>
                    <a:pt x="1734" y="2035"/>
                  </a:lnTo>
                  <a:cubicBezTo>
                    <a:pt x="1576" y="2035"/>
                    <a:pt x="1482" y="2098"/>
                    <a:pt x="1419" y="2256"/>
                  </a:cubicBezTo>
                  <a:lnTo>
                    <a:pt x="883" y="1657"/>
                  </a:lnTo>
                  <a:lnTo>
                    <a:pt x="1419" y="1122"/>
                  </a:lnTo>
                  <a:cubicBezTo>
                    <a:pt x="1482" y="1248"/>
                    <a:pt x="1576" y="1342"/>
                    <a:pt x="1734" y="1342"/>
                  </a:cubicBezTo>
                  <a:lnTo>
                    <a:pt x="4538" y="1342"/>
                  </a:lnTo>
                  <a:cubicBezTo>
                    <a:pt x="4695" y="1342"/>
                    <a:pt x="4821" y="1279"/>
                    <a:pt x="4853" y="1122"/>
                  </a:cubicBezTo>
                  <a:close/>
                  <a:moveTo>
                    <a:pt x="1715" y="0"/>
                  </a:moveTo>
                  <a:cubicBezTo>
                    <a:pt x="1631" y="0"/>
                    <a:pt x="1553" y="22"/>
                    <a:pt x="1513" y="82"/>
                  </a:cubicBezTo>
                  <a:lnTo>
                    <a:pt x="127" y="1468"/>
                  </a:lnTo>
                  <a:cubicBezTo>
                    <a:pt x="1" y="1594"/>
                    <a:pt x="1" y="1783"/>
                    <a:pt x="127" y="1941"/>
                  </a:cubicBezTo>
                  <a:lnTo>
                    <a:pt x="1513" y="3327"/>
                  </a:lnTo>
                  <a:cubicBezTo>
                    <a:pt x="1550" y="3401"/>
                    <a:pt x="1619" y="3432"/>
                    <a:pt x="1696" y="3432"/>
                  </a:cubicBezTo>
                  <a:cubicBezTo>
                    <a:pt x="1750" y="3432"/>
                    <a:pt x="1807" y="3416"/>
                    <a:pt x="1860" y="3390"/>
                  </a:cubicBezTo>
                  <a:cubicBezTo>
                    <a:pt x="1986" y="3359"/>
                    <a:pt x="2049" y="3201"/>
                    <a:pt x="2049" y="3075"/>
                  </a:cubicBezTo>
                  <a:lnTo>
                    <a:pt x="2049" y="2729"/>
                  </a:lnTo>
                  <a:lnTo>
                    <a:pt x="4160" y="2729"/>
                  </a:lnTo>
                  <a:lnTo>
                    <a:pt x="4160" y="3075"/>
                  </a:lnTo>
                  <a:cubicBezTo>
                    <a:pt x="4160" y="3233"/>
                    <a:pt x="4223" y="3359"/>
                    <a:pt x="4349" y="3390"/>
                  </a:cubicBezTo>
                  <a:cubicBezTo>
                    <a:pt x="4401" y="3416"/>
                    <a:pt x="4458" y="3432"/>
                    <a:pt x="4512" y="3432"/>
                  </a:cubicBezTo>
                  <a:cubicBezTo>
                    <a:pt x="4589" y="3432"/>
                    <a:pt x="4658" y="3401"/>
                    <a:pt x="4695" y="3327"/>
                  </a:cubicBezTo>
                  <a:lnTo>
                    <a:pt x="6081" y="1941"/>
                  </a:lnTo>
                  <a:cubicBezTo>
                    <a:pt x="6207" y="1815"/>
                    <a:pt x="6207" y="1594"/>
                    <a:pt x="6081" y="1468"/>
                  </a:cubicBezTo>
                  <a:lnTo>
                    <a:pt x="4695" y="82"/>
                  </a:lnTo>
                  <a:cubicBezTo>
                    <a:pt x="4649" y="36"/>
                    <a:pt x="4552" y="7"/>
                    <a:pt x="4454" y="7"/>
                  </a:cubicBezTo>
                  <a:cubicBezTo>
                    <a:pt x="4418" y="7"/>
                    <a:pt x="4382" y="11"/>
                    <a:pt x="4349" y="19"/>
                  </a:cubicBezTo>
                  <a:cubicBezTo>
                    <a:pt x="4223" y="51"/>
                    <a:pt x="4160" y="208"/>
                    <a:pt x="4160" y="334"/>
                  </a:cubicBezTo>
                  <a:lnTo>
                    <a:pt x="4160" y="681"/>
                  </a:lnTo>
                  <a:lnTo>
                    <a:pt x="2049" y="681"/>
                  </a:lnTo>
                  <a:lnTo>
                    <a:pt x="2049" y="334"/>
                  </a:lnTo>
                  <a:cubicBezTo>
                    <a:pt x="2049" y="177"/>
                    <a:pt x="1986" y="51"/>
                    <a:pt x="1860" y="19"/>
                  </a:cubicBezTo>
                  <a:cubicBezTo>
                    <a:pt x="1814" y="8"/>
                    <a:pt x="1763" y="0"/>
                    <a:pt x="171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 name="Google Shape;8901;p69">
            <a:extLst>
              <a:ext uri="{FF2B5EF4-FFF2-40B4-BE49-F238E27FC236}">
                <a16:creationId xmlns:a16="http://schemas.microsoft.com/office/drawing/2014/main" id="{90097A92-C770-8E79-88BA-4F363D25C189}"/>
              </a:ext>
            </a:extLst>
          </p:cNvPr>
          <p:cNvSpPr/>
          <p:nvPr/>
        </p:nvSpPr>
        <p:spPr>
          <a:xfrm>
            <a:off x="2943291" y="5090133"/>
            <a:ext cx="921801" cy="916860"/>
          </a:xfrm>
          <a:custGeom>
            <a:avLst/>
            <a:gdLst/>
            <a:ahLst/>
            <a:cxnLst/>
            <a:rect l="l" t="t" r="r" b="b"/>
            <a:pathLst>
              <a:path w="11752" h="11689" extrusionOk="0">
                <a:moveTo>
                  <a:pt x="5860" y="662"/>
                </a:moveTo>
                <a:cubicBezTo>
                  <a:pt x="6427" y="662"/>
                  <a:pt x="6900" y="1135"/>
                  <a:pt x="6900" y="1670"/>
                </a:cubicBezTo>
                <a:cubicBezTo>
                  <a:pt x="6900" y="2238"/>
                  <a:pt x="6427" y="2710"/>
                  <a:pt x="5860" y="2710"/>
                </a:cubicBezTo>
                <a:cubicBezTo>
                  <a:pt x="5293" y="2710"/>
                  <a:pt x="4821" y="2238"/>
                  <a:pt x="4821" y="1670"/>
                </a:cubicBezTo>
                <a:cubicBezTo>
                  <a:pt x="4821" y="1135"/>
                  <a:pt x="5293" y="662"/>
                  <a:pt x="5860" y="662"/>
                </a:cubicBezTo>
                <a:close/>
                <a:moveTo>
                  <a:pt x="5860" y="3372"/>
                </a:moveTo>
                <a:cubicBezTo>
                  <a:pt x="7058" y="3403"/>
                  <a:pt x="8034" y="4317"/>
                  <a:pt x="8223" y="5451"/>
                </a:cubicBezTo>
                <a:lnTo>
                  <a:pt x="3466" y="5451"/>
                </a:lnTo>
                <a:cubicBezTo>
                  <a:pt x="3624" y="4285"/>
                  <a:pt x="4663" y="3372"/>
                  <a:pt x="5860" y="3372"/>
                </a:cubicBezTo>
                <a:close/>
                <a:moveTo>
                  <a:pt x="9420" y="7562"/>
                </a:moveTo>
                <a:cubicBezTo>
                  <a:pt x="9956" y="7562"/>
                  <a:pt x="10429" y="7814"/>
                  <a:pt x="10744" y="8223"/>
                </a:cubicBezTo>
                <a:lnTo>
                  <a:pt x="10082" y="8223"/>
                </a:lnTo>
                <a:cubicBezTo>
                  <a:pt x="9546" y="8223"/>
                  <a:pt x="9074" y="8696"/>
                  <a:pt x="9074" y="9232"/>
                </a:cubicBezTo>
                <a:cubicBezTo>
                  <a:pt x="9074" y="9799"/>
                  <a:pt x="9546" y="10271"/>
                  <a:pt x="10082" y="10271"/>
                </a:cubicBezTo>
                <a:lnTo>
                  <a:pt x="10744" y="10271"/>
                </a:lnTo>
                <a:cubicBezTo>
                  <a:pt x="10429" y="10712"/>
                  <a:pt x="9925" y="10933"/>
                  <a:pt x="9420" y="10933"/>
                </a:cubicBezTo>
                <a:cubicBezTo>
                  <a:pt x="8696" y="10933"/>
                  <a:pt x="8034" y="10460"/>
                  <a:pt x="7814" y="9799"/>
                </a:cubicBezTo>
                <a:cubicBezTo>
                  <a:pt x="7751" y="9673"/>
                  <a:pt x="7593" y="9547"/>
                  <a:pt x="7499" y="9547"/>
                </a:cubicBezTo>
                <a:lnTo>
                  <a:pt x="4222" y="9547"/>
                </a:lnTo>
                <a:cubicBezTo>
                  <a:pt x="4065" y="9547"/>
                  <a:pt x="3939" y="9641"/>
                  <a:pt x="3907" y="9799"/>
                </a:cubicBezTo>
                <a:cubicBezTo>
                  <a:pt x="3655" y="10460"/>
                  <a:pt x="2993" y="10933"/>
                  <a:pt x="2300" y="10933"/>
                </a:cubicBezTo>
                <a:cubicBezTo>
                  <a:pt x="1733" y="10933"/>
                  <a:pt x="1261" y="10649"/>
                  <a:pt x="914" y="10271"/>
                </a:cubicBezTo>
                <a:lnTo>
                  <a:pt x="1576" y="10271"/>
                </a:lnTo>
                <a:cubicBezTo>
                  <a:pt x="2143" y="10271"/>
                  <a:pt x="2615" y="9799"/>
                  <a:pt x="2615" y="9232"/>
                </a:cubicBezTo>
                <a:cubicBezTo>
                  <a:pt x="2615" y="8696"/>
                  <a:pt x="2143" y="8223"/>
                  <a:pt x="1576" y="8223"/>
                </a:cubicBezTo>
                <a:lnTo>
                  <a:pt x="914" y="8223"/>
                </a:lnTo>
                <a:cubicBezTo>
                  <a:pt x="1229" y="7782"/>
                  <a:pt x="1733" y="7562"/>
                  <a:pt x="2300" y="7562"/>
                </a:cubicBezTo>
                <a:cubicBezTo>
                  <a:pt x="2993" y="7562"/>
                  <a:pt x="3655" y="8034"/>
                  <a:pt x="3907" y="8696"/>
                </a:cubicBezTo>
                <a:cubicBezTo>
                  <a:pt x="3939" y="8822"/>
                  <a:pt x="4096" y="8917"/>
                  <a:pt x="4222" y="8917"/>
                </a:cubicBezTo>
                <a:lnTo>
                  <a:pt x="7499" y="8917"/>
                </a:lnTo>
                <a:cubicBezTo>
                  <a:pt x="7656" y="8917"/>
                  <a:pt x="7751" y="8854"/>
                  <a:pt x="7814" y="8696"/>
                </a:cubicBezTo>
                <a:cubicBezTo>
                  <a:pt x="8034" y="8034"/>
                  <a:pt x="8727" y="7562"/>
                  <a:pt x="9420" y="7562"/>
                </a:cubicBezTo>
                <a:close/>
                <a:moveTo>
                  <a:pt x="5860" y="1"/>
                </a:moveTo>
                <a:cubicBezTo>
                  <a:pt x="4915" y="1"/>
                  <a:pt x="4128" y="725"/>
                  <a:pt x="4128" y="1670"/>
                </a:cubicBezTo>
                <a:cubicBezTo>
                  <a:pt x="4128" y="2143"/>
                  <a:pt x="4348" y="2584"/>
                  <a:pt x="4663" y="2899"/>
                </a:cubicBezTo>
                <a:lnTo>
                  <a:pt x="4695" y="2931"/>
                </a:lnTo>
                <a:cubicBezTo>
                  <a:pt x="3592" y="3372"/>
                  <a:pt x="2773" y="4474"/>
                  <a:pt x="2773" y="5829"/>
                </a:cubicBezTo>
                <a:cubicBezTo>
                  <a:pt x="2773" y="6018"/>
                  <a:pt x="2930" y="6176"/>
                  <a:pt x="3119" y="6176"/>
                </a:cubicBezTo>
                <a:lnTo>
                  <a:pt x="5514" y="6176"/>
                </a:lnTo>
                <a:lnTo>
                  <a:pt x="5514" y="8255"/>
                </a:lnTo>
                <a:lnTo>
                  <a:pt x="4443" y="8255"/>
                </a:lnTo>
                <a:cubicBezTo>
                  <a:pt x="4065" y="7436"/>
                  <a:pt x="3245" y="6869"/>
                  <a:pt x="2300" y="6869"/>
                </a:cubicBezTo>
                <a:cubicBezTo>
                  <a:pt x="1261" y="6869"/>
                  <a:pt x="410" y="7499"/>
                  <a:pt x="32" y="8444"/>
                </a:cubicBezTo>
                <a:cubicBezTo>
                  <a:pt x="0" y="8570"/>
                  <a:pt x="0" y="8696"/>
                  <a:pt x="95" y="8759"/>
                </a:cubicBezTo>
                <a:cubicBezTo>
                  <a:pt x="158" y="8854"/>
                  <a:pt x="253" y="8917"/>
                  <a:pt x="347" y="8917"/>
                </a:cubicBezTo>
                <a:lnTo>
                  <a:pt x="1607" y="8917"/>
                </a:lnTo>
                <a:cubicBezTo>
                  <a:pt x="1828" y="8917"/>
                  <a:pt x="1985" y="9074"/>
                  <a:pt x="1985" y="9295"/>
                </a:cubicBezTo>
                <a:cubicBezTo>
                  <a:pt x="1985" y="9484"/>
                  <a:pt x="1828" y="9641"/>
                  <a:pt x="1607" y="9641"/>
                </a:cubicBezTo>
                <a:lnTo>
                  <a:pt x="347" y="9641"/>
                </a:lnTo>
                <a:cubicBezTo>
                  <a:pt x="253" y="9641"/>
                  <a:pt x="158" y="9673"/>
                  <a:pt x="95" y="9799"/>
                </a:cubicBezTo>
                <a:cubicBezTo>
                  <a:pt x="0" y="9862"/>
                  <a:pt x="0" y="9988"/>
                  <a:pt x="32" y="10114"/>
                </a:cubicBezTo>
                <a:cubicBezTo>
                  <a:pt x="410" y="11059"/>
                  <a:pt x="1292" y="11689"/>
                  <a:pt x="2300" y="11689"/>
                </a:cubicBezTo>
                <a:cubicBezTo>
                  <a:pt x="3182" y="11689"/>
                  <a:pt x="4065" y="11122"/>
                  <a:pt x="4443" y="10303"/>
                </a:cubicBezTo>
                <a:lnTo>
                  <a:pt x="7278" y="10303"/>
                </a:lnTo>
                <a:cubicBezTo>
                  <a:pt x="7688" y="11122"/>
                  <a:pt x="8507" y="11689"/>
                  <a:pt x="9452" y="11689"/>
                </a:cubicBezTo>
                <a:cubicBezTo>
                  <a:pt x="10492" y="11689"/>
                  <a:pt x="11342" y="11059"/>
                  <a:pt x="11689" y="10114"/>
                </a:cubicBezTo>
                <a:cubicBezTo>
                  <a:pt x="11752" y="9988"/>
                  <a:pt x="11752" y="9862"/>
                  <a:pt x="11657" y="9799"/>
                </a:cubicBezTo>
                <a:cubicBezTo>
                  <a:pt x="11594" y="9704"/>
                  <a:pt x="11500" y="9641"/>
                  <a:pt x="11374" y="9641"/>
                </a:cubicBezTo>
                <a:lnTo>
                  <a:pt x="10114" y="9641"/>
                </a:lnTo>
                <a:cubicBezTo>
                  <a:pt x="9925" y="9641"/>
                  <a:pt x="9767" y="9484"/>
                  <a:pt x="9767" y="9295"/>
                </a:cubicBezTo>
                <a:cubicBezTo>
                  <a:pt x="9767" y="9074"/>
                  <a:pt x="9925" y="8917"/>
                  <a:pt x="10114" y="8917"/>
                </a:cubicBezTo>
                <a:lnTo>
                  <a:pt x="11374" y="8917"/>
                </a:lnTo>
                <a:cubicBezTo>
                  <a:pt x="11500" y="8917"/>
                  <a:pt x="11594" y="8885"/>
                  <a:pt x="11657" y="8759"/>
                </a:cubicBezTo>
                <a:cubicBezTo>
                  <a:pt x="11752" y="8696"/>
                  <a:pt x="11752" y="8570"/>
                  <a:pt x="11689" y="8444"/>
                </a:cubicBezTo>
                <a:cubicBezTo>
                  <a:pt x="11342" y="7499"/>
                  <a:pt x="10429" y="6869"/>
                  <a:pt x="9452" y="6869"/>
                </a:cubicBezTo>
                <a:cubicBezTo>
                  <a:pt x="8538" y="6869"/>
                  <a:pt x="7688" y="7436"/>
                  <a:pt x="7278" y="8255"/>
                </a:cubicBezTo>
                <a:lnTo>
                  <a:pt x="6238" y="8255"/>
                </a:lnTo>
                <a:lnTo>
                  <a:pt x="6238" y="6176"/>
                </a:lnTo>
                <a:lnTo>
                  <a:pt x="8633" y="6176"/>
                </a:lnTo>
                <a:cubicBezTo>
                  <a:pt x="8822" y="6176"/>
                  <a:pt x="8979" y="6018"/>
                  <a:pt x="8979" y="5829"/>
                </a:cubicBezTo>
                <a:cubicBezTo>
                  <a:pt x="8979" y="4506"/>
                  <a:pt x="8192" y="3403"/>
                  <a:pt x="7058" y="2931"/>
                </a:cubicBezTo>
                <a:cubicBezTo>
                  <a:pt x="7341" y="2616"/>
                  <a:pt x="7562" y="2175"/>
                  <a:pt x="7562" y="1670"/>
                </a:cubicBezTo>
                <a:cubicBezTo>
                  <a:pt x="7562" y="725"/>
                  <a:pt x="6806" y="1"/>
                  <a:pt x="5860"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 name="Google Shape;8902;p69">
            <a:extLst>
              <a:ext uri="{FF2B5EF4-FFF2-40B4-BE49-F238E27FC236}">
                <a16:creationId xmlns:a16="http://schemas.microsoft.com/office/drawing/2014/main" id="{DA0919D7-9B80-D718-695E-EA96E078B423}"/>
              </a:ext>
            </a:extLst>
          </p:cNvPr>
          <p:cNvGrpSpPr/>
          <p:nvPr/>
        </p:nvGrpSpPr>
        <p:grpSpPr>
          <a:xfrm>
            <a:off x="2950778" y="6170998"/>
            <a:ext cx="916860" cy="914429"/>
            <a:chOff x="-35495600" y="2631825"/>
            <a:chExt cx="292225" cy="291450"/>
          </a:xfrm>
          <a:solidFill>
            <a:srgbClr val="555559"/>
          </a:solidFill>
        </p:grpSpPr>
        <p:sp>
          <p:nvSpPr>
            <p:cNvPr id="44" name="Google Shape;8903;p69">
              <a:extLst>
                <a:ext uri="{FF2B5EF4-FFF2-40B4-BE49-F238E27FC236}">
                  <a16:creationId xmlns:a16="http://schemas.microsoft.com/office/drawing/2014/main" id="{A168147E-2946-B115-30F7-F2D4D60B4C22}"/>
                </a:ext>
              </a:extLst>
            </p:cNvPr>
            <p:cNvSpPr/>
            <p:nvPr/>
          </p:nvSpPr>
          <p:spPr>
            <a:xfrm>
              <a:off x="-35495600" y="2735025"/>
              <a:ext cx="137075" cy="188250"/>
            </a:xfrm>
            <a:custGeom>
              <a:avLst/>
              <a:gdLst/>
              <a:ahLst/>
              <a:cxnLst/>
              <a:rect l="l" t="t" r="r" b="b"/>
              <a:pathLst>
                <a:path w="5483" h="7530" extrusionOk="0">
                  <a:moveTo>
                    <a:pt x="4443" y="662"/>
                  </a:moveTo>
                  <a:cubicBezTo>
                    <a:pt x="4663" y="662"/>
                    <a:pt x="4821" y="819"/>
                    <a:pt x="4821" y="1040"/>
                  </a:cubicBezTo>
                  <a:lnTo>
                    <a:pt x="4821" y="1386"/>
                  </a:lnTo>
                  <a:lnTo>
                    <a:pt x="662" y="1386"/>
                  </a:lnTo>
                  <a:lnTo>
                    <a:pt x="662" y="1040"/>
                  </a:lnTo>
                  <a:cubicBezTo>
                    <a:pt x="725" y="819"/>
                    <a:pt x="820" y="662"/>
                    <a:pt x="1040" y="662"/>
                  </a:cubicBezTo>
                  <a:close/>
                  <a:moveTo>
                    <a:pt x="4821" y="2048"/>
                  </a:moveTo>
                  <a:lnTo>
                    <a:pt x="4821" y="5482"/>
                  </a:lnTo>
                  <a:lnTo>
                    <a:pt x="662" y="5482"/>
                  </a:lnTo>
                  <a:lnTo>
                    <a:pt x="662" y="2048"/>
                  </a:lnTo>
                  <a:close/>
                  <a:moveTo>
                    <a:pt x="4852" y="6143"/>
                  </a:moveTo>
                  <a:lnTo>
                    <a:pt x="4852" y="6490"/>
                  </a:lnTo>
                  <a:cubicBezTo>
                    <a:pt x="4821" y="6711"/>
                    <a:pt x="4663" y="6868"/>
                    <a:pt x="4506" y="6868"/>
                  </a:cubicBezTo>
                  <a:lnTo>
                    <a:pt x="1072" y="6868"/>
                  </a:lnTo>
                  <a:cubicBezTo>
                    <a:pt x="883" y="6868"/>
                    <a:pt x="725" y="6711"/>
                    <a:pt x="725" y="6490"/>
                  </a:cubicBezTo>
                  <a:lnTo>
                    <a:pt x="725" y="6143"/>
                  </a:lnTo>
                  <a:close/>
                  <a:moveTo>
                    <a:pt x="1040" y="0"/>
                  </a:moveTo>
                  <a:cubicBezTo>
                    <a:pt x="473" y="0"/>
                    <a:pt x="0" y="473"/>
                    <a:pt x="0" y="1040"/>
                  </a:cubicBezTo>
                  <a:lnTo>
                    <a:pt x="0" y="6490"/>
                  </a:lnTo>
                  <a:cubicBezTo>
                    <a:pt x="0" y="7057"/>
                    <a:pt x="473" y="7530"/>
                    <a:pt x="1040" y="7530"/>
                  </a:cubicBezTo>
                  <a:lnTo>
                    <a:pt x="4443" y="7530"/>
                  </a:lnTo>
                  <a:cubicBezTo>
                    <a:pt x="5010" y="7530"/>
                    <a:pt x="5482" y="7057"/>
                    <a:pt x="5482" y="6490"/>
                  </a:cubicBezTo>
                  <a:lnTo>
                    <a:pt x="5482" y="1040"/>
                  </a:lnTo>
                  <a:cubicBezTo>
                    <a:pt x="5482" y="473"/>
                    <a:pt x="5010" y="0"/>
                    <a:pt x="444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8904;p69">
              <a:extLst>
                <a:ext uri="{FF2B5EF4-FFF2-40B4-BE49-F238E27FC236}">
                  <a16:creationId xmlns:a16="http://schemas.microsoft.com/office/drawing/2014/main" id="{89B7ED6A-2105-96A4-6B23-3C580F8D7AC1}"/>
                </a:ext>
              </a:extLst>
            </p:cNvPr>
            <p:cNvSpPr/>
            <p:nvPr/>
          </p:nvSpPr>
          <p:spPr>
            <a:xfrm>
              <a:off x="-35339650" y="2631825"/>
              <a:ext cx="136275" cy="188275"/>
            </a:xfrm>
            <a:custGeom>
              <a:avLst/>
              <a:gdLst/>
              <a:ahLst/>
              <a:cxnLst/>
              <a:rect l="l" t="t" r="r" b="b"/>
              <a:pathLst>
                <a:path w="5451" h="7531" extrusionOk="0">
                  <a:moveTo>
                    <a:pt x="4411" y="662"/>
                  </a:moveTo>
                  <a:cubicBezTo>
                    <a:pt x="4600" y="662"/>
                    <a:pt x="4758" y="820"/>
                    <a:pt x="4758" y="1009"/>
                  </a:cubicBezTo>
                  <a:lnTo>
                    <a:pt x="4758" y="1387"/>
                  </a:lnTo>
                  <a:lnTo>
                    <a:pt x="631" y="1387"/>
                  </a:lnTo>
                  <a:lnTo>
                    <a:pt x="631" y="1009"/>
                  </a:lnTo>
                  <a:cubicBezTo>
                    <a:pt x="631" y="820"/>
                    <a:pt x="788" y="662"/>
                    <a:pt x="977" y="662"/>
                  </a:cubicBezTo>
                  <a:close/>
                  <a:moveTo>
                    <a:pt x="4758" y="2049"/>
                  </a:moveTo>
                  <a:lnTo>
                    <a:pt x="4758" y="5483"/>
                  </a:lnTo>
                  <a:lnTo>
                    <a:pt x="631" y="5483"/>
                  </a:lnTo>
                  <a:lnTo>
                    <a:pt x="631" y="2049"/>
                  </a:lnTo>
                  <a:close/>
                  <a:moveTo>
                    <a:pt x="4789" y="6144"/>
                  </a:moveTo>
                  <a:lnTo>
                    <a:pt x="4789" y="6491"/>
                  </a:lnTo>
                  <a:cubicBezTo>
                    <a:pt x="4758" y="6680"/>
                    <a:pt x="4600" y="6837"/>
                    <a:pt x="4443" y="6837"/>
                  </a:cubicBezTo>
                  <a:lnTo>
                    <a:pt x="1009" y="6837"/>
                  </a:lnTo>
                  <a:cubicBezTo>
                    <a:pt x="820" y="6837"/>
                    <a:pt x="662" y="6680"/>
                    <a:pt x="662" y="6491"/>
                  </a:cubicBezTo>
                  <a:lnTo>
                    <a:pt x="662" y="6144"/>
                  </a:lnTo>
                  <a:close/>
                  <a:moveTo>
                    <a:pt x="1009" y="1"/>
                  </a:moveTo>
                  <a:cubicBezTo>
                    <a:pt x="473" y="1"/>
                    <a:pt x="0" y="473"/>
                    <a:pt x="0" y="1009"/>
                  </a:cubicBezTo>
                  <a:lnTo>
                    <a:pt x="0" y="6491"/>
                  </a:lnTo>
                  <a:cubicBezTo>
                    <a:pt x="0" y="7058"/>
                    <a:pt x="473" y="7531"/>
                    <a:pt x="1009" y="7531"/>
                  </a:cubicBezTo>
                  <a:lnTo>
                    <a:pt x="4443" y="7531"/>
                  </a:lnTo>
                  <a:cubicBezTo>
                    <a:pt x="4978" y="7531"/>
                    <a:pt x="5451" y="7058"/>
                    <a:pt x="5451" y="6491"/>
                  </a:cubicBezTo>
                  <a:lnTo>
                    <a:pt x="5451" y="1009"/>
                  </a:lnTo>
                  <a:cubicBezTo>
                    <a:pt x="5451" y="442"/>
                    <a:pt x="4978" y="1"/>
                    <a:pt x="44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8905;p69">
              <a:extLst>
                <a:ext uri="{FF2B5EF4-FFF2-40B4-BE49-F238E27FC236}">
                  <a16:creationId xmlns:a16="http://schemas.microsoft.com/office/drawing/2014/main" id="{1604CD4D-1C73-4D20-96E7-BFE81DCB5944}"/>
                </a:ext>
              </a:extLst>
            </p:cNvPr>
            <p:cNvSpPr/>
            <p:nvPr/>
          </p:nvSpPr>
          <p:spPr>
            <a:xfrm>
              <a:off x="-35341225" y="2836625"/>
              <a:ext cx="85075" cy="84500"/>
            </a:xfrm>
            <a:custGeom>
              <a:avLst/>
              <a:gdLst/>
              <a:ahLst/>
              <a:cxnLst/>
              <a:rect l="l" t="t" r="r" b="b"/>
              <a:pathLst>
                <a:path w="3403" h="3380" extrusionOk="0">
                  <a:moveTo>
                    <a:pt x="3056" y="0"/>
                  </a:moveTo>
                  <a:cubicBezTo>
                    <a:pt x="2836" y="0"/>
                    <a:pt x="2678" y="158"/>
                    <a:pt x="2678" y="347"/>
                  </a:cubicBezTo>
                  <a:lnTo>
                    <a:pt x="2678" y="1008"/>
                  </a:lnTo>
                  <a:cubicBezTo>
                    <a:pt x="2678" y="1575"/>
                    <a:pt x="2206" y="2048"/>
                    <a:pt x="1670" y="2048"/>
                  </a:cubicBezTo>
                  <a:lnTo>
                    <a:pt x="1103" y="2048"/>
                  </a:lnTo>
                  <a:lnTo>
                    <a:pt x="1229" y="1922"/>
                  </a:lnTo>
                  <a:cubicBezTo>
                    <a:pt x="1418" y="1859"/>
                    <a:pt x="1418" y="1638"/>
                    <a:pt x="1261" y="1481"/>
                  </a:cubicBezTo>
                  <a:cubicBezTo>
                    <a:pt x="1213" y="1418"/>
                    <a:pt x="1127" y="1386"/>
                    <a:pt x="1036" y="1386"/>
                  </a:cubicBezTo>
                  <a:cubicBezTo>
                    <a:pt x="946" y="1386"/>
                    <a:pt x="851" y="1418"/>
                    <a:pt x="788" y="1481"/>
                  </a:cubicBezTo>
                  <a:lnTo>
                    <a:pt x="126" y="2142"/>
                  </a:lnTo>
                  <a:cubicBezTo>
                    <a:pt x="0" y="2268"/>
                    <a:pt x="0" y="2521"/>
                    <a:pt x="126" y="2615"/>
                  </a:cubicBezTo>
                  <a:lnTo>
                    <a:pt x="788" y="3308"/>
                  </a:lnTo>
                  <a:cubicBezTo>
                    <a:pt x="851" y="3355"/>
                    <a:pt x="946" y="3379"/>
                    <a:pt x="1036" y="3379"/>
                  </a:cubicBezTo>
                  <a:cubicBezTo>
                    <a:pt x="1127" y="3379"/>
                    <a:pt x="1213" y="3355"/>
                    <a:pt x="1261" y="3308"/>
                  </a:cubicBezTo>
                  <a:cubicBezTo>
                    <a:pt x="1387" y="3182"/>
                    <a:pt x="1387" y="2930"/>
                    <a:pt x="1261" y="2836"/>
                  </a:cubicBezTo>
                  <a:lnTo>
                    <a:pt x="1166" y="2710"/>
                  </a:lnTo>
                  <a:lnTo>
                    <a:pt x="1702" y="2710"/>
                  </a:lnTo>
                  <a:cubicBezTo>
                    <a:pt x="2647" y="2710"/>
                    <a:pt x="3403" y="1953"/>
                    <a:pt x="3403" y="1008"/>
                  </a:cubicBezTo>
                  <a:lnTo>
                    <a:pt x="3403" y="347"/>
                  </a:lnTo>
                  <a:cubicBezTo>
                    <a:pt x="3403" y="158"/>
                    <a:pt x="3245" y="0"/>
                    <a:pt x="305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8906;p69">
              <a:extLst>
                <a:ext uri="{FF2B5EF4-FFF2-40B4-BE49-F238E27FC236}">
                  <a16:creationId xmlns:a16="http://schemas.microsoft.com/office/drawing/2014/main" id="{E0E893D2-A857-EA27-574D-4A2668539490}"/>
                </a:ext>
              </a:extLst>
            </p:cNvPr>
            <p:cNvSpPr/>
            <p:nvPr/>
          </p:nvSpPr>
          <p:spPr>
            <a:xfrm>
              <a:off x="-35442050" y="2632625"/>
              <a:ext cx="84300" cy="85075"/>
            </a:xfrm>
            <a:custGeom>
              <a:avLst/>
              <a:gdLst/>
              <a:ahLst/>
              <a:cxnLst/>
              <a:rect l="l" t="t" r="r" b="b"/>
              <a:pathLst>
                <a:path w="3372" h="3403" extrusionOk="0">
                  <a:moveTo>
                    <a:pt x="2348" y="0"/>
                  </a:moveTo>
                  <a:cubicBezTo>
                    <a:pt x="2261" y="0"/>
                    <a:pt x="2175" y="32"/>
                    <a:pt x="2112" y="95"/>
                  </a:cubicBezTo>
                  <a:cubicBezTo>
                    <a:pt x="1986" y="189"/>
                    <a:pt x="1986" y="441"/>
                    <a:pt x="2112" y="567"/>
                  </a:cubicBezTo>
                  <a:lnTo>
                    <a:pt x="2238" y="662"/>
                  </a:lnTo>
                  <a:lnTo>
                    <a:pt x="1671" y="662"/>
                  </a:lnTo>
                  <a:cubicBezTo>
                    <a:pt x="725" y="662"/>
                    <a:pt x="1" y="1418"/>
                    <a:pt x="1" y="2363"/>
                  </a:cubicBezTo>
                  <a:lnTo>
                    <a:pt x="1" y="3025"/>
                  </a:lnTo>
                  <a:cubicBezTo>
                    <a:pt x="1" y="3245"/>
                    <a:pt x="158" y="3403"/>
                    <a:pt x="347" y="3403"/>
                  </a:cubicBezTo>
                  <a:cubicBezTo>
                    <a:pt x="536" y="3403"/>
                    <a:pt x="694" y="3245"/>
                    <a:pt x="694" y="3025"/>
                  </a:cubicBezTo>
                  <a:lnTo>
                    <a:pt x="694" y="2363"/>
                  </a:lnTo>
                  <a:cubicBezTo>
                    <a:pt x="694" y="1828"/>
                    <a:pt x="1166" y="1355"/>
                    <a:pt x="1734" y="1355"/>
                  </a:cubicBezTo>
                  <a:lnTo>
                    <a:pt x="2269" y="1355"/>
                  </a:lnTo>
                  <a:lnTo>
                    <a:pt x="2143" y="1450"/>
                  </a:lnTo>
                  <a:cubicBezTo>
                    <a:pt x="1954" y="1544"/>
                    <a:pt x="1954" y="1765"/>
                    <a:pt x="2112" y="1891"/>
                  </a:cubicBezTo>
                  <a:cubicBezTo>
                    <a:pt x="2175" y="1954"/>
                    <a:pt x="2261" y="1985"/>
                    <a:pt x="2348" y="1985"/>
                  </a:cubicBezTo>
                  <a:cubicBezTo>
                    <a:pt x="2435" y="1985"/>
                    <a:pt x="2521" y="1954"/>
                    <a:pt x="2584" y="1891"/>
                  </a:cubicBezTo>
                  <a:lnTo>
                    <a:pt x="3246" y="1229"/>
                  </a:lnTo>
                  <a:cubicBezTo>
                    <a:pt x="3372" y="1103"/>
                    <a:pt x="3372" y="883"/>
                    <a:pt x="3246" y="756"/>
                  </a:cubicBezTo>
                  <a:lnTo>
                    <a:pt x="2584" y="95"/>
                  </a:lnTo>
                  <a:cubicBezTo>
                    <a:pt x="2521" y="32"/>
                    <a:pt x="2435" y="0"/>
                    <a:pt x="234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 name="Google Shape;8907;p69">
            <a:extLst>
              <a:ext uri="{FF2B5EF4-FFF2-40B4-BE49-F238E27FC236}">
                <a16:creationId xmlns:a16="http://schemas.microsoft.com/office/drawing/2014/main" id="{0F67BA5A-21D6-1DBF-7214-CD264C63D230}"/>
              </a:ext>
            </a:extLst>
          </p:cNvPr>
          <p:cNvGrpSpPr/>
          <p:nvPr/>
        </p:nvGrpSpPr>
        <p:grpSpPr>
          <a:xfrm>
            <a:off x="8737665" y="3924654"/>
            <a:ext cx="914429" cy="914429"/>
            <a:chOff x="-33673825" y="1916675"/>
            <a:chExt cx="291450" cy="291450"/>
          </a:xfrm>
          <a:solidFill>
            <a:srgbClr val="555559"/>
          </a:solidFill>
        </p:grpSpPr>
        <p:sp>
          <p:nvSpPr>
            <p:cNvPr id="49" name="Google Shape;8908;p69">
              <a:extLst>
                <a:ext uri="{FF2B5EF4-FFF2-40B4-BE49-F238E27FC236}">
                  <a16:creationId xmlns:a16="http://schemas.microsoft.com/office/drawing/2014/main" id="{4DD74639-F435-227D-0EBC-D1A351475C65}"/>
                </a:ext>
              </a:extLst>
            </p:cNvPr>
            <p:cNvSpPr/>
            <p:nvPr/>
          </p:nvSpPr>
          <p:spPr>
            <a:xfrm>
              <a:off x="-33486375" y="1950550"/>
              <a:ext cx="85875" cy="85075"/>
            </a:xfrm>
            <a:custGeom>
              <a:avLst/>
              <a:gdLst/>
              <a:ahLst/>
              <a:cxnLst/>
              <a:rect l="l" t="t" r="r" b="b"/>
              <a:pathLst>
                <a:path w="3435" h="3403" extrusionOk="0">
                  <a:moveTo>
                    <a:pt x="379" y="0"/>
                  </a:moveTo>
                  <a:cubicBezTo>
                    <a:pt x="158" y="0"/>
                    <a:pt x="1" y="158"/>
                    <a:pt x="1" y="347"/>
                  </a:cubicBezTo>
                  <a:cubicBezTo>
                    <a:pt x="1" y="536"/>
                    <a:pt x="158" y="693"/>
                    <a:pt x="379" y="693"/>
                  </a:cubicBezTo>
                  <a:lnTo>
                    <a:pt x="1072" y="693"/>
                  </a:lnTo>
                  <a:cubicBezTo>
                    <a:pt x="1639" y="693"/>
                    <a:pt x="2111" y="1166"/>
                    <a:pt x="2111" y="1733"/>
                  </a:cubicBezTo>
                  <a:lnTo>
                    <a:pt x="2111" y="2269"/>
                  </a:lnTo>
                  <a:lnTo>
                    <a:pt x="1985" y="2174"/>
                  </a:lnTo>
                  <a:cubicBezTo>
                    <a:pt x="1922" y="2111"/>
                    <a:pt x="1836" y="2080"/>
                    <a:pt x="1749" y="2080"/>
                  </a:cubicBezTo>
                  <a:cubicBezTo>
                    <a:pt x="1663" y="2080"/>
                    <a:pt x="1576" y="2111"/>
                    <a:pt x="1513" y="2174"/>
                  </a:cubicBezTo>
                  <a:cubicBezTo>
                    <a:pt x="1387" y="2269"/>
                    <a:pt x="1387" y="2521"/>
                    <a:pt x="1513" y="2647"/>
                  </a:cubicBezTo>
                  <a:lnTo>
                    <a:pt x="2174" y="3308"/>
                  </a:lnTo>
                  <a:cubicBezTo>
                    <a:pt x="2237" y="3371"/>
                    <a:pt x="2324" y="3403"/>
                    <a:pt x="2411" y="3403"/>
                  </a:cubicBezTo>
                  <a:cubicBezTo>
                    <a:pt x="2497" y="3403"/>
                    <a:pt x="2584" y="3371"/>
                    <a:pt x="2647" y="3308"/>
                  </a:cubicBezTo>
                  <a:lnTo>
                    <a:pt x="3309" y="2647"/>
                  </a:lnTo>
                  <a:cubicBezTo>
                    <a:pt x="3435" y="2521"/>
                    <a:pt x="3435" y="2269"/>
                    <a:pt x="3309" y="2174"/>
                  </a:cubicBezTo>
                  <a:cubicBezTo>
                    <a:pt x="3261" y="2111"/>
                    <a:pt x="3175" y="2080"/>
                    <a:pt x="3084" y="2080"/>
                  </a:cubicBezTo>
                  <a:cubicBezTo>
                    <a:pt x="2994" y="2080"/>
                    <a:pt x="2899" y="2111"/>
                    <a:pt x="2836" y="2174"/>
                  </a:cubicBezTo>
                  <a:lnTo>
                    <a:pt x="2742" y="2269"/>
                  </a:lnTo>
                  <a:lnTo>
                    <a:pt x="2742" y="1733"/>
                  </a:lnTo>
                  <a:cubicBezTo>
                    <a:pt x="2773" y="788"/>
                    <a:pt x="1985" y="0"/>
                    <a:pt x="107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8909;p69">
              <a:extLst>
                <a:ext uri="{FF2B5EF4-FFF2-40B4-BE49-F238E27FC236}">
                  <a16:creationId xmlns:a16="http://schemas.microsoft.com/office/drawing/2014/main" id="{6B7C9219-8C08-5A75-2086-0731C3818FA8}"/>
                </a:ext>
              </a:extLst>
            </p:cNvPr>
            <p:cNvSpPr/>
            <p:nvPr/>
          </p:nvSpPr>
          <p:spPr>
            <a:xfrm>
              <a:off x="-33605300" y="2122250"/>
              <a:ext cx="85075" cy="85875"/>
            </a:xfrm>
            <a:custGeom>
              <a:avLst/>
              <a:gdLst/>
              <a:ahLst/>
              <a:cxnLst/>
              <a:rect l="l" t="t" r="r" b="b"/>
              <a:pathLst>
                <a:path w="3403" h="3435" extrusionOk="0">
                  <a:moveTo>
                    <a:pt x="1024" y="0"/>
                  </a:moveTo>
                  <a:cubicBezTo>
                    <a:pt x="938" y="0"/>
                    <a:pt x="851" y="32"/>
                    <a:pt x="788" y="95"/>
                  </a:cubicBezTo>
                  <a:lnTo>
                    <a:pt x="126" y="756"/>
                  </a:lnTo>
                  <a:cubicBezTo>
                    <a:pt x="0" y="882"/>
                    <a:pt x="0" y="1134"/>
                    <a:pt x="126" y="1229"/>
                  </a:cubicBezTo>
                  <a:cubicBezTo>
                    <a:pt x="189" y="1292"/>
                    <a:pt x="276" y="1323"/>
                    <a:pt x="363" y="1323"/>
                  </a:cubicBezTo>
                  <a:cubicBezTo>
                    <a:pt x="449" y="1323"/>
                    <a:pt x="536" y="1292"/>
                    <a:pt x="599" y="1229"/>
                  </a:cubicBezTo>
                  <a:lnTo>
                    <a:pt x="725" y="1134"/>
                  </a:lnTo>
                  <a:lnTo>
                    <a:pt x="725" y="1670"/>
                  </a:lnTo>
                  <a:cubicBezTo>
                    <a:pt x="662" y="2174"/>
                    <a:pt x="820" y="2615"/>
                    <a:pt x="1135" y="2930"/>
                  </a:cubicBezTo>
                  <a:cubicBezTo>
                    <a:pt x="1450" y="3245"/>
                    <a:pt x="1891" y="3434"/>
                    <a:pt x="2363" y="3434"/>
                  </a:cubicBezTo>
                  <a:lnTo>
                    <a:pt x="3025" y="3434"/>
                  </a:lnTo>
                  <a:cubicBezTo>
                    <a:pt x="3245" y="3434"/>
                    <a:pt x="3403" y="3277"/>
                    <a:pt x="3403" y="3088"/>
                  </a:cubicBezTo>
                  <a:cubicBezTo>
                    <a:pt x="3403" y="2899"/>
                    <a:pt x="3245" y="2741"/>
                    <a:pt x="3025" y="2741"/>
                  </a:cubicBezTo>
                  <a:lnTo>
                    <a:pt x="2363" y="2741"/>
                  </a:lnTo>
                  <a:cubicBezTo>
                    <a:pt x="1828" y="2741"/>
                    <a:pt x="1355" y="2269"/>
                    <a:pt x="1355" y="1670"/>
                  </a:cubicBezTo>
                  <a:lnTo>
                    <a:pt x="1355" y="1134"/>
                  </a:lnTo>
                  <a:lnTo>
                    <a:pt x="1450" y="1229"/>
                  </a:lnTo>
                  <a:cubicBezTo>
                    <a:pt x="1513" y="1292"/>
                    <a:pt x="1607" y="1323"/>
                    <a:pt x="1698" y="1323"/>
                  </a:cubicBezTo>
                  <a:cubicBezTo>
                    <a:pt x="1788" y="1323"/>
                    <a:pt x="1875" y="1292"/>
                    <a:pt x="1922" y="1229"/>
                  </a:cubicBezTo>
                  <a:cubicBezTo>
                    <a:pt x="2048" y="1134"/>
                    <a:pt x="2048" y="882"/>
                    <a:pt x="1922" y="756"/>
                  </a:cubicBezTo>
                  <a:lnTo>
                    <a:pt x="1261" y="95"/>
                  </a:lnTo>
                  <a:cubicBezTo>
                    <a:pt x="1198" y="32"/>
                    <a:pt x="1111" y="0"/>
                    <a:pt x="102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8910;p69">
              <a:extLst>
                <a:ext uri="{FF2B5EF4-FFF2-40B4-BE49-F238E27FC236}">
                  <a16:creationId xmlns:a16="http://schemas.microsoft.com/office/drawing/2014/main" id="{E86D4360-8C3D-867F-7A41-1F1A49250014}"/>
                </a:ext>
              </a:extLst>
            </p:cNvPr>
            <p:cNvSpPr/>
            <p:nvPr/>
          </p:nvSpPr>
          <p:spPr>
            <a:xfrm>
              <a:off x="-33673825" y="1916675"/>
              <a:ext cx="189050" cy="189050"/>
            </a:xfrm>
            <a:custGeom>
              <a:avLst/>
              <a:gdLst/>
              <a:ahLst/>
              <a:cxnLst/>
              <a:rect l="l" t="t" r="r" b="b"/>
              <a:pathLst>
                <a:path w="7562" h="7562" extrusionOk="0">
                  <a:moveTo>
                    <a:pt x="3718" y="694"/>
                  </a:moveTo>
                  <a:cubicBezTo>
                    <a:pt x="5073" y="694"/>
                    <a:pt x="6144" y="1733"/>
                    <a:pt x="6144" y="3088"/>
                  </a:cubicBezTo>
                  <a:lnTo>
                    <a:pt x="6144" y="3466"/>
                  </a:lnTo>
                  <a:lnTo>
                    <a:pt x="6081" y="3466"/>
                  </a:lnTo>
                  <a:cubicBezTo>
                    <a:pt x="5986" y="2647"/>
                    <a:pt x="5262" y="2048"/>
                    <a:pt x="4411" y="2048"/>
                  </a:cubicBezTo>
                  <a:lnTo>
                    <a:pt x="3025" y="2048"/>
                  </a:lnTo>
                  <a:cubicBezTo>
                    <a:pt x="2143" y="2048"/>
                    <a:pt x="1481" y="2678"/>
                    <a:pt x="1324" y="3466"/>
                  </a:cubicBezTo>
                  <a:lnTo>
                    <a:pt x="1292" y="3466"/>
                  </a:lnTo>
                  <a:lnTo>
                    <a:pt x="1292" y="3088"/>
                  </a:lnTo>
                  <a:cubicBezTo>
                    <a:pt x="1355" y="1733"/>
                    <a:pt x="2426" y="694"/>
                    <a:pt x="3718" y="694"/>
                  </a:cubicBezTo>
                  <a:close/>
                  <a:moveTo>
                    <a:pt x="4380" y="2741"/>
                  </a:moveTo>
                  <a:cubicBezTo>
                    <a:pt x="4915" y="2741"/>
                    <a:pt x="5388" y="3214"/>
                    <a:pt x="5388" y="3750"/>
                  </a:cubicBezTo>
                  <a:lnTo>
                    <a:pt x="5388" y="4096"/>
                  </a:lnTo>
                  <a:lnTo>
                    <a:pt x="5388" y="4096"/>
                  </a:lnTo>
                  <a:cubicBezTo>
                    <a:pt x="5153" y="4096"/>
                    <a:pt x="4907" y="4091"/>
                    <a:pt x="4821" y="4033"/>
                  </a:cubicBezTo>
                  <a:cubicBezTo>
                    <a:pt x="4789" y="4002"/>
                    <a:pt x="4758" y="3876"/>
                    <a:pt x="4758" y="3781"/>
                  </a:cubicBezTo>
                  <a:cubicBezTo>
                    <a:pt x="4758" y="3592"/>
                    <a:pt x="4600" y="3435"/>
                    <a:pt x="4411" y="3435"/>
                  </a:cubicBezTo>
                  <a:cubicBezTo>
                    <a:pt x="4191" y="3435"/>
                    <a:pt x="4033" y="3592"/>
                    <a:pt x="4033" y="3781"/>
                  </a:cubicBezTo>
                  <a:cubicBezTo>
                    <a:pt x="4033" y="3876"/>
                    <a:pt x="4033" y="4002"/>
                    <a:pt x="3970" y="4033"/>
                  </a:cubicBezTo>
                  <a:cubicBezTo>
                    <a:pt x="3907" y="4096"/>
                    <a:pt x="3757" y="4112"/>
                    <a:pt x="3576" y="4112"/>
                  </a:cubicBezTo>
                  <a:cubicBezTo>
                    <a:pt x="3395" y="4112"/>
                    <a:pt x="3182" y="4096"/>
                    <a:pt x="2993" y="4096"/>
                  </a:cubicBezTo>
                  <a:lnTo>
                    <a:pt x="1954" y="4096"/>
                  </a:lnTo>
                  <a:lnTo>
                    <a:pt x="1954" y="3750"/>
                  </a:lnTo>
                  <a:cubicBezTo>
                    <a:pt x="1954" y="3214"/>
                    <a:pt x="2426" y="2741"/>
                    <a:pt x="2993" y="2741"/>
                  </a:cubicBezTo>
                  <a:close/>
                  <a:moveTo>
                    <a:pt x="1009" y="4065"/>
                  </a:moveTo>
                  <a:cubicBezTo>
                    <a:pt x="1198" y="4065"/>
                    <a:pt x="1355" y="4222"/>
                    <a:pt x="1355" y="4411"/>
                  </a:cubicBezTo>
                  <a:lnTo>
                    <a:pt x="1355" y="5104"/>
                  </a:lnTo>
                  <a:cubicBezTo>
                    <a:pt x="1355" y="5293"/>
                    <a:pt x="1198" y="5451"/>
                    <a:pt x="1009" y="5451"/>
                  </a:cubicBezTo>
                  <a:cubicBezTo>
                    <a:pt x="820" y="5451"/>
                    <a:pt x="662" y="5293"/>
                    <a:pt x="662" y="5104"/>
                  </a:cubicBezTo>
                  <a:lnTo>
                    <a:pt x="662" y="4411"/>
                  </a:lnTo>
                  <a:cubicBezTo>
                    <a:pt x="662" y="4222"/>
                    <a:pt x="820" y="4065"/>
                    <a:pt x="1009" y="4065"/>
                  </a:cubicBezTo>
                  <a:close/>
                  <a:moveTo>
                    <a:pt x="6490" y="4096"/>
                  </a:moveTo>
                  <a:cubicBezTo>
                    <a:pt x="6679" y="4096"/>
                    <a:pt x="6837" y="4254"/>
                    <a:pt x="6837" y="4474"/>
                  </a:cubicBezTo>
                  <a:lnTo>
                    <a:pt x="6837" y="5136"/>
                  </a:lnTo>
                  <a:cubicBezTo>
                    <a:pt x="6837" y="5325"/>
                    <a:pt x="6679" y="5482"/>
                    <a:pt x="6490" y="5482"/>
                  </a:cubicBezTo>
                  <a:cubicBezTo>
                    <a:pt x="6301" y="5482"/>
                    <a:pt x="6144" y="5325"/>
                    <a:pt x="6144" y="5136"/>
                  </a:cubicBezTo>
                  <a:lnTo>
                    <a:pt x="6144" y="4474"/>
                  </a:lnTo>
                  <a:cubicBezTo>
                    <a:pt x="6144" y="4254"/>
                    <a:pt x="6301" y="4096"/>
                    <a:pt x="6490" y="4096"/>
                  </a:cubicBezTo>
                  <a:close/>
                  <a:moveTo>
                    <a:pt x="4443" y="4537"/>
                  </a:moveTo>
                  <a:cubicBezTo>
                    <a:pt x="4726" y="4726"/>
                    <a:pt x="5073" y="4789"/>
                    <a:pt x="5451" y="4789"/>
                  </a:cubicBezTo>
                  <a:lnTo>
                    <a:pt x="5451" y="5136"/>
                  </a:lnTo>
                  <a:cubicBezTo>
                    <a:pt x="5451" y="6081"/>
                    <a:pt x="4663" y="6869"/>
                    <a:pt x="3718" y="6869"/>
                  </a:cubicBezTo>
                  <a:cubicBezTo>
                    <a:pt x="2773" y="6869"/>
                    <a:pt x="2048" y="6081"/>
                    <a:pt x="2048" y="5136"/>
                  </a:cubicBezTo>
                  <a:lnTo>
                    <a:pt x="2048" y="4789"/>
                  </a:lnTo>
                  <a:lnTo>
                    <a:pt x="3056" y="4789"/>
                  </a:lnTo>
                  <a:cubicBezTo>
                    <a:pt x="3148" y="4789"/>
                    <a:pt x="3241" y="4790"/>
                    <a:pt x="3333" y="4790"/>
                  </a:cubicBezTo>
                  <a:cubicBezTo>
                    <a:pt x="3749" y="4790"/>
                    <a:pt x="4159" y="4769"/>
                    <a:pt x="4443" y="4537"/>
                  </a:cubicBezTo>
                  <a:close/>
                  <a:moveTo>
                    <a:pt x="3813" y="1"/>
                  </a:moveTo>
                  <a:cubicBezTo>
                    <a:pt x="2111" y="1"/>
                    <a:pt x="725" y="1387"/>
                    <a:pt x="725" y="3088"/>
                  </a:cubicBezTo>
                  <a:lnTo>
                    <a:pt x="725" y="3466"/>
                  </a:lnTo>
                  <a:cubicBezTo>
                    <a:pt x="347" y="3624"/>
                    <a:pt x="63" y="4002"/>
                    <a:pt x="63" y="4474"/>
                  </a:cubicBezTo>
                  <a:lnTo>
                    <a:pt x="63" y="5136"/>
                  </a:lnTo>
                  <a:cubicBezTo>
                    <a:pt x="0" y="5671"/>
                    <a:pt x="473" y="6144"/>
                    <a:pt x="1009" y="6144"/>
                  </a:cubicBezTo>
                  <a:cubicBezTo>
                    <a:pt x="1198" y="6144"/>
                    <a:pt x="1355" y="6112"/>
                    <a:pt x="1513" y="6049"/>
                  </a:cubicBezTo>
                  <a:cubicBezTo>
                    <a:pt x="1891" y="6932"/>
                    <a:pt x="2741" y="7562"/>
                    <a:pt x="3781" y="7562"/>
                  </a:cubicBezTo>
                  <a:cubicBezTo>
                    <a:pt x="4789" y="7562"/>
                    <a:pt x="5671" y="6932"/>
                    <a:pt x="6018" y="6049"/>
                  </a:cubicBezTo>
                  <a:cubicBezTo>
                    <a:pt x="6175" y="6112"/>
                    <a:pt x="6333" y="6144"/>
                    <a:pt x="6522" y="6144"/>
                  </a:cubicBezTo>
                  <a:cubicBezTo>
                    <a:pt x="7089" y="6144"/>
                    <a:pt x="7562" y="5671"/>
                    <a:pt x="7562" y="5136"/>
                  </a:cubicBezTo>
                  <a:lnTo>
                    <a:pt x="7562" y="4474"/>
                  </a:lnTo>
                  <a:cubicBezTo>
                    <a:pt x="7562" y="4033"/>
                    <a:pt x="7278" y="3624"/>
                    <a:pt x="6869" y="3466"/>
                  </a:cubicBezTo>
                  <a:lnTo>
                    <a:pt x="6869" y="3088"/>
                  </a:lnTo>
                  <a:cubicBezTo>
                    <a:pt x="6869" y="1387"/>
                    <a:pt x="5514" y="1"/>
                    <a:pt x="381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8911;p69">
              <a:extLst>
                <a:ext uri="{FF2B5EF4-FFF2-40B4-BE49-F238E27FC236}">
                  <a16:creationId xmlns:a16="http://schemas.microsoft.com/office/drawing/2014/main" id="{E4F1F009-0FD6-D74B-0584-C4757768D1D5}"/>
                </a:ext>
              </a:extLst>
            </p:cNvPr>
            <p:cNvSpPr/>
            <p:nvPr/>
          </p:nvSpPr>
          <p:spPr>
            <a:xfrm>
              <a:off x="-33503700" y="2070250"/>
              <a:ext cx="121325" cy="137075"/>
            </a:xfrm>
            <a:custGeom>
              <a:avLst/>
              <a:gdLst/>
              <a:ahLst/>
              <a:cxnLst/>
              <a:rect l="l" t="t" r="r" b="b"/>
              <a:pathLst>
                <a:path w="4853" h="5483" extrusionOk="0">
                  <a:moveTo>
                    <a:pt x="3151" y="726"/>
                  </a:moveTo>
                  <a:cubicBezTo>
                    <a:pt x="3687" y="726"/>
                    <a:pt x="4222" y="1198"/>
                    <a:pt x="4222" y="1734"/>
                  </a:cubicBezTo>
                  <a:lnTo>
                    <a:pt x="4222" y="2112"/>
                  </a:lnTo>
                  <a:cubicBezTo>
                    <a:pt x="3939" y="2112"/>
                    <a:pt x="3655" y="2112"/>
                    <a:pt x="3592" y="1986"/>
                  </a:cubicBezTo>
                  <a:cubicBezTo>
                    <a:pt x="3529" y="1954"/>
                    <a:pt x="3498" y="1828"/>
                    <a:pt x="3498" y="1734"/>
                  </a:cubicBezTo>
                  <a:cubicBezTo>
                    <a:pt x="3498" y="1545"/>
                    <a:pt x="3340" y="1387"/>
                    <a:pt x="3151" y="1387"/>
                  </a:cubicBezTo>
                  <a:cubicBezTo>
                    <a:pt x="2962" y="1387"/>
                    <a:pt x="2804" y="1545"/>
                    <a:pt x="2804" y="1734"/>
                  </a:cubicBezTo>
                  <a:cubicBezTo>
                    <a:pt x="2804" y="1828"/>
                    <a:pt x="2804" y="1954"/>
                    <a:pt x="2710" y="1986"/>
                  </a:cubicBezTo>
                  <a:cubicBezTo>
                    <a:pt x="2636" y="2060"/>
                    <a:pt x="2487" y="2090"/>
                    <a:pt x="2312" y="2090"/>
                  </a:cubicBezTo>
                  <a:cubicBezTo>
                    <a:pt x="2189" y="2090"/>
                    <a:pt x="2053" y="2075"/>
                    <a:pt x="1922" y="2049"/>
                  </a:cubicBezTo>
                  <a:lnTo>
                    <a:pt x="694" y="2049"/>
                  </a:lnTo>
                  <a:lnTo>
                    <a:pt x="694" y="1734"/>
                  </a:lnTo>
                  <a:cubicBezTo>
                    <a:pt x="694" y="1198"/>
                    <a:pt x="1166" y="726"/>
                    <a:pt x="1765" y="726"/>
                  </a:cubicBezTo>
                  <a:close/>
                  <a:moveTo>
                    <a:pt x="3151" y="2521"/>
                  </a:moveTo>
                  <a:cubicBezTo>
                    <a:pt x="3435" y="2742"/>
                    <a:pt x="3813" y="2773"/>
                    <a:pt x="4222" y="2773"/>
                  </a:cubicBezTo>
                  <a:lnTo>
                    <a:pt x="4222" y="3120"/>
                  </a:lnTo>
                  <a:cubicBezTo>
                    <a:pt x="4159" y="4034"/>
                    <a:pt x="3372" y="4853"/>
                    <a:pt x="2426" y="4853"/>
                  </a:cubicBezTo>
                  <a:cubicBezTo>
                    <a:pt x="1481" y="4853"/>
                    <a:pt x="694" y="4065"/>
                    <a:pt x="694" y="3120"/>
                  </a:cubicBezTo>
                  <a:lnTo>
                    <a:pt x="694" y="2773"/>
                  </a:lnTo>
                  <a:lnTo>
                    <a:pt x="1765" y="2773"/>
                  </a:lnTo>
                  <a:cubicBezTo>
                    <a:pt x="1859" y="2773"/>
                    <a:pt x="2836" y="2773"/>
                    <a:pt x="3151" y="2521"/>
                  </a:cubicBezTo>
                  <a:close/>
                  <a:moveTo>
                    <a:pt x="1733" y="1"/>
                  </a:moveTo>
                  <a:cubicBezTo>
                    <a:pt x="788" y="1"/>
                    <a:pt x="1" y="757"/>
                    <a:pt x="1" y="1702"/>
                  </a:cubicBezTo>
                  <a:lnTo>
                    <a:pt x="1" y="3088"/>
                  </a:lnTo>
                  <a:cubicBezTo>
                    <a:pt x="1" y="4412"/>
                    <a:pt x="1103" y="5483"/>
                    <a:pt x="2395" y="5483"/>
                  </a:cubicBezTo>
                  <a:cubicBezTo>
                    <a:pt x="3750" y="5483"/>
                    <a:pt x="4789" y="4380"/>
                    <a:pt x="4789" y="3088"/>
                  </a:cubicBezTo>
                  <a:lnTo>
                    <a:pt x="4789" y="1702"/>
                  </a:lnTo>
                  <a:cubicBezTo>
                    <a:pt x="4852" y="789"/>
                    <a:pt x="4065" y="1"/>
                    <a:pt x="312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 name="Google Shape;8912;p69">
            <a:extLst>
              <a:ext uri="{FF2B5EF4-FFF2-40B4-BE49-F238E27FC236}">
                <a16:creationId xmlns:a16="http://schemas.microsoft.com/office/drawing/2014/main" id="{4EB2C67C-2169-7051-A61A-999180689D8C}"/>
              </a:ext>
            </a:extLst>
          </p:cNvPr>
          <p:cNvGrpSpPr/>
          <p:nvPr/>
        </p:nvGrpSpPr>
        <p:grpSpPr>
          <a:xfrm>
            <a:off x="8731508" y="5088636"/>
            <a:ext cx="926743" cy="919291"/>
            <a:chOff x="-33676975" y="2275050"/>
            <a:chExt cx="295375" cy="293000"/>
          </a:xfrm>
          <a:solidFill>
            <a:srgbClr val="555559"/>
          </a:solidFill>
        </p:grpSpPr>
        <p:sp>
          <p:nvSpPr>
            <p:cNvPr id="54" name="Google Shape;8913;p69">
              <a:extLst>
                <a:ext uri="{FF2B5EF4-FFF2-40B4-BE49-F238E27FC236}">
                  <a16:creationId xmlns:a16="http://schemas.microsoft.com/office/drawing/2014/main" id="{8F582FD4-3842-28E2-7791-15598F6B20D4}"/>
                </a:ext>
              </a:extLst>
            </p:cNvPr>
            <p:cNvSpPr/>
            <p:nvPr/>
          </p:nvSpPr>
          <p:spPr>
            <a:xfrm>
              <a:off x="-33502125" y="2309700"/>
              <a:ext cx="52800" cy="67750"/>
            </a:xfrm>
            <a:custGeom>
              <a:avLst/>
              <a:gdLst/>
              <a:ahLst/>
              <a:cxnLst/>
              <a:rect l="l" t="t" r="r" b="b"/>
              <a:pathLst>
                <a:path w="2112" h="2710" extrusionOk="0">
                  <a:moveTo>
                    <a:pt x="1040" y="0"/>
                  </a:moveTo>
                  <a:cubicBezTo>
                    <a:pt x="473" y="0"/>
                    <a:pt x="1" y="473"/>
                    <a:pt x="1" y="1040"/>
                  </a:cubicBezTo>
                  <a:cubicBezTo>
                    <a:pt x="1" y="1229"/>
                    <a:pt x="158" y="1387"/>
                    <a:pt x="379" y="1387"/>
                  </a:cubicBezTo>
                  <a:cubicBezTo>
                    <a:pt x="568" y="1387"/>
                    <a:pt x="725" y="1229"/>
                    <a:pt x="725" y="1040"/>
                  </a:cubicBezTo>
                  <a:cubicBezTo>
                    <a:pt x="725" y="820"/>
                    <a:pt x="883" y="662"/>
                    <a:pt x="1072" y="662"/>
                  </a:cubicBezTo>
                  <a:cubicBezTo>
                    <a:pt x="1261" y="662"/>
                    <a:pt x="1450" y="820"/>
                    <a:pt x="1450" y="1040"/>
                  </a:cubicBezTo>
                  <a:cubicBezTo>
                    <a:pt x="1450" y="1198"/>
                    <a:pt x="1355" y="1292"/>
                    <a:pt x="1198" y="1355"/>
                  </a:cubicBezTo>
                  <a:cubicBezTo>
                    <a:pt x="914" y="1418"/>
                    <a:pt x="725" y="1702"/>
                    <a:pt x="725" y="1985"/>
                  </a:cubicBezTo>
                  <a:lnTo>
                    <a:pt x="725" y="2363"/>
                  </a:lnTo>
                  <a:cubicBezTo>
                    <a:pt x="725" y="2552"/>
                    <a:pt x="883" y="2710"/>
                    <a:pt x="1072" y="2710"/>
                  </a:cubicBezTo>
                  <a:cubicBezTo>
                    <a:pt x="1292" y="2710"/>
                    <a:pt x="1450" y="2552"/>
                    <a:pt x="1450" y="2363"/>
                  </a:cubicBezTo>
                  <a:lnTo>
                    <a:pt x="1450" y="1985"/>
                  </a:lnTo>
                  <a:cubicBezTo>
                    <a:pt x="1828" y="1828"/>
                    <a:pt x="2111" y="1418"/>
                    <a:pt x="2111" y="977"/>
                  </a:cubicBezTo>
                  <a:cubicBezTo>
                    <a:pt x="2048" y="473"/>
                    <a:pt x="1576" y="0"/>
                    <a:pt x="104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8914;p69">
              <a:extLst>
                <a:ext uri="{FF2B5EF4-FFF2-40B4-BE49-F238E27FC236}">
                  <a16:creationId xmlns:a16="http://schemas.microsoft.com/office/drawing/2014/main" id="{4F128458-3D41-7C95-44E4-5DC9837CD2C0}"/>
                </a:ext>
              </a:extLst>
            </p:cNvPr>
            <p:cNvSpPr/>
            <p:nvPr/>
          </p:nvSpPr>
          <p:spPr>
            <a:xfrm>
              <a:off x="-33484800" y="2395550"/>
              <a:ext cx="17350" cy="17350"/>
            </a:xfrm>
            <a:custGeom>
              <a:avLst/>
              <a:gdLst/>
              <a:ahLst/>
              <a:cxnLst/>
              <a:rect l="l" t="t" r="r" b="b"/>
              <a:pathLst>
                <a:path w="694" h="694" extrusionOk="0">
                  <a:moveTo>
                    <a:pt x="347" y="0"/>
                  </a:moveTo>
                  <a:cubicBezTo>
                    <a:pt x="158" y="0"/>
                    <a:pt x="1" y="158"/>
                    <a:pt x="1" y="347"/>
                  </a:cubicBezTo>
                  <a:cubicBezTo>
                    <a:pt x="1" y="536"/>
                    <a:pt x="158" y="694"/>
                    <a:pt x="347" y="694"/>
                  </a:cubicBezTo>
                  <a:cubicBezTo>
                    <a:pt x="536" y="694"/>
                    <a:pt x="694" y="536"/>
                    <a:pt x="694" y="347"/>
                  </a:cubicBezTo>
                  <a:cubicBezTo>
                    <a:pt x="662" y="158"/>
                    <a:pt x="536"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8915;p69">
              <a:extLst>
                <a:ext uri="{FF2B5EF4-FFF2-40B4-BE49-F238E27FC236}">
                  <a16:creationId xmlns:a16="http://schemas.microsoft.com/office/drawing/2014/main" id="{5B7CDFD6-78FB-482D-059B-700B96280BA0}"/>
                </a:ext>
              </a:extLst>
            </p:cNvPr>
            <p:cNvSpPr/>
            <p:nvPr/>
          </p:nvSpPr>
          <p:spPr>
            <a:xfrm>
              <a:off x="-33676975" y="2275050"/>
              <a:ext cx="295375" cy="293000"/>
            </a:xfrm>
            <a:custGeom>
              <a:avLst/>
              <a:gdLst/>
              <a:ahLst/>
              <a:cxnLst/>
              <a:rect l="l" t="t" r="r" b="b"/>
              <a:pathLst>
                <a:path w="11815" h="11720" extrusionOk="0">
                  <a:moveTo>
                    <a:pt x="8034" y="725"/>
                  </a:moveTo>
                  <a:cubicBezTo>
                    <a:pt x="9735" y="725"/>
                    <a:pt x="11090" y="2080"/>
                    <a:pt x="11090" y="3781"/>
                  </a:cubicBezTo>
                  <a:cubicBezTo>
                    <a:pt x="11090" y="5482"/>
                    <a:pt x="9735" y="6868"/>
                    <a:pt x="8034" y="6868"/>
                  </a:cubicBezTo>
                  <a:cubicBezTo>
                    <a:pt x="6333" y="6868"/>
                    <a:pt x="4947" y="5482"/>
                    <a:pt x="4947" y="3781"/>
                  </a:cubicBezTo>
                  <a:cubicBezTo>
                    <a:pt x="4947" y="2080"/>
                    <a:pt x="6333" y="725"/>
                    <a:pt x="8034" y="725"/>
                  </a:cubicBezTo>
                  <a:close/>
                  <a:moveTo>
                    <a:pt x="5104" y="6207"/>
                  </a:moveTo>
                  <a:cubicBezTo>
                    <a:pt x="5262" y="6364"/>
                    <a:pt x="5419" y="6553"/>
                    <a:pt x="5577" y="6679"/>
                  </a:cubicBezTo>
                  <a:lnTo>
                    <a:pt x="5325" y="6931"/>
                  </a:lnTo>
                  <a:cubicBezTo>
                    <a:pt x="5262" y="6994"/>
                    <a:pt x="5167" y="7026"/>
                    <a:pt x="5077" y="7026"/>
                  </a:cubicBezTo>
                  <a:cubicBezTo>
                    <a:pt x="4986" y="7026"/>
                    <a:pt x="4899" y="6994"/>
                    <a:pt x="4852" y="6931"/>
                  </a:cubicBezTo>
                  <a:cubicBezTo>
                    <a:pt x="4726" y="6805"/>
                    <a:pt x="4726" y="6585"/>
                    <a:pt x="4852" y="6459"/>
                  </a:cubicBezTo>
                  <a:lnTo>
                    <a:pt x="5104" y="6207"/>
                  </a:lnTo>
                  <a:close/>
                  <a:moveTo>
                    <a:pt x="3104" y="8380"/>
                  </a:moveTo>
                  <a:cubicBezTo>
                    <a:pt x="3190" y="8380"/>
                    <a:pt x="3277" y="8412"/>
                    <a:pt x="3340" y="8475"/>
                  </a:cubicBezTo>
                  <a:cubicBezTo>
                    <a:pt x="3466" y="8601"/>
                    <a:pt x="3466" y="8822"/>
                    <a:pt x="3340" y="8948"/>
                  </a:cubicBezTo>
                  <a:lnTo>
                    <a:pt x="1387" y="10932"/>
                  </a:lnTo>
                  <a:cubicBezTo>
                    <a:pt x="1324" y="10980"/>
                    <a:pt x="1229" y="11003"/>
                    <a:pt x="1139" y="11003"/>
                  </a:cubicBezTo>
                  <a:cubicBezTo>
                    <a:pt x="1048" y="11003"/>
                    <a:pt x="961" y="10980"/>
                    <a:pt x="914" y="10932"/>
                  </a:cubicBezTo>
                  <a:cubicBezTo>
                    <a:pt x="788" y="10806"/>
                    <a:pt x="788" y="10554"/>
                    <a:pt x="914" y="10460"/>
                  </a:cubicBezTo>
                  <a:lnTo>
                    <a:pt x="2867" y="8475"/>
                  </a:lnTo>
                  <a:cubicBezTo>
                    <a:pt x="2930" y="8412"/>
                    <a:pt x="3017" y="8380"/>
                    <a:pt x="3104" y="8380"/>
                  </a:cubicBezTo>
                  <a:close/>
                  <a:moveTo>
                    <a:pt x="8034" y="0"/>
                  </a:moveTo>
                  <a:cubicBezTo>
                    <a:pt x="5955" y="0"/>
                    <a:pt x="4285" y="1701"/>
                    <a:pt x="4285" y="3749"/>
                  </a:cubicBezTo>
                  <a:cubicBezTo>
                    <a:pt x="4285" y="4411"/>
                    <a:pt x="4443" y="5041"/>
                    <a:pt x="4758" y="5608"/>
                  </a:cubicBezTo>
                  <a:lnTo>
                    <a:pt x="4380" y="5986"/>
                  </a:lnTo>
                  <a:cubicBezTo>
                    <a:pt x="4065" y="6301"/>
                    <a:pt x="3970" y="6774"/>
                    <a:pt x="4159" y="7183"/>
                  </a:cubicBezTo>
                  <a:lnTo>
                    <a:pt x="3529" y="7813"/>
                  </a:lnTo>
                  <a:cubicBezTo>
                    <a:pt x="3387" y="7743"/>
                    <a:pt x="3232" y="7707"/>
                    <a:pt x="3077" y="7707"/>
                  </a:cubicBezTo>
                  <a:cubicBezTo>
                    <a:pt x="2819" y="7707"/>
                    <a:pt x="2560" y="7806"/>
                    <a:pt x="2363" y="8002"/>
                  </a:cubicBezTo>
                  <a:lnTo>
                    <a:pt x="378" y="9987"/>
                  </a:lnTo>
                  <a:cubicBezTo>
                    <a:pt x="0" y="10365"/>
                    <a:pt x="0" y="11027"/>
                    <a:pt x="378" y="11436"/>
                  </a:cubicBezTo>
                  <a:cubicBezTo>
                    <a:pt x="583" y="11625"/>
                    <a:pt x="851" y="11720"/>
                    <a:pt x="1119" y="11720"/>
                  </a:cubicBezTo>
                  <a:cubicBezTo>
                    <a:pt x="1387" y="11720"/>
                    <a:pt x="1654" y="11625"/>
                    <a:pt x="1859" y="11436"/>
                  </a:cubicBezTo>
                  <a:lnTo>
                    <a:pt x="3813" y="9452"/>
                  </a:lnTo>
                  <a:cubicBezTo>
                    <a:pt x="4128" y="9137"/>
                    <a:pt x="4222" y="8664"/>
                    <a:pt x="4002" y="8286"/>
                  </a:cubicBezTo>
                  <a:lnTo>
                    <a:pt x="4632" y="7656"/>
                  </a:lnTo>
                  <a:cubicBezTo>
                    <a:pt x="4782" y="7725"/>
                    <a:pt x="4940" y="7761"/>
                    <a:pt x="5097" y="7761"/>
                  </a:cubicBezTo>
                  <a:cubicBezTo>
                    <a:pt x="5367" y="7761"/>
                    <a:pt x="5629" y="7655"/>
                    <a:pt x="5829" y="7435"/>
                  </a:cubicBezTo>
                  <a:lnTo>
                    <a:pt x="6207" y="7057"/>
                  </a:lnTo>
                  <a:cubicBezTo>
                    <a:pt x="6774" y="7372"/>
                    <a:pt x="7404" y="7530"/>
                    <a:pt x="8066" y="7530"/>
                  </a:cubicBezTo>
                  <a:cubicBezTo>
                    <a:pt x="10145" y="7530"/>
                    <a:pt x="11815" y="5829"/>
                    <a:pt x="11815" y="3781"/>
                  </a:cubicBezTo>
                  <a:cubicBezTo>
                    <a:pt x="11815" y="1733"/>
                    <a:pt x="10082" y="0"/>
                    <a:pt x="80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 name="Google Shape;8916;p69">
            <a:extLst>
              <a:ext uri="{FF2B5EF4-FFF2-40B4-BE49-F238E27FC236}">
                <a16:creationId xmlns:a16="http://schemas.microsoft.com/office/drawing/2014/main" id="{EDDC9775-A227-BD74-E654-BFBF47A9A459}"/>
              </a:ext>
            </a:extLst>
          </p:cNvPr>
          <p:cNvGrpSpPr/>
          <p:nvPr/>
        </p:nvGrpSpPr>
        <p:grpSpPr>
          <a:xfrm>
            <a:off x="8737665" y="6169153"/>
            <a:ext cx="914429" cy="918117"/>
            <a:chOff x="-33673825" y="2634975"/>
            <a:chExt cx="291450" cy="292625"/>
          </a:xfrm>
          <a:solidFill>
            <a:srgbClr val="555559"/>
          </a:solidFill>
        </p:grpSpPr>
        <p:sp>
          <p:nvSpPr>
            <p:cNvPr id="58" name="Google Shape;8917;p69">
              <a:extLst>
                <a:ext uri="{FF2B5EF4-FFF2-40B4-BE49-F238E27FC236}">
                  <a16:creationId xmlns:a16="http://schemas.microsoft.com/office/drawing/2014/main" id="{E27E82C4-EC4A-F208-7157-76B014FFDBB4}"/>
                </a:ext>
              </a:extLst>
            </p:cNvPr>
            <p:cNvSpPr/>
            <p:nvPr/>
          </p:nvSpPr>
          <p:spPr>
            <a:xfrm>
              <a:off x="-33673825" y="2634975"/>
              <a:ext cx="291450" cy="292625"/>
            </a:xfrm>
            <a:custGeom>
              <a:avLst/>
              <a:gdLst/>
              <a:ahLst/>
              <a:cxnLst/>
              <a:rect l="l" t="t" r="r" b="b"/>
              <a:pathLst>
                <a:path w="11658" h="11705" extrusionOk="0">
                  <a:moveTo>
                    <a:pt x="5829" y="662"/>
                  </a:moveTo>
                  <a:cubicBezTo>
                    <a:pt x="6459" y="662"/>
                    <a:pt x="7089" y="1261"/>
                    <a:pt x="7562" y="2238"/>
                  </a:cubicBezTo>
                  <a:cubicBezTo>
                    <a:pt x="7310" y="2364"/>
                    <a:pt x="7152" y="2553"/>
                    <a:pt x="7026" y="2773"/>
                  </a:cubicBezTo>
                  <a:cubicBezTo>
                    <a:pt x="6648" y="2742"/>
                    <a:pt x="6238" y="2710"/>
                    <a:pt x="5860" y="2710"/>
                  </a:cubicBezTo>
                  <a:cubicBezTo>
                    <a:pt x="5451" y="2710"/>
                    <a:pt x="5041" y="2742"/>
                    <a:pt x="4663" y="2773"/>
                  </a:cubicBezTo>
                  <a:cubicBezTo>
                    <a:pt x="4569" y="2553"/>
                    <a:pt x="4348" y="2364"/>
                    <a:pt x="4159" y="2238"/>
                  </a:cubicBezTo>
                  <a:cubicBezTo>
                    <a:pt x="4569" y="1261"/>
                    <a:pt x="5199" y="662"/>
                    <a:pt x="5829" y="662"/>
                  </a:cubicBezTo>
                  <a:close/>
                  <a:moveTo>
                    <a:pt x="3403" y="2742"/>
                  </a:moveTo>
                  <a:cubicBezTo>
                    <a:pt x="3813" y="2742"/>
                    <a:pt x="4096" y="3057"/>
                    <a:pt x="4096" y="3403"/>
                  </a:cubicBezTo>
                  <a:cubicBezTo>
                    <a:pt x="4096" y="3750"/>
                    <a:pt x="3781" y="4097"/>
                    <a:pt x="3403" y="4097"/>
                  </a:cubicBezTo>
                  <a:cubicBezTo>
                    <a:pt x="3025" y="4097"/>
                    <a:pt x="2741" y="3750"/>
                    <a:pt x="2741" y="3403"/>
                  </a:cubicBezTo>
                  <a:cubicBezTo>
                    <a:pt x="2741" y="3057"/>
                    <a:pt x="3025" y="2742"/>
                    <a:pt x="3403" y="2742"/>
                  </a:cubicBezTo>
                  <a:close/>
                  <a:moveTo>
                    <a:pt x="7562" y="946"/>
                  </a:moveTo>
                  <a:cubicBezTo>
                    <a:pt x="9011" y="1482"/>
                    <a:pt x="10145" y="2616"/>
                    <a:pt x="10649" y="4097"/>
                  </a:cubicBezTo>
                  <a:cubicBezTo>
                    <a:pt x="10334" y="3844"/>
                    <a:pt x="9988" y="3655"/>
                    <a:pt x="9609" y="3466"/>
                  </a:cubicBezTo>
                  <a:lnTo>
                    <a:pt x="9609" y="3403"/>
                  </a:lnTo>
                  <a:cubicBezTo>
                    <a:pt x="9609" y="2679"/>
                    <a:pt x="8979" y="2049"/>
                    <a:pt x="8223" y="2049"/>
                  </a:cubicBezTo>
                  <a:lnTo>
                    <a:pt x="8192" y="2049"/>
                  </a:lnTo>
                  <a:cubicBezTo>
                    <a:pt x="7971" y="1608"/>
                    <a:pt x="7782" y="1261"/>
                    <a:pt x="7562" y="946"/>
                  </a:cubicBezTo>
                  <a:close/>
                  <a:moveTo>
                    <a:pt x="4096" y="978"/>
                  </a:moveTo>
                  <a:lnTo>
                    <a:pt x="4096" y="978"/>
                  </a:lnTo>
                  <a:cubicBezTo>
                    <a:pt x="3844" y="1293"/>
                    <a:pt x="3624" y="1639"/>
                    <a:pt x="3466" y="2080"/>
                  </a:cubicBezTo>
                  <a:lnTo>
                    <a:pt x="3403" y="2080"/>
                  </a:lnTo>
                  <a:cubicBezTo>
                    <a:pt x="2678" y="2080"/>
                    <a:pt x="2048" y="2710"/>
                    <a:pt x="2048" y="3466"/>
                  </a:cubicBezTo>
                  <a:lnTo>
                    <a:pt x="2048" y="3498"/>
                  </a:lnTo>
                  <a:cubicBezTo>
                    <a:pt x="1639" y="3687"/>
                    <a:pt x="1292" y="3876"/>
                    <a:pt x="977" y="4128"/>
                  </a:cubicBezTo>
                  <a:cubicBezTo>
                    <a:pt x="1481" y="2616"/>
                    <a:pt x="2615" y="1482"/>
                    <a:pt x="4096" y="978"/>
                  </a:cubicBezTo>
                  <a:close/>
                  <a:moveTo>
                    <a:pt x="8223" y="2773"/>
                  </a:moveTo>
                  <a:cubicBezTo>
                    <a:pt x="8601" y="2773"/>
                    <a:pt x="8885" y="3088"/>
                    <a:pt x="8885" y="3466"/>
                  </a:cubicBezTo>
                  <a:cubicBezTo>
                    <a:pt x="8885" y="3813"/>
                    <a:pt x="8601" y="4128"/>
                    <a:pt x="8223" y="4128"/>
                  </a:cubicBezTo>
                  <a:cubicBezTo>
                    <a:pt x="7814" y="4128"/>
                    <a:pt x="7562" y="3813"/>
                    <a:pt x="7562" y="3466"/>
                  </a:cubicBezTo>
                  <a:cubicBezTo>
                    <a:pt x="7562" y="3088"/>
                    <a:pt x="7877" y="2773"/>
                    <a:pt x="8223" y="2773"/>
                  </a:cubicBezTo>
                  <a:close/>
                  <a:moveTo>
                    <a:pt x="9452" y="4160"/>
                  </a:moveTo>
                  <a:cubicBezTo>
                    <a:pt x="10429" y="4632"/>
                    <a:pt x="11027" y="5262"/>
                    <a:pt x="11027" y="5892"/>
                  </a:cubicBezTo>
                  <a:cubicBezTo>
                    <a:pt x="10964" y="5924"/>
                    <a:pt x="10933" y="6050"/>
                    <a:pt x="10933" y="6176"/>
                  </a:cubicBezTo>
                  <a:cubicBezTo>
                    <a:pt x="10492" y="5735"/>
                    <a:pt x="9925" y="5514"/>
                    <a:pt x="9294" y="5514"/>
                  </a:cubicBezTo>
                  <a:cubicBezTo>
                    <a:pt x="9168" y="5514"/>
                    <a:pt x="9042" y="5514"/>
                    <a:pt x="8916" y="5546"/>
                  </a:cubicBezTo>
                  <a:cubicBezTo>
                    <a:pt x="8916" y="5231"/>
                    <a:pt x="8885" y="4947"/>
                    <a:pt x="8885" y="4664"/>
                  </a:cubicBezTo>
                  <a:cubicBezTo>
                    <a:pt x="9137" y="4569"/>
                    <a:pt x="9326" y="4349"/>
                    <a:pt x="9452" y="4160"/>
                  </a:cubicBezTo>
                  <a:close/>
                  <a:moveTo>
                    <a:pt x="2237" y="4097"/>
                  </a:moveTo>
                  <a:cubicBezTo>
                    <a:pt x="2363" y="4349"/>
                    <a:pt x="2552" y="4506"/>
                    <a:pt x="2773" y="4632"/>
                  </a:cubicBezTo>
                  <a:cubicBezTo>
                    <a:pt x="2741" y="5042"/>
                    <a:pt x="2710" y="5420"/>
                    <a:pt x="2710" y="5829"/>
                  </a:cubicBezTo>
                  <a:cubicBezTo>
                    <a:pt x="2710" y="6207"/>
                    <a:pt x="2741" y="6617"/>
                    <a:pt x="2773" y="6995"/>
                  </a:cubicBezTo>
                  <a:cubicBezTo>
                    <a:pt x="2552" y="7121"/>
                    <a:pt x="2363" y="7310"/>
                    <a:pt x="2237" y="7499"/>
                  </a:cubicBezTo>
                  <a:cubicBezTo>
                    <a:pt x="1261" y="7026"/>
                    <a:pt x="662" y="6459"/>
                    <a:pt x="662" y="5829"/>
                  </a:cubicBezTo>
                  <a:cubicBezTo>
                    <a:pt x="662" y="5199"/>
                    <a:pt x="1261" y="4569"/>
                    <a:pt x="2237" y="4097"/>
                  </a:cubicBezTo>
                  <a:close/>
                  <a:moveTo>
                    <a:pt x="5829" y="3466"/>
                  </a:moveTo>
                  <a:cubicBezTo>
                    <a:pt x="6175" y="3466"/>
                    <a:pt x="6522" y="3466"/>
                    <a:pt x="6869" y="3498"/>
                  </a:cubicBezTo>
                  <a:cubicBezTo>
                    <a:pt x="6932" y="4191"/>
                    <a:pt x="7467" y="4790"/>
                    <a:pt x="8192" y="4790"/>
                  </a:cubicBezTo>
                  <a:cubicBezTo>
                    <a:pt x="8223" y="5105"/>
                    <a:pt x="8223" y="5420"/>
                    <a:pt x="8223" y="5735"/>
                  </a:cubicBezTo>
                  <a:cubicBezTo>
                    <a:pt x="7436" y="6144"/>
                    <a:pt x="6869" y="6963"/>
                    <a:pt x="6869" y="7909"/>
                  </a:cubicBezTo>
                  <a:lnTo>
                    <a:pt x="6869" y="8192"/>
                  </a:lnTo>
                  <a:cubicBezTo>
                    <a:pt x="6522" y="8224"/>
                    <a:pt x="6175" y="8224"/>
                    <a:pt x="5829" y="8224"/>
                  </a:cubicBezTo>
                  <a:cubicBezTo>
                    <a:pt x="5451" y="8224"/>
                    <a:pt x="5104" y="8224"/>
                    <a:pt x="4758" y="8192"/>
                  </a:cubicBezTo>
                  <a:cubicBezTo>
                    <a:pt x="4726" y="7468"/>
                    <a:pt x="4159" y="6869"/>
                    <a:pt x="3466" y="6869"/>
                  </a:cubicBezTo>
                  <a:cubicBezTo>
                    <a:pt x="3403" y="6522"/>
                    <a:pt x="3403" y="6207"/>
                    <a:pt x="3403" y="5861"/>
                  </a:cubicBezTo>
                  <a:cubicBezTo>
                    <a:pt x="3403" y="5483"/>
                    <a:pt x="3403" y="5136"/>
                    <a:pt x="3466" y="4790"/>
                  </a:cubicBezTo>
                  <a:cubicBezTo>
                    <a:pt x="4159" y="4758"/>
                    <a:pt x="4758" y="4191"/>
                    <a:pt x="4758" y="3498"/>
                  </a:cubicBezTo>
                  <a:cubicBezTo>
                    <a:pt x="5104" y="3466"/>
                    <a:pt x="5482" y="3466"/>
                    <a:pt x="5829" y="3466"/>
                  </a:cubicBezTo>
                  <a:close/>
                  <a:moveTo>
                    <a:pt x="3403" y="7562"/>
                  </a:moveTo>
                  <a:cubicBezTo>
                    <a:pt x="3813" y="7562"/>
                    <a:pt x="4096" y="7877"/>
                    <a:pt x="4096" y="8224"/>
                  </a:cubicBezTo>
                  <a:cubicBezTo>
                    <a:pt x="4096" y="8570"/>
                    <a:pt x="3781" y="8885"/>
                    <a:pt x="3403" y="8885"/>
                  </a:cubicBezTo>
                  <a:cubicBezTo>
                    <a:pt x="3025" y="8885"/>
                    <a:pt x="2741" y="8570"/>
                    <a:pt x="2741" y="8224"/>
                  </a:cubicBezTo>
                  <a:cubicBezTo>
                    <a:pt x="2741" y="7877"/>
                    <a:pt x="3025" y="7562"/>
                    <a:pt x="3403" y="7562"/>
                  </a:cubicBezTo>
                  <a:close/>
                  <a:moveTo>
                    <a:pt x="7940" y="10114"/>
                  </a:moveTo>
                  <a:lnTo>
                    <a:pt x="8192" y="10429"/>
                  </a:lnTo>
                  <a:lnTo>
                    <a:pt x="7593" y="10650"/>
                  </a:lnTo>
                  <a:cubicBezTo>
                    <a:pt x="7719" y="10492"/>
                    <a:pt x="7814" y="10303"/>
                    <a:pt x="7940" y="10114"/>
                  </a:cubicBezTo>
                  <a:close/>
                  <a:moveTo>
                    <a:pt x="977" y="7594"/>
                  </a:moveTo>
                  <a:cubicBezTo>
                    <a:pt x="1261" y="7814"/>
                    <a:pt x="1639" y="8035"/>
                    <a:pt x="2048" y="8224"/>
                  </a:cubicBezTo>
                  <a:lnTo>
                    <a:pt x="2048" y="8255"/>
                  </a:lnTo>
                  <a:cubicBezTo>
                    <a:pt x="2048" y="9011"/>
                    <a:pt x="2678" y="9641"/>
                    <a:pt x="3403" y="9641"/>
                  </a:cubicBezTo>
                  <a:lnTo>
                    <a:pt x="3466" y="9641"/>
                  </a:lnTo>
                  <a:cubicBezTo>
                    <a:pt x="3655" y="10019"/>
                    <a:pt x="3844" y="10397"/>
                    <a:pt x="4096" y="10681"/>
                  </a:cubicBezTo>
                  <a:cubicBezTo>
                    <a:pt x="2615" y="10145"/>
                    <a:pt x="1481" y="9011"/>
                    <a:pt x="977" y="7594"/>
                  </a:cubicBezTo>
                  <a:close/>
                  <a:moveTo>
                    <a:pt x="9294" y="6207"/>
                  </a:moveTo>
                  <a:cubicBezTo>
                    <a:pt x="10240" y="6207"/>
                    <a:pt x="10964" y="6963"/>
                    <a:pt x="10964" y="7909"/>
                  </a:cubicBezTo>
                  <a:cubicBezTo>
                    <a:pt x="10964" y="8192"/>
                    <a:pt x="10901" y="8413"/>
                    <a:pt x="10807" y="8665"/>
                  </a:cubicBezTo>
                  <a:cubicBezTo>
                    <a:pt x="10744" y="8759"/>
                    <a:pt x="10177" y="9484"/>
                    <a:pt x="9294" y="10744"/>
                  </a:cubicBezTo>
                  <a:lnTo>
                    <a:pt x="8979" y="10303"/>
                  </a:lnTo>
                  <a:cubicBezTo>
                    <a:pt x="8018" y="9071"/>
                    <a:pt x="8059" y="9043"/>
                    <a:pt x="8038" y="9043"/>
                  </a:cubicBezTo>
                  <a:lnTo>
                    <a:pt x="8038" y="9043"/>
                  </a:lnTo>
                  <a:cubicBezTo>
                    <a:pt x="8037" y="9043"/>
                    <a:pt x="8036" y="9043"/>
                    <a:pt x="8034" y="9043"/>
                  </a:cubicBezTo>
                  <a:cubicBezTo>
                    <a:pt x="7751" y="8728"/>
                    <a:pt x="7593" y="8350"/>
                    <a:pt x="7593" y="7909"/>
                  </a:cubicBezTo>
                  <a:cubicBezTo>
                    <a:pt x="7593" y="6963"/>
                    <a:pt x="8349" y="6207"/>
                    <a:pt x="9294" y="6207"/>
                  </a:cubicBezTo>
                  <a:close/>
                  <a:moveTo>
                    <a:pt x="7026" y="8854"/>
                  </a:moveTo>
                  <a:cubicBezTo>
                    <a:pt x="7152" y="9074"/>
                    <a:pt x="7278" y="9326"/>
                    <a:pt x="7467" y="9515"/>
                  </a:cubicBezTo>
                  <a:cubicBezTo>
                    <a:pt x="7026" y="10429"/>
                    <a:pt x="6459" y="10965"/>
                    <a:pt x="5829" y="10965"/>
                  </a:cubicBezTo>
                  <a:cubicBezTo>
                    <a:pt x="5199" y="10965"/>
                    <a:pt x="4569" y="10397"/>
                    <a:pt x="4096" y="9389"/>
                  </a:cubicBezTo>
                  <a:cubicBezTo>
                    <a:pt x="4317" y="9295"/>
                    <a:pt x="4474" y="9074"/>
                    <a:pt x="4600" y="8854"/>
                  </a:cubicBezTo>
                  <a:cubicBezTo>
                    <a:pt x="4978" y="8885"/>
                    <a:pt x="5388" y="8917"/>
                    <a:pt x="5766" y="8917"/>
                  </a:cubicBezTo>
                  <a:cubicBezTo>
                    <a:pt x="6207" y="8917"/>
                    <a:pt x="6616" y="8885"/>
                    <a:pt x="7026" y="8854"/>
                  </a:cubicBezTo>
                  <a:close/>
                  <a:moveTo>
                    <a:pt x="5829" y="1"/>
                  </a:moveTo>
                  <a:cubicBezTo>
                    <a:pt x="2584" y="1"/>
                    <a:pt x="0" y="2616"/>
                    <a:pt x="0" y="5861"/>
                  </a:cubicBezTo>
                  <a:cubicBezTo>
                    <a:pt x="0" y="9043"/>
                    <a:pt x="2584" y="11689"/>
                    <a:pt x="5829" y="11689"/>
                  </a:cubicBezTo>
                  <a:cubicBezTo>
                    <a:pt x="6806" y="11689"/>
                    <a:pt x="7751" y="11437"/>
                    <a:pt x="8570" y="11028"/>
                  </a:cubicBezTo>
                  <a:lnTo>
                    <a:pt x="8979" y="11563"/>
                  </a:lnTo>
                  <a:cubicBezTo>
                    <a:pt x="9042" y="11658"/>
                    <a:pt x="9145" y="11705"/>
                    <a:pt x="9247" y="11705"/>
                  </a:cubicBezTo>
                  <a:cubicBezTo>
                    <a:pt x="9350" y="11705"/>
                    <a:pt x="9452" y="11658"/>
                    <a:pt x="9515" y="11563"/>
                  </a:cubicBezTo>
                  <a:cubicBezTo>
                    <a:pt x="9515" y="11563"/>
                    <a:pt x="11279" y="9169"/>
                    <a:pt x="11405" y="8980"/>
                  </a:cubicBezTo>
                  <a:cubicBezTo>
                    <a:pt x="11563" y="8665"/>
                    <a:pt x="11657" y="8287"/>
                    <a:pt x="11657" y="7940"/>
                  </a:cubicBezTo>
                  <a:cubicBezTo>
                    <a:pt x="11657" y="7657"/>
                    <a:pt x="11626" y="7405"/>
                    <a:pt x="11531" y="7152"/>
                  </a:cubicBezTo>
                  <a:cubicBezTo>
                    <a:pt x="11594" y="6774"/>
                    <a:pt x="11657" y="6333"/>
                    <a:pt x="11657" y="5892"/>
                  </a:cubicBezTo>
                  <a:cubicBezTo>
                    <a:pt x="11657" y="2616"/>
                    <a:pt x="9042" y="1"/>
                    <a:pt x="582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8918;p69">
              <a:extLst>
                <a:ext uri="{FF2B5EF4-FFF2-40B4-BE49-F238E27FC236}">
                  <a16:creationId xmlns:a16="http://schemas.microsoft.com/office/drawing/2014/main" id="{28832D35-9178-441B-0220-0097D3205AD9}"/>
                </a:ext>
              </a:extLst>
            </p:cNvPr>
            <p:cNvSpPr/>
            <p:nvPr/>
          </p:nvSpPr>
          <p:spPr>
            <a:xfrm>
              <a:off x="-33467475" y="2806675"/>
              <a:ext cx="51225" cy="51225"/>
            </a:xfrm>
            <a:custGeom>
              <a:avLst/>
              <a:gdLst/>
              <a:ahLst/>
              <a:cxnLst/>
              <a:rect l="l" t="t" r="r" b="b"/>
              <a:pathLst>
                <a:path w="2049" h="2049" extrusionOk="0">
                  <a:moveTo>
                    <a:pt x="1040" y="631"/>
                  </a:moveTo>
                  <a:cubicBezTo>
                    <a:pt x="1229" y="631"/>
                    <a:pt x="1387" y="789"/>
                    <a:pt x="1387" y="1009"/>
                  </a:cubicBezTo>
                  <a:cubicBezTo>
                    <a:pt x="1387" y="1198"/>
                    <a:pt x="1198" y="1356"/>
                    <a:pt x="1040" y="1356"/>
                  </a:cubicBezTo>
                  <a:cubicBezTo>
                    <a:pt x="820" y="1356"/>
                    <a:pt x="662" y="1198"/>
                    <a:pt x="662" y="1009"/>
                  </a:cubicBezTo>
                  <a:cubicBezTo>
                    <a:pt x="662" y="789"/>
                    <a:pt x="820" y="631"/>
                    <a:pt x="1040" y="631"/>
                  </a:cubicBezTo>
                  <a:close/>
                  <a:moveTo>
                    <a:pt x="1040" y="1"/>
                  </a:moveTo>
                  <a:cubicBezTo>
                    <a:pt x="473" y="1"/>
                    <a:pt x="1" y="474"/>
                    <a:pt x="1" y="1041"/>
                  </a:cubicBezTo>
                  <a:cubicBezTo>
                    <a:pt x="1" y="1576"/>
                    <a:pt x="473" y="2049"/>
                    <a:pt x="1040" y="2049"/>
                  </a:cubicBezTo>
                  <a:cubicBezTo>
                    <a:pt x="1576" y="2049"/>
                    <a:pt x="2049" y="1576"/>
                    <a:pt x="2049" y="1041"/>
                  </a:cubicBezTo>
                  <a:cubicBezTo>
                    <a:pt x="2049" y="442"/>
                    <a:pt x="1576" y="1"/>
                    <a:pt x="104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 name="Google Shape;8919;p69">
            <a:extLst>
              <a:ext uri="{FF2B5EF4-FFF2-40B4-BE49-F238E27FC236}">
                <a16:creationId xmlns:a16="http://schemas.microsoft.com/office/drawing/2014/main" id="{44D387DC-05D2-E2B9-A951-2EC01DD2AD8D}"/>
              </a:ext>
            </a:extLst>
          </p:cNvPr>
          <p:cNvGrpSpPr/>
          <p:nvPr/>
        </p:nvGrpSpPr>
        <p:grpSpPr>
          <a:xfrm>
            <a:off x="14531571" y="3924575"/>
            <a:ext cx="852620" cy="914585"/>
            <a:chOff x="-31874100" y="1939525"/>
            <a:chExt cx="271750" cy="291500"/>
          </a:xfrm>
          <a:solidFill>
            <a:srgbClr val="555559"/>
          </a:solidFill>
        </p:grpSpPr>
        <p:sp>
          <p:nvSpPr>
            <p:cNvPr id="61" name="Google Shape;8920;p69">
              <a:extLst>
                <a:ext uri="{FF2B5EF4-FFF2-40B4-BE49-F238E27FC236}">
                  <a16:creationId xmlns:a16="http://schemas.microsoft.com/office/drawing/2014/main" id="{EBDF1429-F6A6-5767-2C0C-5ACCD16C9677}"/>
                </a:ext>
              </a:extLst>
            </p:cNvPr>
            <p:cNvSpPr/>
            <p:nvPr/>
          </p:nvSpPr>
          <p:spPr>
            <a:xfrm>
              <a:off x="-31874100" y="2132475"/>
              <a:ext cx="271750" cy="98550"/>
            </a:xfrm>
            <a:custGeom>
              <a:avLst/>
              <a:gdLst/>
              <a:ahLst/>
              <a:cxnLst/>
              <a:rect l="l" t="t" r="r" b="b"/>
              <a:pathLst>
                <a:path w="10870" h="3942" extrusionOk="0">
                  <a:moveTo>
                    <a:pt x="2080" y="1135"/>
                  </a:moveTo>
                  <a:lnTo>
                    <a:pt x="2300" y="1576"/>
                  </a:lnTo>
                  <a:cubicBezTo>
                    <a:pt x="2363" y="1702"/>
                    <a:pt x="2458" y="1734"/>
                    <a:pt x="2584" y="1765"/>
                  </a:cubicBezTo>
                  <a:lnTo>
                    <a:pt x="3056" y="1860"/>
                  </a:lnTo>
                  <a:lnTo>
                    <a:pt x="2710" y="2206"/>
                  </a:lnTo>
                  <a:cubicBezTo>
                    <a:pt x="2615" y="2269"/>
                    <a:pt x="2584" y="2395"/>
                    <a:pt x="2615" y="2521"/>
                  </a:cubicBezTo>
                  <a:lnTo>
                    <a:pt x="2710" y="2994"/>
                  </a:lnTo>
                  <a:lnTo>
                    <a:pt x="2269" y="2773"/>
                  </a:lnTo>
                  <a:cubicBezTo>
                    <a:pt x="2237" y="2710"/>
                    <a:pt x="2143" y="2710"/>
                    <a:pt x="2111" y="2710"/>
                  </a:cubicBezTo>
                  <a:cubicBezTo>
                    <a:pt x="2080" y="2710"/>
                    <a:pt x="1985" y="2710"/>
                    <a:pt x="1954" y="2773"/>
                  </a:cubicBezTo>
                  <a:lnTo>
                    <a:pt x="1513" y="2994"/>
                  </a:lnTo>
                  <a:lnTo>
                    <a:pt x="1607" y="2521"/>
                  </a:lnTo>
                  <a:cubicBezTo>
                    <a:pt x="1607" y="2395"/>
                    <a:pt x="1607" y="2301"/>
                    <a:pt x="1513" y="2206"/>
                  </a:cubicBezTo>
                  <a:lnTo>
                    <a:pt x="1166" y="1860"/>
                  </a:lnTo>
                  <a:lnTo>
                    <a:pt x="1639" y="1765"/>
                  </a:lnTo>
                  <a:cubicBezTo>
                    <a:pt x="1670" y="1765"/>
                    <a:pt x="1796" y="1702"/>
                    <a:pt x="1828" y="1576"/>
                  </a:cubicBezTo>
                  <a:lnTo>
                    <a:pt x="2080" y="1135"/>
                  </a:lnTo>
                  <a:close/>
                  <a:moveTo>
                    <a:pt x="5514" y="1135"/>
                  </a:moveTo>
                  <a:lnTo>
                    <a:pt x="5734" y="1576"/>
                  </a:lnTo>
                  <a:cubicBezTo>
                    <a:pt x="5766" y="1702"/>
                    <a:pt x="5892" y="1734"/>
                    <a:pt x="6018" y="1765"/>
                  </a:cubicBezTo>
                  <a:lnTo>
                    <a:pt x="6490" y="1860"/>
                  </a:lnTo>
                  <a:lnTo>
                    <a:pt x="6144" y="2206"/>
                  </a:lnTo>
                  <a:cubicBezTo>
                    <a:pt x="6049" y="2269"/>
                    <a:pt x="6018" y="2395"/>
                    <a:pt x="6049" y="2521"/>
                  </a:cubicBezTo>
                  <a:lnTo>
                    <a:pt x="6144" y="2994"/>
                  </a:lnTo>
                  <a:lnTo>
                    <a:pt x="5703" y="2773"/>
                  </a:lnTo>
                  <a:cubicBezTo>
                    <a:pt x="5671" y="2710"/>
                    <a:pt x="5577" y="2710"/>
                    <a:pt x="5545" y="2710"/>
                  </a:cubicBezTo>
                  <a:cubicBezTo>
                    <a:pt x="5514" y="2710"/>
                    <a:pt x="5419" y="2710"/>
                    <a:pt x="5388" y="2773"/>
                  </a:cubicBezTo>
                  <a:lnTo>
                    <a:pt x="4947" y="2994"/>
                  </a:lnTo>
                  <a:lnTo>
                    <a:pt x="5041" y="2521"/>
                  </a:lnTo>
                  <a:cubicBezTo>
                    <a:pt x="5041" y="2395"/>
                    <a:pt x="5041" y="2301"/>
                    <a:pt x="4947" y="2206"/>
                  </a:cubicBezTo>
                  <a:lnTo>
                    <a:pt x="4600" y="1860"/>
                  </a:lnTo>
                  <a:lnTo>
                    <a:pt x="4978" y="1765"/>
                  </a:lnTo>
                  <a:cubicBezTo>
                    <a:pt x="5104" y="1765"/>
                    <a:pt x="5199" y="1702"/>
                    <a:pt x="5262" y="1576"/>
                  </a:cubicBezTo>
                  <a:lnTo>
                    <a:pt x="5514" y="1135"/>
                  </a:lnTo>
                  <a:close/>
                  <a:moveTo>
                    <a:pt x="8916" y="1135"/>
                  </a:moveTo>
                  <a:lnTo>
                    <a:pt x="9168" y="1576"/>
                  </a:lnTo>
                  <a:cubicBezTo>
                    <a:pt x="9200" y="1702"/>
                    <a:pt x="9326" y="1734"/>
                    <a:pt x="9452" y="1765"/>
                  </a:cubicBezTo>
                  <a:lnTo>
                    <a:pt x="9924" y="1860"/>
                  </a:lnTo>
                  <a:lnTo>
                    <a:pt x="9546" y="2206"/>
                  </a:lnTo>
                  <a:cubicBezTo>
                    <a:pt x="9483" y="2269"/>
                    <a:pt x="9452" y="2395"/>
                    <a:pt x="9483" y="2521"/>
                  </a:cubicBezTo>
                  <a:lnTo>
                    <a:pt x="9546" y="2994"/>
                  </a:lnTo>
                  <a:lnTo>
                    <a:pt x="9137" y="2773"/>
                  </a:lnTo>
                  <a:cubicBezTo>
                    <a:pt x="9074" y="2710"/>
                    <a:pt x="9011" y="2710"/>
                    <a:pt x="8979" y="2710"/>
                  </a:cubicBezTo>
                  <a:cubicBezTo>
                    <a:pt x="8916" y="2710"/>
                    <a:pt x="8853" y="2710"/>
                    <a:pt x="8822" y="2773"/>
                  </a:cubicBezTo>
                  <a:lnTo>
                    <a:pt x="8381" y="2994"/>
                  </a:lnTo>
                  <a:lnTo>
                    <a:pt x="8444" y="2521"/>
                  </a:lnTo>
                  <a:cubicBezTo>
                    <a:pt x="8444" y="2395"/>
                    <a:pt x="8444" y="2301"/>
                    <a:pt x="8381" y="2206"/>
                  </a:cubicBezTo>
                  <a:lnTo>
                    <a:pt x="8034" y="1860"/>
                  </a:lnTo>
                  <a:lnTo>
                    <a:pt x="8412" y="1765"/>
                  </a:lnTo>
                  <a:cubicBezTo>
                    <a:pt x="8538" y="1765"/>
                    <a:pt x="8601" y="1702"/>
                    <a:pt x="8696" y="1576"/>
                  </a:cubicBezTo>
                  <a:lnTo>
                    <a:pt x="8916" y="1135"/>
                  </a:lnTo>
                  <a:close/>
                  <a:moveTo>
                    <a:pt x="2048" y="1"/>
                  </a:moveTo>
                  <a:cubicBezTo>
                    <a:pt x="1922" y="1"/>
                    <a:pt x="1796" y="64"/>
                    <a:pt x="1733" y="190"/>
                  </a:cubicBezTo>
                  <a:lnTo>
                    <a:pt x="1292" y="1104"/>
                  </a:lnTo>
                  <a:lnTo>
                    <a:pt x="315" y="1261"/>
                  </a:lnTo>
                  <a:cubicBezTo>
                    <a:pt x="189" y="1261"/>
                    <a:pt x="63" y="1387"/>
                    <a:pt x="32" y="1482"/>
                  </a:cubicBezTo>
                  <a:cubicBezTo>
                    <a:pt x="0" y="1608"/>
                    <a:pt x="32" y="1765"/>
                    <a:pt x="95" y="1860"/>
                  </a:cubicBezTo>
                  <a:lnTo>
                    <a:pt x="819" y="2553"/>
                  </a:lnTo>
                  <a:lnTo>
                    <a:pt x="662" y="3561"/>
                  </a:lnTo>
                  <a:cubicBezTo>
                    <a:pt x="630" y="3655"/>
                    <a:pt x="693" y="3813"/>
                    <a:pt x="788" y="3876"/>
                  </a:cubicBezTo>
                  <a:cubicBezTo>
                    <a:pt x="862" y="3913"/>
                    <a:pt x="925" y="3928"/>
                    <a:pt x="990" y="3928"/>
                  </a:cubicBezTo>
                  <a:cubicBezTo>
                    <a:pt x="1035" y="3928"/>
                    <a:pt x="1082" y="3920"/>
                    <a:pt x="1134" y="3907"/>
                  </a:cubicBezTo>
                  <a:lnTo>
                    <a:pt x="2048" y="3435"/>
                  </a:lnTo>
                  <a:lnTo>
                    <a:pt x="2962" y="3907"/>
                  </a:lnTo>
                  <a:cubicBezTo>
                    <a:pt x="2998" y="3931"/>
                    <a:pt x="3039" y="3942"/>
                    <a:pt x="3082" y="3942"/>
                  </a:cubicBezTo>
                  <a:cubicBezTo>
                    <a:pt x="3153" y="3942"/>
                    <a:pt x="3230" y="3915"/>
                    <a:pt x="3308" y="3876"/>
                  </a:cubicBezTo>
                  <a:cubicBezTo>
                    <a:pt x="3434" y="3781"/>
                    <a:pt x="3466" y="3655"/>
                    <a:pt x="3434" y="3561"/>
                  </a:cubicBezTo>
                  <a:lnTo>
                    <a:pt x="3277" y="2553"/>
                  </a:lnTo>
                  <a:lnTo>
                    <a:pt x="3749" y="2080"/>
                  </a:lnTo>
                  <a:lnTo>
                    <a:pt x="4222" y="2553"/>
                  </a:lnTo>
                  <a:lnTo>
                    <a:pt x="4064" y="3561"/>
                  </a:lnTo>
                  <a:cubicBezTo>
                    <a:pt x="4001" y="3655"/>
                    <a:pt x="4096" y="3813"/>
                    <a:pt x="4159" y="3876"/>
                  </a:cubicBezTo>
                  <a:cubicBezTo>
                    <a:pt x="4233" y="3913"/>
                    <a:pt x="4307" y="3928"/>
                    <a:pt x="4380" y="3928"/>
                  </a:cubicBezTo>
                  <a:cubicBezTo>
                    <a:pt x="4433" y="3928"/>
                    <a:pt x="4485" y="3920"/>
                    <a:pt x="4537" y="3907"/>
                  </a:cubicBezTo>
                  <a:lnTo>
                    <a:pt x="5419" y="3435"/>
                  </a:lnTo>
                  <a:lnTo>
                    <a:pt x="6333" y="3907"/>
                  </a:lnTo>
                  <a:cubicBezTo>
                    <a:pt x="6381" y="3931"/>
                    <a:pt x="6429" y="3942"/>
                    <a:pt x="6475" y="3942"/>
                  </a:cubicBezTo>
                  <a:cubicBezTo>
                    <a:pt x="6550" y="3942"/>
                    <a:pt x="6621" y="3915"/>
                    <a:pt x="6679" y="3876"/>
                  </a:cubicBezTo>
                  <a:cubicBezTo>
                    <a:pt x="6805" y="3781"/>
                    <a:pt x="6837" y="3655"/>
                    <a:pt x="6805" y="3561"/>
                  </a:cubicBezTo>
                  <a:lnTo>
                    <a:pt x="6648" y="2553"/>
                  </a:lnTo>
                  <a:lnTo>
                    <a:pt x="7120" y="2080"/>
                  </a:lnTo>
                  <a:lnTo>
                    <a:pt x="7593" y="2553"/>
                  </a:lnTo>
                  <a:lnTo>
                    <a:pt x="7435" y="3561"/>
                  </a:lnTo>
                  <a:cubicBezTo>
                    <a:pt x="7404" y="3655"/>
                    <a:pt x="7467" y="3813"/>
                    <a:pt x="7561" y="3876"/>
                  </a:cubicBezTo>
                  <a:cubicBezTo>
                    <a:pt x="7635" y="3913"/>
                    <a:pt x="7698" y="3928"/>
                    <a:pt x="7763" y="3928"/>
                  </a:cubicBezTo>
                  <a:cubicBezTo>
                    <a:pt x="7809" y="3928"/>
                    <a:pt x="7856" y="3920"/>
                    <a:pt x="7908" y="3907"/>
                  </a:cubicBezTo>
                  <a:lnTo>
                    <a:pt x="8822" y="3435"/>
                  </a:lnTo>
                  <a:lnTo>
                    <a:pt x="9735" y="3907"/>
                  </a:lnTo>
                  <a:cubicBezTo>
                    <a:pt x="9771" y="3931"/>
                    <a:pt x="9812" y="3942"/>
                    <a:pt x="9856" y="3942"/>
                  </a:cubicBezTo>
                  <a:cubicBezTo>
                    <a:pt x="9926" y="3942"/>
                    <a:pt x="10004" y="3915"/>
                    <a:pt x="10082" y="3876"/>
                  </a:cubicBezTo>
                  <a:cubicBezTo>
                    <a:pt x="10208" y="3781"/>
                    <a:pt x="10239" y="3655"/>
                    <a:pt x="10208" y="3561"/>
                  </a:cubicBezTo>
                  <a:lnTo>
                    <a:pt x="10050" y="2553"/>
                  </a:lnTo>
                  <a:lnTo>
                    <a:pt x="10743" y="1860"/>
                  </a:lnTo>
                  <a:cubicBezTo>
                    <a:pt x="10838" y="1765"/>
                    <a:pt x="10869" y="1608"/>
                    <a:pt x="10838" y="1482"/>
                  </a:cubicBezTo>
                  <a:cubicBezTo>
                    <a:pt x="10775" y="1387"/>
                    <a:pt x="10680" y="1293"/>
                    <a:pt x="10554" y="1261"/>
                  </a:cubicBezTo>
                  <a:lnTo>
                    <a:pt x="9578" y="1104"/>
                  </a:lnTo>
                  <a:lnTo>
                    <a:pt x="9137" y="190"/>
                  </a:lnTo>
                  <a:cubicBezTo>
                    <a:pt x="9105" y="64"/>
                    <a:pt x="8979" y="1"/>
                    <a:pt x="8822" y="1"/>
                  </a:cubicBezTo>
                  <a:cubicBezTo>
                    <a:pt x="8696" y="1"/>
                    <a:pt x="8570" y="64"/>
                    <a:pt x="8507" y="190"/>
                  </a:cubicBezTo>
                  <a:lnTo>
                    <a:pt x="8066" y="1104"/>
                  </a:lnTo>
                  <a:lnTo>
                    <a:pt x="7120" y="1261"/>
                  </a:lnTo>
                  <a:lnTo>
                    <a:pt x="6175" y="1104"/>
                  </a:lnTo>
                  <a:lnTo>
                    <a:pt x="5734" y="190"/>
                  </a:lnTo>
                  <a:cubicBezTo>
                    <a:pt x="5703" y="64"/>
                    <a:pt x="5577" y="1"/>
                    <a:pt x="5419" y="1"/>
                  </a:cubicBezTo>
                  <a:cubicBezTo>
                    <a:pt x="5262" y="1"/>
                    <a:pt x="5199" y="64"/>
                    <a:pt x="5104" y="190"/>
                  </a:cubicBezTo>
                  <a:lnTo>
                    <a:pt x="4695" y="1104"/>
                  </a:lnTo>
                  <a:lnTo>
                    <a:pt x="3749" y="1261"/>
                  </a:lnTo>
                  <a:lnTo>
                    <a:pt x="2804" y="1104"/>
                  </a:lnTo>
                  <a:lnTo>
                    <a:pt x="2363" y="190"/>
                  </a:lnTo>
                  <a:cubicBezTo>
                    <a:pt x="2332" y="64"/>
                    <a:pt x="2206" y="1"/>
                    <a:pt x="204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8921;p69">
              <a:extLst>
                <a:ext uri="{FF2B5EF4-FFF2-40B4-BE49-F238E27FC236}">
                  <a16:creationId xmlns:a16="http://schemas.microsoft.com/office/drawing/2014/main" id="{11A5F764-D897-9655-6D6A-60688CF2C931}"/>
                </a:ext>
              </a:extLst>
            </p:cNvPr>
            <p:cNvSpPr/>
            <p:nvPr/>
          </p:nvSpPr>
          <p:spPr>
            <a:xfrm>
              <a:off x="-31830775" y="1939525"/>
              <a:ext cx="189050" cy="189825"/>
            </a:xfrm>
            <a:custGeom>
              <a:avLst/>
              <a:gdLst/>
              <a:ahLst/>
              <a:cxnLst/>
              <a:rect l="l" t="t" r="r" b="b"/>
              <a:pathLst>
                <a:path w="7562" h="7593" extrusionOk="0">
                  <a:moveTo>
                    <a:pt x="3718" y="662"/>
                  </a:moveTo>
                  <a:cubicBezTo>
                    <a:pt x="5072" y="662"/>
                    <a:pt x="6144" y="1764"/>
                    <a:pt x="6144" y="3088"/>
                  </a:cubicBezTo>
                  <a:lnTo>
                    <a:pt x="6144" y="3466"/>
                  </a:lnTo>
                  <a:lnTo>
                    <a:pt x="6081" y="3466"/>
                  </a:lnTo>
                  <a:cubicBezTo>
                    <a:pt x="5986" y="2647"/>
                    <a:pt x="5261" y="2048"/>
                    <a:pt x="4411" y="2048"/>
                  </a:cubicBezTo>
                  <a:lnTo>
                    <a:pt x="3025" y="2048"/>
                  </a:lnTo>
                  <a:cubicBezTo>
                    <a:pt x="2142" y="2048"/>
                    <a:pt x="1481" y="2678"/>
                    <a:pt x="1323" y="3466"/>
                  </a:cubicBezTo>
                  <a:lnTo>
                    <a:pt x="1292" y="3466"/>
                  </a:lnTo>
                  <a:lnTo>
                    <a:pt x="1292" y="3088"/>
                  </a:lnTo>
                  <a:cubicBezTo>
                    <a:pt x="1323" y="1764"/>
                    <a:pt x="2426" y="662"/>
                    <a:pt x="3718" y="662"/>
                  </a:cubicBezTo>
                  <a:close/>
                  <a:moveTo>
                    <a:pt x="4348" y="2773"/>
                  </a:moveTo>
                  <a:cubicBezTo>
                    <a:pt x="4915" y="2773"/>
                    <a:pt x="5387" y="3245"/>
                    <a:pt x="5387" y="3781"/>
                  </a:cubicBezTo>
                  <a:lnTo>
                    <a:pt x="5387" y="4127"/>
                  </a:lnTo>
                  <a:lnTo>
                    <a:pt x="5387" y="4127"/>
                  </a:lnTo>
                  <a:cubicBezTo>
                    <a:pt x="5153" y="4127"/>
                    <a:pt x="4907" y="4122"/>
                    <a:pt x="4820" y="4064"/>
                  </a:cubicBezTo>
                  <a:cubicBezTo>
                    <a:pt x="4789" y="4033"/>
                    <a:pt x="4757" y="3907"/>
                    <a:pt x="4757" y="3812"/>
                  </a:cubicBezTo>
                  <a:cubicBezTo>
                    <a:pt x="4757" y="3623"/>
                    <a:pt x="4600" y="3466"/>
                    <a:pt x="4411" y="3466"/>
                  </a:cubicBezTo>
                  <a:cubicBezTo>
                    <a:pt x="4190" y="3466"/>
                    <a:pt x="4033" y="3623"/>
                    <a:pt x="4033" y="3812"/>
                  </a:cubicBezTo>
                  <a:cubicBezTo>
                    <a:pt x="4033" y="3907"/>
                    <a:pt x="4033" y="4033"/>
                    <a:pt x="3970" y="4064"/>
                  </a:cubicBezTo>
                  <a:cubicBezTo>
                    <a:pt x="3907" y="4127"/>
                    <a:pt x="3789" y="4143"/>
                    <a:pt x="3643" y="4143"/>
                  </a:cubicBezTo>
                  <a:cubicBezTo>
                    <a:pt x="3497" y="4143"/>
                    <a:pt x="3324" y="4127"/>
                    <a:pt x="3151" y="4127"/>
                  </a:cubicBezTo>
                  <a:lnTo>
                    <a:pt x="1953" y="4127"/>
                  </a:lnTo>
                  <a:lnTo>
                    <a:pt x="1953" y="3781"/>
                  </a:lnTo>
                  <a:cubicBezTo>
                    <a:pt x="1953" y="3214"/>
                    <a:pt x="2426" y="2773"/>
                    <a:pt x="2993" y="2773"/>
                  </a:cubicBezTo>
                  <a:close/>
                  <a:moveTo>
                    <a:pt x="1008" y="4096"/>
                  </a:moveTo>
                  <a:cubicBezTo>
                    <a:pt x="1197" y="4096"/>
                    <a:pt x="1355" y="4253"/>
                    <a:pt x="1355" y="4442"/>
                  </a:cubicBezTo>
                  <a:lnTo>
                    <a:pt x="1355" y="5135"/>
                  </a:lnTo>
                  <a:cubicBezTo>
                    <a:pt x="1323" y="5356"/>
                    <a:pt x="1197" y="5482"/>
                    <a:pt x="1008" y="5482"/>
                  </a:cubicBezTo>
                  <a:cubicBezTo>
                    <a:pt x="819" y="5482"/>
                    <a:pt x="662" y="5324"/>
                    <a:pt x="662" y="5135"/>
                  </a:cubicBezTo>
                  <a:lnTo>
                    <a:pt x="662" y="4442"/>
                  </a:lnTo>
                  <a:cubicBezTo>
                    <a:pt x="662" y="4253"/>
                    <a:pt x="819" y="4096"/>
                    <a:pt x="1008" y="4096"/>
                  </a:cubicBezTo>
                  <a:close/>
                  <a:moveTo>
                    <a:pt x="6459" y="4127"/>
                  </a:moveTo>
                  <a:cubicBezTo>
                    <a:pt x="6648" y="4127"/>
                    <a:pt x="6805" y="4285"/>
                    <a:pt x="6805" y="4505"/>
                  </a:cubicBezTo>
                  <a:lnTo>
                    <a:pt x="6805" y="5167"/>
                  </a:lnTo>
                  <a:cubicBezTo>
                    <a:pt x="6805" y="5356"/>
                    <a:pt x="6648" y="5513"/>
                    <a:pt x="6459" y="5513"/>
                  </a:cubicBezTo>
                  <a:cubicBezTo>
                    <a:pt x="6238" y="5513"/>
                    <a:pt x="6081" y="5356"/>
                    <a:pt x="6081" y="5167"/>
                  </a:cubicBezTo>
                  <a:lnTo>
                    <a:pt x="6081" y="4505"/>
                  </a:lnTo>
                  <a:cubicBezTo>
                    <a:pt x="6081" y="4285"/>
                    <a:pt x="6238" y="4127"/>
                    <a:pt x="6459" y="4127"/>
                  </a:cubicBezTo>
                  <a:close/>
                  <a:moveTo>
                    <a:pt x="4442" y="4568"/>
                  </a:moveTo>
                  <a:cubicBezTo>
                    <a:pt x="4726" y="4757"/>
                    <a:pt x="5072" y="4820"/>
                    <a:pt x="5450" y="4820"/>
                  </a:cubicBezTo>
                  <a:lnTo>
                    <a:pt x="5450" y="5167"/>
                  </a:lnTo>
                  <a:cubicBezTo>
                    <a:pt x="5450" y="6112"/>
                    <a:pt x="4663" y="6900"/>
                    <a:pt x="3718" y="6900"/>
                  </a:cubicBezTo>
                  <a:cubicBezTo>
                    <a:pt x="2772" y="6900"/>
                    <a:pt x="2048" y="6112"/>
                    <a:pt x="2048" y="5167"/>
                  </a:cubicBezTo>
                  <a:lnTo>
                    <a:pt x="2048" y="4820"/>
                  </a:lnTo>
                  <a:lnTo>
                    <a:pt x="3214" y="4820"/>
                  </a:lnTo>
                  <a:cubicBezTo>
                    <a:pt x="3305" y="4820"/>
                    <a:pt x="3394" y="4821"/>
                    <a:pt x="3479" y="4821"/>
                  </a:cubicBezTo>
                  <a:cubicBezTo>
                    <a:pt x="3863" y="4821"/>
                    <a:pt x="4184" y="4800"/>
                    <a:pt x="4442" y="4568"/>
                  </a:cubicBezTo>
                  <a:close/>
                  <a:moveTo>
                    <a:pt x="3718" y="0"/>
                  </a:moveTo>
                  <a:cubicBezTo>
                    <a:pt x="2048" y="0"/>
                    <a:pt x="662" y="1386"/>
                    <a:pt x="662" y="3119"/>
                  </a:cubicBezTo>
                  <a:lnTo>
                    <a:pt x="662" y="3497"/>
                  </a:lnTo>
                  <a:cubicBezTo>
                    <a:pt x="252" y="3655"/>
                    <a:pt x="0" y="4033"/>
                    <a:pt x="0" y="4505"/>
                  </a:cubicBezTo>
                  <a:lnTo>
                    <a:pt x="0" y="5167"/>
                  </a:lnTo>
                  <a:cubicBezTo>
                    <a:pt x="0" y="5703"/>
                    <a:pt x="473" y="6175"/>
                    <a:pt x="1008" y="6175"/>
                  </a:cubicBezTo>
                  <a:cubicBezTo>
                    <a:pt x="1197" y="6175"/>
                    <a:pt x="1355" y="6144"/>
                    <a:pt x="1512" y="6081"/>
                  </a:cubicBezTo>
                  <a:cubicBezTo>
                    <a:pt x="1890" y="6963"/>
                    <a:pt x="2741" y="7593"/>
                    <a:pt x="3781" y="7593"/>
                  </a:cubicBezTo>
                  <a:cubicBezTo>
                    <a:pt x="4789" y="7593"/>
                    <a:pt x="5671" y="6963"/>
                    <a:pt x="6018" y="6049"/>
                  </a:cubicBezTo>
                  <a:cubicBezTo>
                    <a:pt x="6175" y="6144"/>
                    <a:pt x="6333" y="6175"/>
                    <a:pt x="6522" y="6175"/>
                  </a:cubicBezTo>
                  <a:cubicBezTo>
                    <a:pt x="7089" y="6175"/>
                    <a:pt x="7561" y="5703"/>
                    <a:pt x="7561" y="5167"/>
                  </a:cubicBezTo>
                  <a:lnTo>
                    <a:pt x="7561" y="4474"/>
                  </a:lnTo>
                  <a:cubicBezTo>
                    <a:pt x="7561" y="4064"/>
                    <a:pt x="7278" y="3655"/>
                    <a:pt x="6868" y="3497"/>
                  </a:cubicBezTo>
                  <a:lnTo>
                    <a:pt x="6868" y="3119"/>
                  </a:lnTo>
                  <a:cubicBezTo>
                    <a:pt x="6805" y="1386"/>
                    <a:pt x="5419" y="0"/>
                    <a:pt x="371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 name="Google Shape;8922;p69">
            <a:extLst>
              <a:ext uri="{FF2B5EF4-FFF2-40B4-BE49-F238E27FC236}">
                <a16:creationId xmlns:a16="http://schemas.microsoft.com/office/drawing/2014/main" id="{81523603-AF73-CE6F-684A-01E59FD89CFC}"/>
              </a:ext>
            </a:extLst>
          </p:cNvPr>
          <p:cNvSpPr/>
          <p:nvPr/>
        </p:nvSpPr>
        <p:spPr>
          <a:xfrm>
            <a:off x="14550521" y="5091349"/>
            <a:ext cx="805712" cy="914429"/>
          </a:xfrm>
          <a:custGeom>
            <a:avLst/>
            <a:gdLst/>
            <a:ahLst/>
            <a:cxnLst/>
            <a:rect l="l" t="t" r="r" b="b"/>
            <a:pathLst>
              <a:path w="10272" h="11658" extrusionOk="0">
                <a:moveTo>
                  <a:pt x="7877" y="693"/>
                </a:moveTo>
                <a:cubicBezTo>
                  <a:pt x="8066" y="693"/>
                  <a:pt x="8224" y="851"/>
                  <a:pt x="8224" y="1040"/>
                </a:cubicBezTo>
                <a:lnTo>
                  <a:pt x="8224" y="1387"/>
                </a:lnTo>
                <a:lnTo>
                  <a:pt x="2080" y="1387"/>
                </a:lnTo>
                <a:lnTo>
                  <a:pt x="2080" y="1040"/>
                </a:lnTo>
                <a:cubicBezTo>
                  <a:pt x="2049" y="851"/>
                  <a:pt x="2206" y="693"/>
                  <a:pt x="2395" y="693"/>
                </a:cubicBezTo>
                <a:close/>
                <a:moveTo>
                  <a:pt x="9200" y="2710"/>
                </a:moveTo>
                <a:cubicBezTo>
                  <a:pt x="9421" y="2710"/>
                  <a:pt x="9578" y="2899"/>
                  <a:pt x="9578" y="3088"/>
                </a:cubicBezTo>
                <a:cubicBezTo>
                  <a:pt x="9578" y="3277"/>
                  <a:pt x="9421" y="3434"/>
                  <a:pt x="9200" y="3434"/>
                </a:cubicBezTo>
                <a:lnTo>
                  <a:pt x="8854" y="3434"/>
                </a:lnTo>
                <a:lnTo>
                  <a:pt x="8854" y="2773"/>
                </a:lnTo>
                <a:lnTo>
                  <a:pt x="9200" y="2773"/>
                </a:lnTo>
                <a:lnTo>
                  <a:pt x="9200" y="2710"/>
                </a:lnTo>
                <a:close/>
                <a:moveTo>
                  <a:pt x="6176" y="3907"/>
                </a:moveTo>
                <a:cubicBezTo>
                  <a:pt x="6207" y="4033"/>
                  <a:pt x="6333" y="4127"/>
                  <a:pt x="6491" y="4127"/>
                </a:cubicBezTo>
                <a:lnTo>
                  <a:pt x="9200" y="4127"/>
                </a:lnTo>
                <a:cubicBezTo>
                  <a:pt x="9326" y="4127"/>
                  <a:pt x="9421" y="4127"/>
                  <a:pt x="9515" y="4096"/>
                </a:cubicBezTo>
                <a:lnTo>
                  <a:pt x="9515" y="4096"/>
                </a:lnTo>
                <a:cubicBezTo>
                  <a:pt x="9421" y="4474"/>
                  <a:pt x="9011" y="4789"/>
                  <a:pt x="8539" y="4789"/>
                </a:cubicBezTo>
                <a:lnTo>
                  <a:pt x="6491" y="4789"/>
                </a:lnTo>
                <a:cubicBezTo>
                  <a:pt x="6333" y="4789"/>
                  <a:pt x="6239" y="4852"/>
                  <a:pt x="6176" y="5010"/>
                </a:cubicBezTo>
                <a:lnTo>
                  <a:pt x="5640" y="4474"/>
                </a:lnTo>
                <a:lnTo>
                  <a:pt x="6176" y="3907"/>
                </a:lnTo>
                <a:close/>
                <a:moveTo>
                  <a:pt x="1387" y="4789"/>
                </a:moveTo>
                <a:lnTo>
                  <a:pt x="1387" y="5451"/>
                </a:lnTo>
                <a:lnTo>
                  <a:pt x="1009" y="5451"/>
                </a:lnTo>
                <a:cubicBezTo>
                  <a:pt x="820" y="5451"/>
                  <a:pt x="662" y="5293"/>
                  <a:pt x="662" y="5073"/>
                </a:cubicBezTo>
                <a:cubicBezTo>
                  <a:pt x="662" y="4884"/>
                  <a:pt x="820" y="4789"/>
                  <a:pt x="1009" y="4789"/>
                </a:cubicBezTo>
                <a:close/>
                <a:moveTo>
                  <a:pt x="4065" y="5923"/>
                </a:moveTo>
                <a:lnTo>
                  <a:pt x="4601" y="6459"/>
                </a:lnTo>
                <a:lnTo>
                  <a:pt x="4065" y="7026"/>
                </a:lnTo>
                <a:cubicBezTo>
                  <a:pt x="4033" y="6900"/>
                  <a:pt x="3907" y="6774"/>
                  <a:pt x="3750" y="6774"/>
                </a:cubicBezTo>
                <a:lnTo>
                  <a:pt x="1702" y="6774"/>
                </a:lnTo>
                <a:cubicBezTo>
                  <a:pt x="1664" y="6779"/>
                  <a:pt x="1626" y="6782"/>
                  <a:pt x="1589" y="6782"/>
                </a:cubicBezTo>
                <a:cubicBezTo>
                  <a:pt x="1192" y="6782"/>
                  <a:pt x="838" y="6487"/>
                  <a:pt x="694" y="6112"/>
                </a:cubicBezTo>
                <a:lnTo>
                  <a:pt x="694" y="6112"/>
                </a:lnTo>
                <a:cubicBezTo>
                  <a:pt x="788" y="6144"/>
                  <a:pt x="914" y="6144"/>
                  <a:pt x="1009" y="6144"/>
                </a:cubicBezTo>
                <a:lnTo>
                  <a:pt x="3750" y="6144"/>
                </a:lnTo>
                <a:cubicBezTo>
                  <a:pt x="3907" y="6144"/>
                  <a:pt x="4002" y="6081"/>
                  <a:pt x="4065" y="5923"/>
                </a:cubicBezTo>
                <a:close/>
                <a:moveTo>
                  <a:pt x="8192" y="2048"/>
                </a:moveTo>
                <a:lnTo>
                  <a:pt x="8192" y="3434"/>
                </a:lnTo>
                <a:lnTo>
                  <a:pt x="6806" y="3434"/>
                </a:lnTo>
                <a:lnTo>
                  <a:pt x="6806" y="3088"/>
                </a:lnTo>
                <a:cubicBezTo>
                  <a:pt x="6806" y="2930"/>
                  <a:pt x="6743" y="2804"/>
                  <a:pt x="6617" y="2773"/>
                </a:cubicBezTo>
                <a:cubicBezTo>
                  <a:pt x="6571" y="2761"/>
                  <a:pt x="6520" y="2754"/>
                  <a:pt x="6472" y="2754"/>
                </a:cubicBezTo>
                <a:cubicBezTo>
                  <a:pt x="6388" y="2754"/>
                  <a:pt x="6310" y="2776"/>
                  <a:pt x="6270" y="2836"/>
                </a:cubicBezTo>
                <a:lnTo>
                  <a:pt x="4884" y="4222"/>
                </a:lnTo>
                <a:cubicBezTo>
                  <a:pt x="4758" y="4348"/>
                  <a:pt x="4758" y="4569"/>
                  <a:pt x="4884" y="4695"/>
                </a:cubicBezTo>
                <a:lnTo>
                  <a:pt x="6270" y="6081"/>
                </a:lnTo>
                <a:cubicBezTo>
                  <a:pt x="6315" y="6125"/>
                  <a:pt x="6407" y="6170"/>
                  <a:pt x="6501" y="6170"/>
                </a:cubicBezTo>
                <a:cubicBezTo>
                  <a:pt x="6540" y="6170"/>
                  <a:pt x="6580" y="6162"/>
                  <a:pt x="6617" y="6144"/>
                </a:cubicBezTo>
                <a:cubicBezTo>
                  <a:pt x="6743" y="6112"/>
                  <a:pt x="6806" y="5955"/>
                  <a:pt x="6806" y="5829"/>
                </a:cubicBezTo>
                <a:lnTo>
                  <a:pt x="6806" y="5482"/>
                </a:lnTo>
                <a:lnTo>
                  <a:pt x="8192" y="5482"/>
                </a:lnTo>
                <a:lnTo>
                  <a:pt x="8192" y="8948"/>
                </a:lnTo>
                <a:lnTo>
                  <a:pt x="2049" y="8948"/>
                </a:lnTo>
                <a:lnTo>
                  <a:pt x="2049" y="7530"/>
                </a:lnTo>
                <a:lnTo>
                  <a:pt x="3435" y="7530"/>
                </a:lnTo>
                <a:lnTo>
                  <a:pt x="3435" y="7877"/>
                </a:lnTo>
                <a:cubicBezTo>
                  <a:pt x="3435" y="8034"/>
                  <a:pt x="3498" y="8160"/>
                  <a:pt x="3624" y="8192"/>
                </a:cubicBezTo>
                <a:cubicBezTo>
                  <a:pt x="3676" y="8218"/>
                  <a:pt x="3734" y="8233"/>
                  <a:pt x="3788" y="8233"/>
                </a:cubicBezTo>
                <a:cubicBezTo>
                  <a:pt x="3864" y="8233"/>
                  <a:pt x="3934" y="8202"/>
                  <a:pt x="3970" y="8129"/>
                </a:cubicBezTo>
                <a:lnTo>
                  <a:pt x="5357" y="6742"/>
                </a:lnTo>
                <a:cubicBezTo>
                  <a:pt x="5483" y="6616"/>
                  <a:pt x="5483" y="6396"/>
                  <a:pt x="5357" y="6270"/>
                </a:cubicBezTo>
                <a:lnTo>
                  <a:pt x="3970" y="4884"/>
                </a:lnTo>
                <a:cubicBezTo>
                  <a:pt x="3924" y="4837"/>
                  <a:pt x="3828" y="4808"/>
                  <a:pt x="3730" y="4808"/>
                </a:cubicBezTo>
                <a:cubicBezTo>
                  <a:pt x="3694" y="4808"/>
                  <a:pt x="3658" y="4812"/>
                  <a:pt x="3624" y="4821"/>
                </a:cubicBezTo>
                <a:cubicBezTo>
                  <a:pt x="3498" y="4852"/>
                  <a:pt x="3435" y="5010"/>
                  <a:pt x="3435" y="5136"/>
                </a:cubicBezTo>
                <a:lnTo>
                  <a:pt x="3435" y="5482"/>
                </a:lnTo>
                <a:lnTo>
                  <a:pt x="2049" y="5482"/>
                </a:lnTo>
                <a:lnTo>
                  <a:pt x="2049" y="2048"/>
                </a:lnTo>
                <a:close/>
                <a:moveTo>
                  <a:pt x="8192" y="9609"/>
                </a:moveTo>
                <a:lnTo>
                  <a:pt x="8192" y="10649"/>
                </a:lnTo>
                <a:cubicBezTo>
                  <a:pt x="8192" y="10838"/>
                  <a:pt x="8035" y="10996"/>
                  <a:pt x="7877" y="10996"/>
                </a:cubicBezTo>
                <a:lnTo>
                  <a:pt x="2395" y="10996"/>
                </a:lnTo>
                <a:cubicBezTo>
                  <a:pt x="2206" y="10996"/>
                  <a:pt x="2049" y="10838"/>
                  <a:pt x="2049" y="10649"/>
                </a:cubicBezTo>
                <a:lnTo>
                  <a:pt x="2049" y="9609"/>
                </a:lnTo>
                <a:close/>
                <a:moveTo>
                  <a:pt x="2395" y="0"/>
                </a:moveTo>
                <a:cubicBezTo>
                  <a:pt x="1860" y="0"/>
                  <a:pt x="1387" y="473"/>
                  <a:pt x="1387" y="1040"/>
                </a:cubicBezTo>
                <a:lnTo>
                  <a:pt x="1387" y="4096"/>
                </a:lnTo>
                <a:lnTo>
                  <a:pt x="1009" y="4096"/>
                </a:lnTo>
                <a:cubicBezTo>
                  <a:pt x="473" y="4096"/>
                  <a:pt x="1" y="4569"/>
                  <a:pt x="1" y="5136"/>
                </a:cubicBezTo>
                <a:lnTo>
                  <a:pt x="1" y="5797"/>
                </a:lnTo>
                <a:cubicBezTo>
                  <a:pt x="1" y="6616"/>
                  <a:pt x="599" y="7341"/>
                  <a:pt x="1387" y="7498"/>
                </a:cubicBezTo>
                <a:lnTo>
                  <a:pt x="1387" y="10649"/>
                </a:lnTo>
                <a:cubicBezTo>
                  <a:pt x="1387" y="11185"/>
                  <a:pt x="1860" y="11657"/>
                  <a:pt x="2395" y="11657"/>
                </a:cubicBezTo>
                <a:lnTo>
                  <a:pt x="7877" y="11657"/>
                </a:lnTo>
                <a:cubicBezTo>
                  <a:pt x="8413" y="11657"/>
                  <a:pt x="8885" y="11185"/>
                  <a:pt x="8885" y="10649"/>
                </a:cubicBezTo>
                <a:lnTo>
                  <a:pt x="8885" y="5451"/>
                </a:lnTo>
                <a:cubicBezTo>
                  <a:pt x="9673" y="5293"/>
                  <a:pt x="10271" y="4569"/>
                  <a:pt x="10271" y="3749"/>
                </a:cubicBezTo>
                <a:lnTo>
                  <a:pt x="10271" y="3088"/>
                </a:lnTo>
                <a:cubicBezTo>
                  <a:pt x="10271" y="2521"/>
                  <a:pt x="9799" y="2048"/>
                  <a:pt x="9263" y="2048"/>
                </a:cubicBezTo>
                <a:lnTo>
                  <a:pt x="8885" y="2048"/>
                </a:lnTo>
                <a:lnTo>
                  <a:pt x="8885" y="1040"/>
                </a:lnTo>
                <a:cubicBezTo>
                  <a:pt x="8885" y="473"/>
                  <a:pt x="8413" y="0"/>
                  <a:pt x="7877"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64" name="Google Shape;8923;p69">
            <a:extLst>
              <a:ext uri="{FF2B5EF4-FFF2-40B4-BE49-F238E27FC236}">
                <a16:creationId xmlns:a16="http://schemas.microsoft.com/office/drawing/2014/main" id="{F1D6E149-F0FF-543A-318C-C55EAA36AE33}"/>
              </a:ext>
            </a:extLst>
          </p:cNvPr>
          <p:cNvGrpSpPr/>
          <p:nvPr/>
        </p:nvGrpSpPr>
        <p:grpSpPr>
          <a:xfrm>
            <a:off x="14483371" y="6172054"/>
            <a:ext cx="949021" cy="912310"/>
            <a:chOff x="-31889075" y="2658950"/>
            <a:chExt cx="302475" cy="290775"/>
          </a:xfrm>
          <a:solidFill>
            <a:srgbClr val="555559"/>
          </a:solidFill>
        </p:grpSpPr>
        <p:sp>
          <p:nvSpPr>
            <p:cNvPr id="1865" name="Google Shape;8924;p69">
              <a:extLst>
                <a:ext uri="{FF2B5EF4-FFF2-40B4-BE49-F238E27FC236}">
                  <a16:creationId xmlns:a16="http://schemas.microsoft.com/office/drawing/2014/main" id="{912F23E3-DA9E-0E44-1C08-3D0D9256250E}"/>
                </a:ext>
              </a:extLst>
            </p:cNvPr>
            <p:cNvSpPr/>
            <p:nvPr/>
          </p:nvSpPr>
          <p:spPr>
            <a:xfrm>
              <a:off x="-31889075" y="2658950"/>
              <a:ext cx="302475" cy="290775"/>
            </a:xfrm>
            <a:custGeom>
              <a:avLst/>
              <a:gdLst/>
              <a:ahLst/>
              <a:cxnLst/>
              <a:rect l="l" t="t" r="r" b="b"/>
              <a:pathLst>
                <a:path w="12099" h="11631" extrusionOk="0">
                  <a:moveTo>
                    <a:pt x="10555" y="712"/>
                  </a:moveTo>
                  <a:lnTo>
                    <a:pt x="11153" y="1310"/>
                  </a:lnTo>
                  <a:lnTo>
                    <a:pt x="10051" y="3138"/>
                  </a:lnTo>
                  <a:lnTo>
                    <a:pt x="8728" y="1814"/>
                  </a:lnTo>
                  <a:lnTo>
                    <a:pt x="10555" y="712"/>
                  </a:lnTo>
                  <a:close/>
                  <a:moveTo>
                    <a:pt x="8665" y="2696"/>
                  </a:moveTo>
                  <a:lnTo>
                    <a:pt x="9137" y="3169"/>
                  </a:lnTo>
                  <a:lnTo>
                    <a:pt x="7278" y="4996"/>
                  </a:lnTo>
                  <a:lnTo>
                    <a:pt x="6806" y="4524"/>
                  </a:lnTo>
                  <a:lnTo>
                    <a:pt x="8665" y="2696"/>
                  </a:lnTo>
                  <a:close/>
                  <a:moveTo>
                    <a:pt x="3022" y="640"/>
                  </a:moveTo>
                  <a:cubicBezTo>
                    <a:pt x="3549" y="640"/>
                    <a:pt x="4066" y="847"/>
                    <a:pt x="4443" y="1247"/>
                  </a:cubicBezTo>
                  <a:cubicBezTo>
                    <a:pt x="5010" y="1783"/>
                    <a:pt x="5199" y="2602"/>
                    <a:pt x="4915" y="3358"/>
                  </a:cubicBezTo>
                  <a:cubicBezTo>
                    <a:pt x="4884" y="3484"/>
                    <a:pt x="4915" y="3642"/>
                    <a:pt x="5010" y="3705"/>
                  </a:cubicBezTo>
                  <a:lnTo>
                    <a:pt x="8160" y="6855"/>
                  </a:lnTo>
                  <a:cubicBezTo>
                    <a:pt x="8208" y="6926"/>
                    <a:pt x="8308" y="6961"/>
                    <a:pt x="8409" y="6961"/>
                  </a:cubicBezTo>
                  <a:cubicBezTo>
                    <a:pt x="8442" y="6961"/>
                    <a:pt x="8476" y="6957"/>
                    <a:pt x="8507" y="6950"/>
                  </a:cubicBezTo>
                  <a:cubicBezTo>
                    <a:pt x="8741" y="6862"/>
                    <a:pt x="8981" y="6819"/>
                    <a:pt x="9217" y="6819"/>
                  </a:cubicBezTo>
                  <a:cubicBezTo>
                    <a:pt x="9743" y="6819"/>
                    <a:pt x="10248" y="7031"/>
                    <a:pt x="10618" y="7422"/>
                  </a:cubicBezTo>
                  <a:cubicBezTo>
                    <a:pt x="11153" y="7926"/>
                    <a:pt x="11342" y="8682"/>
                    <a:pt x="11153" y="9375"/>
                  </a:cubicBezTo>
                  <a:lnTo>
                    <a:pt x="10240" y="8493"/>
                  </a:lnTo>
                  <a:cubicBezTo>
                    <a:pt x="10035" y="8289"/>
                    <a:pt x="9767" y="8186"/>
                    <a:pt x="9503" y="8186"/>
                  </a:cubicBezTo>
                  <a:cubicBezTo>
                    <a:pt x="9240" y="8186"/>
                    <a:pt x="8980" y="8289"/>
                    <a:pt x="8791" y="8493"/>
                  </a:cubicBezTo>
                  <a:cubicBezTo>
                    <a:pt x="8381" y="8871"/>
                    <a:pt x="8381" y="9533"/>
                    <a:pt x="8791" y="9943"/>
                  </a:cubicBezTo>
                  <a:lnTo>
                    <a:pt x="9673" y="10856"/>
                  </a:lnTo>
                  <a:cubicBezTo>
                    <a:pt x="9498" y="10904"/>
                    <a:pt x="9318" y="10928"/>
                    <a:pt x="9140" y="10928"/>
                  </a:cubicBezTo>
                  <a:cubicBezTo>
                    <a:pt x="8614" y="10928"/>
                    <a:pt x="8096" y="10721"/>
                    <a:pt x="7719" y="10321"/>
                  </a:cubicBezTo>
                  <a:cubicBezTo>
                    <a:pt x="7152" y="9785"/>
                    <a:pt x="6963" y="8966"/>
                    <a:pt x="7247" y="8210"/>
                  </a:cubicBezTo>
                  <a:cubicBezTo>
                    <a:pt x="7278" y="8084"/>
                    <a:pt x="7247" y="7926"/>
                    <a:pt x="7152" y="7863"/>
                  </a:cubicBezTo>
                  <a:lnTo>
                    <a:pt x="4002" y="4713"/>
                  </a:lnTo>
                  <a:cubicBezTo>
                    <a:pt x="3960" y="4629"/>
                    <a:pt x="3876" y="4587"/>
                    <a:pt x="3787" y="4587"/>
                  </a:cubicBezTo>
                  <a:cubicBezTo>
                    <a:pt x="3743" y="4587"/>
                    <a:pt x="3697" y="4597"/>
                    <a:pt x="3655" y="4618"/>
                  </a:cubicBezTo>
                  <a:cubicBezTo>
                    <a:pt x="3421" y="4706"/>
                    <a:pt x="3181" y="4749"/>
                    <a:pt x="2945" y="4749"/>
                  </a:cubicBezTo>
                  <a:cubicBezTo>
                    <a:pt x="2419" y="4749"/>
                    <a:pt x="1914" y="4537"/>
                    <a:pt x="1544" y="4146"/>
                  </a:cubicBezTo>
                  <a:cubicBezTo>
                    <a:pt x="1009" y="3642"/>
                    <a:pt x="820" y="2885"/>
                    <a:pt x="1009" y="2192"/>
                  </a:cubicBezTo>
                  <a:lnTo>
                    <a:pt x="1009" y="2192"/>
                  </a:lnTo>
                  <a:lnTo>
                    <a:pt x="1922" y="3075"/>
                  </a:lnTo>
                  <a:cubicBezTo>
                    <a:pt x="2127" y="3279"/>
                    <a:pt x="2395" y="3382"/>
                    <a:pt x="2659" y="3382"/>
                  </a:cubicBezTo>
                  <a:cubicBezTo>
                    <a:pt x="2923" y="3382"/>
                    <a:pt x="3183" y="3279"/>
                    <a:pt x="3372" y="3075"/>
                  </a:cubicBezTo>
                  <a:cubicBezTo>
                    <a:pt x="3781" y="2696"/>
                    <a:pt x="3781" y="2035"/>
                    <a:pt x="3372" y="1625"/>
                  </a:cubicBezTo>
                  <a:lnTo>
                    <a:pt x="2490" y="712"/>
                  </a:lnTo>
                  <a:cubicBezTo>
                    <a:pt x="2665" y="664"/>
                    <a:pt x="2844" y="640"/>
                    <a:pt x="3022" y="640"/>
                  </a:cubicBezTo>
                  <a:close/>
                  <a:moveTo>
                    <a:pt x="4380" y="6036"/>
                  </a:moveTo>
                  <a:lnTo>
                    <a:pt x="5829" y="7485"/>
                  </a:lnTo>
                  <a:lnTo>
                    <a:pt x="2679" y="10636"/>
                  </a:lnTo>
                  <a:cubicBezTo>
                    <a:pt x="2474" y="10840"/>
                    <a:pt x="2206" y="10943"/>
                    <a:pt x="1942" y="10943"/>
                  </a:cubicBezTo>
                  <a:cubicBezTo>
                    <a:pt x="1678" y="10943"/>
                    <a:pt x="1418" y="10840"/>
                    <a:pt x="1229" y="10636"/>
                  </a:cubicBezTo>
                  <a:cubicBezTo>
                    <a:pt x="820" y="10226"/>
                    <a:pt x="820" y="9596"/>
                    <a:pt x="1229" y="9186"/>
                  </a:cubicBezTo>
                  <a:lnTo>
                    <a:pt x="4380" y="6036"/>
                  </a:lnTo>
                  <a:close/>
                  <a:moveTo>
                    <a:pt x="2915" y="1"/>
                  </a:moveTo>
                  <a:cubicBezTo>
                    <a:pt x="2465" y="1"/>
                    <a:pt x="2014" y="112"/>
                    <a:pt x="1607" y="334"/>
                  </a:cubicBezTo>
                  <a:cubicBezTo>
                    <a:pt x="1544" y="365"/>
                    <a:pt x="1450" y="491"/>
                    <a:pt x="1450" y="554"/>
                  </a:cubicBezTo>
                  <a:cubicBezTo>
                    <a:pt x="1450" y="680"/>
                    <a:pt x="1481" y="775"/>
                    <a:pt x="1544" y="838"/>
                  </a:cubicBezTo>
                  <a:lnTo>
                    <a:pt x="2836" y="2129"/>
                  </a:lnTo>
                  <a:cubicBezTo>
                    <a:pt x="2962" y="2255"/>
                    <a:pt x="2962" y="2507"/>
                    <a:pt x="2836" y="2602"/>
                  </a:cubicBezTo>
                  <a:cubicBezTo>
                    <a:pt x="2773" y="2665"/>
                    <a:pt x="2686" y="2696"/>
                    <a:pt x="2600" y="2696"/>
                  </a:cubicBezTo>
                  <a:cubicBezTo>
                    <a:pt x="2513" y="2696"/>
                    <a:pt x="2427" y="2665"/>
                    <a:pt x="2364" y="2602"/>
                  </a:cubicBezTo>
                  <a:lnTo>
                    <a:pt x="1072" y="1310"/>
                  </a:lnTo>
                  <a:cubicBezTo>
                    <a:pt x="1001" y="1239"/>
                    <a:pt x="912" y="1204"/>
                    <a:pt x="846" y="1204"/>
                  </a:cubicBezTo>
                  <a:cubicBezTo>
                    <a:pt x="824" y="1204"/>
                    <a:pt x="804" y="1208"/>
                    <a:pt x="788" y="1216"/>
                  </a:cubicBezTo>
                  <a:cubicBezTo>
                    <a:pt x="662" y="1216"/>
                    <a:pt x="599" y="1310"/>
                    <a:pt x="536" y="1373"/>
                  </a:cubicBezTo>
                  <a:cubicBezTo>
                    <a:pt x="1" y="2413"/>
                    <a:pt x="127" y="3736"/>
                    <a:pt x="1009" y="4618"/>
                  </a:cubicBezTo>
                  <a:cubicBezTo>
                    <a:pt x="1549" y="5135"/>
                    <a:pt x="2230" y="5407"/>
                    <a:pt x="2934" y="5407"/>
                  </a:cubicBezTo>
                  <a:cubicBezTo>
                    <a:pt x="3173" y="5407"/>
                    <a:pt x="3415" y="5375"/>
                    <a:pt x="3655" y="5311"/>
                  </a:cubicBezTo>
                  <a:lnTo>
                    <a:pt x="3907" y="5563"/>
                  </a:lnTo>
                  <a:lnTo>
                    <a:pt x="757" y="8714"/>
                  </a:lnTo>
                  <a:cubicBezTo>
                    <a:pt x="64" y="9344"/>
                    <a:pt x="64" y="10447"/>
                    <a:pt x="757" y="11108"/>
                  </a:cubicBezTo>
                  <a:cubicBezTo>
                    <a:pt x="1088" y="11455"/>
                    <a:pt x="1521" y="11628"/>
                    <a:pt x="1954" y="11628"/>
                  </a:cubicBezTo>
                  <a:cubicBezTo>
                    <a:pt x="2387" y="11628"/>
                    <a:pt x="2820" y="11455"/>
                    <a:pt x="3151" y="11108"/>
                  </a:cubicBezTo>
                  <a:lnTo>
                    <a:pt x="6302" y="7958"/>
                  </a:lnTo>
                  <a:lnTo>
                    <a:pt x="6522" y="8210"/>
                  </a:lnTo>
                  <a:cubicBezTo>
                    <a:pt x="6302" y="9155"/>
                    <a:pt x="6522" y="10132"/>
                    <a:pt x="7247" y="10825"/>
                  </a:cubicBezTo>
                  <a:cubicBezTo>
                    <a:pt x="7765" y="11362"/>
                    <a:pt x="8469" y="11630"/>
                    <a:pt x="9169" y="11630"/>
                  </a:cubicBezTo>
                  <a:cubicBezTo>
                    <a:pt x="9618" y="11630"/>
                    <a:pt x="10066" y="11519"/>
                    <a:pt x="10460" y="11297"/>
                  </a:cubicBezTo>
                  <a:cubicBezTo>
                    <a:pt x="10555" y="11266"/>
                    <a:pt x="10618" y="11140"/>
                    <a:pt x="10618" y="11077"/>
                  </a:cubicBezTo>
                  <a:cubicBezTo>
                    <a:pt x="10618" y="11014"/>
                    <a:pt x="10586" y="10888"/>
                    <a:pt x="10555" y="10793"/>
                  </a:cubicBezTo>
                  <a:lnTo>
                    <a:pt x="9263" y="9501"/>
                  </a:lnTo>
                  <a:cubicBezTo>
                    <a:pt x="9137" y="9375"/>
                    <a:pt x="9137" y="9155"/>
                    <a:pt x="9263" y="9029"/>
                  </a:cubicBezTo>
                  <a:cubicBezTo>
                    <a:pt x="9310" y="8966"/>
                    <a:pt x="9397" y="8934"/>
                    <a:pt x="9488" y="8934"/>
                  </a:cubicBezTo>
                  <a:cubicBezTo>
                    <a:pt x="9578" y="8934"/>
                    <a:pt x="9673" y="8966"/>
                    <a:pt x="9736" y="9029"/>
                  </a:cubicBezTo>
                  <a:lnTo>
                    <a:pt x="11027" y="10321"/>
                  </a:lnTo>
                  <a:cubicBezTo>
                    <a:pt x="11075" y="10392"/>
                    <a:pt x="11157" y="10427"/>
                    <a:pt x="11236" y="10427"/>
                  </a:cubicBezTo>
                  <a:cubicBezTo>
                    <a:pt x="11262" y="10427"/>
                    <a:pt x="11287" y="10423"/>
                    <a:pt x="11311" y="10415"/>
                  </a:cubicBezTo>
                  <a:cubicBezTo>
                    <a:pt x="11405" y="10415"/>
                    <a:pt x="11500" y="10321"/>
                    <a:pt x="11532" y="10258"/>
                  </a:cubicBezTo>
                  <a:cubicBezTo>
                    <a:pt x="12099" y="9218"/>
                    <a:pt x="11973" y="7895"/>
                    <a:pt x="11059" y="7013"/>
                  </a:cubicBezTo>
                  <a:cubicBezTo>
                    <a:pt x="10542" y="6496"/>
                    <a:pt x="9850" y="6224"/>
                    <a:pt x="9139" y="6224"/>
                  </a:cubicBezTo>
                  <a:cubicBezTo>
                    <a:pt x="8897" y="6224"/>
                    <a:pt x="8653" y="6255"/>
                    <a:pt x="8413" y="6320"/>
                  </a:cubicBezTo>
                  <a:lnTo>
                    <a:pt x="7719" y="5595"/>
                  </a:lnTo>
                  <a:lnTo>
                    <a:pt x="9578" y="3736"/>
                  </a:lnTo>
                  <a:lnTo>
                    <a:pt x="9799" y="3988"/>
                  </a:lnTo>
                  <a:cubicBezTo>
                    <a:pt x="9867" y="4056"/>
                    <a:pt x="9958" y="4089"/>
                    <a:pt x="10051" y="4089"/>
                  </a:cubicBezTo>
                  <a:cubicBezTo>
                    <a:pt x="10172" y="4089"/>
                    <a:pt x="10294" y="4032"/>
                    <a:pt x="10366" y="3925"/>
                  </a:cubicBezTo>
                  <a:lnTo>
                    <a:pt x="11815" y="1499"/>
                  </a:lnTo>
                  <a:cubicBezTo>
                    <a:pt x="11878" y="1373"/>
                    <a:pt x="11878" y="1184"/>
                    <a:pt x="11784" y="1090"/>
                  </a:cubicBezTo>
                  <a:lnTo>
                    <a:pt x="10775" y="82"/>
                  </a:lnTo>
                  <a:cubicBezTo>
                    <a:pt x="10723" y="30"/>
                    <a:pt x="10652" y="6"/>
                    <a:pt x="10573" y="6"/>
                  </a:cubicBezTo>
                  <a:cubicBezTo>
                    <a:pt x="10507" y="6"/>
                    <a:pt x="10437" y="22"/>
                    <a:pt x="10366" y="50"/>
                  </a:cubicBezTo>
                  <a:lnTo>
                    <a:pt x="7940" y="1499"/>
                  </a:lnTo>
                  <a:cubicBezTo>
                    <a:pt x="7751" y="1625"/>
                    <a:pt x="7719" y="1909"/>
                    <a:pt x="7877" y="2066"/>
                  </a:cubicBezTo>
                  <a:lnTo>
                    <a:pt x="8097" y="2287"/>
                  </a:lnTo>
                  <a:lnTo>
                    <a:pt x="6270" y="4146"/>
                  </a:lnTo>
                  <a:lnTo>
                    <a:pt x="5546" y="3421"/>
                  </a:lnTo>
                  <a:cubicBezTo>
                    <a:pt x="5798" y="2476"/>
                    <a:pt x="5546" y="1499"/>
                    <a:pt x="4852" y="806"/>
                  </a:cubicBezTo>
                  <a:cubicBezTo>
                    <a:pt x="4315" y="269"/>
                    <a:pt x="3615" y="1"/>
                    <a:pt x="291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8925;p69">
              <a:extLst>
                <a:ext uri="{FF2B5EF4-FFF2-40B4-BE49-F238E27FC236}">
                  <a16:creationId xmlns:a16="http://schemas.microsoft.com/office/drawing/2014/main" id="{B8885512-FF6F-3273-8442-5D29EE129D97}"/>
                </a:ext>
              </a:extLst>
            </p:cNvPr>
            <p:cNvSpPr/>
            <p:nvPr/>
          </p:nvSpPr>
          <p:spPr>
            <a:xfrm>
              <a:off x="-31838650" y="2838200"/>
              <a:ext cx="70100" cy="68550"/>
            </a:xfrm>
            <a:custGeom>
              <a:avLst/>
              <a:gdLst/>
              <a:ahLst/>
              <a:cxnLst/>
              <a:rect l="l" t="t" r="r" b="b"/>
              <a:pathLst>
                <a:path w="2804" h="2742" extrusionOk="0">
                  <a:moveTo>
                    <a:pt x="2430" y="0"/>
                  </a:moveTo>
                  <a:cubicBezTo>
                    <a:pt x="2339" y="0"/>
                    <a:pt x="2253" y="32"/>
                    <a:pt x="2205" y="95"/>
                  </a:cubicBezTo>
                  <a:lnTo>
                    <a:pt x="95" y="2174"/>
                  </a:lnTo>
                  <a:cubicBezTo>
                    <a:pt x="0" y="2300"/>
                    <a:pt x="0" y="2521"/>
                    <a:pt x="95" y="2647"/>
                  </a:cubicBezTo>
                  <a:cubicBezTo>
                    <a:pt x="158" y="2710"/>
                    <a:pt x="236" y="2741"/>
                    <a:pt x="319" y="2741"/>
                  </a:cubicBezTo>
                  <a:cubicBezTo>
                    <a:pt x="402" y="2741"/>
                    <a:pt x="488" y="2710"/>
                    <a:pt x="567" y="2647"/>
                  </a:cubicBezTo>
                  <a:lnTo>
                    <a:pt x="2678" y="567"/>
                  </a:lnTo>
                  <a:cubicBezTo>
                    <a:pt x="2804" y="441"/>
                    <a:pt x="2804" y="221"/>
                    <a:pt x="2678" y="95"/>
                  </a:cubicBezTo>
                  <a:cubicBezTo>
                    <a:pt x="2615" y="32"/>
                    <a:pt x="2520" y="0"/>
                    <a:pt x="24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67" name="Google Shape;8926;p69">
            <a:extLst>
              <a:ext uri="{FF2B5EF4-FFF2-40B4-BE49-F238E27FC236}">
                <a16:creationId xmlns:a16="http://schemas.microsoft.com/office/drawing/2014/main" id="{5043C3A4-8C65-E194-95E1-450201358E79}"/>
              </a:ext>
            </a:extLst>
          </p:cNvPr>
          <p:cNvSpPr/>
          <p:nvPr/>
        </p:nvSpPr>
        <p:spPr>
          <a:xfrm>
            <a:off x="19110547" y="5090092"/>
            <a:ext cx="921801" cy="916939"/>
          </a:xfrm>
          <a:custGeom>
            <a:avLst/>
            <a:gdLst/>
            <a:ahLst/>
            <a:cxnLst/>
            <a:rect l="l" t="t" r="r" b="b"/>
            <a:pathLst>
              <a:path w="11752" h="11690" extrusionOk="0">
                <a:moveTo>
                  <a:pt x="5923" y="694"/>
                </a:moveTo>
                <a:cubicBezTo>
                  <a:pt x="6490" y="694"/>
                  <a:pt x="6963" y="1166"/>
                  <a:pt x="6963" y="1765"/>
                </a:cubicBezTo>
                <a:cubicBezTo>
                  <a:pt x="6963" y="2332"/>
                  <a:pt x="6490" y="2805"/>
                  <a:pt x="5923" y="2805"/>
                </a:cubicBezTo>
                <a:cubicBezTo>
                  <a:pt x="5325" y="2805"/>
                  <a:pt x="4852" y="2332"/>
                  <a:pt x="4852" y="1765"/>
                </a:cubicBezTo>
                <a:cubicBezTo>
                  <a:pt x="4852" y="1229"/>
                  <a:pt x="5325" y="694"/>
                  <a:pt x="5923" y="694"/>
                </a:cubicBezTo>
                <a:close/>
                <a:moveTo>
                  <a:pt x="2489" y="3466"/>
                </a:moveTo>
                <a:cubicBezTo>
                  <a:pt x="2678" y="3466"/>
                  <a:pt x="2836" y="3624"/>
                  <a:pt x="2836" y="3813"/>
                </a:cubicBezTo>
                <a:lnTo>
                  <a:pt x="2836" y="4916"/>
                </a:lnTo>
                <a:cubicBezTo>
                  <a:pt x="2678" y="4947"/>
                  <a:pt x="2584" y="5042"/>
                  <a:pt x="2458" y="5168"/>
                </a:cubicBezTo>
                <a:cubicBezTo>
                  <a:pt x="2363" y="5231"/>
                  <a:pt x="2300" y="5357"/>
                  <a:pt x="2237" y="5420"/>
                </a:cubicBezTo>
                <a:cubicBezTo>
                  <a:pt x="2174" y="5357"/>
                  <a:pt x="2143" y="5262"/>
                  <a:pt x="2143" y="5199"/>
                </a:cubicBezTo>
                <a:lnTo>
                  <a:pt x="2143" y="3813"/>
                </a:lnTo>
                <a:cubicBezTo>
                  <a:pt x="2143" y="3624"/>
                  <a:pt x="2300" y="3466"/>
                  <a:pt x="2489" y="3466"/>
                </a:cubicBezTo>
                <a:close/>
                <a:moveTo>
                  <a:pt x="9326" y="3466"/>
                </a:moveTo>
                <a:cubicBezTo>
                  <a:pt x="9546" y="3466"/>
                  <a:pt x="9704" y="3624"/>
                  <a:pt x="9704" y="3813"/>
                </a:cubicBezTo>
                <a:lnTo>
                  <a:pt x="9704" y="5199"/>
                </a:lnTo>
                <a:cubicBezTo>
                  <a:pt x="9704" y="5262"/>
                  <a:pt x="9641" y="5357"/>
                  <a:pt x="9578" y="5420"/>
                </a:cubicBezTo>
                <a:cubicBezTo>
                  <a:pt x="9546" y="5294"/>
                  <a:pt x="9452" y="5231"/>
                  <a:pt x="9389" y="5168"/>
                </a:cubicBezTo>
                <a:cubicBezTo>
                  <a:pt x="9263" y="5042"/>
                  <a:pt x="9137" y="4947"/>
                  <a:pt x="8979" y="4916"/>
                </a:cubicBezTo>
                <a:lnTo>
                  <a:pt x="8979" y="3813"/>
                </a:lnTo>
                <a:cubicBezTo>
                  <a:pt x="9011" y="3624"/>
                  <a:pt x="9168" y="3466"/>
                  <a:pt x="9326" y="3466"/>
                </a:cubicBezTo>
                <a:close/>
                <a:moveTo>
                  <a:pt x="5923" y="3466"/>
                </a:moveTo>
                <a:cubicBezTo>
                  <a:pt x="6900" y="3466"/>
                  <a:pt x="7814" y="4096"/>
                  <a:pt x="8160" y="4947"/>
                </a:cubicBezTo>
                <a:cubicBezTo>
                  <a:pt x="8066" y="5010"/>
                  <a:pt x="8003" y="5042"/>
                  <a:pt x="7971" y="5105"/>
                </a:cubicBezTo>
                <a:lnTo>
                  <a:pt x="6081" y="6963"/>
                </a:lnTo>
                <a:cubicBezTo>
                  <a:pt x="6018" y="6995"/>
                  <a:pt x="5955" y="7089"/>
                  <a:pt x="5923" y="7152"/>
                </a:cubicBezTo>
                <a:cubicBezTo>
                  <a:pt x="5860" y="7089"/>
                  <a:pt x="5797" y="7026"/>
                  <a:pt x="5766" y="6963"/>
                </a:cubicBezTo>
                <a:lnTo>
                  <a:pt x="3876" y="5105"/>
                </a:lnTo>
                <a:cubicBezTo>
                  <a:pt x="3781" y="5042"/>
                  <a:pt x="3750" y="5010"/>
                  <a:pt x="3655" y="4947"/>
                </a:cubicBezTo>
                <a:cubicBezTo>
                  <a:pt x="4033" y="4096"/>
                  <a:pt x="4915" y="3466"/>
                  <a:pt x="5923" y="3466"/>
                </a:cubicBezTo>
                <a:close/>
                <a:moveTo>
                  <a:pt x="10744" y="2049"/>
                </a:moveTo>
                <a:cubicBezTo>
                  <a:pt x="10964" y="2049"/>
                  <a:pt x="11122" y="2206"/>
                  <a:pt x="11122" y="2395"/>
                </a:cubicBezTo>
                <a:lnTo>
                  <a:pt x="11122" y="6144"/>
                </a:lnTo>
                <a:lnTo>
                  <a:pt x="11059" y="6144"/>
                </a:lnTo>
                <a:cubicBezTo>
                  <a:pt x="11059" y="6333"/>
                  <a:pt x="11027" y="6491"/>
                  <a:pt x="10901" y="6648"/>
                </a:cubicBezTo>
                <a:lnTo>
                  <a:pt x="9263" y="9421"/>
                </a:lnTo>
                <a:cubicBezTo>
                  <a:pt x="9105" y="9673"/>
                  <a:pt x="9011" y="9956"/>
                  <a:pt x="9011" y="10271"/>
                </a:cubicBezTo>
                <a:lnTo>
                  <a:pt x="9011" y="10933"/>
                </a:lnTo>
                <a:lnTo>
                  <a:pt x="6270" y="10933"/>
                </a:lnTo>
                <a:lnTo>
                  <a:pt x="6270" y="8097"/>
                </a:lnTo>
                <a:cubicBezTo>
                  <a:pt x="6270" y="7845"/>
                  <a:pt x="6396" y="7593"/>
                  <a:pt x="6585" y="7404"/>
                </a:cubicBezTo>
                <a:lnTo>
                  <a:pt x="8475" y="5546"/>
                </a:lnTo>
                <a:cubicBezTo>
                  <a:pt x="8538" y="5483"/>
                  <a:pt x="8625" y="5451"/>
                  <a:pt x="8712" y="5451"/>
                </a:cubicBezTo>
                <a:cubicBezTo>
                  <a:pt x="8798" y="5451"/>
                  <a:pt x="8885" y="5483"/>
                  <a:pt x="8948" y="5546"/>
                </a:cubicBezTo>
                <a:cubicBezTo>
                  <a:pt x="9074" y="5672"/>
                  <a:pt x="9074" y="5892"/>
                  <a:pt x="8948" y="6018"/>
                </a:cubicBezTo>
                <a:lnTo>
                  <a:pt x="7751" y="7215"/>
                </a:lnTo>
                <a:cubicBezTo>
                  <a:pt x="7656" y="7310"/>
                  <a:pt x="7656" y="7562"/>
                  <a:pt x="7751" y="7656"/>
                </a:cubicBezTo>
                <a:cubicBezTo>
                  <a:pt x="7814" y="7719"/>
                  <a:pt x="7908" y="7751"/>
                  <a:pt x="7999" y="7751"/>
                </a:cubicBezTo>
                <a:cubicBezTo>
                  <a:pt x="8089" y="7751"/>
                  <a:pt x="8176" y="7719"/>
                  <a:pt x="8223" y="7656"/>
                </a:cubicBezTo>
                <a:lnTo>
                  <a:pt x="10082" y="5829"/>
                </a:lnTo>
                <a:cubicBezTo>
                  <a:pt x="10271" y="5609"/>
                  <a:pt x="10397" y="5388"/>
                  <a:pt x="10397" y="5105"/>
                </a:cubicBezTo>
                <a:lnTo>
                  <a:pt x="10397" y="2395"/>
                </a:lnTo>
                <a:cubicBezTo>
                  <a:pt x="10397" y="2206"/>
                  <a:pt x="10555" y="2049"/>
                  <a:pt x="10744" y="2049"/>
                </a:cubicBezTo>
                <a:close/>
                <a:moveTo>
                  <a:pt x="1103" y="2080"/>
                </a:moveTo>
                <a:cubicBezTo>
                  <a:pt x="1292" y="2080"/>
                  <a:pt x="1450" y="2238"/>
                  <a:pt x="1450" y="2427"/>
                </a:cubicBezTo>
                <a:lnTo>
                  <a:pt x="1450" y="5168"/>
                </a:lnTo>
                <a:cubicBezTo>
                  <a:pt x="1450" y="5420"/>
                  <a:pt x="1576" y="5672"/>
                  <a:pt x="1796" y="5861"/>
                </a:cubicBezTo>
                <a:lnTo>
                  <a:pt x="3624" y="7719"/>
                </a:lnTo>
                <a:cubicBezTo>
                  <a:pt x="3687" y="7782"/>
                  <a:pt x="3781" y="7814"/>
                  <a:pt x="3872" y="7814"/>
                </a:cubicBezTo>
                <a:cubicBezTo>
                  <a:pt x="3962" y="7814"/>
                  <a:pt x="4049" y="7782"/>
                  <a:pt x="4096" y="7719"/>
                </a:cubicBezTo>
                <a:cubicBezTo>
                  <a:pt x="4222" y="7593"/>
                  <a:pt x="4222" y="7373"/>
                  <a:pt x="4096" y="7247"/>
                </a:cubicBezTo>
                <a:lnTo>
                  <a:pt x="2930" y="6050"/>
                </a:lnTo>
                <a:cubicBezTo>
                  <a:pt x="2804" y="5955"/>
                  <a:pt x="2804" y="5703"/>
                  <a:pt x="2930" y="5577"/>
                </a:cubicBezTo>
                <a:cubicBezTo>
                  <a:pt x="2978" y="5530"/>
                  <a:pt x="3064" y="5506"/>
                  <a:pt x="3155" y="5506"/>
                </a:cubicBezTo>
                <a:cubicBezTo>
                  <a:pt x="3245" y="5506"/>
                  <a:pt x="3340" y="5530"/>
                  <a:pt x="3403" y="5577"/>
                </a:cubicBezTo>
                <a:lnTo>
                  <a:pt x="5293" y="7436"/>
                </a:lnTo>
                <a:cubicBezTo>
                  <a:pt x="5482" y="7625"/>
                  <a:pt x="5608" y="7877"/>
                  <a:pt x="5608" y="8161"/>
                </a:cubicBezTo>
                <a:lnTo>
                  <a:pt x="5608" y="10996"/>
                </a:lnTo>
                <a:lnTo>
                  <a:pt x="2836" y="10996"/>
                </a:lnTo>
                <a:lnTo>
                  <a:pt x="2836" y="10303"/>
                </a:lnTo>
                <a:cubicBezTo>
                  <a:pt x="2804" y="10051"/>
                  <a:pt x="2710" y="9736"/>
                  <a:pt x="2552" y="9452"/>
                </a:cubicBezTo>
                <a:lnTo>
                  <a:pt x="914" y="6680"/>
                </a:lnTo>
                <a:cubicBezTo>
                  <a:pt x="851" y="6522"/>
                  <a:pt x="757" y="6333"/>
                  <a:pt x="757" y="6176"/>
                </a:cubicBezTo>
                <a:lnTo>
                  <a:pt x="757" y="2427"/>
                </a:lnTo>
                <a:cubicBezTo>
                  <a:pt x="757" y="2238"/>
                  <a:pt x="914" y="2080"/>
                  <a:pt x="1103" y="2080"/>
                </a:cubicBezTo>
                <a:close/>
                <a:moveTo>
                  <a:pt x="5860" y="1"/>
                </a:moveTo>
                <a:cubicBezTo>
                  <a:pt x="4915" y="1"/>
                  <a:pt x="4128" y="788"/>
                  <a:pt x="4128" y="1734"/>
                </a:cubicBezTo>
                <a:cubicBezTo>
                  <a:pt x="4128" y="2206"/>
                  <a:pt x="4348" y="2647"/>
                  <a:pt x="4695" y="2994"/>
                </a:cubicBezTo>
                <a:cubicBezTo>
                  <a:pt x="4411" y="3120"/>
                  <a:pt x="4191" y="3214"/>
                  <a:pt x="3939" y="3435"/>
                </a:cubicBezTo>
                <a:cubicBezTo>
                  <a:pt x="3750" y="3592"/>
                  <a:pt x="3592" y="3750"/>
                  <a:pt x="3435" y="3939"/>
                </a:cubicBezTo>
                <a:lnTo>
                  <a:pt x="3435" y="3813"/>
                </a:lnTo>
                <a:cubicBezTo>
                  <a:pt x="3435" y="3246"/>
                  <a:pt x="2962" y="2805"/>
                  <a:pt x="2395" y="2805"/>
                </a:cubicBezTo>
                <a:cubicBezTo>
                  <a:pt x="2300" y="2805"/>
                  <a:pt x="2174" y="2836"/>
                  <a:pt x="2048" y="2836"/>
                </a:cubicBezTo>
                <a:lnTo>
                  <a:pt x="2048" y="2427"/>
                </a:lnTo>
                <a:cubicBezTo>
                  <a:pt x="2048" y="1891"/>
                  <a:pt x="1576" y="1418"/>
                  <a:pt x="1040" y="1418"/>
                </a:cubicBezTo>
                <a:cubicBezTo>
                  <a:pt x="473" y="1418"/>
                  <a:pt x="0" y="1891"/>
                  <a:pt x="0" y="2427"/>
                </a:cubicBezTo>
                <a:lnTo>
                  <a:pt x="0" y="6176"/>
                </a:lnTo>
                <a:cubicBezTo>
                  <a:pt x="0" y="6491"/>
                  <a:pt x="95" y="6806"/>
                  <a:pt x="253" y="7026"/>
                </a:cubicBezTo>
                <a:lnTo>
                  <a:pt x="1891" y="9799"/>
                </a:lnTo>
                <a:cubicBezTo>
                  <a:pt x="1985" y="9956"/>
                  <a:pt x="2048" y="10145"/>
                  <a:pt x="2048" y="10303"/>
                </a:cubicBezTo>
                <a:lnTo>
                  <a:pt x="2048" y="11342"/>
                </a:lnTo>
                <a:cubicBezTo>
                  <a:pt x="2048" y="11532"/>
                  <a:pt x="2206" y="11689"/>
                  <a:pt x="2395" y="11689"/>
                </a:cubicBezTo>
                <a:lnTo>
                  <a:pt x="9294" y="11689"/>
                </a:lnTo>
                <a:cubicBezTo>
                  <a:pt x="9483" y="11689"/>
                  <a:pt x="9641" y="11532"/>
                  <a:pt x="9641" y="11342"/>
                </a:cubicBezTo>
                <a:lnTo>
                  <a:pt x="9641" y="10303"/>
                </a:lnTo>
                <a:cubicBezTo>
                  <a:pt x="9641" y="10114"/>
                  <a:pt x="9704" y="9956"/>
                  <a:pt x="9799" y="9799"/>
                </a:cubicBezTo>
                <a:lnTo>
                  <a:pt x="11468" y="7026"/>
                </a:lnTo>
                <a:cubicBezTo>
                  <a:pt x="11626" y="6774"/>
                  <a:pt x="11689" y="6491"/>
                  <a:pt x="11689" y="6176"/>
                </a:cubicBezTo>
                <a:lnTo>
                  <a:pt x="11689" y="2427"/>
                </a:lnTo>
                <a:cubicBezTo>
                  <a:pt x="11752" y="1891"/>
                  <a:pt x="11279" y="1418"/>
                  <a:pt x="10712" y="1418"/>
                </a:cubicBezTo>
                <a:cubicBezTo>
                  <a:pt x="10177" y="1418"/>
                  <a:pt x="9704" y="1891"/>
                  <a:pt x="9704" y="2427"/>
                </a:cubicBezTo>
                <a:lnTo>
                  <a:pt x="9704" y="2836"/>
                </a:lnTo>
                <a:cubicBezTo>
                  <a:pt x="9578" y="2805"/>
                  <a:pt x="9452" y="2805"/>
                  <a:pt x="9326" y="2805"/>
                </a:cubicBezTo>
                <a:cubicBezTo>
                  <a:pt x="8790" y="2805"/>
                  <a:pt x="8318" y="3246"/>
                  <a:pt x="8318" y="3813"/>
                </a:cubicBezTo>
                <a:lnTo>
                  <a:pt x="8318" y="3939"/>
                </a:lnTo>
                <a:cubicBezTo>
                  <a:pt x="8160" y="3750"/>
                  <a:pt x="8003" y="3592"/>
                  <a:pt x="7814" y="3435"/>
                </a:cubicBezTo>
                <a:cubicBezTo>
                  <a:pt x="7562" y="3246"/>
                  <a:pt x="7341" y="3088"/>
                  <a:pt x="7058" y="2994"/>
                </a:cubicBezTo>
                <a:cubicBezTo>
                  <a:pt x="7404" y="2647"/>
                  <a:pt x="7593" y="2206"/>
                  <a:pt x="7593" y="1734"/>
                </a:cubicBezTo>
                <a:cubicBezTo>
                  <a:pt x="7593" y="788"/>
                  <a:pt x="6806" y="1"/>
                  <a:pt x="5860"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68" name="Google Shape;8927;p69">
            <a:extLst>
              <a:ext uri="{FF2B5EF4-FFF2-40B4-BE49-F238E27FC236}">
                <a16:creationId xmlns:a16="http://schemas.microsoft.com/office/drawing/2014/main" id="{0ADB6970-FCE8-BC7B-CF7A-300F627EB215}"/>
              </a:ext>
            </a:extLst>
          </p:cNvPr>
          <p:cNvGrpSpPr/>
          <p:nvPr/>
        </p:nvGrpSpPr>
        <p:grpSpPr>
          <a:xfrm>
            <a:off x="4109340" y="3922185"/>
            <a:ext cx="916860" cy="919370"/>
            <a:chOff x="-35136450" y="1912725"/>
            <a:chExt cx="292225" cy="293025"/>
          </a:xfrm>
          <a:solidFill>
            <a:srgbClr val="555559"/>
          </a:solidFill>
        </p:grpSpPr>
        <p:sp>
          <p:nvSpPr>
            <p:cNvPr id="1869" name="Google Shape;8928;p69">
              <a:extLst>
                <a:ext uri="{FF2B5EF4-FFF2-40B4-BE49-F238E27FC236}">
                  <a16:creationId xmlns:a16="http://schemas.microsoft.com/office/drawing/2014/main" id="{E233320B-8D02-5661-31EA-4D10C56296E4}"/>
                </a:ext>
              </a:extLst>
            </p:cNvPr>
            <p:cNvSpPr/>
            <p:nvPr/>
          </p:nvSpPr>
          <p:spPr>
            <a:xfrm>
              <a:off x="-35136450" y="2050575"/>
              <a:ext cx="155975" cy="155175"/>
            </a:xfrm>
            <a:custGeom>
              <a:avLst/>
              <a:gdLst/>
              <a:ahLst/>
              <a:cxnLst/>
              <a:rect l="l" t="t" r="r" b="b"/>
              <a:pathLst>
                <a:path w="6239" h="6207" extrusionOk="0">
                  <a:moveTo>
                    <a:pt x="3120" y="693"/>
                  </a:moveTo>
                  <a:cubicBezTo>
                    <a:pt x="3718" y="693"/>
                    <a:pt x="4191" y="1166"/>
                    <a:pt x="4191" y="1702"/>
                  </a:cubicBezTo>
                  <a:cubicBezTo>
                    <a:pt x="4191" y="2269"/>
                    <a:pt x="3718" y="2741"/>
                    <a:pt x="3120" y="2741"/>
                  </a:cubicBezTo>
                  <a:cubicBezTo>
                    <a:pt x="2521" y="2741"/>
                    <a:pt x="2049" y="2269"/>
                    <a:pt x="2049" y="1702"/>
                  </a:cubicBezTo>
                  <a:cubicBezTo>
                    <a:pt x="2049" y="1166"/>
                    <a:pt x="2521" y="693"/>
                    <a:pt x="3120" y="693"/>
                  </a:cubicBezTo>
                  <a:close/>
                  <a:moveTo>
                    <a:pt x="3120" y="3434"/>
                  </a:moveTo>
                  <a:cubicBezTo>
                    <a:pt x="4348" y="3434"/>
                    <a:pt x="5357" y="4348"/>
                    <a:pt x="5514" y="5514"/>
                  </a:cubicBezTo>
                  <a:lnTo>
                    <a:pt x="757" y="5514"/>
                  </a:lnTo>
                  <a:cubicBezTo>
                    <a:pt x="883" y="4348"/>
                    <a:pt x="1891" y="3434"/>
                    <a:pt x="3120" y="3434"/>
                  </a:cubicBezTo>
                  <a:close/>
                  <a:moveTo>
                    <a:pt x="3120" y="0"/>
                  </a:moveTo>
                  <a:cubicBezTo>
                    <a:pt x="2175" y="0"/>
                    <a:pt x="1387" y="756"/>
                    <a:pt x="1387" y="1702"/>
                  </a:cubicBezTo>
                  <a:cubicBezTo>
                    <a:pt x="1387" y="2174"/>
                    <a:pt x="1576" y="2615"/>
                    <a:pt x="1891" y="2930"/>
                  </a:cubicBezTo>
                  <a:lnTo>
                    <a:pt x="1954" y="2962"/>
                  </a:lnTo>
                  <a:cubicBezTo>
                    <a:pt x="851" y="3403"/>
                    <a:pt x="1" y="4506"/>
                    <a:pt x="1" y="5829"/>
                  </a:cubicBezTo>
                  <a:cubicBezTo>
                    <a:pt x="1" y="6049"/>
                    <a:pt x="158" y="6207"/>
                    <a:pt x="379" y="6207"/>
                  </a:cubicBezTo>
                  <a:lnTo>
                    <a:pt x="5892" y="6207"/>
                  </a:lnTo>
                  <a:cubicBezTo>
                    <a:pt x="6081" y="6207"/>
                    <a:pt x="6239" y="6049"/>
                    <a:pt x="6239" y="5829"/>
                  </a:cubicBezTo>
                  <a:cubicBezTo>
                    <a:pt x="6239" y="4537"/>
                    <a:pt x="5420" y="3434"/>
                    <a:pt x="4317" y="2962"/>
                  </a:cubicBezTo>
                  <a:lnTo>
                    <a:pt x="4348" y="2930"/>
                  </a:lnTo>
                  <a:cubicBezTo>
                    <a:pt x="4663" y="2615"/>
                    <a:pt x="4852" y="2174"/>
                    <a:pt x="4852" y="1702"/>
                  </a:cubicBezTo>
                  <a:cubicBezTo>
                    <a:pt x="4852" y="756"/>
                    <a:pt x="4065" y="0"/>
                    <a:pt x="31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8929;p69">
              <a:extLst>
                <a:ext uri="{FF2B5EF4-FFF2-40B4-BE49-F238E27FC236}">
                  <a16:creationId xmlns:a16="http://schemas.microsoft.com/office/drawing/2014/main" id="{46E6A27D-1314-08D8-30E1-1AAC39F6AC95}"/>
                </a:ext>
              </a:extLst>
            </p:cNvPr>
            <p:cNvSpPr/>
            <p:nvPr/>
          </p:nvSpPr>
          <p:spPr>
            <a:xfrm>
              <a:off x="-34964750" y="1947400"/>
              <a:ext cx="68550" cy="103200"/>
            </a:xfrm>
            <a:custGeom>
              <a:avLst/>
              <a:gdLst/>
              <a:ahLst/>
              <a:cxnLst/>
              <a:rect l="l" t="t" r="r" b="b"/>
              <a:pathLst>
                <a:path w="2742" h="4128" extrusionOk="0">
                  <a:moveTo>
                    <a:pt x="1387" y="725"/>
                  </a:moveTo>
                  <a:cubicBezTo>
                    <a:pt x="1765" y="725"/>
                    <a:pt x="2049" y="1008"/>
                    <a:pt x="2049" y="1386"/>
                  </a:cubicBezTo>
                  <a:lnTo>
                    <a:pt x="2049" y="2773"/>
                  </a:lnTo>
                  <a:cubicBezTo>
                    <a:pt x="2049" y="2836"/>
                    <a:pt x="2049" y="2867"/>
                    <a:pt x="2017" y="2930"/>
                  </a:cubicBezTo>
                  <a:lnTo>
                    <a:pt x="1923" y="2836"/>
                  </a:lnTo>
                  <a:cubicBezTo>
                    <a:pt x="1860" y="2773"/>
                    <a:pt x="1773" y="2741"/>
                    <a:pt x="1686" y="2741"/>
                  </a:cubicBezTo>
                  <a:cubicBezTo>
                    <a:pt x="1600" y="2741"/>
                    <a:pt x="1513" y="2773"/>
                    <a:pt x="1450" y="2836"/>
                  </a:cubicBezTo>
                  <a:cubicBezTo>
                    <a:pt x="1324" y="2962"/>
                    <a:pt x="1324" y="3182"/>
                    <a:pt x="1450" y="3308"/>
                  </a:cubicBezTo>
                  <a:lnTo>
                    <a:pt x="1545" y="3403"/>
                  </a:lnTo>
                  <a:cubicBezTo>
                    <a:pt x="1482" y="3434"/>
                    <a:pt x="1450" y="3434"/>
                    <a:pt x="1387" y="3434"/>
                  </a:cubicBezTo>
                  <a:cubicBezTo>
                    <a:pt x="977" y="3434"/>
                    <a:pt x="694" y="3119"/>
                    <a:pt x="694" y="2773"/>
                  </a:cubicBezTo>
                  <a:lnTo>
                    <a:pt x="694" y="1386"/>
                  </a:lnTo>
                  <a:cubicBezTo>
                    <a:pt x="694" y="977"/>
                    <a:pt x="1040" y="725"/>
                    <a:pt x="1387" y="725"/>
                  </a:cubicBezTo>
                  <a:close/>
                  <a:moveTo>
                    <a:pt x="1387" y="0"/>
                  </a:moveTo>
                  <a:cubicBezTo>
                    <a:pt x="631" y="0"/>
                    <a:pt x="1" y="630"/>
                    <a:pt x="1" y="1386"/>
                  </a:cubicBezTo>
                  <a:lnTo>
                    <a:pt x="1" y="2773"/>
                  </a:lnTo>
                  <a:cubicBezTo>
                    <a:pt x="1" y="3497"/>
                    <a:pt x="631" y="4127"/>
                    <a:pt x="1387" y="4127"/>
                  </a:cubicBezTo>
                  <a:cubicBezTo>
                    <a:pt x="1608" y="4127"/>
                    <a:pt x="1860" y="4064"/>
                    <a:pt x="2080" y="3938"/>
                  </a:cubicBezTo>
                  <a:lnTo>
                    <a:pt x="2175" y="4033"/>
                  </a:lnTo>
                  <a:cubicBezTo>
                    <a:pt x="2222" y="4080"/>
                    <a:pt x="2309" y="4104"/>
                    <a:pt x="2399" y="4104"/>
                  </a:cubicBezTo>
                  <a:cubicBezTo>
                    <a:pt x="2490" y="4104"/>
                    <a:pt x="2584" y="4080"/>
                    <a:pt x="2647" y="4033"/>
                  </a:cubicBezTo>
                  <a:cubicBezTo>
                    <a:pt x="2742" y="3907"/>
                    <a:pt x="2742" y="3655"/>
                    <a:pt x="2647" y="3560"/>
                  </a:cubicBezTo>
                  <a:lnTo>
                    <a:pt x="2553" y="3466"/>
                  </a:lnTo>
                  <a:cubicBezTo>
                    <a:pt x="2679" y="3277"/>
                    <a:pt x="2742" y="3025"/>
                    <a:pt x="2742" y="2773"/>
                  </a:cubicBezTo>
                  <a:lnTo>
                    <a:pt x="2742" y="1386"/>
                  </a:lnTo>
                  <a:cubicBezTo>
                    <a:pt x="2742" y="630"/>
                    <a:pt x="2112" y="0"/>
                    <a:pt x="138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8930;p69">
              <a:extLst>
                <a:ext uri="{FF2B5EF4-FFF2-40B4-BE49-F238E27FC236}">
                  <a16:creationId xmlns:a16="http://schemas.microsoft.com/office/drawing/2014/main" id="{9203C685-9898-EE4C-DCFD-FAFAA6B98AD3}"/>
                </a:ext>
              </a:extLst>
            </p:cNvPr>
            <p:cNvSpPr/>
            <p:nvPr/>
          </p:nvSpPr>
          <p:spPr>
            <a:xfrm>
              <a:off x="-35016725" y="1912725"/>
              <a:ext cx="172500" cy="172025"/>
            </a:xfrm>
            <a:custGeom>
              <a:avLst/>
              <a:gdLst/>
              <a:ahLst/>
              <a:cxnLst/>
              <a:rect l="l" t="t" r="r" b="b"/>
              <a:pathLst>
                <a:path w="6900" h="6881" extrusionOk="0">
                  <a:moveTo>
                    <a:pt x="3466" y="726"/>
                  </a:moveTo>
                  <a:cubicBezTo>
                    <a:pt x="4947" y="726"/>
                    <a:pt x="6175" y="1954"/>
                    <a:pt x="6175" y="3467"/>
                  </a:cubicBezTo>
                  <a:cubicBezTo>
                    <a:pt x="6207" y="4979"/>
                    <a:pt x="4978" y="6207"/>
                    <a:pt x="3466" y="6207"/>
                  </a:cubicBezTo>
                  <a:cubicBezTo>
                    <a:pt x="2930" y="6207"/>
                    <a:pt x="2426" y="6050"/>
                    <a:pt x="1985" y="5766"/>
                  </a:cubicBezTo>
                  <a:cubicBezTo>
                    <a:pt x="1942" y="5745"/>
                    <a:pt x="1868" y="5708"/>
                    <a:pt x="1806" y="5708"/>
                  </a:cubicBezTo>
                  <a:cubicBezTo>
                    <a:pt x="1778" y="5708"/>
                    <a:pt x="1753" y="5715"/>
                    <a:pt x="1733" y="5735"/>
                  </a:cubicBezTo>
                  <a:lnTo>
                    <a:pt x="946" y="5987"/>
                  </a:lnTo>
                  <a:lnTo>
                    <a:pt x="1198" y="5199"/>
                  </a:lnTo>
                  <a:cubicBezTo>
                    <a:pt x="1261" y="5136"/>
                    <a:pt x="1198" y="5010"/>
                    <a:pt x="1166" y="4947"/>
                  </a:cubicBezTo>
                  <a:cubicBezTo>
                    <a:pt x="914" y="4506"/>
                    <a:pt x="757" y="4002"/>
                    <a:pt x="757" y="3467"/>
                  </a:cubicBezTo>
                  <a:cubicBezTo>
                    <a:pt x="757" y="1954"/>
                    <a:pt x="1954" y="726"/>
                    <a:pt x="3466" y="726"/>
                  </a:cubicBezTo>
                  <a:close/>
                  <a:moveTo>
                    <a:pt x="3466" y="1"/>
                  </a:moveTo>
                  <a:cubicBezTo>
                    <a:pt x="1576" y="1"/>
                    <a:pt x="32" y="1545"/>
                    <a:pt x="32" y="3435"/>
                  </a:cubicBezTo>
                  <a:cubicBezTo>
                    <a:pt x="32" y="4034"/>
                    <a:pt x="190" y="4569"/>
                    <a:pt x="473" y="5136"/>
                  </a:cubicBezTo>
                  <a:lnTo>
                    <a:pt x="32" y="6428"/>
                  </a:lnTo>
                  <a:cubicBezTo>
                    <a:pt x="0" y="6554"/>
                    <a:pt x="32" y="6712"/>
                    <a:pt x="95" y="6775"/>
                  </a:cubicBezTo>
                  <a:cubicBezTo>
                    <a:pt x="166" y="6845"/>
                    <a:pt x="272" y="6881"/>
                    <a:pt x="374" y="6881"/>
                  </a:cubicBezTo>
                  <a:cubicBezTo>
                    <a:pt x="408" y="6881"/>
                    <a:pt x="442" y="6877"/>
                    <a:pt x="473" y="6869"/>
                  </a:cubicBezTo>
                  <a:lnTo>
                    <a:pt x="1765" y="6428"/>
                  </a:lnTo>
                  <a:cubicBezTo>
                    <a:pt x="2269" y="6712"/>
                    <a:pt x="2867" y="6869"/>
                    <a:pt x="3466" y="6869"/>
                  </a:cubicBezTo>
                  <a:cubicBezTo>
                    <a:pt x="5356" y="6869"/>
                    <a:pt x="6900" y="5325"/>
                    <a:pt x="6900" y="3435"/>
                  </a:cubicBezTo>
                  <a:cubicBezTo>
                    <a:pt x="6869" y="1576"/>
                    <a:pt x="5356" y="1"/>
                    <a:pt x="346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72" name="Google Shape;8931;p69">
            <a:extLst>
              <a:ext uri="{FF2B5EF4-FFF2-40B4-BE49-F238E27FC236}">
                <a16:creationId xmlns:a16="http://schemas.microsoft.com/office/drawing/2014/main" id="{6D4C8CC1-B73B-1850-F07D-1CDA214DDDBC}"/>
              </a:ext>
            </a:extLst>
          </p:cNvPr>
          <p:cNvGrpSpPr/>
          <p:nvPr/>
        </p:nvGrpSpPr>
        <p:grpSpPr>
          <a:xfrm>
            <a:off x="4110555" y="5090399"/>
            <a:ext cx="914429" cy="915762"/>
            <a:chOff x="-35134875" y="2272675"/>
            <a:chExt cx="291450" cy="291875"/>
          </a:xfrm>
          <a:solidFill>
            <a:srgbClr val="555559"/>
          </a:solidFill>
        </p:grpSpPr>
        <p:sp>
          <p:nvSpPr>
            <p:cNvPr id="1873" name="Google Shape;8932;p69">
              <a:extLst>
                <a:ext uri="{FF2B5EF4-FFF2-40B4-BE49-F238E27FC236}">
                  <a16:creationId xmlns:a16="http://schemas.microsoft.com/office/drawing/2014/main" id="{9E39577D-B31F-2E92-7168-D89FECE0A028}"/>
                </a:ext>
              </a:extLst>
            </p:cNvPr>
            <p:cNvSpPr/>
            <p:nvPr/>
          </p:nvSpPr>
          <p:spPr>
            <a:xfrm>
              <a:off x="-35134875" y="2272675"/>
              <a:ext cx="291450" cy="291875"/>
            </a:xfrm>
            <a:custGeom>
              <a:avLst/>
              <a:gdLst/>
              <a:ahLst/>
              <a:cxnLst/>
              <a:rect l="l" t="t" r="r" b="b"/>
              <a:pathLst>
                <a:path w="11658" h="11675" extrusionOk="0">
                  <a:moveTo>
                    <a:pt x="9925" y="662"/>
                  </a:moveTo>
                  <a:cubicBezTo>
                    <a:pt x="10460" y="662"/>
                    <a:pt x="10933" y="1135"/>
                    <a:pt x="10933" y="1733"/>
                  </a:cubicBezTo>
                  <a:lnTo>
                    <a:pt x="10933" y="5136"/>
                  </a:lnTo>
                  <a:cubicBezTo>
                    <a:pt x="10933" y="5703"/>
                    <a:pt x="10460" y="6176"/>
                    <a:pt x="9925" y="6176"/>
                  </a:cubicBezTo>
                  <a:cubicBezTo>
                    <a:pt x="9704" y="6176"/>
                    <a:pt x="9547" y="6333"/>
                    <a:pt x="9547" y="6522"/>
                  </a:cubicBezTo>
                  <a:lnTo>
                    <a:pt x="9547" y="7751"/>
                  </a:lnTo>
                  <a:lnTo>
                    <a:pt x="8192" y="6365"/>
                  </a:lnTo>
                  <a:lnTo>
                    <a:pt x="8192" y="4474"/>
                  </a:lnTo>
                  <a:cubicBezTo>
                    <a:pt x="8192" y="3529"/>
                    <a:pt x="7404" y="2742"/>
                    <a:pt x="6459" y="2742"/>
                  </a:cubicBezTo>
                  <a:lnTo>
                    <a:pt x="3372" y="2742"/>
                  </a:lnTo>
                  <a:lnTo>
                    <a:pt x="3372" y="1733"/>
                  </a:lnTo>
                  <a:cubicBezTo>
                    <a:pt x="3372" y="1166"/>
                    <a:pt x="3844" y="662"/>
                    <a:pt x="4411" y="662"/>
                  </a:cubicBezTo>
                  <a:close/>
                  <a:moveTo>
                    <a:pt x="6459" y="3403"/>
                  </a:moveTo>
                  <a:cubicBezTo>
                    <a:pt x="6995" y="3403"/>
                    <a:pt x="7499" y="3876"/>
                    <a:pt x="7499" y="4474"/>
                  </a:cubicBezTo>
                  <a:lnTo>
                    <a:pt x="7499" y="7908"/>
                  </a:lnTo>
                  <a:lnTo>
                    <a:pt x="7467" y="7908"/>
                  </a:lnTo>
                  <a:cubicBezTo>
                    <a:pt x="7467" y="8444"/>
                    <a:pt x="6995" y="8917"/>
                    <a:pt x="6396" y="8917"/>
                  </a:cubicBezTo>
                  <a:lnTo>
                    <a:pt x="3687" y="8917"/>
                  </a:lnTo>
                  <a:cubicBezTo>
                    <a:pt x="3624" y="8917"/>
                    <a:pt x="3498" y="8948"/>
                    <a:pt x="3466" y="9043"/>
                  </a:cubicBezTo>
                  <a:lnTo>
                    <a:pt x="1986" y="10492"/>
                  </a:lnTo>
                  <a:lnTo>
                    <a:pt x="1986" y="9295"/>
                  </a:lnTo>
                  <a:cubicBezTo>
                    <a:pt x="1986" y="9074"/>
                    <a:pt x="1828" y="8917"/>
                    <a:pt x="1639" y="8917"/>
                  </a:cubicBezTo>
                  <a:cubicBezTo>
                    <a:pt x="1103" y="8917"/>
                    <a:pt x="631" y="8444"/>
                    <a:pt x="631" y="7908"/>
                  </a:cubicBezTo>
                  <a:lnTo>
                    <a:pt x="631" y="4474"/>
                  </a:lnTo>
                  <a:cubicBezTo>
                    <a:pt x="631" y="3939"/>
                    <a:pt x="1103" y="3403"/>
                    <a:pt x="1639" y="3403"/>
                  </a:cubicBezTo>
                  <a:close/>
                  <a:moveTo>
                    <a:pt x="4411" y="1"/>
                  </a:moveTo>
                  <a:cubicBezTo>
                    <a:pt x="3466" y="1"/>
                    <a:pt x="2710" y="788"/>
                    <a:pt x="2710" y="1733"/>
                  </a:cubicBezTo>
                  <a:lnTo>
                    <a:pt x="2710" y="2742"/>
                  </a:lnTo>
                  <a:lnTo>
                    <a:pt x="1671" y="2742"/>
                  </a:lnTo>
                  <a:cubicBezTo>
                    <a:pt x="725" y="2742"/>
                    <a:pt x="1" y="3529"/>
                    <a:pt x="1" y="4474"/>
                  </a:cubicBezTo>
                  <a:lnTo>
                    <a:pt x="1" y="7908"/>
                  </a:lnTo>
                  <a:cubicBezTo>
                    <a:pt x="1" y="8728"/>
                    <a:pt x="568" y="9452"/>
                    <a:pt x="1355" y="9610"/>
                  </a:cubicBezTo>
                  <a:lnTo>
                    <a:pt x="1355" y="11342"/>
                  </a:lnTo>
                  <a:cubicBezTo>
                    <a:pt x="1355" y="11500"/>
                    <a:pt x="1450" y="11594"/>
                    <a:pt x="1576" y="11657"/>
                  </a:cubicBezTo>
                  <a:cubicBezTo>
                    <a:pt x="1607" y="11668"/>
                    <a:pt x="1646" y="11675"/>
                    <a:pt x="1687" y="11675"/>
                  </a:cubicBezTo>
                  <a:cubicBezTo>
                    <a:pt x="1769" y="11675"/>
                    <a:pt x="1860" y="11647"/>
                    <a:pt x="1923" y="11563"/>
                  </a:cubicBezTo>
                  <a:lnTo>
                    <a:pt x="3876" y="9610"/>
                  </a:lnTo>
                  <a:lnTo>
                    <a:pt x="6491" y="9610"/>
                  </a:lnTo>
                  <a:cubicBezTo>
                    <a:pt x="7436" y="9610"/>
                    <a:pt x="8224" y="8854"/>
                    <a:pt x="8224" y="7908"/>
                  </a:cubicBezTo>
                  <a:lnTo>
                    <a:pt x="8224" y="7341"/>
                  </a:lnTo>
                  <a:lnTo>
                    <a:pt x="9704" y="8822"/>
                  </a:lnTo>
                  <a:cubicBezTo>
                    <a:pt x="9773" y="8868"/>
                    <a:pt x="9876" y="8897"/>
                    <a:pt x="9976" y="8897"/>
                  </a:cubicBezTo>
                  <a:cubicBezTo>
                    <a:pt x="10013" y="8897"/>
                    <a:pt x="10049" y="8893"/>
                    <a:pt x="10082" y="8885"/>
                  </a:cubicBezTo>
                  <a:cubicBezTo>
                    <a:pt x="10208" y="8854"/>
                    <a:pt x="10271" y="8696"/>
                    <a:pt x="10271" y="8570"/>
                  </a:cubicBezTo>
                  <a:lnTo>
                    <a:pt x="10271" y="6837"/>
                  </a:lnTo>
                  <a:cubicBezTo>
                    <a:pt x="11059" y="6680"/>
                    <a:pt x="11658" y="5987"/>
                    <a:pt x="11658" y="5136"/>
                  </a:cubicBezTo>
                  <a:lnTo>
                    <a:pt x="11658" y="1733"/>
                  </a:lnTo>
                  <a:cubicBezTo>
                    <a:pt x="11595" y="788"/>
                    <a:pt x="10870" y="1"/>
                    <a:pt x="992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8933;p69">
              <a:extLst>
                <a:ext uri="{FF2B5EF4-FFF2-40B4-BE49-F238E27FC236}">
                  <a16:creationId xmlns:a16="http://schemas.microsoft.com/office/drawing/2014/main" id="{84CC285C-FFDB-71D0-FD19-7507A829B0B2}"/>
                </a:ext>
              </a:extLst>
            </p:cNvPr>
            <p:cNvSpPr/>
            <p:nvPr/>
          </p:nvSpPr>
          <p:spPr>
            <a:xfrm>
              <a:off x="-35093925" y="2419175"/>
              <a:ext cx="18150" cy="17350"/>
            </a:xfrm>
            <a:custGeom>
              <a:avLst/>
              <a:gdLst/>
              <a:ahLst/>
              <a:cxnLst/>
              <a:rect l="l" t="t" r="r" b="b"/>
              <a:pathLst>
                <a:path w="726" h="694" extrusionOk="0">
                  <a:moveTo>
                    <a:pt x="348" y="1"/>
                  </a:moveTo>
                  <a:cubicBezTo>
                    <a:pt x="159" y="1"/>
                    <a:pt x="1" y="158"/>
                    <a:pt x="1" y="347"/>
                  </a:cubicBezTo>
                  <a:cubicBezTo>
                    <a:pt x="1" y="536"/>
                    <a:pt x="159" y="694"/>
                    <a:pt x="348" y="694"/>
                  </a:cubicBezTo>
                  <a:cubicBezTo>
                    <a:pt x="568" y="694"/>
                    <a:pt x="726" y="536"/>
                    <a:pt x="726" y="347"/>
                  </a:cubicBezTo>
                  <a:cubicBezTo>
                    <a:pt x="726" y="158"/>
                    <a:pt x="568" y="1"/>
                    <a:pt x="34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8934;p69">
              <a:extLst>
                <a:ext uri="{FF2B5EF4-FFF2-40B4-BE49-F238E27FC236}">
                  <a16:creationId xmlns:a16="http://schemas.microsoft.com/office/drawing/2014/main" id="{D9A9C85C-F8D3-120F-E86D-F9B01149BEEB}"/>
                </a:ext>
              </a:extLst>
            </p:cNvPr>
            <p:cNvSpPr/>
            <p:nvPr/>
          </p:nvSpPr>
          <p:spPr>
            <a:xfrm>
              <a:off x="-35042725" y="2419175"/>
              <a:ext cx="18150" cy="17350"/>
            </a:xfrm>
            <a:custGeom>
              <a:avLst/>
              <a:gdLst/>
              <a:ahLst/>
              <a:cxnLst/>
              <a:rect l="l" t="t" r="r" b="b"/>
              <a:pathLst>
                <a:path w="726" h="694" extrusionOk="0">
                  <a:moveTo>
                    <a:pt x="347" y="1"/>
                  </a:moveTo>
                  <a:cubicBezTo>
                    <a:pt x="158" y="1"/>
                    <a:pt x="1" y="158"/>
                    <a:pt x="1" y="347"/>
                  </a:cubicBezTo>
                  <a:cubicBezTo>
                    <a:pt x="1" y="536"/>
                    <a:pt x="158" y="694"/>
                    <a:pt x="347" y="694"/>
                  </a:cubicBezTo>
                  <a:cubicBezTo>
                    <a:pt x="568" y="694"/>
                    <a:pt x="725" y="536"/>
                    <a:pt x="725" y="347"/>
                  </a:cubicBezTo>
                  <a:cubicBezTo>
                    <a:pt x="725" y="158"/>
                    <a:pt x="568"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8935;p69">
              <a:extLst>
                <a:ext uri="{FF2B5EF4-FFF2-40B4-BE49-F238E27FC236}">
                  <a16:creationId xmlns:a16="http://schemas.microsoft.com/office/drawing/2014/main" id="{A9BC2CA4-5224-179C-9B0B-5B7853DBAC7B}"/>
                </a:ext>
              </a:extLst>
            </p:cNvPr>
            <p:cNvSpPr/>
            <p:nvPr/>
          </p:nvSpPr>
          <p:spPr>
            <a:xfrm>
              <a:off x="-34991525" y="2419175"/>
              <a:ext cx="18150" cy="17350"/>
            </a:xfrm>
            <a:custGeom>
              <a:avLst/>
              <a:gdLst/>
              <a:ahLst/>
              <a:cxnLst/>
              <a:rect l="l" t="t" r="r" b="b"/>
              <a:pathLst>
                <a:path w="726" h="694" extrusionOk="0">
                  <a:moveTo>
                    <a:pt x="347" y="1"/>
                  </a:moveTo>
                  <a:cubicBezTo>
                    <a:pt x="158" y="1"/>
                    <a:pt x="1" y="158"/>
                    <a:pt x="1" y="347"/>
                  </a:cubicBezTo>
                  <a:cubicBezTo>
                    <a:pt x="1" y="536"/>
                    <a:pt x="158" y="694"/>
                    <a:pt x="347" y="694"/>
                  </a:cubicBezTo>
                  <a:cubicBezTo>
                    <a:pt x="568" y="694"/>
                    <a:pt x="725" y="536"/>
                    <a:pt x="725" y="347"/>
                  </a:cubicBezTo>
                  <a:cubicBezTo>
                    <a:pt x="725" y="158"/>
                    <a:pt x="568"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77" name="Google Shape;8936;p69">
            <a:extLst>
              <a:ext uri="{FF2B5EF4-FFF2-40B4-BE49-F238E27FC236}">
                <a16:creationId xmlns:a16="http://schemas.microsoft.com/office/drawing/2014/main" id="{3765D41A-4D51-F226-AE53-40C43B889E30}"/>
              </a:ext>
            </a:extLst>
          </p:cNvPr>
          <p:cNvGrpSpPr/>
          <p:nvPr/>
        </p:nvGrpSpPr>
        <p:grpSpPr>
          <a:xfrm>
            <a:off x="4218056" y="6170998"/>
            <a:ext cx="699430" cy="914429"/>
            <a:chOff x="-35101800" y="2631050"/>
            <a:chExt cx="222925" cy="291450"/>
          </a:xfrm>
          <a:solidFill>
            <a:srgbClr val="555559"/>
          </a:solidFill>
        </p:grpSpPr>
        <p:sp>
          <p:nvSpPr>
            <p:cNvPr id="1878" name="Google Shape;8937;p69">
              <a:extLst>
                <a:ext uri="{FF2B5EF4-FFF2-40B4-BE49-F238E27FC236}">
                  <a16:creationId xmlns:a16="http://schemas.microsoft.com/office/drawing/2014/main" id="{294A513E-958D-228B-91FE-BE5D72E17FE6}"/>
                </a:ext>
              </a:extLst>
            </p:cNvPr>
            <p:cNvSpPr/>
            <p:nvPr/>
          </p:nvSpPr>
          <p:spPr>
            <a:xfrm>
              <a:off x="-34999400" y="2699575"/>
              <a:ext cx="18150" cy="18125"/>
            </a:xfrm>
            <a:custGeom>
              <a:avLst/>
              <a:gdLst/>
              <a:ahLst/>
              <a:cxnLst/>
              <a:rect l="l" t="t" r="r" b="b"/>
              <a:pathLst>
                <a:path w="726" h="725" extrusionOk="0">
                  <a:moveTo>
                    <a:pt x="347" y="0"/>
                  </a:moveTo>
                  <a:cubicBezTo>
                    <a:pt x="158" y="0"/>
                    <a:pt x="1" y="158"/>
                    <a:pt x="1" y="347"/>
                  </a:cubicBezTo>
                  <a:cubicBezTo>
                    <a:pt x="1" y="567"/>
                    <a:pt x="158" y="725"/>
                    <a:pt x="347" y="725"/>
                  </a:cubicBezTo>
                  <a:cubicBezTo>
                    <a:pt x="568" y="725"/>
                    <a:pt x="725" y="567"/>
                    <a:pt x="725" y="347"/>
                  </a:cubicBezTo>
                  <a:cubicBezTo>
                    <a:pt x="725" y="158"/>
                    <a:pt x="568"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8938;p69">
              <a:extLst>
                <a:ext uri="{FF2B5EF4-FFF2-40B4-BE49-F238E27FC236}">
                  <a16:creationId xmlns:a16="http://schemas.microsoft.com/office/drawing/2014/main" id="{89E97432-AF40-A843-FEC8-16EE07AC8A08}"/>
                </a:ext>
              </a:extLst>
            </p:cNvPr>
            <p:cNvSpPr/>
            <p:nvPr/>
          </p:nvSpPr>
          <p:spPr>
            <a:xfrm>
              <a:off x="-34999400" y="2732650"/>
              <a:ext cx="18150" cy="52800"/>
            </a:xfrm>
            <a:custGeom>
              <a:avLst/>
              <a:gdLst/>
              <a:ahLst/>
              <a:cxnLst/>
              <a:rect l="l" t="t" r="r" b="b"/>
              <a:pathLst>
                <a:path w="726" h="2112" extrusionOk="0">
                  <a:moveTo>
                    <a:pt x="347" y="0"/>
                  </a:moveTo>
                  <a:cubicBezTo>
                    <a:pt x="158" y="0"/>
                    <a:pt x="1" y="190"/>
                    <a:pt x="1" y="379"/>
                  </a:cubicBezTo>
                  <a:lnTo>
                    <a:pt x="1" y="1765"/>
                  </a:lnTo>
                  <a:cubicBezTo>
                    <a:pt x="1" y="1985"/>
                    <a:pt x="158" y="2111"/>
                    <a:pt x="347" y="2111"/>
                  </a:cubicBezTo>
                  <a:cubicBezTo>
                    <a:pt x="568" y="2111"/>
                    <a:pt x="725" y="1954"/>
                    <a:pt x="725" y="1765"/>
                  </a:cubicBezTo>
                  <a:lnTo>
                    <a:pt x="725" y="379"/>
                  </a:lnTo>
                  <a:cubicBezTo>
                    <a:pt x="725" y="190"/>
                    <a:pt x="568"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8939;p69">
              <a:extLst>
                <a:ext uri="{FF2B5EF4-FFF2-40B4-BE49-F238E27FC236}">
                  <a16:creationId xmlns:a16="http://schemas.microsoft.com/office/drawing/2014/main" id="{24348196-0294-B59E-91D6-B1062E047401}"/>
                </a:ext>
              </a:extLst>
            </p:cNvPr>
            <p:cNvSpPr/>
            <p:nvPr/>
          </p:nvSpPr>
          <p:spPr>
            <a:xfrm>
              <a:off x="-35067125" y="2665700"/>
              <a:ext cx="153600" cy="154400"/>
            </a:xfrm>
            <a:custGeom>
              <a:avLst/>
              <a:gdLst/>
              <a:ahLst/>
              <a:cxnLst/>
              <a:rect l="l" t="t" r="r" b="b"/>
              <a:pathLst>
                <a:path w="6144" h="6176" extrusionOk="0">
                  <a:moveTo>
                    <a:pt x="3056" y="694"/>
                  </a:moveTo>
                  <a:cubicBezTo>
                    <a:pt x="4411" y="694"/>
                    <a:pt x="5482" y="1765"/>
                    <a:pt x="5482" y="3088"/>
                  </a:cubicBezTo>
                  <a:cubicBezTo>
                    <a:pt x="5482" y="4443"/>
                    <a:pt x="4411" y="5482"/>
                    <a:pt x="3056" y="5482"/>
                  </a:cubicBezTo>
                  <a:cubicBezTo>
                    <a:pt x="1733" y="5482"/>
                    <a:pt x="662" y="4443"/>
                    <a:pt x="662" y="3088"/>
                  </a:cubicBezTo>
                  <a:cubicBezTo>
                    <a:pt x="662" y="1796"/>
                    <a:pt x="1764" y="694"/>
                    <a:pt x="3056" y="694"/>
                  </a:cubicBezTo>
                  <a:close/>
                  <a:moveTo>
                    <a:pt x="3056" y="1"/>
                  </a:moveTo>
                  <a:cubicBezTo>
                    <a:pt x="1386" y="1"/>
                    <a:pt x="0" y="1387"/>
                    <a:pt x="0" y="3088"/>
                  </a:cubicBezTo>
                  <a:cubicBezTo>
                    <a:pt x="0" y="4789"/>
                    <a:pt x="1386" y="6176"/>
                    <a:pt x="3056" y="6176"/>
                  </a:cubicBezTo>
                  <a:cubicBezTo>
                    <a:pt x="4757" y="6176"/>
                    <a:pt x="6144" y="4789"/>
                    <a:pt x="6144" y="3088"/>
                  </a:cubicBezTo>
                  <a:cubicBezTo>
                    <a:pt x="6144" y="1387"/>
                    <a:pt x="4757" y="1"/>
                    <a:pt x="305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8940;p69">
              <a:extLst>
                <a:ext uri="{FF2B5EF4-FFF2-40B4-BE49-F238E27FC236}">
                  <a16:creationId xmlns:a16="http://schemas.microsoft.com/office/drawing/2014/main" id="{EA5EE1F5-6BE5-E873-53A1-6313CC3BF5D2}"/>
                </a:ext>
              </a:extLst>
            </p:cNvPr>
            <p:cNvSpPr/>
            <p:nvPr/>
          </p:nvSpPr>
          <p:spPr>
            <a:xfrm>
              <a:off x="-35101800" y="2631050"/>
              <a:ext cx="222925" cy="291450"/>
            </a:xfrm>
            <a:custGeom>
              <a:avLst/>
              <a:gdLst/>
              <a:ahLst/>
              <a:cxnLst/>
              <a:rect l="l" t="t" r="r" b="b"/>
              <a:pathLst>
                <a:path w="8917" h="11658" extrusionOk="0">
                  <a:moveTo>
                    <a:pt x="4443" y="693"/>
                  </a:moveTo>
                  <a:cubicBezTo>
                    <a:pt x="6554" y="693"/>
                    <a:pt x="8192" y="2395"/>
                    <a:pt x="8192" y="4474"/>
                  </a:cubicBezTo>
                  <a:cubicBezTo>
                    <a:pt x="8192" y="5293"/>
                    <a:pt x="7940" y="6081"/>
                    <a:pt x="7436" y="6711"/>
                  </a:cubicBezTo>
                  <a:lnTo>
                    <a:pt x="4443" y="10775"/>
                  </a:lnTo>
                  <a:lnTo>
                    <a:pt x="1450" y="6711"/>
                  </a:lnTo>
                  <a:cubicBezTo>
                    <a:pt x="1009" y="6049"/>
                    <a:pt x="726" y="5293"/>
                    <a:pt x="726" y="4474"/>
                  </a:cubicBezTo>
                  <a:cubicBezTo>
                    <a:pt x="726" y="2395"/>
                    <a:pt x="2364" y="693"/>
                    <a:pt x="4443" y="693"/>
                  </a:cubicBezTo>
                  <a:close/>
                  <a:moveTo>
                    <a:pt x="4443" y="0"/>
                  </a:moveTo>
                  <a:cubicBezTo>
                    <a:pt x="2017" y="0"/>
                    <a:pt x="1" y="1985"/>
                    <a:pt x="1" y="4443"/>
                  </a:cubicBezTo>
                  <a:cubicBezTo>
                    <a:pt x="1" y="5419"/>
                    <a:pt x="316" y="6333"/>
                    <a:pt x="883" y="7120"/>
                  </a:cubicBezTo>
                  <a:lnTo>
                    <a:pt x="4191" y="11531"/>
                  </a:lnTo>
                  <a:cubicBezTo>
                    <a:pt x="4254" y="11594"/>
                    <a:pt x="4349" y="11657"/>
                    <a:pt x="4443" y="11657"/>
                  </a:cubicBezTo>
                  <a:cubicBezTo>
                    <a:pt x="4569" y="11657"/>
                    <a:pt x="4664" y="11594"/>
                    <a:pt x="4727" y="11531"/>
                  </a:cubicBezTo>
                  <a:lnTo>
                    <a:pt x="8003" y="7120"/>
                  </a:lnTo>
                  <a:cubicBezTo>
                    <a:pt x="8602" y="6333"/>
                    <a:pt x="8917" y="5419"/>
                    <a:pt x="8917" y="4443"/>
                  </a:cubicBezTo>
                  <a:cubicBezTo>
                    <a:pt x="8917" y="1985"/>
                    <a:pt x="6901" y="0"/>
                    <a:pt x="444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82" name="Google Shape;8941;p69">
            <a:extLst>
              <a:ext uri="{FF2B5EF4-FFF2-40B4-BE49-F238E27FC236}">
                <a16:creationId xmlns:a16="http://schemas.microsoft.com/office/drawing/2014/main" id="{B055A98A-24DE-535F-9FE8-41BDDE89E7D9}"/>
              </a:ext>
            </a:extLst>
          </p:cNvPr>
          <p:cNvSpPr/>
          <p:nvPr/>
        </p:nvSpPr>
        <p:spPr>
          <a:xfrm>
            <a:off x="9891778" y="3922735"/>
            <a:ext cx="874817" cy="918743"/>
          </a:xfrm>
          <a:custGeom>
            <a:avLst/>
            <a:gdLst/>
            <a:ahLst/>
            <a:cxnLst/>
            <a:rect l="l" t="t" r="r" b="b"/>
            <a:pathLst>
              <a:path w="11153" h="11713" extrusionOk="0">
                <a:moveTo>
                  <a:pt x="9594" y="693"/>
                </a:moveTo>
                <a:cubicBezTo>
                  <a:pt x="9767" y="693"/>
                  <a:pt x="9940" y="764"/>
                  <a:pt x="10082" y="906"/>
                </a:cubicBezTo>
                <a:cubicBezTo>
                  <a:pt x="10365" y="1158"/>
                  <a:pt x="10365" y="1599"/>
                  <a:pt x="10082" y="1883"/>
                </a:cubicBezTo>
                <a:lnTo>
                  <a:pt x="9168" y="2796"/>
                </a:lnTo>
                <a:lnTo>
                  <a:pt x="6175" y="3364"/>
                </a:lnTo>
                <a:lnTo>
                  <a:pt x="6175" y="1410"/>
                </a:lnTo>
                <a:lnTo>
                  <a:pt x="8475" y="1410"/>
                </a:lnTo>
                <a:cubicBezTo>
                  <a:pt x="8538" y="1410"/>
                  <a:pt x="8664" y="1379"/>
                  <a:pt x="8696" y="1284"/>
                </a:cubicBezTo>
                <a:lnTo>
                  <a:pt x="9105" y="906"/>
                </a:lnTo>
                <a:cubicBezTo>
                  <a:pt x="9247" y="764"/>
                  <a:pt x="9420" y="693"/>
                  <a:pt x="9594" y="693"/>
                </a:cubicBezTo>
                <a:close/>
                <a:moveTo>
                  <a:pt x="5136" y="749"/>
                </a:moveTo>
                <a:cubicBezTo>
                  <a:pt x="5325" y="749"/>
                  <a:pt x="5482" y="906"/>
                  <a:pt x="5482" y="1095"/>
                </a:cubicBezTo>
                <a:lnTo>
                  <a:pt x="5482" y="4214"/>
                </a:lnTo>
                <a:cubicBezTo>
                  <a:pt x="5356" y="4151"/>
                  <a:pt x="5230" y="4151"/>
                  <a:pt x="5136" y="4151"/>
                </a:cubicBezTo>
                <a:cubicBezTo>
                  <a:pt x="5010" y="4151"/>
                  <a:pt x="4884" y="4151"/>
                  <a:pt x="4758" y="4214"/>
                </a:cubicBezTo>
                <a:lnTo>
                  <a:pt x="4758" y="1095"/>
                </a:lnTo>
                <a:cubicBezTo>
                  <a:pt x="4758" y="906"/>
                  <a:pt x="4915" y="749"/>
                  <a:pt x="5136" y="749"/>
                </a:cubicBezTo>
                <a:close/>
                <a:moveTo>
                  <a:pt x="5136" y="4844"/>
                </a:moveTo>
                <a:cubicBezTo>
                  <a:pt x="5671" y="4844"/>
                  <a:pt x="6144" y="5317"/>
                  <a:pt x="6144" y="5852"/>
                </a:cubicBezTo>
                <a:cubicBezTo>
                  <a:pt x="6144" y="6419"/>
                  <a:pt x="5671" y="6861"/>
                  <a:pt x="5136" y="6861"/>
                </a:cubicBezTo>
                <a:cubicBezTo>
                  <a:pt x="4568" y="6861"/>
                  <a:pt x="4096" y="6388"/>
                  <a:pt x="4096" y="5852"/>
                </a:cubicBezTo>
                <a:cubicBezTo>
                  <a:pt x="4096" y="5317"/>
                  <a:pt x="4568" y="4844"/>
                  <a:pt x="5136" y="4844"/>
                </a:cubicBezTo>
                <a:close/>
                <a:moveTo>
                  <a:pt x="4096" y="1442"/>
                </a:moveTo>
                <a:lnTo>
                  <a:pt x="4096" y="4529"/>
                </a:lnTo>
                <a:cubicBezTo>
                  <a:pt x="3655" y="4844"/>
                  <a:pt x="3434" y="5348"/>
                  <a:pt x="3434" y="5884"/>
                </a:cubicBezTo>
                <a:cubicBezTo>
                  <a:pt x="3434" y="6136"/>
                  <a:pt x="3466" y="6419"/>
                  <a:pt x="3592" y="6609"/>
                </a:cubicBezTo>
                <a:lnTo>
                  <a:pt x="2332" y="8184"/>
                </a:lnTo>
                <a:cubicBezTo>
                  <a:pt x="1323" y="7522"/>
                  <a:pt x="725" y="6356"/>
                  <a:pt x="725" y="5159"/>
                </a:cubicBezTo>
                <a:cubicBezTo>
                  <a:pt x="662" y="3143"/>
                  <a:pt x="2206" y="1568"/>
                  <a:pt x="4096" y="1442"/>
                </a:cubicBezTo>
                <a:close/>
                <a:moveTo>
                  <a:pt x="8916" y="3521"/>
                </a:moveTo>
                <a:lnTo>
                  <a:pt x="8916" y="4466"/>
                </a:lnTo>
                <a:cubicBezTo>
                  <a:pt x="8916" y="4529"/>
                  <a:pt x="8916" y="4592"/>
                  <a:pt x="8948" y="4624"/>
                </a:cubicBezTo>
                <a:lnTo>
                  <a:pt x="9798" y="6419"/>
                </a:lnTo>
                <a:cubicBezTo>
                  <a:pt x="9893" y="6577"/>
                  <a:pt x="9798" y="6672"/>
                  <a:pt x="9798" y="6735"/>
                </a:cubicBezTo>
                <a:cubicBezTo>
                  <a:pt x="9767" y="6766"/>
                  <a:pt x="9704" y="6892"/>
                  <a:pt x="9546" y="6892"/>
                </a:cubicBezTo>
                <a:lnTo>
                  <a:pt x="9263" y="6892"/>
                </a:lnTo>
                <a:cubicBezTo>
                  <a:pt x="9074" y="6892"/>
                  <a:pt x="8916" y="7050"/>
                  <a:pt x="8916" y="7239"/>
                </a:cubicBezTo>
                <a:lnTo>
                  <a:pt x="8916" y="8341"/>
                </a:lnTo>
                <a:cubicBezTo>
                  <a:pt x="8633" y="8467"/>
                  <a:pt x="8381" y="8656"/>
                  <a:pt x="8286" y="8971"/>
                </a:cubicBezTo>
                <a:lnTo>
                  <a:pt x="6522" y="8971"/>
                </a:lnTo>
                <a:cubicBezTo>
                  <a:pt x="5955" y="8971"/>
                  <a:pt x="5482" y="8499"/>
                  <a:pt x="5482" y="7932"/>
                </a:cubicBezTo>
                <a:lnTo>
                  <a:pt x="5482" y="7554"/>
                </a:lnTo>
                <a:cubicBezTo>
                  <a:pt x="6270" y="7396"/>
                  <a:pt x="6868" y="6672"/>
                  <a:pt x="6868" y="5852"/>
                </a:cubicBezTo>
                <a:cubicBezTo>
                  <a:pt x="6868" y="5317"/>
                  <a:pt x="6585" y="4781"/>
                  <a:pt x="6207" y="4466"/>
                </a:cubicBezTo>
                <a:lnTo>
                  <a:pt x="6207" y="4088"/>
                </a:lnTo>
                <a:lnTo>
                  <a:pt x="8916" y="3521"/>
                </a:lnTo>
                <a:close/>
                <a:moveTo>
                  <a:pt x="9231" y="8940"/>
                </a:moveTo>
                <a:cubicBezTo>
                  <a:pt x="9420" y="8940"/>
                  <a:pt x="9578" y="9097"/>
                  <a:pt x="9578" y="9286"/>
                </a:cubicBezTo>
                <a:cubicBezTo>
                  <a:pt x="9578" y="9475"/>
                  <a:pt x="9420" y="9633"/>
                  <a:pt x="9231" y="9633"/>
                </a:cubicBezTo>
                <a:cubicBezTo>
                  <a:pt x="9011" y="9633"/>
                  <a:pt x="8853" y="9475"/>
                  <a:pt x="8853" y="9286"/>
                </a:cubicBezTo>
                <a:cubicBezTo>
                  <a:pt x="8853" y="9097"/>
                  <a:pt x="9011" y="8940"/>
                  <a:pt x="9231" y="8940"/>
                </a:cubicBezTo>
                <a:close/>
                <a:moveTo>
                  <a:pt x="3970" y="7144"/>
                </a:moveTo>
                <a:cubicBezTo>
                  <a:pt x="4222" y="7365"/>
                  <a:pt x="4442" y="7522"/>
                  <a:pt x="4758" y="7554"/>
                </a:cubicBezTo>
                <a:lnTo>
                  <a:pt x="4758" y="7932"/>
                </a:lnTo>
                <a:cubicBezTo>
                  <a:pt x="4758" y="8877"/>
                  <a:pt x="5514" y="9633"/>
                  <a:pt x="6459" y="9633"/>
                </a:cubicBezTo>
                <a:lnTo>
                  <a:pt x="8223" y="9633"/>
                </a:lnTo>
                <a:cubicBezTo>
                  <a:pt x="8286" y="9727"/>
                  <a:pt x="8318" y="9791"/>
                  <a:pt x="8349" y="9822"/>
                </a:cubicBezTo>
                <a:cubicBezTo>
                  <a:pt x="8034" y="10137"/>
                  <a:pt x="7593" y="10295"/>
                  <a:pt x="7183" y="10295"/>
                </a:cubicBezTo>
                <a:lnTo>
                  <a:pt x="5797" y="10295"/>
                </a:lnTo>
                <a:cubicBezTo>
                  <a:pt x="5608" y="10295"/>
                  <a:pt x="5451" y="10452"/>
                  <a:pt x="5451" y="10673"/>
                </a:cubicBezTo>
                <a:lnTo>
                  <a:pt x="5451" y="11051"/>
                </a:lnTo>
                <a:lnTo>
                  <a:pt x="2710" y="11051"/>
                </a:lnTo>
                <a:lnTo>
                  <a:pt x="2710" y="8719"/>
                </a:lnTo>
                <a:lnTo>
                  <a:pt x="3970" y="7144"/>
                </a:lnTo>
                <a:close/>
                <a:moveTo>
                  <a:pt x="9629" y="0"/>
                </a:moveTo>
                <a:cubicBezTo>
                  <a:pt x="9278" y="0"/>
                  <a:pt x="8932" y="134"/>
                  <a:pt x="8664" y="402"/>
                </a:cubicBezTo>
                <a:lnTo>
                  <a:pt x="8412" y="686"/>
                </a:lnTo>
                <a:lnTo>
                  <a:pt x="6144" y="686"/>
                </a:lnTo>
                <a:cubicBezTo>
                  <a:pt x="5986" y="308"/>
                  <a:pt x="5640" y="24"/>
                  <a:pt x="5167" y="24"/>
                </a:cubicBezTo>
                <a:cubicBezTo>
                  <a:pt x="4726" y="24"/>
                  <a:pt x="4348" y="308"/>
                  <a:pt x="4190" y="686"/>
                </a:cubicBezTo>
                <a:cubicBezTo>
                  <a:pt x="1859" y="812"/>
                  <a:pt x="0" y="2702"/>
                  <a:pt x="0" y="5033"/>
                </a:cubicBezTo>
                <a:cubicBezTo>
                  <a:pt x="0" y="6514"/>
                  <a:pt x="725" y="7900"/>
                  <a:pt x="1922" y="8688"/>
                </a:cubicBezTo>
                <a:lnTo>
                  <a:pt x="2048" y="8782"/>
                </a:lnTo>
                <a:lnTo>
                  <a:pt x="2048" y="11366"/>
                </a:lnTo>
                <a:cubicBezTo>
                  <a:pt x="2048" y="11555"/>
                  <a:pt x="2206" y="11712"/>
                  <a:pt x="2426" y="11712"/>
                </a:cubicBezTo>
                <a:lnTo>
                  <a:pt x="5829" y="11712"/>
                </a:lnTo>
                <a:cubicBezTo>
                  <a:pt x="6018" y="11712"/>
                  <a:pt x="6207" y="11555"/>
                  <a:pt x="6207" y="11366"/>
                </a:cubicBezTo>
                <a:lnTo>
                  <a:pt x="6207" y="10956"/>
                </a:lnTo>
                <a:lnTo>
                  <a:pt x="7215" y="10956"/>
                </a:lnTo>
                <a:cubicBezTo>
                  <a:pt x="7877" y="10956"/>
                  <a:pt x="8475" y="10704"/>
                  <a:pt x="8948" y="10232"/>
                </a:cubicBezTo>
                <a:cubicBezTo>
                  <a:pt x="9074" y="10263"/>
                  <a:pt x="9137" y="10263"/>
                  <a:pt x="9263" y="10263"/>
                </a:cubicBezTo>
                <a:cubicBezTo>
                  <a:pt x="9830" y="10263"/>
                  <a:pt x="10302" y="9791"/>
                  <a:pt x="10302" y="9223"/>
                </a:cubicBezTo>
                <a:cubicBezTo>
                  <a:pt x="10302" y="8814"/>
                  <a:pt x="10019" y="8404"/>
                  <a:pt x="9609" y="8247"/>
                </a:cubicBezTo>
                <a:lnTo>
                  <a:pt x="9609" y="7491"/>
                </a:lnTo>
                <a:cubicBezTo>
                  <a:pt x="9924" y="7459"/>
                  <a:pt x="10239" y="7302"/>
                  <a:pt x="10397" y="7018"/>
                </a:cubicBezTo>
                <a:cubicBezTo>
                  <a:pt x="10617" y="6703"/>
                  <a:pt x="10617" y="6356"/>
                  <a:pt x="10460" y="6041"/>
                </a:cubicBezTo>
                <a:lnTo>
                  <a:pt x="9609" y="4403"/>
                </a:lnTo>
                <a:lnTo>
                  <a:pt x="9609" y="3332"/>
                </a:lnTo>
                <a:lnTo>
                  <a:pt x="10617" y="2355"/>
                </a:lnTo>
                <a:cubicBezTo>
                  <a:pt x="11153" y="1788"/>
                  <a:pt x="11153" y="938"/>
                  <a:pt x="10617" y="402"/>
                </a:cubicBezTo>
                <a:cubicBezTo>
                  <a:pt x="10334" y="134"/>
                  <a:pt x="9979" y="0"/>
                  <a:pt x="9629"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83" name="Google Shape;8942;p69">
            <a:extLst>
              <a:ext uri="{FF2B5EF4-FFF2-40B4-BE49-F238E27FC236}">
                <a16:creationId xmlns:a16="http://schemas.microsoft.com/office/drawing/2014/main" id="{F1B3C6FA-796B-5872-660D-584261CD4BE1}"/>
              </a:ext>
            </a:extLst>
          </p:cNvPr>
          <p:cNvGrpSpPr/>
          <p:nvPr/>
        </p:nvGrpSpPr>
        <p:grpSpPr>
          <a:xfrm>
            <a:off x="9876678" y="5088636"/>
            <a:ext cx="914429" cy="919291"/>
            <a:chOff x="-33314675" y="2275050"/>
            <a:chExt cx="291450" cy="293000"/>
          </a:xfrm>
          <a:solidFill>
            <a:srgbClr val="555559"/>
          </a:solidFill>
        </p:grpSpPr>
        <p:sp>
          <p:nvSpPr>
            <p:cNvPr id="1884" name="Google Shape;8943;p69">
              <a:extLst>
                <a:ext uri="{FF2B5EF4-FFF2-40B4-BE49-F238E27FC236}">
                  <a16:creationId xmlns:a16="http://schemas.microsoft.com/office/drawing/2014/main" id="{B82DDAAD-F663-494A-B054-616833E83A13}"/>
                </a:ext>
              </a:extLst>
            </p:cNvPr>
            <p:cNvSpPr/>
            <p:nvPr/>
          </p:nvSpPr>
          <p:spPr>
            <a:xfrm>
              <a:off x="-33143750" y="2275050"/>
              <a:ext cx="120525" cy="120525"/>
            </a:xfrm>
            <a:custGeom>
              <a:avLst/>
              <a:gdLst/>
              <a:ahLst/>
              <a:cxnLst/>
              <a:rect l="l" t="t" r="r" b="b"/>
              <a:pathLst>
                <a:path w="4821" h="4821" extrusionOk="0">
                  <a:moveTo>
                    <a:pt x="2426" y="725"/>
                  </a:moveTo>
                  <a:cubicBezTo>
                    <a:pt x="3371" y="725"/>
                    <a:pt x="4096" y="1512"/>
                    <a:pt x="4096" y="2458"/>
                  </a:cubicBezTo>
                  <a:cubicBezTo>
                    <a:pt x="4159" y="3403"/>
                    <a:pt x="3371" y="4159"/>
                    <a:pt x="2426" y="4159"/>
                  </a:cubicBezTo>
                  <a:cubicBezTo>
                    <a:pt x="1481" y="4159"/>
                    <a:pt x="725" y="3403"/>
                    <a:pt x="725" y="2458"/>
                  </a:cubicBezTo>
                  <a:cubicBezTo>
                    <a:pt x="725" y="1512"/>
                    <a:pt x="1481" y="725"/>
                    <a:pt x="2426" y="725"/>
                  </a:cubicBezTo>
                  <a:close/>
                  <a:moveTo>
                    <a:pt x="2426" y="0"/>
                  </a:moveTo>
                  <a:cubicBezTo>
                    <a:pt x="1071" y="0"/>
                    <a:pt x="0" y="1103"/>
                    <a:pt x="0" y="2426"/>
                  </a:cubicBezTo>
                  <a:cubicBezTo>
                    <a:pt x="0" y="3749"/>
                    <a:pt x="1071" y="4820"/>
                    <a:pt x="2426" y="4820"/>
                  </a:cubicBezTo>
                  <a:cubicBezTo>
                    <a:pt x="3749" y="4820"/>
                    <a:pt x="4821" y="3749"/>
                    <a:pt x="4821" y="2426"/>
                  </a:cubicBezTo>
                  <a:cubicBezTo>
                    <a:pt x="4821" y="1103"/>
                    <a:pt x="3749" y="0"/>
                    <a:pt x="242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8944;p69">
              <a:extLst>
                <a:ext uri="{FF2B5EF4-FFF2-40B4-BE49-F238E27FC236}">
                  <a16:creationId xmlns:a16="http://schemas.microsoft.com/office/drawing/2014/main" id="{49F8AB79-BCA5-4FB7-434F-D9DD27FD0AD9}"/>
                </a:ext>
              </a:extLst>
            </p:cNvPr>
            <p:cNvSpPr/>
            <p:nvPr/>
          </p:nvSpPr>
          <p:spPr>
            <a:xfrm>
              <a:off x="-33093350" y="2309700"/>
              <a:ext cx="35475" cy="34675"/>
            </a:xfrm>
            <a:custGeom>
              <a:avLst/>
              <a:gdLst/>
              <a:ahLst/>
              <a:cxnLst/>
              <a:rect l="l" t="t" r="r" b="b"/>
              <a:pathLst>
                <a:path w="1419" h="1387" extrusionOk="0">
                  <a:moveTo>
                    <a:pt x="347" y="0"/>
                  </a:moveTo>
                  <a:cubicBezTo>
                    <a:pt x="158" y="0"/>
                    <a:pt x="1" y="158"/>
                    <a:pt x="1" y="347"/>
                  </a:cubicBezTo>
                  <a:lnTo>
                    <a:pt x="1" y="1009"/>
                  </a:lnTo>
                  <a:cubicBezTo>
                    <a:pt x="1" y="1229"/>
                    <a:pt x="158" y="1387"/>
                    <a:pt x="347" y="1387"/>
                  </a:cubicBezTo>
                  <a:lnTo>
                    <a:pt x="1040" y="1387"/>
                  </a:lnTo>
                  <a:cubicBezTo>
                    <a:pt x="1229" y="1387"/>
                    <a:pt x="1387" y="1229"/>
                    <a:pt x="1387" y="1009"/>
                  </a:cubicBezTo>
                  <a:cubicBezTo>
                    <a:pt x="1418" y="883"/>
                    <a:pt x="1261" y="694"/>
                    <a:pt x="1072" y="694"/>
                  </a:cubicBezTo>
                  <a:lnTo>
                    <a:pt x="725" y="694"/>
                  </a:lnTo>
                  <a:lnTo>
                    <a:pt x="725" y="347"/>
                  </a:lnTo>
                  <a:cubicBezTo>
                    <a:pt x="725" y="158"/>
                    <a:pt x="568"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8945;p69">
              <a:extLst>
                <a:ext uri="{FF2B5EF4-FFF2-40B4-BE49-F238E27FC236}">
                  <a16:creationId xmlns:a16="http://schemas.microsoft.com/office/drawing/2014/main" id="{70175AB9-2502-4816-110E-ED26F4C81636}"/>
                </a:ext>
              </a:extLst>
            </p:cNvPr>
            <p:cNvSpPr/>
            <p:nvPr/>
          </p:nvSpPr>
          <p:spPr>
            <a:xfrm>
              <a:off x="-33314675" y="2328600"/>
              <a:ext cx="239475" cy="239450"/>
            </a:xfrm>
            <a:custGeom>
              <a:avLst/>
              <a:gdLst/>
              <a:ahLst/>
              <a:cxnLst/>
              <a:rect l="l" t="t" r="r" b="b"/>
              <a:pathLst>
                <a:path w="9579" h="9578" extrusionOk="0">
                  <a:moveTo>
                    <a:pt x="3057" y="631"/>
                  </a:moveTo>
                  <a:cubicBezTo>
                    <a:pt x="3624" y="631"/>
                    <a:pt x="4096" y="1103"/>
                    <a:pt x="4096" y="1639"/>
                  </a:cubicBezTo>
                  <a:cubicBezTo>
                    <a:pt x="4096" y="2206"/>
                    <a:pt x="3624" y="2678"/>
                    <a:pt x="3057" y="2678"/>
                  </a:cubicBezTo>
                  <a:cubicBezTo>
                    <a:pt x="2521" y="2678"/>
                    <a:pt x="2049" y="2206"/>
                    <a:pt x="2049" y="1639"/>
                  </a:cubicBezTo>
                  <a:cubicBezTo>
                    <a:pt x="2049" y="1103"/>
                    <a:pt x="2490" y="631"/>
                    <a:pt x="3057" y="631"/>
                  </a:cubicBezTo>
                  <a:close/>
                  <a:moveTo>
                    <a:pt x="3063" y="3369"/>
                  </a:moveTo>
                  <a:cubicBezTo>
                    <a:pt x="3690" y="3369"/>
                    <a:pt x="4308" y="3646"/>
                    <a:pt x="4726" y="4065"/>
                  </a:cubicBezTo>
                  <a:lnTo>
                    <a:pt x="4411" y="4065"/>
                  </a:lnTo>
                  <a:cubicBezTo>
                    <a:pt x="3844" y="4065"/>
                    <a:pt x="3372" y="4506"/>
                    <a:pt x="3372" y="5073"/>
                  </a:cubicBezTo>
                  <a:lnTo>
                    <a:pt x="3372" y="6774"/>
                  </a:lnTo>
                  <a:lnTo>
                    <a:pt x="662" y="6774"/>
                  </a:lnTo>
                  <a:lnTo>
                    <a:pt x="662" y="5892"/>
                  </a:lnTo>
                  <a:cubicBezTo>
                    <a:pt x="662" y="4569"/>
                    <a:pt x="1702" y="3435"/>
                    <a:pt x="2962" y="3372"/>
                  </a:cubicBezTo>
                  <a:cubicBezTo>
                    <a:pt x="2996" y="3370"/>
                    <a:pt x="3029" y="3369"/>
                    <a:pt x="3063" y="3369"/>
                  </a:cubicBezTo>
                  <a:close/>
                  <a:moveTo>
                    <a:pt x="7215" y="4726"/>
                  </a:moveTo>
                  <a:cubicBezTo>
                    <a:pt x="7373" y="4726"/>
                    <a:pt x="7530" y="4884"/>
                    <a:pt x="7530" y="5073"/>
                  </a:cubicBezTo>
                  <a:lnTo>
                    <a:pt x="7530" y="6774"/>
                  </a:lnTo>
                  <a:lnTo>
                    <a:pt x="4096" y="6774"/>
                  </a:lnTo>
                  <a:lnTo>
                    <a:pt x="4096" y="5073"/>
                  </a:lnTo>
                  <a:cubicBezTo>
                    <a:pt x="4096" y="4884"/>
                    <a:pt x="4254" y="4726"/>
                    <a:pt x="4443" y="4726"/>
                  </a:cubicBezTo>
                  <a:close/>
                  <a:moveTo>
                    <a:pt x="8586" y="7495"/>
                  </a:moveTo>
                  <a:cubicBezTo>
                    <a:pt x="8753" y="7495"/>
                    <a:pt x="8885" y="7644"/>
                    <a:pt x="8885" y="7845"/>
                  </a:cubicBezTo>
                  <a:lnTo>
                    <a:pt x="8885" y="8885"/>
                  </a:lnTo>
                  <a:lnTo>
                    <a:pt x="662" y="8885"/>
                  </a:lnTo>
                  <a:lnTo>
                    <a:pt x="662" y="7499"/>
                  </a:lnTo>
                  <a:lnTo>
                    <a:pt x="8539" y="7499"/>
                  </a:lnTo>
                  <a:cubicBezTo>
                    <a:pt x="8555" y="7496"/>
                    <a:pt x="8571" y="7495"/>
                    <a:pt x="8586" y="7495"/>
                  </a:cubicBezTo>
                  <a:close/>
                  <a:moveTo>
                    <a:pt x="3057" y="1"/>
                  </a:moveTo>
                  <a:cubicBezTo>
                    <a:pt x="2112" y="1"/>
                    <a:pt x="1387" y="725"/>
                    <a:pt x="1387" y="1702"/>
                  </a:cubicBezTo>
                  <a:cubicBezTo>
                    <a:pt x="1387" y="2206"/>
                    <a:pt x="1576" y="2647"/>
                    <a:pt x="1923" y="2930"/>
                  </a:cubicBezTo>
                  <a:cubicBezTo>
                    <a:pt x="820" y="3403"/>
                    <a:pt x="1" y="4600"/>
                    <a:pt x="1" y="5923"/>
                  </a:cubicBezTo>
                  <a:lnTo>
                    <a:pt x="1" y="9263"/>
                  </a:lnTo>
                  <a:cubicBezTo>
                    <a:pt x="1" y="9420"/>
                    <a:pt x="127" y="9578"/>
                    <a:pt x="316" y="9578"/>
                  </a:cubicBezTo>
                  <a:lnTo>
                    <a:pt x="9200" y="9578"/>
                  </a:lnTo>
                  <a:cubicBezTo>
                    <a:pt x="9421" y="9578"/>
                    <a:pt x="9578" y="9420"/>
                    <a:pt x="9578" y="9200"/>
                  </a:cubicBezTo>
                  <a:lnTo>
                    <a:pt x="9578" y="7845"/>
                  </a:lnTo>
                  <a:cubicBezTo>
                    <a:pt x="9578" y="7278"/>
                    <a:pt x="9106" y="6806"/>
                    <a:pt x="8539" y="6806"/>
                  </a:cubicBezTo>
                  <a:lnTo>
                    <a:pt x="8192" y="6806"/>
                  </a:lnTo>
                  <a:lnTo>
                    <a:pt x="8192" y="5104"/>
                  </a:lnTo>
                  <a:cubicBezTo>
                    <a:pt x="8192" y="4569"/>
                    <a:pt x="7719" y="4096"/>
                    <a:pt x="7152" y="4096"/>
                  </a:cubicBezTo>
                  <a:lnTo>
                    <a:pt x="5577" y="4096"/>
                  </a:lnTo>
                  <a:cubicBezTo>
                    <a:pt x="5231" y="3561"/>
                    <a:pt x="4758" y="3183"/>
                    <a:pt x="4222" y="2930"/>
                  </a:cubicBezTo>
                  <a:cubicBezTo>
                    <a:pt x="4569" y="2615"/>
                    <a:pt x="4758" y="2206"/>
                    <a:pt x="4758" y="1702"/>
                  </a:cubicBezTo>
                  <a:cubicBezTo>
                    <a:pt x="4758" y="725"/>
                    <a:pt x="4002" y="1"/>
                    <a:pt x="305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87" name="Google Shape;8946;p69">
            <a:extLst>
              <a:ext uri="{FF2B5EF4-FFF2-40B4-BE49-F238E27FC236}">
                <a16:creationId xmlns:a16="http://schemas.microsoft.com/office/drawing/2014/main" id="{0E551370-34CC-C395-BE30-8CC636E236B9}"/>
              </a:ext>
            </a:extLst>
          </p:cNvPr>
          <p:cNvSpPr/>
          <p:nvPr/>
        </p:nvSpPr>
        <p:spPr>
          <a:xfrm>
            <a:off x="9868285" y="6167598"/>
            <a:ext cx="921801" cy="921881"/>
          </a:xfrm>
          <a:custGeom>
            <a:avLst/>
            <a:gdLst/>
            <a:ahLst/>
            <a:cxnLst/>
            <a:rect l="l" t="t" r="r" b="b"/>
            <a:pathLst>
              <a:path w="11752" h="11753" extrusionOk="0">
                <a:moveTo>
                  <a:pt x="9672" y="725"/>
                </a:moveTo>
                <a:lnTo>
                  <a:pt x="9672" y="4191"/>
                </a:lnTo>
                <a:cubicBezTo>
                  <a:pt x="9546" y="4160"/>
                  <a:pt x="9420" y="4160"/>
                  <a:pt x="9294" y="4160"/>
                </a:cubicBezTo>
                <a:cubicBezTo>
                  <a:pt x="9200" y="4160"/>
                  <a:pt x="9074" y="4191"/>
                  <a:pt x="8948" y="4223"/>
                </a:cubicBezTo>
                <a:lnTo>
                  <a:pt x="8948" y="3844"/>
                </a:lnTo>
                <a:cubicBezTo>
                  <a:pt x="8948" y="3277"/>
                  <a:pt x="8475" y="2805"/>
                  <a:pt x="7939" y="2805"/>
                </a:cubicBezTo>
                <a:cubicBezTo>
                  <a:pt x="7813" y="2805"/>
                  <a:pt x="7687" y="2836"/>
                  <a:pt x="7561" y="2836"/>
                </a:cubicBezTo>
                <a:lnTo>
                  <a:pt x="7561" y="2458"/>
                </a:lnTo>
                <a:cubicBezTo>
                  <a:pt x="7561" y="1891"/>
                  <a:pt x="7089" y="1419"/>
                  <a:pt x="6553" y="1419"/>
                </a:cubicBezTo>
                <a:cubicBezTo>
                  <a:pt x="6427" y="1419"/>
                  <a:pt x="6364" y="1419"/>
                  <a:pt x="6238" y="1482"/>
                </a:cubicBezTo>
                <a:cubicBezTo>
                  <a:pt x="6427" y="1041"/>
                  <a:pt x="6837" y="725"/>
                  <a:pt x="7246" y="725"/>
                </a:cubicBezTo>
                <a:close/>
                <a:moveTo>
                  <a:pt x="11090" y="1419"/>
                </a:moveTo>
                <a:lnTo>
                  <a:pt x="11090" y="4884"/>
                </a:lnTo>
                <a:cubicBezTo>
                  <a:pt x="10964" y="4853"/>
                  <a:pt x="10838" y="4853"/>
                  <a:pt x="10712" y="4853"/>
                </a:cubicBezTo>
                <a:cubicBezTo>
                  <a:pt x="10617" y="4853"/>
                  <a:pt x="10491" y="4884"/>
                  <a:pt x="10365" y="4884"/>
                </a:cubicBezTo>
                <a:lnTo>
                  <a:pt x="10365" y="1419"/>
                </a:lnTo>
                <a:close/>
                <a:moveTo>
                  <a:pt x="4537" y="725"/>
                </a:moveTo>
                <a:cubicBezTo>
                  <a:pt x="5104" y="725"/>
                  <a:pt x="5577" y="1198"/>
                  <a:pt x="5577" y="1734"/>
                </a:cubicBezTo>
                <a:lnTo>
                  <a:pt x="5577" y="5010"/>
                </a:lnTo>
                <a:lnTo>
                  <a:pt x="4474" y="6113"/>
                </a:lnTo>
                <a:cubicBezTo>
                  <a:pt x="4253" y="6302"/>
                  <a:pt x="4096" y="6585"/>
                  <a:pt x="4033" y="6869"/>
                </a:cubicBezTo>
                <a:lnTo>
                  <a:pt x="2143" y="6869"/>
                </a:lnTo>
                <a:lnTo>
                  <a:pt x="2143" y="725"/>
                </a:lnTo>
                <a:close/>
                <a:moveTo>
                  <a:pt x="1418" y="1419"/>
                </a:moveTo>
                <a:lnTo>
                  <a:pt x="1418" y="7247"/>
                </a:lnTo>
                <a:cubicBezTo>
                  <a:pt x="1418" y="7468"/>
                  <a:pt x="1575" y="7625"/>
                  <a:pt x="1796" y="7625"/>
                </a:cubicBezTo>
                <a:lnTo>
                  <a:pt x="3938" y="7625"/>
                </a:lnTo>
                <a:cubicBezTo>
                  <a:pt x="4001" y="7846"/>
                  <a:pt x="4064" y="8098"/>
                  <a:pt x="4190" y="8287"/>
                </a:cubicBezTo>
                <a:lnTo>
                  <a:pt x="725" y="8287"/>
                </a:lnTo>
                <a:lnTo>
                  <a:pt x="725" y="1419"/>
                </a:lnTo>
                <a:close/>
                <a:moveTo>
                  <a:pt x="6648" y="2112"/>
                </a:moveTo>
                <a:cubicBezTo>
                  <a:pt x="6837" y="2112"/>
                  <a:pt x="6994" y="2269"/>
                  <a:pt x="6994" y="2458"/>
                </a:cubicBezTo>
                <a:lnTo>
                  <a:pt x="6994" y="6554"/>
                </a:lnTo>
                <a:cubicBezTo>
                  <a:pt x="6994" y="6743"/>
                  <a:pt x="7152" y="6900"/>
                  <a:pt x="7341" y="6900"/>
                </a:cubicBezTo>
                <a:cubicBezTo>
                  <a:pt x="7530" y="6900"/>
                  <a:pt x="7687" y="6743"/>
                  <a:pt x="7687" y="6554"/>
                </a:cubicBezTo>
                <a:lnTo>
                  <a:pt x="7687" y="3844"/>
                </a:lnTo>
                <a:cubicBezTo>
                  <a:pt x="7687" y="3624"/>
                  <a:pt x="7845" y="3466"/>
                  <a:pt x="8065" y="3466"/>
                </a:cubicBezTo>
                <a:cubicBezTo>
                  <a:pt x="8254" y="3466"/>
                  <a:pt x="8412" y="3624"/>
                  <a:pt x="8412" y="3844"/>
                </a:cubicBezTo>
                <a:lnTo>
                  <a:pt x="8412" y="6554"/>
                </a:lnTo>
                <a:cubicBezTo>
                  <a:pt x="8412" y="6743"/>
                  <a:pt x="8570" y="6900"/>
                  <a:pt x="8759" y="6900"/>
                </a:cubicBezTo>
                <a:cubicBezTo>
                  <a:pt x="8948" y="6900"/>
                  <a:pt x="9105" y="6743"/>
                  <a:pt x="9105" y="6554"/>
                </a:cubicBezTo>
                <a:lnTo>
                  <a:pt x="9105" y="5168"/>
                </a:lnTo>
                <a:cubicBezTo>
                  <a:pt x="9105" y="4979"/>
                  <a:pt x="9263" y="4821"/>
                  <a:pt x="9483" y="4821"/>
                </a:cubicBezTo>
                <a:cubicBezTo>
                  <a:pt x="9672" y="4821"/>
                  <a:pt x="9830" y="4979"/>
                  <a:pt x="9830" y="5168"/>
                </a:cubicBezTo>
                <a:lnTo>
                  <a:pt x="9830" y="6554"/>
                </a:lnTo>
                <a:cubicBezTo>
                  <a:pt x="9830" y="6743"/>
                  <a:pt x="9987" y="6900"/>
                  <a:pt x="10176" y="6900"/>
                </a:cubicBezTo>
                <a:cubicBezTo>
                  <a:pt x="10365" y="6900"/>
                  <a:pt x="10523" y="6743"/>
                  <a:pt x="10523" y="6554"/>
                </a:cubicBezTo>
                <a:lnTo>
                  <a:pt x="10523" y="5892"/>
                </a:lnTo>
                <a:cubicBezTo>
                  <a:pt x="10523" y="5672"/>
                  <a:pt x="10680" y="5514"/>
                  <a:pt x="10901" y="5514"/>
                </a:cubicBezTo>
                <a:cubicBezTo>
                  <a:pt x="11090" y="5514"/>
                  <a:pt x="11247" y="5672"/>
                  <a:pt x="11247" y="5892"/>
                </a:cubicBezTo>
                <a:cubicBezTo>
                  <a:pt x="11090" y="5955"/>
                  <a:pt x="11090" y="8633"/>
                  <a:pt x="11090" y="8791"/>
                </a:cubicBezTo>
                <a:cubicBezTo>
                  <a:pt x="11090" y="9043"/>
                  <a:pt x="10995" y="9232"/>
                  <a:pt x="10838" y="9389"/>
                </a:cubicBezTo>
                <a:cubicBezTo>
                  <a:pt x="10586" y="9673"/>
                  <a:pt x="10397" y="10051"/>
                  <a:pt x="10397" y="10460"/>
                </a:cubicBezTo>
                <a:lnTo>
                  <a:pt x="10397" y="11028"/>
                </a:lnTo>
                <a:lnTo>
                  <a:pt x="6270" y="11028"/>
                </a:lnTo>
                <a:lnTo>
                  <a:pt x="6270" y="10397"/>
                </a:lnTo>
                <a:cubicBezTo>
                  <a:pt x="6270" y="10051"/>
                  <a:pt x="6144" y="9673"/>
                  <a:pt x="5923" y="9389"/>
                </a:cubicBezTo>
                <a:lnTo>
                  <a:pt x="4852" y="7972"/>
                </a:lnTo>
                <a:cubicBezTo>
                  <a:pt x="4537" y="7562"/>
                  <a:pt x="4600" y="6995"/>
                  <a:pt x="4946" y="6617"/>
                </a:cubicBezTo>
                <a:lnTo>
                  <a:pt x="5577" y="5987"/>
                </a:lnTo>
                <a:lnTo>
                  <a:pt x="5577" y="6554"/>
                </a:lnTo>
                <a:cubicBezTo>
                  <a:pt x="5577" y="6743"/>
                  <a:pt x="5734" y="6900"/>
                  <a:pt x="5923" y="6900"/>
                </a:cubicBezTo>
                <a:cubicBezTo>
                  <a:pt x="6112" y="6900"/>
                  <a:pt x="6270" y="6743"/>
                  <a:pt x="6270" y="6554"/>
                </a:cubicBezTo>
                <a:lnTo>
                  <a:pt x="6270" y="2458"/>
                </a:lnTo>
                <a:cubicBezTo>
                  <a:pt x="6270" y="2269"/>
                  <a:pt x="6427" y="2112"/>
                  <a:pt x="6648" y="2112"/>
                </a:cubicBezTo>
                <a:close/>
                <a:moveTo>
                  <a:pt x="1733" y="1"/>
                </a:moveTo>
                <a:cubicBezTo>
                  <a:pt x="1544" y="1"/>
                  <a:pt x="1386" y="158"/>
                  <a:pt x="1386" y="379"/>
                </a:cubicBezTo>
                <a:lnTo>
                  <a:pt x="1386" y="725"/>
                </a:lnTo>
                <a:lnTo>
                  <a:pt x="378" y="725"/>
                </a:lnTo>
                <a:cubicBezTo>
                  <a:pt x="158" y="725"/>
                  <a:pt x="0" y="883"/>
                  <a:pt x="0" y="1072"/>
                </a:cubicBezTo>
                <a:lnTo>
                  <a:pt x="0" y="8602"/>
                </a:lnTo>
                <a:cubicBezTo>
                  <a:pt x="0" y="8791"/>
                  <a:pt x="158" y="8948"/>
                  <a:pt x="378" y="8948"/>
                </a:cubicBezTo>
                <a:lnTo>
                  <a:pt x="4663" y="8948"/>
                </a:lnTo>
                <a:lnTo>
                  <a:pt x="5293" y="9830"/>
                </a:lnTo>
                <a:cubicBezTo>
                  <a:pt x="5419" y="9988"/>
                  <a:pt x="5482" y="10208"/>
                  <a:pt x="5482" y="10460"/>
                </a:cubicBezTo>
                <a:lnTo>
                  <a:pt x="5482" y="11406"/>
                </a:lnTo>
                <a:cubicBezTo>
                  <a:pt x="5482" y="11595"/>
                  <a:pt x="5640" y="11752"/>
                  <a:pt x="5829" y="11752"/>
                </a:cubicBezTo>
                <a:lnTo>
                  <a:pt x="10649" y="11752"/>
                </a:lnTo>
                <a:cubicBezTo>
                  <a:pt x="10838" y="11752"/>
                  <a:pt x="10995" y="11595"/>
                  <a:pt x="10995" y="11406"/>
                </a:cubicBezTo>
                <a:lnTo>
                  <a:pt x="10995" y="10460"/>
                </a:lnTo>
                <a:cubicBezTo>
                  <a:pt x="10995" y="10208"/>
                  <a:pt x="11090" y="10019"/>
                  <a:pt x="11247" y="9862"/>
                </a:cubicBezTo>
                <a:cubicBezTo>
                  <a:pt x="11500" y="9578"/>
                  <a:pt x="11657" y="9200"/>
                  <a:pt x="11657" y="8791"/>
                </a:cubicBezTo>
                <a:lnTo>
                  <a:pt x="11657" y="1072"/>
                </a:lnTo>
                <a:cubicBezTo>
                  <a:pt x="11752" y="883"/>
                  <a:pt x="11594" y="725"/>
                  <a:pt x="11405" y="725"/>
                </a:cubicBezTo>
                <a:lnTo>
                  <a:pt x="10365" y="725"/>
                </a:lnTo>
                <a:lnTo>
                  <a:pt x="10365" y="379"/>
                </a:lnTo>
                <a:cubicBezTo>
                  <a:pt x="10365" y="158"/>
                  <a:pt x="10208" y="1"/>
                  <a:pt x="10019" y="1"/>
                </a:cubicBezTo>
                <a:lnTo>
                  <a:pt x="7246" y="1"/>
                </a:lnTo>
                <a:cubicBezTo>
                  <a:pt x="6711" y="1"/>
                  <a:pt x="6207" y="284"/>
                  <a:pt x="5892" y="662"/>
                </a:cubicBezTo>
                <a:cubicBezTo>
                  <a:pt x="5577" y="253"/>
                  <a:pt x="5041" y="1"/>
                  <a:pt x="4505"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88" name="Google Shape;8947;p69">
            <a:extLst>
              <a:ext uri="{FF2B5EF4-FFF2-40B4-BE49-F238E27FC236}">
                <a16:creationId xmlns:a16="http://schemas.microsoft.com/office/drawing/2014/main" id="{4E6D2A17-9E2A-A05D-8F99-139162C363B3}"/>
              </a:ext>
            </a:extLst>
          </p:cNvPr>
          <p:cNvGrpSpPr/>
          <p:nvPr/>
        </p:nvGrpSpPr>
        <p:grpSpPr>
          <a:xfrm>
            <a:off x="15655544" y="3924692"/>
            <a:ext cx="914429" cy="914350"/>
            <a:chOff x="-31523625" y="1939525"/>
            <a:chExt cx="291450" cy="291425"/>
          </a:xfrm>
          <a:solidFill>
            <a:srgbClr val="555559"/>
          </a:solidFill>
        </p:grpSpPr>
        <p:sp>
          <p:nvSpPr>
            <p:cNvPr id="1889" name="Google Shape;8948;p69">
              <a:extLst>
                <a:ext uri="{FF2B5EF4-FFF2-40B4-BE49-F238E27FC236}">
                  <a16:creationId xmlns:a16="http://schemas.microsoft.com/office/drawing/2014/main" id="{0E7F6AA1-B6C5-FFAE-09A5-D3FEBED33A0C}"/>
                </a:ext>
              </a:extLst>
            </p:cNvPr>
            <p:cNvSpPr/>
            <p:nvPr/>
          </p:nvSpPr>
          <p:spPr>
            <a:xfrm>
              <a:off x="-31523625" y="1939525"/>
              <a:ext cx="291450" cy="291425"/>
            </a:xfrm>
            <a:custGeom>
              <a:avLst/>
              <a:gdLst/>
              <a:ahLst/>
              <a:cxnLst/>
              <a:rect l="l" t="t" r="r" b="b"/>
              <a:pathLst>
                <a:path w="11658" h="11657" extrusionOk="0">
                  <a:moveTo>
                    <a:pt x="2269" y="756"/>
                  </a:moveTo>
                  <a:cubicBezTo>
                    <a:pt x="2899" y="756"/>
                    <a:pt x="3372" y="1260"/>
                    <a:pt x="3372" y="1859"/>
                  </a:cubicBezTo>
                  <a:cubicBezTo>
                    <a:pt x="3372" y="2363"/>
                    <a:pt x="3057" y="2615"/>
                    <a:pt x="2805" y="2867"/>
                  </a:cubicBezTo>
                  <a:cubicBezTo>
                    <a:pt x="2710" y="2962"/>
                    <a:pt x="2679" y="3025"/>
                    <a:pt x="2679" y="3119"/>
                  </a:cubicBezTo>
                  <a:lnTo>
                    <a:pt x="2679" y="7246"/>
                  </a:lnTo>
                  <a:cubicBezTo>
                    <a:pt x="2679" y="7341"/>
                    <a:pt x="2710" y="7435"/>
                    <a:pt x="2805" y="7498"/>
                  </a:cubicBezTo>
                  <a:cubicBezTo>
                    <a:pt x="3057" y="7750"/>
                    <a:pt x="3372" y="8002"/>
                    <a:pt x="3372" y="8506"/>
                  </a:cubicBezTo>
                  <a:cubicBezTo>
                    <a:pt x="3372" y="9137"/>
                    <a:pt x="2868" y="9609"/>
                    <a:pt x="2269" y="9609"/>
                  </a:cubicBezTo>
                  <a:lnTo>
                    <a:pt x="1765" y="9609"/>
                  </a:lnTo>
                  <a:cubicBezTo>
                    <a:pt x="1167" y="9609"/>
                    <a:pt x="663" y="9137"/>
                    <a:pt x="663" y="8506"/>
                  </a:cubicBezTo>
                  <a:cubicBezTo>
                    <a:pt x="663" y="8002"/>
                    <a:pt x="978" y="7750"/>
                    <a:pt x="1261" y="7498"/>
                  </a:cubicBezTo>
                  <a:cubicBezTo>
                    <a:pt x="1324" y="7404"/>
                    <a:pt x="1356" y="7341"/>
                    <a:pt x="1356" y="7246"/>
                  </a:cubicBezTo>
                  <a:lnTo>
                    <a:pt x="1356" y="3119"/>
                  </a:lnTo>
                  <a:cubicBezTo>
                    <a:pt x="1356" y="3025"/>
                    <a:pt x="1324" y="2930"/>
                    <a:pt x="1261" y="2867"/>
                  </a:cubicBezTo>
                  <a:cubicBezTo>
                    <a:pt x="978" y="2615"/>
                    <a:pt x="663" y="2363"/>
                    <a:pt x="663" y="1859"/>
                  </a:cubicBezTo>
                  <a:cubicBezTo>
                    <a:pt x="663" y="1229"/>
                    <a:pt x="1167" y="756"/>
                    <a:pt x="1765" y="756"/>
                  </a:cubicBezTo>
                  <a:close/>
                  <a:moveTo>
                    <a:pt x="10650" y="2048"/>
                  </a:moveTo>
                  <a:cubicBezTo>
                    <a:pt x="10870" y="2048"/>
                    <a:pt x="11028" y="2205"/>
                    <a:pt x="11028" y="2395"/>
                  </a:cubicBezTo>
                  <a:lnTo>
                    <a:pt x="11028" y="9294"/>
                  </a:lnTo>
                  <a:lnTo>
                    <a:pt x="10965" y="9294"/>
                  </a:lnTo>
                  <a:cubicBezTo>
                    <a:pt x="10965" y="9483"/>
                    <a:pt x="10807" y="9641"/>
                    <a:pt x="10618" y="9641"/>
                  </a:cubicBezTo>
                  <a:lnTo>
                    <a:pt x="3687" y="9641"/>
                  </a:lnTo>
                  <a:cubicBezTo>
                    <a:pt x="3939" y="9326"/>
                    <a:pt x="4097" y="8948"/>
                    <a:pt x="4097" y="8538"/>
                  </a:cubicBezTo>
                  <a:cubicBezTo>
                    <a:pt x="4097" y="8065"/>
                    <a:pt x="3876" y="7593"/>
                    <a:pt x="3561" y="7278"/>
                  </a:cubicBezTo>
                  <a:lnTo>
                    <a:pt x="3404" y="7120"/>
                  </a:lnTo>
                  <a:lnTo>
                    <a:pt x="3404" y="3245"/>
                  </a:lnTo>
                  <a:cubicBezTo>
                    <a:pt x="3624" y="3025"/>
                    <a:pt x="4002" y="2710"/>
                    <a:pt x="4097" y="2048"/>
                  </a:cubicBezTo>
                  <a:close/>
                  <a:moveTo>
                    <a:pt x="4758" y="10334"/>
                  </a:moveTo>
                  <a:lnTo>
                    <a:pt x="4758" y="10649"/>
                  </a:lnTo>
                  <a:cubicBezTo>
                    <a:pt x="4758" y="10838"/>
                    <a:pt x="4601" y="10995"/>
                    <a:pt x="4412" y="10995"/>
                  </a:cubicBezTo>
                  <a:lnTo>
                    <a:pt x="2710" y="10995"/>
                  </a:lnTo>
                  <a:cubicBezTo>
                    <a:pt x="2521" y="10995"/>
                    <a:pt x="2364" y="10838"/>
                    <a:pt x="2364" y="10649"/>
                  </a:cubicBezTo>
                  <a:lnTo>
                    <a:pt x="2364" y="10334"/>
                  </a:lnTo>
                  <a:close/>
                  <a:moveTo>
                    <a:pt x="1797" y="0"/>
                  </a:moveTo>
                  <a:cubicBezTo>
                    <a:pt x="820" y="0"/>
                    <a:pt x="1" y="788"/>
                    <a:pt x="1" y="1827"/>
                  </a:cubicBezTo>
                  <a:cubicBezTo>
                    <a:pt x="1" y="2300"/>
                    <a:pt x="190" y="2773"/>
                    <a:pt x="505" y="3088"/>
                  </a:cubicBezTo>
                  <a:lnTo>
                    <a:pt x="663" y="3245"/>
                  </a:lnTo>
                  <a:lnTo>
                    <a:pt x="663" y="7089"/>
                  </a:lnTo>
                  <a:cubicBezTo>
                    <a:pt x="474" y="7278"/>
                    <a:pt x="1" y="7719"/>
                    <a:pt x="1" y="8506"/>
                  </a:cubicBezTo>
                  <a:cubicBezTo>
                    <a:pt x="1" y="9452"/>
                    <a:pt x="694" y="10208"/>
                    <a:pt x="1639" y="10271"/>
                  </a:cubicBezTo>
                  <a:lnTo>
                    <a:pt x="1734" y="10271"/>
                  </a:lnTo>
                  <a:lnTo>
                    <a:pt x="1734" y="10649"/>
                  </a:lnTo>
                  <a:cubicBezTo>
                    <a:pt x="1734" y="11184"/>
                    <a:pt x="2206" y="11657"/>
                    <a:pt x="2742" y="11657"/>
                  </a:cubicBezTo>
                  <a:lnTo>
                    <a:pt x="4443" y="11657"/>
                  </a:lnTo>
                  <a:cubicBezTo>
                    <a:pt x="5010" y="11657"/>
                    <a:pt x="5451" y="11184"/>
                    <a:pt x="5451" y="10649"/>
                  </a:cubicBezTo>
                  <a:lnTo>
                    <a:pt x="5451" y="10334"/>
                  </a:lnTo>
                  <a:lnTo>
                    <a:pt x="10618" y="10334"/>
                  </a:lnTo>
                  <a:cubicBezTo>
                    <a:pt x="11185" y="10334"/>
                    <a:pt x="11658" y="9861"/>
                    <a:pt x="11658" y="9294"/>
                  </a:cubicBezTo>
                  <a:lnTo>
                    <a:pt x="11658" y="2395"/>
                  </a:lnTo>
                  <a:cubicBezTo>
                    <a:pt x="11658" y="1827"/>
                    <a:pt x="11185" y="1386"/>
                    <a:pt x="10618" y="1386"/>
                  </a:cubicBezTo>
                  <a:lnTo>
                    <a:pt x="4034" y="1386"/>
                  </a:lnTo>
                  <a:cubicBezTo>
                    <a:pt x="3845" y="599"/>
                    <a:pt x="3151" y="0"/>
                    <a:pt x="230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8949;p69">
              <a:extLst>
                <a:ext uri="{FF2B5EF4-FFF2-40B4-BE49-F238E27FC236}">
                  <a16:creationId xmlns:a16="http://schemas.microsoft.com/office/drawing/2014/main" id="{DBC09349-7BA0-D97B-9848-6708C5BBCE15}"/>
                </a:ext>
              </a:extLst>
            </p:cNvPr>
            <p:cNvSpPr/>
            <p:nvPr/>
          </p:nvSpPr>
          <p:spPr>
            <a:xfrm>
              <a:off x="-31404675" y="2007250"/>
              <a:ext cx="138625" cy="52800"/>
            </a:xfrm>
            <a:custGeom>
              <a:avLst/>
              <a:gdLst/>
              <a:ahLst/>
              <a:cxnLst/>
              <a:rect l="l" t="t" r="r" b="b"/>
              <a:pathLst>
                <a:path w="5545" h="2112" extrusionOk="0">
                  <a:moveTo>
                    <a:pt x="4852" y="725"/>
                  </a:moveTo>
                  <a:lnTo>
                    <a:pt x="4852" y="1418"/>
                  </a:lnTo>
                  <a:lnTo>
                    <a:pt x="693" y="1418"/>
                  </a:lnTo>
                  <a:lnTo>
                    <a:pt x="693" y="725"/>
                  </a:lnTo>
                  <a:close/>
                  <a:moveTo>
                    <a:pt x="347" y="1"/>
                  </a:moveTo>
                  <a:cubicBezTo>
                    <a:pt x="158" y="1"/>
                    <a:pt x="0" y="158"/>
                    <a:pt x="0" y="379"/>
                  </a:cubicBezTo>
                  <a:lnTo>
                    <a:pt x="0" y="1733"/>
                  </a:lnTo>
                  <a:cubicBezTo>
                    <a:pt x="0" y="1954"/>
                    <a:pt x="158" y="2111"/>
                    <a:pt x="347" y="2111"/>
                  </a:cubicBezTo>
                  <a:lnTo>
                    <a:pt x="5199" y="2111"/>
                  </a:lnTo>
                  <a:cubicBezTo>
                    <a:pt x="5388" y="2111"/>
                    <a:pt x="5545" y="1954"/>
                    <a:pt x="5545" y="1733"/>
                  </a:cubicBezTo>
                  <a:lnTo>
                    <a:pt x="5545" y="379"/>
                  </a:lnTo>
                  <a:cubicBezTo>
                    <a:pt x="5514" y="158"/>
                    <a:pt x="5356" y="1"/>
                    <a:pt x="519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8950;p69">
              <a:extLst>
                <a:ext uri="{FF2B5EF4-FFF2-40B4-BE49-F238E27FC236}">
                  <a16:creationId xmlns:a16="http://schemas.microsoft.com/office/drawing/2014/main" id="{7305935C-C13E-C7A1-3543-662FD5EBEA57}"/>
                </a:ext>
              </a:extLst>
            </p:cNvPr>
            <p:cNvSpPr/>
            <p:nvPr/>
          </p:nvSpPr>
          <p:spPr>
            <a:xfrm>
              <a:off x="-31404675" y="2077350"/>
              <a:ext cx="34675" cy="18150"/>
            </a:xfrm>
            <a:custGeom>
              <a:avLst/>
              <a:gdLst/>
              <a:ahLst/>
              <a:cxnLst/>
              <a:rect l="l" t="t" r="r" b="b"/>
              <a:pathLst>
                <a:path w="1387" h="726" extrusionOk="0">
                  <a:moveTo>
                    <a:pt x="347" y="0"/>
                  </a:moveTo>
                  <a:cubicBezTo>
                    <a:pt x="158" y="0"/>
                    <a:pt x="0" y="158"/>
                    <a:pt x="0" y="347"/>
                  </a:cubicBezTo>
                  <a:cubicBezTo>
                    <a:pt x="0" y="568"/>
                    <a:pt x="158" y="725"/>
                    <a:pt x="347" y="725"/>
                  </a:cubicBezTo>
                  <a:lnTo>
                    <a:pt x="1008" y="725"/>
                  </a:lnTo>
                  <a:cubicBezTo>
                    <a:pt x="1229" y="725"/>
                    <a:pt x="1386" y="568"/>
                    <a:pt x="1386" y="347"/>
                  </a:cubicBezTo>
                  <a:cubicBezTo>
                    <a:pt x="1386" y="158"/>
                    <a:pt x="1229" y="0"/>
                    <a:pt x="100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8951;p69">
              <a:extLst>
                <a:ext uri="{FF2B5EF4-FFF2-40B4-BE49-F238E27FC236}">
                  <a16:creationId xmlns:a16="http://schemas.microsoft.com/office/drawing/2014/main" id="{0EE214DC-3B4C-DBBF-084F-5017478A02E3}"/>
                </a:ext>
              </a:extLst>
            </p:cNvPr>
            <p:cNvSpPr/>
            <p:nvPr/>
          </p:nvSpPr>
          <p:spPr>
            <a:xfrm>
              <a:off x="-31353475" y="2077350"/>
              <a:ext cx="35450" cy="18150"/>
            </a:xfrm>
            <a:custGeom>
              <a:avLst/>
              <a:gdLst/>
              <a:ahLst/>
              <a:cxnLst/>
              <a:rect l="l" t="t" r="r" b="b"/>
              <a:pathLst>
                <a:path w="1418" h="726" extrusionOk="0">
                  <a:moveTo>
                    <a:pt x="347" y="0"/>
                  </a:moveTo>
                  <a:cubicBezTo>
                    <a:pt x="158" y="0"/>
                    <a:pt x="0" y="158"/>
                    <a:pt x="0" y="347"/>
                  </a:cubicBezTo>
                  <a:cubicBezTo>
                    <a:pt x="0" y="568"/>
                    <a:pt x="158" y="725"/>
                    <a:pt x="347" y="725"/>
                  </a:cubicBezTo>
                  <a:lnTo>
                    <a:pt x="1071" y="725"/>
                  </a:lnTo>
                  <a:cubicBezTo>
                    <a:pt x="1260" y="725"/>
                    <a:pt x="1418" y="568"/>
                    <a:pt x="1418" y="347"/>
                  </a:cubicBezTo>
                  <a:cubicBezTo>
                    <a:pt x="1418" y="158"/>
                    <a:pt x="1260" y="0"/>
                    <a:pt x="107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8952;p69">
              <a:extLst>
                <a:ext uri="{FF2B5EF4-FFF2-40B4-BE49-F238E27FC236}">
                  <a16:creationId xmlns:a16="http://schemas.microsoft.com/office/drawing/2014/main" id="{E07551C0-7180-13B1-C3E8-B65E3DB4543A}"/>
                </a:ext>
              </a:extLst>
            </p:cNvPr>
            <p:cNvSpPr/>
            <p:nvPr/>
          </p:nvSpPr>
          <p:spPr>
            <a:xfrm>
              <a:off x="-31301500" y="2077350"/>
              <a:ext cx="35450" cy="18150"/>
            </a:xfrm>
            <a:custGeom>
              <a:avLst/>
              <a:gdLst/>
              <a:ahLst/>
              <a:cxnLst/>
              <a:rect l="l" t="t" r="r" b="b"/>
              <a:pathLst>
                <a:path w="1418" h="726" extrusionOk="0">
                  <a:moveTo>
                    <a:pt x="347" y="0"/>
                  </a:moveTo>
                  <a:cubicBezTo>
                    <a:pt x="158" y="0"/>
                    <a:pt x="0" y="158"/>
                    <a:pt x="0" y="347"/>
                  </a:cubicBezTo>
                  <a:cubicBezTo>
                    <a:pt x="0" y="568"/>
                    <a:pt x="158" y="725"/>
                    <a:pt x="347" y="725"/>
                  </a:cubicBezTo>
                  <a:lnTo>
                    <a:pt x="1072" y="725"/>
                  </a:lnTo>
                  <a:cubicBezTo>
                    <a:pt x="1261" y="725"/>
                    <a:pt x="1418" y="568"/>
                    <a:pt x="1418" y="347"/>
                  </a:cubicBezTo>
                  <a:cubicBezTo>
                    <a:pt x="1387" y="158"/>
                    <a:pt x="1229" y="0"/>
                    <a:pt x="107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8953;p69">
              <a:extLst>
                <a:ext uri="{FF2B5EF4-FFF2-40B4-BE49-F238E27FC236}">
                  <a16:creationId xmlns:a16="http://schemas.microsoft.com/office/drawing/2014/main" id="{D0F1254C-FD94-FFDD-296C-916DBA49BEAE}"/>
                </a:ext>
              </a:extLst>
            </p:cNvPr>
            <p:cNvSpPr/>
            <p:nvPr/>
          </p:nvSpPr>
          <p:spPr>
            <a:xfrm>
              <a:off x="-31404675" y="2112000"/>
              <a:ext cx="34675" cy="17350"/>
            </a:xfrm>
            <a:custGeom>
              <a:avLst/>
              <a:gdLst/>
              <a:ahLst/>
              <a:cxnLst/>
              <a:rect l="l" t="t" r="r" b="b"/>
              <a:pathLst>
                <a:path w="1387" h="694" extrusionOk="0">
                  <a:moveTo>
                    <a:pt x="347" y="1"/>
                  </a:moveTo>
                  <a:cubicBezTo>
                    <a:pt x="158" y="1"/>
                    <a:pt x="0" y="158"/>
                    <a:pt x="0" y="347"/>
                  </a:cubicBezTo>
                  <a:cubicBezTo>
                    <a:pt x="0" y="536"/>
                    <a:pt x="158" y="694"/>
                    <a:pt x="347" y="694"/>
                  </a:cubicBezTo>
                  <a:lnTo>
                    <a:pt x="1008" y="694"/>
                  </a:lnTo>
                  <a:cubicBezTo>
                    <a:pt x="1229" y="694"/>
                    <a:pt x="1386" y="536"/>
                    <a:pt x="1386" y="347"/>
                  </a:cubicBezTo>
                  <a:cubicBezTo>
                    <a:pt x="1386" y="158"/>
                    <a:pt x="1229" y="1"/>
                    <a:pt x="100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8954;p69">
              <a:extLst>
                <a:ext uri="{FF2B5EF4-FFF2-40B4-BE49-F238E27FC236}">
                  <a16:creationId xmlns:a16="http://schemas.microsoft.com/office/drawing/2014/main" id="{91C1ABFD-4244-47DB-904D-1DFD21DF748A}"/>
                </a:ext>
              </a:extLst>
            </p:cNvPr>
            <p:cNvSpPr/>
            <p:nvPr/>
          </p:nvSpPr>
          <p:spPr>
            <a:xfrm>
              <a:off x="-31353475" y="2112000"/>
              <a:ext cx="35450" cy="17350"/>
            </a:xfrm>
            <a:custGeom>
              <a:avLst/>
              <a:gdLst/>
              <a:ahLst/>
              <a:cxnLst/>
              <a:rect l="l" t="t" r="r" b="b"/>
              <a:pathLst>
                <a:path w="1418" h="694" extrusionOk="0">
                  <a:moveTo>
                    <a:pt x="347" y="1"/>
                  </a:moveTo>
                  <a:cubicBezTo>
                    <a:pt x="158" y="1"/>
                    <a:pt x="0" y="158"/>
                    <a:pt x="0" y="347"/>
                  </a:cubicBezTo>
                  <a:cubicBezTo>
                    <a:pt x="0" y="536"/>
                    <a:pt x="158" y="694"/>
                    <a:pt x="347" y="694"/>
                  </a:cubicBezTo>
                  <a:lnTo>
                    <a:pt x="1071" y="694"/>
                  </a:lnTo>
                  <a:cubicBezTo>
                    <a:pt x="1260" y="694"/>
                    <a:pt x="1418" y="536"/>
                    <a:pt x="1418" y="347"/>
                  </a:cubicBezTo>
                  <a:cubicBezTo>
                    <a:pt x="1418" y="158"/>
                    <a:pt x="1260" y="1"/>
                    <a:pt x="107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8955;p69">
              <a:extLst>
                <a:ext uri="{FF2B5EF4-FFF2-40B4-BE49-F238E27FC236}">
                  <a16:creationId xmlns:a16="http://schemas.microsoft.com/office/drawing/2014/main" id="{D55A03F1-7708-0A19-8EA0-78E2689D51F9}"/>
                </a:ext>
              </a:extLst>
            </p:cNvPr>
            <p:cNvSpPr/>
            <p:nvPr/>
          </p:nvSpPr>
          <p:spPr>
            <a:xfrm>
              <a:off x="-31301500" y="2112000"/>
              <a:ext cx="35450" cy="17350"/>
            </a:xfrm>
            <a:custGeom>
              <a:avLst/>
              <a:gdLst/>
              <a:ahLst/>
              <a:cxnLst/>
              <a:rect l="l" t="t" r="r" b="b"/>
              <a:pathLst>
                <a:path w="1418" h="694" extrusionOk="0">
                  <a:moveTo>
                    <a:pt x="347" y="1"/>
                  </a:moveTo>
                  <a:cubicBezTo>
                    <a:pt x="158" y="1"/>
                    <a:pt x="0" y="158"/>
                    <a:pt x="0" y="347"/>
                  </a:cubicBezTo>
                  <a:cubicBezTo>
                    <a:pt x="0" y="536"/>
                    <a:pt x="158" y="694"/>
                    <a:pt x="347" y="694"/>
                  </a:cubicBezTo>
                  <a:lnTo>
                    <a:pt x="1072" y="694"/>
                  </a:lnTo>
                  <a:cubicBezTo>
                    <a:pt x="1261" y="694"/>
                    <a:pt x="1418" y="536"/>
                    <a:pt x="1418" y="347"/>
                  </a:cubicBezTo>
                  <a:cubicBezTo>
                    <a:pt x="1387" y="158"/>
                    <a:pt x="1229" y="1"/>
                    <a:pt x="107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8956;p69">
              <a:extLst>
                <a:ext uri="{FF2B5EF4-FFF2-40B4-BE49-F238E27FC236}">
                  <a16:creationId xmlns:a16="http://schemas.microsoft.com/office/drawing/2014/main" id="{72AF5F69-0B18-DDCA-295B-3A96B6D64A3E}"/>
                </a:ext>
              </a:extLst>
            </p:cNvPr>
            <p:cNvSpPr/>
            <p:nvPr/>
          </p:nvSpPr>
          <p:spPr>
            <a:xfrm>
              <a:off x="-31404675" y="2145075"/>
              <a:ext cx="34675" cy="18150"/>
            </a:xfrm>
            <a:custGeom>
              <a:avLst/>
              <a:gdLst/>
              <a:ahLst/>
              <a:cxnLst/>
              <a:rect l="l" t="t" r="r" b="b"/>
              <a:pathLst>
                <a:path w="1387" h="726" extrusionOk="0">
                  <a:moveTo>
                    <a:pt x="347" y="1"/>
                  </a:moveTo>
                  <a:cubicBezTo>
                    <a:pt x="158" y="1"/>
                    <a:pt x="0" y="158"/>
                    <a:pt x="0" y="379"/>
                  </a:cubicBezTo>
                  <a:cubicBezTo>
                    <a:pt x="0" y="568"/>
                    <a:pt x="158" y="726"/>
                    <a:pt x="347" y="726"/>
                  </a:cubicBezTo>
                  <a:lnTo>
                    <a:pt x="1008" y="726"/>
                  </a:lnTo>
                  <a:cubicBezTo>
                    <a:pt x="1229" y="726"/>
                    <a:pt x="1386" y="568"/>
                    <a:pt x="1386" y="379"/>
                  </a:cubicBezTo>
                  <a:cubicBezTo>
                    <a:pt x="1386" y="158"/>
                    <a:pt x="1229" y="1"/>
                    <a:pt x="100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8957;p69">
              <a:extLst>
                <a:ext uri="{FF2B5EF4-FFF2-40B4-BE49-F238E27FC236}">
                  <a16:creationId xmlns:a16="http://schemas.microsoft.com/office/drawing/2014/main" id="{4D168BD7-DD2F-395A-EABD-8645AC4AB462}"/>
                </a:ext>
              </a:extLst>
            </p:cNvPr>
            <p:cNvSpPr/>
            <p:nvPr/>
          </p:nvSpPr>
          <p:spPr>
            <a:xfrm>
              <a:off x="-31353475" y="2145075"/>
              <a:ext cx="35450" cy="18150"/>
            </a:xfrm>
            <a:custGeom>
              <a:avLst/>
              <a:gdLst/>
              <a:ahLst/>
              <a:cxnLst/>
              <a:rect l="l" t="t" r="r" b="b"/>
              <a:pathLst>
                <a:path w="1418" h="726" extrusionOk="0">
                  <a:moveTo>
                    <a:pt x="347" y="1"/>
                  </a:moveTo>
                  <a:cubicBezTo>
                    <a:pt x="158" y="1"/>
                    <a:pt x="0" y="158"/>
                    <a:pt x="0" y="379"/>
                  </a:cubicBezTo>
                  <a:cubicBezTo>
                    <a:pt x="0" y="568"/>
                    <a:pt x="158" y="726"/>
                    <a:pt x="347" y="726"/>
                  </a:cubicBezTo>
                  <a:lnTo>
                    <a:pt x="1071" y="726"/>
                  </a:lnTo>
                  <a:cubicBezTo>
                    <a:pt x="1260" y="726"/>
                    <a:pt x="1418" y="568"/>
                    <a:pt x="1418" y="379"/>
                  </a:cubicBezTo>
                  <a:cubicBezTo>
                    <a:pt x="1418" y="158"/>
                    <a:pt x="1260" y="1"/>
                    <a:pt x="107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8958;p69">
              <a:extLst>
                <a:ext uri="{FF2B5EF4-FFF2-40B4-BE49-F238E27FC236}">
                  <a16:creationId xmlns:a16="http://schemas.microsoft.com/office/drawing/2014/main" id="{10665876-B0FE-80BA-1B2C-0F75B7FC545E}"/>
                </a:ext>
              </a:extLst>
            </p:cNvPr>
            <p:cNvSpPr/>
            <p:nvPr/>
          </p:nvSpPr>
          <p:spPr>
            <a:xfrm>
              <a:off x="-31301500" y="2145075"/>
              <a:ext cx="35450" cy="18150"/>
            </a:xfrm>
            <a:custGeom>
              <a:avLst/>
              <a:gdLst/>
              <a:ahLst/>
              <a:cxnLst/>
              <a:rect l="l" t="t" r="r" b="b"/>
              <a:pathLst>
                <a:path w="1418" h="726" extrusionOk="0">
                  <a:moveTo>
                    <a:pt x="347" y="1"/>
                  </a:moveTo>
                  <a:cubicBezTo>
                    <a:pt x="158" y="1"/>
                    <a:pt x="0" y="158"/>
                    <a:pt x="0" y="379"/>
                  </a:cubicBezTo>
                  <a:cubicBezTo>
                    <a:pt x="0" y="568"/>
                    <a:pt x="158" y="726"/>
                    <a:pt x="347" y="726"/>
                  </a:cubicBezTo>
                  <a:lnTo>
                    <a:pt x="1072" y="726"/>
                  </a:lnTo>
                  <a:cubicBezTo>
                    <a:pt x="1261" y="726"/>
                    <a:pt x="1418" y="568"/>
                    <a:pt x="1418" y="379"/>
                  </a:cubicBezTo>
                  <a:cubicBezTo>
                    <a:pt x="1387" y="158"/>
                    <a:pt x="1229" y="1"/>
                    <a:pt x="107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00" name="Google Shape;8959;p69">
            <a:extLst>
              <a:ext uri="{FF2B5EF4-FFF2-40B4-BE49-F238E27FC236}">
                <a16:creationId xmlns:a16="http://schemas.microsoft.com/office/drawing/2014/main" id="{32BB66C8-D0C7-C2EA-ED3C-3063F8F843FE}"/>
              </a:ext>
            </a:extLst>
          </p:cNvPr>
          <p:cNvGrpSpPr/>
          <p:nvPr/>
        </p:nvGrpSpPr>
        <p:grpSpPr>
          <a:xfrm>
            <a:off x="15653072" y="5091064"/>
            <a:ext cx="919370" cy="914429"/>
            <a:chOff x="-31523625" y="2298675"/>
            <a:chExt cx="293025" cy="291450"/>
          </a:xfrm>
          <a:solidFill>
            <a:srgbClr val="555559"/>
          </a:solidFill>
        </p:grpSpPr>
        <p:sp>
          <p:nvSpPr>
            <p:cNvPr id="1901" name="Google Shape;8960;p69">
              <a:extLst>
                <a:ext uri="{FF2B5EF4-FFF2-40B4-BE49-F238E27FC236}">
                  <a16:creationId xmlns:a16="http://schemas.microsoft.com/office/drawing/2014/main" id="{5B151735-B229-F7D8-1C38-6F335E3CF76E}"/>
                </a:ext>
              </a:extLst>
            </p:cNvPr>
            <p:cNvSpPr/>
            <p:nvPr/>
          </p:nvSpPr>
          <p:spPr>
            <a:xfrm>
              <a:off x="-31523625" y="2298675"/>
              <a:ext cx="293025" cy="291450"/>
            </a:xfrm>
            <a:custGeom>
              <a:avLst/>
              <a:gdLst/>
              <a:ahLst/>
              <a:cxnLst/>
              <a:rect l="l" t="t" r="r" b="b"/>
              <a:pathLst>
                <a:path w="11721" h="11658" extrusionOk="0">
                  <a:moveTo>
                    <a:pt x="4443" y="630"/>
                  </a:moveTo>
                  <a:cubicBezTo>
                    <a:pt x="4632" y="630"/>
                    <a:pt x="4790" y="788"/>
                    <a:pt x="4790" y="977"/>
                  </a:cubicBezTo>
                  <a:cubicBezTo>
                    <a:pt x="4790" y="1198"/>
                    <a:pt x="4632" y="1355"/>
                    <a:pt x="4443" y="1355"/>
                  </a:cubicBezTo>
                  <a:cubicBezTo>
                    <a:pt x="4254" y="1355"/>
                    <a:pt x="4097" y="1198"/>
                    <a:pt x="4097" y="977"/>
                  </a:cubicBezTo>
                  <a:cubicBezTo>
                    <a:pt x="4097" y="788"/>
                    <a:pt x="4254" y="630"/>
                    <a:pt x="4443" y="630"/>
                  </a:cubicBezTo>
                  <a:close/>
                  <a:moveTo>
                    <a:pt x="7153" y="3434"/>
                  </a:moveTo>
                  <a:cubicBezTo>
                    <a:pt x="6523" y="3938"/>
                    <a:pt x="6176" y="4663"/>
                    <a:pt x="6176" y="5482"/>
                  </a:cubicBezTo>
                  <a:lnTo>
                    <a:pt x="6176" y="7530"/>
                  </a:lnTo>
                  <a:lnTo>
                    <a:pt x="663" y="7530"/>
                  </a:lnTo>
                  <a:lnTo>
                    <a:pt x="663" y="5482"/>
                  </a:lnTo>
                  <a:cubicBezTo>
                    <a:pt x="663" y="4348"/>
                    <a:pt x="1576" y="3434"/>
                    <a:pt x="2710" y="3434"/>
                  </a:cubicBezTo>
                  <a:lnTo>
                    <a:pt x="4790" y="3434"/>
                  </a:lnTo>
                  <a:lnTo>
                    <a:pt x="4790" y="4474"/>
                  </a:lnTo>
                  <a:cubicBezTo>
                    <a:pt x="4790" y="4663"/>
                    <a:pt x="4947" y="4821"/>
                    <a:pt x="5136" y="4821"/>
                  </a:cubicBezTo>
                  <a:cubicBezTo>
                    <a:pt x="5357" y="4821"/>
                    <a:pt x="5514" y="4663"/>
                    <a:pt x="5514" y="4474"/>
                  </a:cubicBezTo>
                  <a:lnTo>
                    <a:pt x="5514" y="3434"/>
                  </a:lnTo>
                  <a:close/>
                  <a:moveTo>
                    <a:pt x="6176" y="8255"/>
                  </a:moveTo>
                  <a:lnTo>
                    <a:pt x="6176" y="8916"/>
                  </a:lnTo>
                  <a:lnTo>
                    <a:pt x="663" y="8916"/>
                  </a:lnTo>
                  <a:lnTo>
                    <a:pt x="663" y="8255"/>
                  </a:lnTo>
                  <a:close/>
                  <a:moveTo>
                    <a:pt x="8917" y="3434"/>
                  </a:moveTo>
                  <a:cubicBezTo>
                    <a:pt x="10083" y="3434"/>
                    <a:pt x="10965" y="4348"/>
                    <a:pt x="10965" y="5482"/>
                  </a:cubicBezTo>
                  <a:lnTo>
                    <a:pt x="10965" y="8916"/>
                  </a:lnTo>
                  <a:lnTo>
                    <a:pt x="6869" y="8916"/>
                  </a:lnTo>
                  <a:lnTo>
                    <a:pt x="6869" y="5482"/>
                  </a:lnTo>
                  <a:cubicBezTo>
                    <a:pt x="6869" y="4380"/>
                    <a:pt x="7783" y="3434"/>
                    <a:pt x="8917" y="3434"/>
                  </a:cubicBezTo>
                  <a:close/>
                  <a:moveTo>
                    <a:pt x="4790" y="9609"/>
                  </a:moveTo>
                  <a:lnTo>
                    <a:pt x="4790" y="10996"/>
                  </a:lnTo>
                  <a:lnTo>
                    <a:pt x="4128" y="10996"/>
                  </a:lnTo>
                  <a:lnTo>
                    <a:pt x="4128" y="9609"/>
                  </a:lnTo>
                  <a:close/>
                  <a:moveTo>
                    <a:pt x="4443" y="0"/>
                  </a:moveTo>
                  <a:cubicBezTo>
                    <a:pt x="3876" y="0"/>
                    <a:pt x="3404" y="473"/>
                    <a:pt x="3404" y="1040"/>
                  </a:cubicBezTo>
                  <a:cubicBezTo>
                    <a:pt x="3404" y="1576"/>
                    <a:pt x="3876" y="2048"/>
                    <a:pt x="4443" y="2048"/>
                  </a:cubicBezTo>
                  <a:cubicBezTo>
                    <a:pt x="4569" y="2048"/>
                    <a:pt x="4664" y="2017"/>
                    <a:pt x="4790" y="2017"/>
                  </a:cubicBezTo>
                  <a:lnTo>
                    <a:pt x="4790" y="2773"/>
                  </a:lnTo>
                  <a:lnTo>
                    <a:pt x="2710" y="2773"/>
                  </a:lnTo>
                  <a:cubicBezTo>
                    <a:pt x="1198" y="2773"/>
                    <a:pt x="1" y="4001"/>
                    <a:pt x="1" y="5482"/>
                  </a:cubicBezTo>
                  <a:lnTo>
                    <a:pt x="1" y="9231"/>
                  </a:lnTo>
                  <a:cubicBezTo>
                    <a:pt x="1" y="9420"/>
                    <a:pt x="159" y="9578"/>
                    <a:pt x="348" y="9578"/>
                  </a:cubicBezTo>
                  <a:lnTo>
                    <a:pt x="3467" y="9578"/>
                  </a:lnTo>
                  <a:lnTo>
                    <a:pt x="3467" y="11311"/>
                  </a:lnTo>
                  <a:cubicBezTo>
                    <a:pt x="3467" y="11500"/>
                    <a:pt x="3624" y="11657"/>
                    <a:pt x="3813" y="11657"/>
                  </a:cubicBezTo>
                  <a:lnTo>
                    <a:pt x="5199" y="11657"/>
                  </a:lnTo>
                  <a:cubicBezTo>
                    <a:pt x="5388" y="11657"/>
                    <a:pt x="5546" y="11500"/>
                    <a:pt x="5546" y="11311"/>
                  </a:cubicBezTo>
                  <a:lnTo>
                    <a:pt x="5546" y="9578"/>
                  </a:lnTo>
                  <a:lnTo>
                    <a:pt x="11374" y="9578"/>
                  </a:lnTo>
                  <a:cubicBezTo>
                    <a:pt x="11563" y="9578"/>
                    <a:pt x="11721" y="9420"/>
                    <a:pt x="11721" y="9231"/>
                  </a:cubicBezTo>
                  <a:lnTo>
                    <a:pt x="11721" y="5482"/>
                  </a:lnTo>
                  <a:cubicBezTo>
                    <a:pt x="11658" y="4001"/>
                    <a:pt x="10429" y="2773"/>
                    <a:pt x="8917" y="2773"/>
                  </a:cubicBezTo>
                  <a:lnTo>
                    <a:pt x="5451" y="2773"/>
                  </a:lnTo>
                  <a:lnTo>
                    <a:pt x="5451" y="1040"/>
                  </a:lnTo>
                  <a:cubicBezTo>
                    <a:pt x="5451" y="473"/>
                    <a:pt x="4979" y="0"/>
                    <a:pt x="444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8961;p69">
              <a:extLst>
                <a:ext uri="{FF2B5EF4-FFF2-40B4-BE49-F238E27FC236}">
                  <a16:creationId xmlns:a16="http://schemas.microsoft.com/office/drawing/2014/main" id="{1FBE4A00-4141-9E6E-7AC8-7451067FF748}"/>
                </a:ext>
              </a:extLst>
            </p:cNvPr>
            <p:cNvSpPr/>
            <p:nvPr/>
          </p:nvSpPr>
          <p:spPr>
            <a:xfrm>
              <a:off x="-31334575" y="2452250"/>
              <a:ext cx="67750" cy="51225"/>
            </a:xfrm>
            <a:custGeom>
              <a:avLst/>
              <a:gdLst/>
              <a:ahLst/>
              <a:cxnLst/>
              <a:rect l="l" t="t" r="r" b="b"/>
              <a:pathLst>
                <a:path w="2710" h="2049" extrusionOk="0">
                  <a:moveTo>
                    <a:pt x="1670" y="694"/>
                  </a:moveTo>
                  <a:cubicBezTo>
                    <a:pt x="1890" y="694"/>
                    <a:pt x="2048" y="851"/>
                    <a:pt x="2048" y="1040"/>
                  </a:cubicBezTo>
                  <a:cubicBezTo>
                    <a:pt x="2048" y="1229"/>
                    <a:pt x="1890" y="1387"/>
                    <a:pt x="1670" y="1387"/>
                  </a:cubicBezTo>
                  <a:lnTo>
                    <a:pt x="1008" y="1387"/>
                  </a:lnTo>
                  <a:cubicBezTo>
                    <a:pt x="819" y="1387"/>
                    <a:pt x="662" y="1229"/>
                    <a:pt x="662" y="1040"/>
                  </a:cubicBezTo>
                  <a:cubicBezTo>
                    <a:pt x="662" y="851"/>
                    <a:pt x="819" y="694"/>
                    <a:pt x="1008" y="694"/>
                  </a:cubicBezTo>
                  <a:close/>
                  <a:moveTo>
                    <a:pt x="1008" y="1"/>
                  </a:moveTo>
                  <a:cubicBezTo>
                    <a:pt x="473" y="1"/>
                    <a:pt x="0" y="473"/>
                    <a:pt x="0" y="1040"/>
                  </a:cubicBezTo>
                  <a:cubicBezTo>
                    <a:pt x="0" y="1576"/>
                    <a:pt x="473" y="2049"/>
                    <a:pt x="1008" y="2049"/>
                  </a:cubicBezTo>
                  <a:lnTo>
                    <a:pt x="1670" y="2049"/>
                  </a:lnTo>
                  <a:cubicBezTo>
                    <a:pt x="2237" y="2049"/>
                    <a:pt x="2710" y="1576"/>
                    <a:pt x="2710" y="1040"/>
                  </a:cubicBezTo>
                  <a:cubicBezTo>
                    <a:pt x="2710" y="473"/>
                    <a:pt x="2269" y="1"/>
                    <a:pt x="167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8962;p69">
              <a:extLst>
                <a:ext uri="{FF2B5EF4-FFF2-40B4-BE49-F238E27FC236}">
                  <a16:creationId xmlns:a16="http://schemas.microsoft.com/office/drawing/2014/main" id="{17AC86D3-4C94-612F-6A60-4A5C5CA2E78F}"/>
                </a:ext>
              </a:extLst>
            </p:cNvPr>
            <p:cNvSpPr/>
            <p:nvPr/>
          </p:nvSpPr>
          <p:spPr>
            <a:xfrm>
              <a:off x="-31334575" y="2419175"/>
              <a:ext cx="68525" cy="17350"/>
            </a:xfrm>
            <a:custGeom>
              <a:avLst/>
              <a:gdLst/>
              <a:ahLst/>
              <a:cxnLst/>
              <a:rect l="l" t="t" r="r" b="b"/>
              <a:pathLst>
                <a:path w="2741" h="694" extrusionOk="0">
                  <a:moveTo>
                    <a:pt x="347" y="1"/>
                  </a:moveTo>
                  <a:cubicBezTo>
                    <a:pt x="158" y="1"/>
                    <a:pt x="0" y="158"/>
                    <a:pt x="0" y="347"/>
                  </a:cubicBezTo>
                  <a:cubicBezTo>
                    <a:pt x="0" y="536"/>
                    <a:pt x="158" y="694"/>
                    <a:pt x="347" y="694"/>
                  </a:cubicBezTo>
                  <a:lnTo>
                    <a:pt x="2395" y="694"/>
                  </a:lnTo>
                  <a:cubicBezTo>
                    <a:pt x="2584" y="694"/>
                    <a:pt x="2741" y="536"/>
                    <a:pt x="2741" y="347"/>
                  </a:cubicBezTo>
                  <a:cubicBezTo>
                    <a:pt x="2710" y="158"/>
                    <a:pt x="2552" y="1"/>
                    <a:pt x="239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04" name="Google Shape;8963;p69">
            <a:extLst>
              <a:ext uri="{FF2B5EF4-FFF2-40B4-BE49-F238E27FC236}">
                <a16:creationId xmlns:a16="http://schemas.microsoft.com/office/drawing/2014/main" id="{915E9430-E438-FD2B-3251-AAD668832B9A}"/>
              </a:ext>
            </a:extLst>
          </p:cNvPr>
          <p:cNvSpPr/>
          <p:nvPr/>
        </p:nvSpPr>
        <p:spPr>
          <a:xfrm>
            <a:off x="15643677" y="6167636"/>
            <a:ext cx="929253" cy="921801"/>
          </a:xfrm>
          <a:custGeom>
            <a:avLst/>
            <a:gdLst/>
            <a:ahLst/>
            <a:cxnLst/>
            <a:rect l="l" t="t" r="r" b="b"/>
            <a:pathLst>
              <a:path w="11847" h="11752" extrusionOk="0">
                <a:moveTo>
                  <a:pt x="6039" y="2796"/>
                </a:moveTo>
                <a:cubicBezTo>
                  <a:pt x="6845" y="2796"/>
                  <a:pt x="7621" y="3116"/>
                  <a:pt x="8224" y="3718"/>
                </a:cubicBezTo>
                <a:cubicBezTo>
                  <a:pt x="8917" y="4411"/>
                  <a:pt x="9232" y="5356"/>
                  <a:pt x="9074" y="6396"/>
                </a:cubicBezTo>
                <a:cubicBezTo>
                  <a:pt x="8885" y="7688"/>
                  <a:pt x="7814" y="8759"/>
                  <a:pt x="6522" y="8948"/>
                </a:cubicBezTo>
                <a:cubicBezTo>
                  <a:pt x="6377" y="8962"/>
                  <a:pt x="6232" y="8970"/>
                  <a:pt x="6088" y="8970"/>
                </a:cubicBezTo>
                <a:cubicBezTo>
                  <a:pt x="5606" y="8970"/>
                  <a:pt x="5132" y="8883"/>
                  <a:pt x="4695" y="8664"/>
                </a:cubicBezTo>
                <a:lnTo>
                  <a:pt x="5231" y="8160"/>
                </a:lnTo>
                <a:cubicBezTo>
                  <a:pt x="5444" y="8249"/>
                  <a:pt x="5677" y="8288"/>
                  <a:pt x="5919" y="8288"/>
                </a:cubicBezTo>
                <a:cubicBezTo>
                  <a:pt x="6106" y="8288"/>
                  <a:pt x="6298" y="8265"/>
                  <a:pt x="6491" y="8223"/>
                </a:cubicBezTo>
                <a:cubicBezTo>
                  <a:pt x="6964" y="8160"/>
                  <a:pt x="7373" y="7908"/>
                  <a:pt x="7751" y="7562"/>
                </a:cubicBezTo>
                <a:cubicBezTo>
                  <a:pt x="8098" y="7215"/>
                  <a:pt x="8318" y="6774"/>
                  <a:pt x="8413" y="6301"/>
                </a:cubicBezTo>
                <a:cubicBezTo>
                  <a:pt x="8476" y="5797"/>
                  <a:pt x="8444" y="5293"/>
                  <a:pt x="8224" y="4821"/>
                </a:cubicBezTo>
                <a:cubicBezTo>
                  <a:pt x="8161" y="4695"/>
                  <a:pt x="8066" y="4663"/>
                  <a:pt x="7972" y="4600"/>
                </a:cubicBezTo>
                <a:cubicBezTo>
                  <a:pt x="7846" y="4600"/>
                  <a:pt x="7751" y="4600"/>
                  <a:pt x="7657" y="4695"/>
                </a:cubicBezTo>
                <a:lnTo>
                  <a:pt x="6806" y="5545"/>
                </a:lnTo>
                <a:cubicBezTo>
                  <a:pt x="6743" y="5608"/>
                  <a:pt x="6649" y="5640"/>
                  <a:pt x="6558" y="5640"/>
                </a:cubicBezTo>
                <a:cubicBezTo>
                  <a:pt x="6467" y="5640"/>
                  <a:pt x="6381" y="5608"/>
                  <a:pt x="6333" y="5545"/>
                </a:cubicBezTo>
                <a:cubicBezTo>
                  <a:pt x="6207" y="5419"/>
                  <a:pt x="6207" y="5199"/>
                  <a:pt x="6333" y="5073"/>
                </a:cubicBezTo>
                <a:lnTo>
                  <a:pt x="7184" y="4222"/>
                </a:lnTo>
                <a:cubicBezTo>
                  <a:pt x="7279" y="4128"/>
                  <a:pt x="7310" y="4033"/>
                  <a:pt x="7279" y="3907"/>
                </a:cubicBezTo>
                <a:cubicBezTo>
                  <a:pt x="7279" y="3781"/>
                  <a:pt x="7184" y="3718"/>
                  <a:pt x="7058" y="3655"/>
                </a:cubicBezTo>
                <a:cubicBezTo>
                  <a:pt x="6723" y="3499"/>
                  <a:pt x="6372" y="3437"/>
                  <a:pt x="6017" y="3437"/>
                </a:cubicBezTo>
                <a:cubicBezTo>
                  <a:pt x="5871" y="3437"/>
                  <a:pt x="5724" y="3448"/>
                  <a:pt x="5577" y="3466"/>
                </a:cubicBezTo>
                <a:cubicBezTo>
                  <a:pt x="5105" y="3561"/>
                  <a:pt x="4664" y="3781"/>
                  <a:pt x="4317" y="4128"/>
                </a:cubicBezTo>
                <a:cubicBezTo>
                  <a:pt x="3971" y="4506"/>
                  <a:pt x="3719" y="4915"/>
                  <a:pt x="3656" y="5388"/>
                </a:cubicBezTo>
                <a:cubicBezTo>
                  <a:pt x="3561" y="5829"/>
                  <a:pt x="3593" y="6270"/>
                  <a:pt x="3719" y="6648"/>
                </a:cubicBezTo>
                <a:lnTo>
                  <a:pt x="3214" y="7184"/>
                </a:lnTo>
                <a:cubicBezTo>
                  <a:pt x="2962" y="6648"/>
                  <a:pt x="2868" y="6018"/>
                  <a:pt x="2962" y="5388"/>
                </a:cubicBezTo>
                <a:cubicBezTo>
                  <a:pt x="3183" y="4096"/>
                  <a:pt x="4223" y="3025"/>
                  <a:pt x="5546" y="2836"/>
                </a:cubicBezTo>
                <a:cubicBezTo>
                  <a:pt x="5710" y="2809"/>
                  <a:pt x="5875" y="2796"/>
                  <a:pt x="6039" y="2796"/>
                </a:cubicBezTo>
                <a:close/>
                <a:moveTo>
                  <a:pt x="6428" y="757"/>
                </a:moveTo>
                <a:lnTo>
                  <a:pt x="6554" y="1261"/>
                </a:lnTo>
                <a:cubicBezTo>
                  <a:pt x="6585" y="1387"/>
                  <a:pt x="6680" y="1481"/>
                  <a:pt x="6838" y="1481"/>
                </a:cubicBezTo>
                <a:cubicBezTo>
                  <a:pt x="7468" y="1607"/>
                  <a:pt x="8003" y="1859"/>
                  <a:pt x="8539" y="2206"/>
                </a:cubicBezTo>
                <a:cubicBezTo>
                  <a:pt x="8586" y="2237"/>
                  <a:pt x="8641" y="2253"/>
                  <a:pt x="8700" y="2253"/>
                </a:cubicBezTo>
                <a:cubicBezTo>
                  <a:pt x="8759" y="2253"/>
                  <a:pt x="8822" y="2237"/>
                  <a:pt x="8885" y="2206"/>
                </a:cubicBezTo>
                <a:lnTo>
                  <a:pt x="9326" y="1922"/>
                </a:lnTo>
                <a:lnTo>
                  <a:pt x="9894" y="2521"/>
                </a:lnTo>
                <a:lnTo>
                  <a:pt x="9641" y="2962"/>
                </a:lnTo>
                <a:cubicBezTo>
                  <a:pt x="9547" y="3088"/>
                  <a:pt x="9547" y="3246"/>
                  <a:pt x="9641" y="3309"/>
                </a:cubicBezTo>
                <a:cubicBezTo>
                  <a:pt x="9988" y="3813"/>
                  <a:pt x="10209" y="4411"/>
                  <a:pt x="10335" y="5010"/>
                </a:cubicBezTo>
                <a:cubicBezTo>
                  <a:pt x="10366" y="5136"/>
                  <a:pt x="10461" y="5230"/>
                  <a:pt x="10587" y="5293"/>
                </a:cubicBezTo>
                <a:lnTo>
                  <a:pt x="11091" y="5388"/>
                </a:lnTo>
                <a:lnTo>
                  <a:pt x="11091" y="6301"/>
                </a:lnTo>
                <a:lnTo>
                  <a:pt x="11154" y="6301"/>
                </a:lnTo>
                <a:lnTo>
                  <a:pt x="10650" y="6428"/>
                </a:lnTo>
                <a:cubicBezTo>
                  <a:pt x="10524" y="6459"/>
                  <a:pt x="10429" y="6554"/>
                  <a:pt x="10429" y="6711"/>
                </a:cubicBezTo>
                <a:cubicBezTo>
                  <a:pt x="10303" y="7341"/>
                  <a:pt x="10051" y="7877"/>
                  <a:pt x="9704" y="8381"/>
                </a:cubicBezTo>
                <a:cubicBezTo>
                  <a:pt x="9641" y="8507"/>
                  <a:pt x="9641" y="8633"/>
                  <a:pt x="9704" y="8759"/>
                </a:cubicBezTo>
                <a:lnTo>
                  <a:pt x="9988" y="9168"/>
                </a:lnTo>
                <a:lnTo>
                  <a:pt x="9389" y="9767"/>
                </a:lnTo>
                <a:lnTo>
                  <a:pt x="8948" y="9483"/>
                </a:lnTo>
                <a:cubicBezTo>
                  <a:pt x="8901" y="9452"/>
                  <a:pt x="8838" y="9436"/>
                  <a:pt x="8775" y="9436"/>
                </a:cubicBezTo>
                <a:cubicBezTo>
                  <a:pt x="8712" y="9436"/>
                  <a:pt x="8649" y="9452"/>
                  <a:pt x="8602" y="9483"/>
                </a:cubicBezTo>
                <a:cubicBezTo>
                  <a:pt x="8098" y="9862"/>
                  <a:pt x="7499" y="10082"/>
                  <a:pt x="6901" y="10208"/>
                </a:cubicBezTo>
                <a:cubicBezTo>
                  <a:pt x="6806" y="10240"/>
                  <a:pt x="6680" y="10334"/>
                  <a:pt x="6649" y="10429"/>
                </a:cubicBezTo>
                <a:lnTo>
                  <a:pt x="6522" y="10964"/>
                </a:lnTo>
                <a:lnTo>
                  <a:pt x="5703" y="10964"/>
                </a:lnTo>
                <a:lnTo>
                  <a:pt x="5577" y="10429"/>
                </a:lnTo>
                <a:cubicBezTo>
                  <a:pt x="5546" y="10334"/>
                  <a:pt x="5451" y="10208"/>
                  <a:pt x="5294" y="10208"/>
                </a:cubicBezTo>
                <a:cubicBezTo>
                  <a:pt x="4758" y="10082"/>
                  <a:pt x="4223" y="9893"/>
                  <a:pt x="3750" y="9609"/>
                </a:cubicBezTo>
                <a:lnTo>
                  <a:pt x="4286" y="9105"/>
                </a:lnTo>
                <a:cubicBezTo>
                  <a:pt x="4821" y="9420"/>
                  <a:pt x="5451" y="9578"/>
                  <a:pt x="6113" y="9578"/>
                </a:cubicBezTo>
                <a:cubicBezTo>
                  <a:pt x="6333" y="9578"/>
                  <a:pt x="6522" y="9578"/>
                  <a:pt x="6712" y="9546"/>
                </a:cubicBezTo>
                <a:cubicBezTo>
                  <a:pt x="7499" y="9420"/>
                  <a:pt x="8224" y="9011"/>
                  <a:pt x="8759" y="8475"/>
                </a:cubicBezTo>
                <a:cubicBezTo>
                  <a:pt x="9326" y="7908"/>
                  <a:pt x="9704" y="7184"/>
                  <a:pt x="9831" y="6428"/>
                </a:cubicBezTo>
                <a:cubicBezTo>
                  <a:pt x="10020" y="5199"/>
                  <a:pt x="9641" y="4033"/>
                  <a:pt x="8759" y="3151"/>
                </a:cubicBezTo>
                <a:cubicBezTo>
                  <a:pt x="8046" y="2438"/>
                  <a:pt x="7089" y="2034"/>
                  <a:pt x="6074" y="2034"/>
                </a:cubicBezTo>
                <a:cubicBezTo>
                  <a:pt x="5878" y="2034"/>
                  <a:pt x="5681" y="2049"/>
                  <a:pt x="5483" y="2080"/>
                </a:cubicBezTo>
                <a:cubicBezTo>
                  <a:pt x="4695" y="2206"/>
                  <a:pt x="4002" y="2615"/>
                  <a:pt x="3435" y="3151"/>
                </a:cubicBezTo>
                <a:cubicBezTo>
                  <a:pt x="2899" y="3718"/>
                  <a:pt x="2490" y="4443"/>
                  <a:pt x="2395" y="5199"/>
                </a:cubicBezTo>
                <a:cubicBezTo>
                  <a:pt x="2269" y="6018"/>
                  <a:pt x="2427" y="6900"/>
                  <a:pt x="2805" y="7656"/>
                </a:cubicBezTo>
                <a:lnTo>
                  <a:pt x="2301" y="8160"/>
                </a:lnTo>
                <a:cubicBezTo>
                  <a:pt x="2017" y="7688"/>
                  <a:pt x="1828" y="7184"/>
                  <a:pt x="1702" y="6617"/>
                </a:cubicBezTo>
                <a:cubicBezTo>
                  <a:pt x="1671" y="6491"/>
                  <a:pt x="1608" y="6396"/>
                  <a:pt x="1482" y="6333"/>
                </a:cubicBezTo>
                <a:lnTo>
                  <a:pt x="978" y="6238"/>
                </a:lnTo>
                <a:lnTo>
                  <a:pt x="978" y="5388"/>
                </a:lnTo>
                <a:lnTo>
                  <a:pt x="1482" y="5293"/>
                </a:lnTo>
                <a:cubicBezTo>
                  <a:pt x="1608" y="5230"/>
                  <a:pt x="1702" y="5167"/>
                  <a:pt x="1702" y="5010"/>
                </a:cubicBezTo>
                <a:cubicBezTo>
                  <a:pt x="1828" y="4380"/>
                  <a:pt x="2080" y="3813"/>
                  <a:pt x="2427" y="3309"/>
                </a:cubicBezTo>
                <a:cubicBezTo>
                  <a:pt x="2490" y="3183"/>
                  <a:pt x="2490" y="3088"/>
                  <a:pt x="2427" y="2962"/>
                </a:cubicBezTo>
                <a:lnTo>
                  <a:pt x="2143" y="2521"/>
                </a:lnTo>
                <a:lnTo>
                  <a:pt x="2742" y="1922"/>
                </a:lnTo>
                <a:lnTo>
                  <a:pt x="3183" y="2206"/>
                </a:lnTo>
                <a:cubicBezTo>
                  <a:pt x="3230" y="2237"/>
                  <a:pt x="3293" y="2253"/>
                  <a:pt x="3356" y="2253"/>
                </a:cubicBezTo>
                <a:cubicBezTo>
                  <a:pt x="3419" y="2253"/>
                  <a:pt x="3482" y="2237"/>
                  <a:pt x="3530" y="2206"/>
                </a:cubicBezTo>
                <a:cubicBezTo>
                  <a:pt x="4034" y="1859"/>
                  <a:pt x="4632" y="1607"/>
                  <a:pt x="5231" y="1481"/>
                </a:cubicBezTo>
                <a:cubicBezTo>
                  <a:pt x="5325" y="1450"/>
                  <a:pt x="5451" y="1387"/>
                  <a:pt x="5483" y="1261"/>
                </a:cubicBezTo>
                <a:lnTo>
                  <a:pt x="5609" y="757"/>
                </a:lnTo>
                <a:close/>
                <a:moveTo>
                  <a:pt x="6239" y="4222"/>
                </a:moveTo>
                <a:lnTo>
                  <a:pt x="5766" y="4695"/>
                </a:lnTo>
                <a:cubicBezTo>
                  <a:pt x="5388" y="5073"/>
                  <a:pt x="5388" y="5766"/>
                  <a:pt x="5766" y="6144"/>
                </a:cubicBezTo>
                <a:cubicBezTo>
                  <a:pt x="5971" y="6349"/>
                  <a:pt x="6239" y="6451"/>
                  <a:pt x="6503" y="6451"/>
                </a:cubicBezTo>
                <a:cubicBezTo>
                  <a:pt x="6767" y="6451"/>
                  <a:pt x="7027" y="6349"/>
                  <a:pt x="7216" y="6144"/>
                </a:cubicBezTo>
                <a:lnTo>
                  <a:pt x="7688" y="5671"/>
                </a:lnTo>
                <a:cubicBezTo>
                  <a:pt x="7751" y="5860"/>
                  <a:pt x="7751" y="6081"/>
                  <a:pt x="7688" y="6238"/>
                </a:cubicBezTo>
                <a:cubicBezTo>
                  <a:pt x="7594" y="6900"/>
                  <a:pt x="7027" y="7436"/>
                  <a:pt x="6365" y="7562"/>
                </a:cubicBezTo>
                <a:cubicBezTo>
                  <a:pt x="6267" y="7588"/>
                  <a:pt x="6163" y="7600"/>
                  <a:pt x="6059" y="7600"/>
                </a:cubicBezTo>
                <a:cubicBezTo>
                  <a:pt x="5794" y="7600"/>
                  <a:pt x="5520" y="7526"/>
                  <a:pt x="5294" y="7436"/>
                </a:cubicBezTo>
                <a:cubicBezTo>
                  <a:pt x="5252" y="7415"/>
                  <a:pt x="5206" y="7404"/>
                  <a:pt x="5161" y="7404"/>
                </a:cubicBezTo>
                <a:cubicBezTo>
                  <a:pt x="5070" y="7404"/>
                  <a:pt x="4979" y="7446"/>
                  <a:pt x="4916" y="7530"/>
                </a:cubicBezTo>
                <a:lnTo>
                  <a:pt x="3908" y="8507"/>
                </a:lnTo>
                <a:lnTo>
                  <a:pt x="1450" y="10964"/>
                </a:lnTo>
                <a:cubicBezTo>
                  <a:pt x="1387" y="11011"/>
                  <a:pt x="1293" y="11035"/>
                  <a:pt x="1202" y="11035"/>
                </a:cubicBezTo>
                <a:cubicBezTo>
                  <a:pt x="1112" y="11035"/>
                  <a:pt x="1025" y="11011"/>
                  <a:pt x="978" y="10964"/>
                </a:cubicBezTo>
                <a:cubicBezTo>
                  <a:pt x="852" y="10838"/>
                  <a:pt x="852" y="10586"/>
                  <a:pt x="978" y="10492"/>
                </a:cubicBezTo>
                <a:lnTo>
                  <a:pt x="3403" y="8034"/>
                </a:lnTo>
                <a:lnTo>
                  <a:pt x="4380" y="7058"/>
                </a:lnTo>
                <a:cubicBezTo>
                  <a:pt x="4506" y="6932"/>
                  <a:pt x="4506" y="6774"/>
                  <a:pt x="4475" y="6648"/>
                </a:cubicBezTo>
                <a:cubicBezTo>
                  <a:pt x="4317" y="6333"/>
                  <a:pt x="4286" y="5955"/>
                  <a:pt x="4349" y="5608"/>
                </a:cubicBezTo>
                <a:cubicBezTo>
                  <a:pt x="4475" y="4915"/>
                  <a:pt x="5010" y="4380"/>
                  <a:pt x="5703" y="4254"/>
                </a:cubicBezTo>
                <a:cubicBezTo>
                  <a:pt x="5798" y="4254"/>
                  <a:pt x="5892" y="4222"/>
                  <a:pt x="6018" y="4222"/>
                </a:cubicBezTo>
                <a:close/>
                <a:moveTo>
                  <a:pt x="5262" y="1"/>
                </a:moveTo>
                <a:cubicBezTo>
                  <a:pt x="5105" y="1"/>
                  <a:pt x="4979" y="127"/>
                  <a:pt x="4947" y="284"/>
                </a:cubicBezTo>
                <a:lnTo>
                  <a:pt x="4790" y="883"/>
                </a:lnTo>
                <a:cubicBezTo>
                  <a:pt x="4223" y="977"/>
                  <a:pt x="3719" y="1229"/>
                  <a:pt x="3214" y="1513"/>
                </a:cubicBezTo>
                <a:lnTo>
                  <a:pt x="2710" y="1198"/>
                </a:lnTo>
                <a:cubicBezTo>
                  <a:pt x="2652" y="1154"/>
                  <a:pt x="2580" y="1130"/>
                  <a:pt x="2507" y="1130"/>
                </a:cubicBezTo>
                <a:cubicBezTo>
                  <a:pt x="2422" y="1130"/>
                  <a:pt x="2337" y="1162"/>
                  <a:pt x="2269" y="1229"/>
                </a:cubicBezTo>
                <a:lnTo>
                  <a:pt x="1293" y="2206"/>
                </a:lnTo>
                <a:cubicBezTo>
                  <a:pt x="1167" y="2332"/>
                  <a:pt x="1167" y="2489"/>
                  <a:pt x="1230" y="2647"/>
                </a:cubicBezTo>
                <a:lnTo>
                  <a:pt x="1545" y="3151"/>
                </a:lnTo>
                <a:cubicBezTo>
                  <a:pt x="1230" y="3624"/>
                  <a:pt x="1041" y="4128"/>
                  <a:pt x="915" y="4726"/>
                </a:cubicBezTo>
                <a:lnTo>
                  <a:pt x="348" y="4884"/>
                </a:lnTo>
                <a:cubicBezTo>
                  <a:pt x="190" y="4915"/>
                  <a:pt x="64" y="5041"/>
                  <a:pt x="64" y="5199"/>
                </a:cubicBezTo>
                <a:lnTo>
                  <a:pt x="64" y="6585"/>
                </a:lnTo>
                <a:cubicBezTo>
                  <a:pt x="64" y="6743"/>
                  <a:pt x="190" y="6869"/>
                  <a:pt x="348" y="6900"/>
                </a:cubicBezTo>
                <a:lnTo>
                  <a:pt x="915" y="7058"/>
                </a:lnTo>
                <a:cubicBezTo>
                  <a:pt x="1041" y="7656"/>
                  <a:pt x="1324" y="8223"/>
                  <a:pt x="1639" y="8696"/>
                </a:cubicBezTo>
                <a:lnTo>
                  <a:pt x="379" y="9956"/>
                </a:lnTo>
                <a:cubicBezTo>
                  <a:pt x="1" y="10366"/>
                  <a:pt x="1" y="11027"/>
                  <a:pt x="379" y="11437"/>
                </a:cubicBezTo>
                <a:cubicBezTo>
                  <a:pt x="584" y="11626"/>
                  <a:pt x="852" y="11720"/>
                  <a:pt x="1115" y="11720"/>
                </a:cubicBezTo>
                <a:cubicBezTo>
                  <a:pt x="1379" y="11720"/>
                  <a:pt x="1639" y="11626"/>
                  <a:pt x="1828" y="11437"/>
                </a:cubicBezTo>
                <a:lnTo>
                  <a:pt x="3088" y="10177"/>
                </a:lnTo>
                <a:cubicBezTo>
                  <a:pt x="3624" y="10523"/>
                  <a:pt x="4160" y="10744"/>
                  <a:pt x="4758" y="10870"/>
                </a:cubicBezTo>
                <a:lnTo>
                  <a:pt x="4916" y="11468"/>
                </a:lnTo>
                <a:cubicBezTo>
                  <a:pt x="4947" y="11626"/>
                  <a:pt x="5073" y="11752"/>
                  <a:pt x="5231" y="11752"/>
                </a:cubicBezTo>
                <a:lnTo>
                  <a:pt x="6585" y="11752"/>
                </a:lnTo>
                <a:cubicBezTo>
                  <a:pt x="6775" y="11752"/>
                  <a:pt x="6869" y="11626"/>
                  <a:pt x="6932" y="11468"/>
                </a:cubicBezTo>
                <a:lnTo>
                  <a:pt x="7090" y="10870"/>
                </a:lnTo>
                <a:cubicBezTo>
                  <a:pt x="7625" y="10744"/>
                  <a:pt x="8129" y="10523"/>
                  <a:pt x="8665" y="10240"/>
                </a:cubicBezTo>
                <a:lnTo>
                  <a:pt x="9169" y="10555"/>
                </a:lnTo>
                <a:cubicBezTo>
                  <a:pt x="9227" y="10599"/>
                  <a:pt x="9299" y="10622"/>
                  <a:pt x="9372" y="10622"/>
                </a:cubicBezTo>
                <a:cubicBezTo>
                  <a:pt x="9457" y="10622"/>
                  <a:pt x="9542" y="10591"/>
                  <a:pt x="9610" y="10523"/>
                </a:cubicBezTo>
                <a:lnTo>
                  <a:pt x="10587" y="9546"/>
                </a:lnTo>
                <a:cubicBezTo>
                  <a:pt x="10713" y="9420"/>
                  <a:pt x="10713" y="9263"/>
                  <a:pt x="10618" y="9105"/>
                </a:cubicBezTo>
                <a:lnTo>
                  <a:pt x="10303" y="8601"/>
                </a:lnTo>
                <a:cubicBezTo>
                  <a:pt x="10618" y="8129"/>
                  <a:pt x="10807" y="7593"/>
                  <a:pt x="10933" y="7026"/>
                </a:cubicBezTo>
                <a:lnTo>
                  <a:pt x="11532" y="6869"/>
                </a:lnTo>
                <a:cubicBezTo>
                  <a:pt x="11689" y="6806"/>
                  <a:pt x="11784" y="6711"/>
                  <a:pt x="11784" y="6554"/>
                </a:cubicBezTo>
                <a:lnTo>
                  <a:pt x="11784" y="5167"/>
                </a:lnTo>
                <a:cubicBezTo>
                  <a:pt x="11847" y="5041"/>
                  <a:pt x="11721" y="4915"/>
                  <a:pt x="11563" y="4884"/>
                </a:cubicBezTo>
                <a:lnTo>
                  <a:pt x="10965" y="4726"/>
                </a:lnTo>
                <a:cubicBezTo>
                  <a:pt x="10839" y="4191"/>
                  <a:pt x="10618" y="3655"/>
                  <a:pt x="10335" y="3151"/>
                </a:cubicBezTo>
                <a:lnTo>
                  <a:pt x="10650" y="2647"/>
                </a:lnTo>
                <a:cubicBezTo>
                  <a:pt x="10744" y="2521"/>
                  <a:pt x="10744" y="2332"/>
                  <a:pt x="10618" y="2206"/>
                </a:cubicBezTo>
                <a:lnTo>
                  <a:pt x="9641" y="1229"/>
                </a:lnTo>
                <a:cubicBezTo>
                  <a:pt x="9574" y="1162"/>
                  <a:pt x="9497" y="1130"/>
                  <a:pt x="9417" y="1130"/>
                </a:cubicBezTo>
                <a:cubicBezTo>
                  <a:pt x="9347" y="1130"/>
                  <a:pt x="9274" y="1154"/>
                  <a:pt x="9200" y="1198"/>
                </a:cubicBezTo>
                <a:lnTo>
                  <a:pt x="8696" y="1513"/>
                </a:lnTo>
                <a:cubicBezTo>
                  <a:pt x="8224" y="1198"/>
                  <a:pt x="7720" y="977"/>
                  <a:pt x="7121" y="883"/>
                </a:cubicBezTo>
                <a:lnTo>
                  <a:pt x="6964" y="284"/>
                </a:lnTo>
                <a:cubicBezTo>
                  <a:pt x="6932" y="127"/>
                  <a:pt x="6806" y="1"/>
                  <a:pt x="6649"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8964;p69">
            <a:extLst>
              <a:ext uri="{FF2B5EF4-FFF2-40B4-BE49-F238E27FC236}">
                <a16:creationId xmlns:a16="http://schemas.microsoft.com/office/drawing/2014/main" id="{BEC99A8A-B94A-A711-E103-91FD14093B6A}"/>
              </a:ext>
            </a:extLst>
          </p:cNvPr>
          <p:cNvSpPr/>
          <p:nvPr/>
        </p:nvSpPr>
        <p:spPr>
          <a:xfrm>
            <a:off x="19113019" y="6171323"/>
            <a:ext cx="916860" cy="914429"/>
          </a:xfrm>
          <a:custGeom>
            <a:avLst/>
            <a:gdLst/>
            <a:ahLst/>
            <a:cxnLst/>
            <a:rect l="l" t="t" r="r" b="b"/>
            <a:pathLst>
              <a:path w="11689" h="11658" extrusionOk="0">
                <a:moveTo>
                  <a:pt x="8632" y="694"/>
                </a:moveTo>
                <a:cubicBezTo>
                  <a:pt x="8821" y="694"/>
                  <a:pt x="8979" y="851"/>
                  <a:pt x="8979" y="1040"/>
                </a:cubicBezTo>
                <a:lnTo>
                  <a:pt x="8979" y="1387"/>
                </a:lnTo>
                <a:lnTo>
                  <a:pt x="2836" y="1387"/>
                </a:lnTo>
                <a:lnTo>
                  <a:pt x="2836" y="1040"/>
                </a:lnTo>
                <a:cubicBezTo>
                  <a:pt x="2804" y="851"/>
                  <a:pt x="2962" y="694"/>
                  <a:pt x="3151" y="694"/>
                </a:cubicBezTo>
                <a:close/>
                <a:moveTo>
                  <a:pt x="4505" y="3435"/>
                </a:moveTo>
                <a:cubicBezTo>
                  <a:pt x="4694" y="3435"/>
                  <a:pt x="4852" y="3592"/>
                  <a:pt x="4852" y="3781"/>
                </a:cubicBezTo>
                <a:lnTo>
                  <a:pt x="4852" y="5829"/>
                </a:lnTo>
                <a:cubicBezTo>
                  <a:pt x="4852" y="6049"/>
                  <a:pt x="4694" y="6207"/>
                  <a:pt x="4505" y="6207"/>
                </a:cubicBezTo>
                <a:lnTo>
                  <a:pt x="3812" y="6207"/>
                </a:lnTo>
                <a:cubicBezTo>
                  <a:pt x="3623" y="6207"/>
                  <a:pt x="3466" y="6365"/>
                  <a:pt x="3466" y="6554"/>
                </a:cubicBezTo>
                <a:lnTo>
                  <a:pt x="3466" y="7089"/>
                </a:lnTo>
                <a:lnTo>
                  <a:pt x="2678" y="6302"/>
                </a:lnTo>
                <a:cubicBezTo>
                  <a:pt x="2615" y="6239"/>
                  <a:pt x="2520" y="6207"/>
                  <a:pt x="2457" y="6207"/>
                </a:cubicBezTo>
                <a:lnTo>
                  <a:pt x="1071" y="6207"/>
                </a:lnTo>
                <a:cubicBezTo>
                  <a:pt x="882" y="6144"/>
                  <a:pt x="725" y="5986"/>
                  <a:pt x="725" y="5829"/>
                </a:cubicBezTo>
                <a:lnTo>
                  <a:pt x="725" y="3781"/>
                </a:lnTo>
                <a:cubicBezTo>
                  <a:pt x="725" y="3592"/>
                  <a:pt x="882" y="3435"/>
                  <a:pt x="1071" y="3435"/>
                </a:cubicBezTo>
                <a:close/>
                <a:moveTo>
                  <a:pt x="10680" y="3435"/>
                </a:moveTo>
                <a:cubicBezTo>
                  <a:pt x="10869" y="3435"/>
                  <a:pt x="11027" y="3592"/>
                  <a:pt x="11027" y="3781"/>
                </a:cubicBezTo>
                <a:lnTo>
                  <a:pt x="11027" y="5829"/>
                </a:lnTo>
                <a:cubicBezTo>
                  <a:pt x="11027" y="6049"/>
                  <a:pt x="10869" y="6207"/>
                  <a:pt x="10680" y="6207"/>
                </a:cubicBezTo>
                <a:lnTo>
                  <a:pt x="9294" y="6207"/>
                </a:lnTo>
                <a:cubicBezTo>
                  <a:pt x="9231" y="6207"/>
                  <a:pt x="9105" y="6239"/>
                  <a:pt x="9074" y="6302"/>
                </a:cubicBezTo>
                <a:lnTo>
                  <a:pt x="8286" y="7089"/>
                </a:lnTo>
                <a:lnTo>
                  <a:pt x="8286" y="6554"/>
                </a:lnTo>
                <a:cubicBezTo>
                  <a:pt x="8286" y="6365"/>
                  <a:pt x="8128" y="6207"/>
                  <a:pt x="7908" y="6207"/>
                </a:cubicBezTo>
                <a:lnTo>
                  <a:pt x="7246" y="6207"/>
                </a:lnTo>
                <a:cubicBezTo>
                  <a:pt x="7057" y="6207"/>
                  <a:pt x="6900" y="6049"/>
                  <a:pt x="6900" y="5829"/>
                </a:cubicBezTo>
                <a:lnTo>
                  <a:pt x="6900" y="3781"/>
                </a:lnTo>
                <a:cubicBezTo>
                  <a:pt x="6900" y="3592"/>
                  <a:pt x="7057" y="3435"/>
                  <a:pt x="7246" y="3435"/>
                </a:cubicBezTo>
                <a:close/>
                <a:moveTo>
                  <a:pt x="8948" y="2048"/>
                </a:moveTo>
                <a:lnTo>
                  <a:pt x="8948" y="2773"/>
                </a:lnTo>
                <a:lnTo>
                  <a:pt x="7246" y="2773"/>
                </a:lnTo>
                <a:cubicBezTo>
                  <a:pt x="6711" y="2773"/>
                  <a:pt x="6238" y="3246"/>
                  <a:pt x="6238" y="3781"/>
                </a:cubicBezTo>
                <a:lnTo>
                  <a:pt x="6238" y="5829"/>
                </a:lnTo>
                <a:cubicBezTo>
                  <a:pt x="6238" y="6396"/>
                  <a:pt x="6711" y="6869"/>
                  <a:pt x="7246" y="6869"/>
                </a:cubicBezTo>
                <a:lnTo>
                  <a:pt x="7593" y="6869"/>
                </a:lnTo>
                <a:lnTo>
                  <a:pt x="7593" y="7877"/>
                </a:lnTo>
                <a:cubicBezTo>
                  <a:pt x="7593" y="8034"/>
                  <a:pt x="7687" y="8160"/>
                  <a:pt x="7813" y="8192"/>
                </a:cubicBezTo>
                <a:cubicBezTo>
                  <a:pt x="7852" y="8218"/>
                  <a:pt x="7902" y="8233"/>
                  <a:pt x="7954" y="8233"/>
                </a:cubicBezTo>
                <a:cubicBezTo>
                  <a:pt x="8028" y="8233"/>
                  <a:pt x="8105" y="8203"/>
                  <a:pt x="8160" y="8129"/>
                </a:cubicBezTo>
                <a:lnTo>
                  <a:pt x="8948" y="7341"/>
                </a:lnTo>
                <a:lnTo>
                  <a:pt x="8948" y="8916"/>
                </a:lnTo>
                <a:lnTo>
                  <a:pt x="2804" y="8916"/>
                </a:lnTo>
                <a:lnTo>
                  <a:pt x="2804" y="7341"/>
                </a:lnTo>
                <a:lnTo>
                  <a:pt x="3592" y="8129"/>
                </a:lnTo>
                <a:cubicBezTo>
                  <a:pt x="3636" y="8173"/>
                  <a:pt x="3728" y="8218"/>
                  <a:pt x="3823" y="8218"/>
                </a:cubicBezTo>
                <a:cubicBezTo>
                  <a:pt x="3862" y="8218"/>
                  <a:pt x="3901" y="8210"/>
                  <a:pt x="3938" y="8192"/>
                </a:cubicBezTo>
                <a:cubicBezTo>
                  <a:pt x="4064" y="8160"/>
                  <a:pt x="4127" y="8003"/>
                  <a:pt x="4127" y="7877"/>
                </a:cubicBezTo>
                <a:lnTo>
                  <a:pt x="4127" y="6869"/>
                </a:lnTo>
                <a:lnTo>
                  <a:pt x="4505" y="6869"/>
                </a:lnTo>
                <a:cubicBezTo>
                  <a:pt x="5041" y="6869"/>
                  <a:pt x="5513" y="6396"/>
                  <a:pt x="5513" y="5829"/>
                </a:cubicBezTo>
                <a:lnTo>
                  <a:pt x="5513" y="3781"/>
                </a:lnTo>
                <a:cubicBezTo>
                  <a:pt x="5513" y="3246"/>
                  <a:pt x="5041" y="2773"/>
                  <a:pt x="4505" y="2773"/>
                </a:cubicBezTo>
                <a:lnTo>
                  <a:pt x="2804" y="2773"/>
                </a:lnTo>
                <a:lnTo>
                  <a:pt x="2804" y="2048"/>
                </a:lnTo>
                <a:close/>
                <a:moveTo>
                  <a:pt x="8948" y="9547"/>
                </a:moveTo>
                <a:lnTo>
                  <a:pt x="8948" y="10618"/>
                </a:lnTo>
                <a:cubicBezTo>
                  <a:pt x="8948" y="10838"/>
                  <a:pt x="8790" y="10964"/>
                  <a:pt x="8632" y="10964"/>
                </a:cubicBezTo>
                <a:lnTo>
                  <a:pt x="3151" y="10964"/>
                </a:lnTo>
                <a:cubicBezTo>
                  <a:pt x="2962" y="10964"/>
                  <a:pt x="2804" y="10807"/>
                  <a:pt x="2804" y="10618"/>
                </a:cubicBezTo>
                <a:lnTo>
                  <a:pt x="2804" y="9547"/>
                </a:lnTo>
                <a:close/>
                <a:moveTo>
                  <a:pt x="3119" y="1"/>
                </a:moveTo>
                <a:cubicBezTo>
                  <a:pt x="2552" y="1"/>
                  <a:pt x="2079" y="473"/>
                  <a:pt x="2079" y="1040"/>
                </a:cubicBezTo>
                <a:lnTo>
                  <a:pt x="2079" y="2773"/>
                </a:lnTo>
                <a:lnTo>
                  <a:pt x="1040" y="2773"/>
                </a:lnTo>
                <a:cubicBezTo>
                  <a:pt x="473" y="2773"/>
                  <a:pt x="0" y="3246"/>
                  <a:pt x="0" y="3781"/>
                </a:cubicBezTo>
                <a:lnTo>
                  <a:pt x="0" y="5829"/>
                </a:lnTo>
                <a:cubicBezTo>
                  <a:pt x="0" y="6396"/>
                  <a:pt x="473" y="6869"/>
                  <a:pt x="1040" y="6869"/>
                </a:cubicBezTo>
                <a:lnTo>
                  <a:pt x="2079" y="6869"/>
                </a:lnTo>
                <a:lnTo>
                  <a:pt x="2079" y="10649"/>
                </a:lnTo>
                <a:cubicBezTo>
                  <a:pt x="2079" y="11185"/>
                  <a:pt x="2552" y="11657"/>
                  <a:pt x="3119" y="11657"/>
                </a:cubicBezTo>
                <a:lnTo>
                  <a:pt x="8601" y="11657"/>
                </a:lnTo>
                <a:cubicBezTo>
                  <a:pt x="9137" y="11657"/>
                  <a:pt x="9609" y="11185"/>
                  <a:pt x="9609" y="10649"/>
                </a:cubicBezTo>
                <a:lnTo>
                  <a:pt x="9609" y="6869"/>
                </a:lnTo>
                <a:lnTo>
                  <a:pt x="10680" y="6869"/>
                </a:lnTo>
                <a:cubicBezTo>
                  <a:pt x="11216" y="6869"/>
                  <a:pt x="11688" y="6396"/>
                  <a:pt x="11688" y="5829"/>
                </a:cubicBezTo>
                <a:lnTo>
                  <a:pt x="11688" y="3781"/>
                </a:lnTo>
                <a:cubicBezTo>
                  <a:pt x="11688" y="3214"/>
                  <a:pt x="11279" y="2773"/>
                  <a:pt x="10680" y="2773"/>
                </a:cubicBezTo>
                <a:lnTo>
                  <a:pt x="9609" y="2773"/>
                </a:lnTo>
                <a:lnTo>
                  <a:pt x="9609" y="1040"/>
                </a:lnTo>
                <a:cubicBezTo>
                  <a:pt x="9609" y="473"/>
                  <a:pt x="9137" y="1"/>
                  <a:pt x="8601"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06" name="Google Shape;8965;p69">
            <a:extLst>
              <a:ext uri="{FF2B5EF4-FFF2-40B4-BE49-F238E27FC236}">
                <a16:creationId xmlns:a16="http://schemas.microsoft.com/office/drawing/2014/main" id="{2BA02E66-484B-A323-CBFD-1A33966D158D}"/>
              </a:ext>
            </a:extLst>
          </p:cNvPr>
          <p:cNvGrpSpPr/>
          <p:nvPr/>
        </p:nvGrpSpPr>
        <p:grpSpPr>
          <a:xfrm>
            <a:off x="5295121" y="3924695"/>
            <a:ext cx="857562" cy="914350"/>
            <a:chOff x="-34767825" y="1914325"/>
            <a:chExt cx="273325" cy="291425"/>
          </a:xfrm>
          <a:solidFill>
            <a:srgbClr val="555559"/>
          </a:solidFill>
        </p:grpSpPr>
        <p:sp>
          <p:nvSpPr>
            <p:cNvPr id="1907" name="Google Shape;8966;p69">
              <a:extLst>
                <a:ext uri="{FF2B5EF4-FFF2-40B4-BE49-F238E27FC236}">
                  <a16:creationId xmlns:a16="http://schemas.microsoft.com/office/drawing/2014/main" id="{38396974-73B9-AB4A-7D90-C973268541F9}"/>
                </a:ext>
              </a:extLst>
            </p:cNvPr>
            <p:cNvSpPr/>
            <p:nvPr/>
          </p:nvSpPr>
          <p:spPr>
            <a:xfrm>
              <a:off x="-34767825" y="1914325"/>
              <a:ext cx="273325" cy="291425"/>
            </a:xfrm>
            <a:custGeom>
              <a:avLst/>
              <a:gdLst/>
              <a:ahLst/>
              <a:cxnLst/>
              <a:rect l="l" t="t" r="r" b="b"/>
              <a:pathLst>
                <a:path w="10933" h="11657" extrusionOk="0">
                  <a:moveTo>
                    <a:pt x="5954" y="662"/>
                  </a:moveTo>
                  <a:cubicBezTo>
                    <a:pt x="5702" y="851"/>
                    <a:pt x="5482" y="1103"/>
                    <a:pt x="5324" y="1355"/>
                  </a:cubicBezTo>
                  <a:lnTo>
                    <a:pt x="693" y="1355"/>
                  </a:lnTo>
                  <a:lnTo>
                    <a:pt x="693" y="1008"/>
                  </a:lnTo>
                  <a:cubicBezTo>
                    <a:pt x="662" y="819"/>
                    <a:pt x="819" y="662"/>
                    <a:pt x="1008" y="662"/>
                  </a:cubicBezTo>
                  <a:close/>
                  <a:moveTo>
                    <a:pt x="7902" y="692"/>
                  </a:moveTo>
                  <a:cubicBezTo>
                    <a:pt x="9199" y="692"/>
                    <a:pt x="10239" y="1752"/>
                    <a:pt x="10239" y="3056"/>
                  </a:cubicBezTo>
                  <a:cubicBezTo>
                    <a:pt x="10239" y="4411"/>
                    <a:pt x="9168" y="5450"/>
                    <a:pt x="7845" y="5450"/>
                  </a:cubicBezTo>
                  <a:cubicBezTo>
                    <a:pt x="7404" y="5450"/>
                    <a:pt x="6963" y="5356"/>
                    <a:pt x="6585" y="5104"/>
                  </a:cubicBezTo>
                  <a:cubicBezTo>
                    <a:pt x="6519" y="5082"/>
                    <a:pt x="6454" y="5045"/>
                    <a:pt x="6389" y="5045"/>
                  </a:cubicBezTo>
                  <a:cubicBezTo>
                    <a:pt x="6360" y="5045"/>
                    <a:pt x="6330" y="5053"/>
                    <a:pt x="6301" y="5072"/>
                  </a:cubicBezTo>
                  <a:lnTo>
                    <a:pt x="5671" y="5261"/>
                  </a:lnTo>
                  <a:lnTo>
                    <a:pt x="5860" y="4631"/>
                  </a:lnTo>
                  <a:cubicBezTo>
                    <a:pt x="5923" y="4568"/>
                    <a:pt x="5860" y="4442"/>
                    <a:pt x="5828" y="4348"/>
                  </a:cubicBezTo>
                  <a:cubicBezTo>
                    <a:pt x="5608" y="3970"/>
                    <a:pt x="5482" y="3529"/>
                    <a:pt x="5482" y="3087"/>
                  </a:cubicBezTo>
                  <a:cubicBezTo>
                    <a:pt x="5482" y="2678"/>
                    <a:pt x="5608" y="2268"/>
                    <a:pt x="5765" y="1953"/>
                  </a:cubicBezTo>
                  <a:cubicBezTo>
                    <a:pt x="5797" y="1922"/>
                    <a:pt x="5797" y="1922"/>
                    <a:pt x="5797" y="1859"/>
                  </a:cubicBezTo>
                  <a:cubicBezTo>
                    <a:pt x="6207" y="1166"/>
                    <a:pt x="6963" y="693"/>
                    <a:pt x="7845" y="693"/>
                  </a:cubicBezTo>
                  <a:cubicBezTo>
                    <a:pt x="7864" y="693"/>
                    <a:pt x="7883" y="692"/>
                    <a:pt x="7902" y="692"/>
                  </a:cubicBezTo>
                  <a:close/>
                  <a:moveTo>
                    <a:pt x="3749" y="5450"/>
                  </a:moveTo>
                  <a:cubicBezTo>
                    <a:pt x="4127" y="5450"/>
                    <a:pt x="4411" y="5765"/>
                    <a:pt x="4411" y="6143"/>
                  </a:cubicBezTo>
                  <a:cubicBezTo>
                    <a:pt x="4411" y="6521"/>
                    <a:pt x="4096" y="6805"/>
                    <a:pt x="3749" y="6805"/>
                  </a:cubicBezTo>
                  <a:cubicBezTo>
                    <a:pt x="3732" y="6806"/>
                    <a:pt x="3714" y="6807"/>
                    <a:pt x="3697" y="6807"/>
                  </a:cubicBezTo>
                  <a:cubicBezTo>
                    <a:pt x="3343" y="6807"/>
                    <a:pt x="3056" y="6504"/>
                    <a:pt x="3056" y="6143"/>
                  </a:cubicBezTo>
                  <a:cubicBezTo>
                    <a:pt x="3056" y="5734"/>
                    <a:pt x="3371" y="5450"/>
                    <a:pt x="3749" y="5450"/>
                  </a:cubicBezTo>
                  <a:close/>
                  <a:moveTo>
                    <a:pt x="4946" y="1985"/>
                  </a:moveTo>
                  <a:cubicBezTo>
                    <a:pt x="4852" y="2300"/>
                    <a:pt x="4789" y="2646"/>
                    <a:pt x="4789" y="3024"/>
                  </a:cubicBezTo>
                  <a:cubicBezTo>
                    <a:pt x="4757" y="3560"/>
                    <a:pt x="4915" y="4096"/>
                    <a:pt x="5167" y="4568"/>
                  </a:cubicBezTo>
                  <a:lnTo>
                    <a:pt x="4883" y="5387"/>
                  </a:lnTo>
                  <a:cubicBezTo>
                    <a:pt x="4631" y="5009"/>
                    <a:pt x="4222" y="4757"/>
                    <a:pt x="3749" y="4757"/>
                  </a:cubicBezTo>
                  <a:cubicBezTo>
                    <a:pt x="2993" y="4757"/>
                    <a:pt x="2363" y="5387"/>
                    <a:pt x="2363" y="6143"/>
                  </a:cubicBezTo>
                  <a:cubicBezTo>
                    <a:pt x="2363" y="6490"/>
                    <a:pt x="2489" y="6805"/>
                    <a:pt x="2709" y="7026"/>
                  </a:cubicBezTo>
                  <a:cubicBezTo>
                    <a:pt x="2016" y="7404"/>
                    <a:pt x="1481" y="8065"/>
                    <a:pt x="1386" y="8853"/>
                  </a:cubicBezTo>
                  <a:lnTo>
                    <a:pt x="662" y="8853"/>
                  </a:lnTo>
                  <a:lnTo>
                    <a:pt x="662" y="1985"/>
                  </a:lnTo>
                  <a:close/>
                  <a:moveTo>
                    <a:pt x="3749" y="7498"/>
                  </a:moveTo>
                  <a:cubicBezTo>
                    <a:pt x="4568" y="7498"/>
                    <a:pt x="5261" y="8097"/>
                    <a:pt x="5419" y="8884"/>
                  </a:cubicBezTo>
                  <a:lnTo>
                    <a:pt x="2079" y="8884"/>
                  </a:lnTo>
                  <a:cubicBezTo>
                    <a:pt x="2237" y="8097"/>
                    <a:pt x="2899" y="7498"/>
                    <a:pt x="3749" y="7498"/>
                  </a:cubicBezTo>
                  <a:close/>
                  <a:moveTo>
                    <a:pt x="6364" y="5765"/>
                  </a:moveTo>
                  <a:cubicBezTo>
                    <a:pt x="6522" y="5860"/>
                    <a:pt x="6679" y="5923"/>
                    <a:pt x="6837" y="5986"/>
                  </a:cubicBezTo>
                  <a:lnTo>
                    <a:pt x="6837" y="8884"/>
                  </a:lnTo>
                  <a:lnTo>
                    <a:pt x="6112" y="8884"/>
                  </a:lnTo>
                  <a:cubicBezTo>
                    <a:pt x="5986" y="8065"/>
                    <a:pt x="5482" y="7404"/>
                    <a:pt x="4757" y="7089"/>
                  </a:cubicBezTo>
                  <a:cubicBezTo>
                    <a:pt x="5009" y="6837"/>
                    <a:pt x="5104" y="6521"/>
                    <a:pt x="5104" y="6175"/>
                  </a:cubicBezTo>
                  <a:lnTo>
                    <a:pt x="5230" y="6175"/>
                  </a:lnTo>
                  <a:lnTo>
                    <a:pt x="6364" y="5765"/>
                  </a:lnTo>
                  <a:close/>
                  <a:moveTo>
                    <a:pt x="6805" y="9514"/>
                  </a:moveTo>
                  <a:lnTo>
                    <a:pt x="6805" y="10586"/>
                  </a:lnTo>
                  <a:cubicBezTo>
                    <a:pt x="6805" y="10775"/>
                    <a:pt x="6648" y="10932"/>
                    <a:pt x="6490" y="10932"/>
                  </a:cubicBezTo>
                  <a:lnTo>
                    <a:pt x="1008" y="10932"/>
                  </a:lnTo>
                  <a:cubicBezTo>
                    <a:pt x="819" y="10932"/>
                    <a:pt x="662" y="10775"/>
                    <a:pt x="662" y="10586"/>
                  </a:cubicBezTo>
                  <a:lnTo>
                    <a:pt x="662" y="9514"/>
                  </a:lnTo>
                  <a:close/>
                  <a:moveTo>
                    <a:pt x="1008" y="0"/>
                  </a:moveTo>
                  <a:cubicBezTo>
                    <a:pt x="473" y="0"/>
                    <a:pt x="0" y="473"/>
                    <a:pt x="0" y="1040"/>
                  </a:cubicBezTo>
                  <a:lnTo>
                    <a:pt x="0" y="10649"/>
                  </a:lnTo>
                  <a:cubicBezTo>
                    <a:pt x="0" y="11184"/>
                    <a:pt x="441" y="11657"/>
                    <a:pt x="1008" y="11657"/>
                  </a:cubicBezTo>
                  <a:lnTo>
                    <a:pt x="6490" y="11657"/>
                  </a:lnTo>
                  <a:cubicBezTo>
                    <a:pt x="7057" y="11657"/>
                    <a:pt x="7530" y="11184"/>
                    <a:pt x="7530" y="10617"/>
                  </a:cubicBezTo>
                  <a:lnTo>
                    <a:pt x="7530" y="6143"/>
                  </a:lnTo>
                  <a:cubicBezTo>
                    <a:pt x="7624" y="6143"/>
                    <a:pt x="7750" y="6175"/>
                    <a:pt x="7876" y="6175"/>
                  </a:cubicBezTo>
                  <a:cubicBezTo>
                    <a:pt x="9578" y="6175"/>
                    <a:pt x="10932" y="4789"/>
                    <a:pt x="10932" y="3087"/>
                  </a:cubicBezTo>
                  <a:cubicBezTo>
                    <a:pt x="10932" y="1418"/>
                    <a:pt x="9578" y="0"/>
                    <a:pt x="787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8967;p69">
              <a:extLst>
                <a:ext uri="{FF2B5EF4-FFF2-40B4-BE49-F238E27FC236}">
                  <a16:creationId xmlns:a16="http://schemas.microsoft.com/office/drawing/2014/main" id="{F995F5EB-8FCA-54A1-1889-F3047E3A26D2}"/>
                </a:ext>
              </a:extLst>
            </p:cNvPr>
            <p:cNvSpPr/>
            <p:nvPr/>
          </p:nvSpPr>
          <p:spPr>
            <a:xfrm>
              <a:off x="-34579600" y="1947400"/>
              <a:ext cx="17350" cy="18125"/>
            </a:xfrm>
            <a:custGeom>
              <a:avLst/>
              <a:gdLst/>
              <a:ahLst/>
              <a:cxnLst/>
              <a:rect l="l" t="t" r="r" b="b"/>
              <a:pathLst>
                <a:path w="694" h="725" extrusionOk="0">
                  <a:moveTo>
                    <a:pt x="347" y="0"/>
                  </a:moveTo>
                  <a:cubicBezTo>
                    <a:pt x="158" y="0"/>
                    <a:pt x="1" y="189"/>
                    <a:pt x="1" y="347"/>
                  </a:cubicBezTo>
                  <a:cubicBezTo>
                    <a:pt x="1" y="567"/>
                    <a:pt x="158" y="725"/>
                    <a:pt x="347" y="725"/>
                  </a:cubicBezTo>
                  <a:cubicBezTo>
                    <a:pt x="536" y="725"/>
                    <a:pt x="694" y="567"/>
                    <a:pt x="694" y="347"/>
                  </a:cubicBezTo>
                  <a:cubicBezTo>
                    <a:pt x="694" y="158"/>
                    <a:pt x="536"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8968;p69">
              <a:extLst>
                <a:ext uri="{FF2B5EF4-FFF2-40B4-BE49-F238E27FC236}">
                  <a16:creationId xmlns:a16="http://schemas.microsoft.com/office/drawing/2014/main" id="{1106166F-C154-C698-7E34-774E49ECA29F}"/>
                </a:ext>
              </a:extLst>
            </p:cNvPr>
            <p:cNvSpPr/>
            <p:nvPr/>
          </p:nvSpPr>
          <p:spPr>
            <a:xfrm>
              <a:off x="-34581175" y="1982050"/>
              <a:ext cx="18150" cy="52000"/>
            </a:xfrm>
            <a:custGeom>
              <a:avLst/>
              <a:gdLst/>
              <a:ahLst/>
              <a:cxnLst/>
              <a:rect l="l" t="t" r="r" b="b"/>
              <a:pathLst>
                <a:path w="726" h="2080" extrusionOk="0">
                  <a:moveTo>
                    <a:pt x="379" y="0"/>
                  </a:moveTo>
                  <a:cubicBezTo>
                    <a:pt x="158" y="0"/>
                    <a:pt x="1" y="158"/>
                    <a:pt x="1" y="347"/>
                  </a:cubicBezTo>
                  <a:lnTo>
                    <a:pt x="1" y="1733"/>
                  </a:lnTo>
                  <a:cubicBezTo>
                    <a:pt x="1" y="1922"/>
                    <a:pt x="158" y="2080"/>
                    <a:pt x="379" y="2080"/>
                  </a:cubicBezTo>
                  <a:cubicBezTo>
                    <a:pt x="568" y="2080"/>
                    <a:pt x="725" y="1922"/>
                    <a:pt x="725" y="1733"/>
                  </a:cubicBezTo>
                  <a:lnTo>
                    <a:pt x="725" y="347"/>
                  </a:lnTo>
                  <a:cubicBezTo>
                    <a:pt x="725" y="158"/>
                    <a:pt x="568" y="0"/>
                    <a:pt x="37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10" name="Google Shape;8969;p69">
            <a:extLst>
              <a:ext uri="{FF2B5EF4-FFF2-40B4-BE49-F238E27FC236}">
                <a16:creationId xmlns:a16="http://schemas.microsoft.com/office/drawing/2014/main" id="{ADBB15F9-F9D6-CA70-2AF4-440CBC506C65}"/>
              </a:ext>
            </a:extLst>
          </p:cNvPr>
          <p:cNvGrpSpPr/>
          <p:nvPr/>
        </p:nvGrpSpPr>
        <p:grpSpPr>
          <a:xfrm>
            <a:off x="5263001" y="5088595"/>
            <a:ext cx="921801" cy="919370"/>
            <a:chOff x="-34778075" y="2272675"/>
            <a:chExt cx="293800" cy="293025"/>
          </a:xfrm>
          <a:solidFill>
            <a:srgbClr val="555559"/>
          </a:solidFill>
        </p:grpSpPr>
        <p:sp>
          <p:nvSpPr>
            <p:cNvPr id="1911" name="Google Shape;8970;p69">
              <a:extLst>
                <a:ext uri="{FF2B5EF4-FFF2-40B4-BE49-F238E27FC236}">
                  <a16:creationId xmlns:a16="http://schemas.microsoft.com/office/drawing/2014/main" id="{35ED1734-C302-63D5-8688-81D8B2BE1D56}"/>
                </a:ext>
              </a:extLst>
            </p:cNvPr>
            <p:cNvSpPr/>
            <p:nvPr/>
          </p:nvSpPr>
          <p:spPr>
            <a:xfrm>
              <a:off x="-34725300" y="2324675"/>
              <a:ext cx="187475" cy="188250"/>
            </a:xfrm>
            <a:custGeom>
              <a:avLst/>
              <a:gdLst/>
              <a:ahLst/>
              <a:cxnLst/>
              <a:rect l="l" t="t" r="r" b="b"/>
              <a:pathLst>
                <a:path w="7499" h="7530" extrusionOk="0">
                  <a:moveTo>
                    <a:pt x="4127" y="693"/>
                  </a:moveTo>
                  <a:lnTo>
                    <a:pt x="4127" y="1134"/>
                  </a:lnTo>
                  <a:cubicBezTo>
                    <a:pt x="4127" y="1292"/>
                    <a:pt x="4253" y="1418"/>
                    <a:pt x="4411" y="1449"/>
                  </a:cubicBezTo>
                  <a:cubicBezTo>
                    <a:pt x="4600" y="1481"/>
                    <a:pt x="4821" y="1607"/>
                    <a:pt x="4978" y="1701"/>
                  </a:cubicBezTo>
                  <a:cubicBezTo>
                    <a:pt x="5023" y="1724"/>
                    <a:pt x="5075" y="1734"/>
                    <a:pt x="5130" y="1734"/>
                  </a:cubicBezTo>
                  <a:cubicBezTo>
                    <a:pt x="5230" y="1734"/>
                    <a:pt x="5338" y="1699"/>
                    <a:pt x="5419" y="1638"/>
                  </a:cubicBezTo>
                  <a:lnTo>
                    <a:pt x="5734" y="1323"/>
                  </a:lnTo>
                  <a:lnTo>
                    <a:pt x="6207" y="1796"/>
                  </a:lnTo>
                  <a:lnTo>
                    <a:pt x="5892" y="2111"/>
                  </a:lnTo>
                  <a:cubicBezTo>
                    <a:pt x="5766" y="2237"/>
                    <a:pt x="5766" y="2394"/>
                    <a:pt x="5860" y="2552"/>
                  </a:cubicBezTo>
                  <a:cubicBezTo>
                    <a:pt x="5986" y="2741"/>
                    <a:pt x="6049" y="2961"/>
                    <a:pt x="6081" y="3150"/>
                  </a:cubicBezTo>
                  <a:cubicBezTo>
                    <a:pt x="6144" y="3308"/>
                    <a:pt x="6238" y="3434"/>
                    <a:pt x="6396" y="3434"/>
                  </a:cubicBezTo>
                  <a:lnTo>
                    <a:pt x="6837" y="3434"/>
                  </a:lnTo>
                  <a:lnTo>
                    <a:pt x="6837" y="4096"/>
                  </a:lnTo>
                  <a:lnTo>
                    <a:pt x="6396" y="4096"/>
                  </a:lnTo>
                  <a:cubicBezTo>
                    <a:pt x="6238" y="4096"/>
                    <a:pt x="6144" y="4222"/>
                    <a:pt x="6081" y="4379"/>
                  </a:cubicBezTo>
                  <a:cubicBezTo>
                    <a:pt x="6049" y="4568"/>
                    <a:pt x="5923" y="4789"/>
                    <a:pt x="5860" y="4946"/>
                  </a:cubicBezTo>
                  <a:cubicBezTo>
                    <a:pt x="5766" y="5072"/>
                    <a:pt x="5829" y="5261"/>
                    <a:pt x="5892" y="5387"/>
                  </a:cubicBezTo>
                  <a:lnTo>
                    <a:pt x="6207" y="5702"/>
                  </a:lnTo>
                  <a:lnTo>
                    <a:pt x="5734" y="6175"/>
                  </a:lnTo>
                  <a:lnTo>
                    <a:pt x="5419" y="5860"/>
                  </a:lnTo>
                  <a:cubicBezTo>
                    <a:pt x="5352" y="5792"/>
                    <a:pt x="5275" y="5761"/>
                    <a:pt x="5194" y="5761"/>
                  </a:cubicBezTo>
                  <a:cubicBezTo>
                    <a:pt x="5124" y="5761"/>
                    <a:pt x="5051" y="5785"/>
                    <a:pt x="4978" y="5828"/>
                  </a:cubicBezTo>
                  <a:cubicBezTo>
                    <a:pt x="4789" y="5954"/>
                    <a:pt x="4600" y="6017"/>
                    <a:pt x="4411" y="6049"/>
                  </a:cubicBezTo>
                  <a:cubicBezTo>
                    <a:pt x="4253" y="6080"/>
                    <a:pt x="4127" y="6206"/>
                    <a:pt x="4127" y="6364"/>
                  </a:cubicBezTo>
                  <a:lnTo>
                    <a:pt x="4127" y="6805"/>
                  </a:lnTo>
                  <a:lnTo>
                    <a:pt x="3466" y="6805"/>
                  </a:lnTo>
                  <a:lnTo>
                    <a:pt x="3466" y="6364"/>
                  </a:lnTo>
                  <a:cubicBezTo>
                    <a:pt x="3466" y="6206"/>
                    <a:pt x="3340" y="6112"/>
                    <a:pt x="3182" y="6049"/>
                  </a:cubicBezTo>
                  <a:cubicBezTo>
                    <a:pt x="2993" y="6017"/>
                    <a:pt x="2741" y="5891"/>
                    <a:pt x="2584" y="5828"/>
                  </a:cubicBezTo>
                  <a:cubicBezTo>
                    <a:pt x="2549" y="5794"/>
                    <a:pt x="2497" y="5780"/>
                    <a:pt x="2441" y="5780"/>
                  </a:cubicBezTo>
                  <a:cubicBezTo>
                    <a:pt x="2344" y="5780"/>
                    <a:pt x="2234" y="5820"/>
                    <a:pt x="2174" y="5860"/>
                  </a:cubicBezTo>
                  <a:lnTo>
                    <a:pt x="1859" y="6175"/>
                  </a:lnTo>
                  <a:lnTo>
                    <a:pt x="1387" y="5702"/>
                  </a:lnTo>
                  <a:lnTo>
                    <a:pt x="1702" y="5387"/>
                  </a:lnTo>
                  <a:cubicBezTo>
                    <a:pt x="1796" y="5261"/>
                    <a:pt x="1796" y="5104"/>
                    <a:pt x="1733" y="4946"/>
                  </a:cubicBezTo>
                  <a:cubicBezTo>
                    <a:pt x="1607" y="4757"/>
                    <a:pt x="1544" y="4568"/>
                    <a:pt x="1481" y="4379"/>
                  </a:cubicBezTo>
                  <a:cubicBezTo>
                    <a:pt x="1450" y="4222"/>
                    <a:pt x="1324" y="4096"/>
                    <a:pt x="1166" y="4096"/>
                  </a:cubicBezTo>
                  <a:lnTo>
                    <a:pt x="756" y="4096"/>
                  </a:lnTo>
                  <a:lnTo>
                    <a:pt x="756" y="3434"/>
                  </a:lnTo>
                  <a:lnTo>
                    <a:pt x="1166" y="3434"/>
                  </a:lnTo>
                  <a:cubicBezTo>
                    <a:pt x="1324" y="3434"/>
                    <a:pt x="1450" y="3308"/>
                    <a:pt x="1481" y="3150"/>
                  </a:cubicBezTo>
                  <a:cubicBezTo>
                    <a:pt x="1544" y="2961"/>
                    <a:pt x="1639" y="2709"/>
                    <a:pt x="1733" y="2552"/>
                  </a:cubicBezTo>
                  <a:cubicBezTo>
                    <a:pt x="1796" y="2426"/>
                    <a:pt x="1765" y="2237"/>
                    <a:pt x="1702" y="2111"/>
                  </a:cubicBezTo>
                  <a:lnTo>
                    <a:pt x="1387" y="1796"/>
                  </a:lnTo>
                  <a:lnTo>
                    <a:pt x="1859" y="1323"/>
                  </a:lnTo>
                  <a:lnTo>
                    <a:pt x="2174" y="1638"/>
                  </a:lnTo>
                  <a:cubicBezTo>
                    <a:pt x="2230" y="1712"/>
                    <a:pt x="2307" y="1743"/>
                    <a:pt x="2392" y="1743"/>
                  </a:cubicBezTo>
                  <a:cubicBezTo>
                    <a:pt x="2453" y="1743"/>
                    <a:pt x="2518" y="1727"/>
                    <a:pt x="2584" y="1701"/>
                  </a:cubicBezTo>
                  <a:cubicBezTo>
                    <a:pt x="2804" y="1575"/>
                    <a:pt x="2993" y="1481"/>
                    <a:pt x="3182" y="1449"/>
                  </a:cubicBezTo>
                  <a:cubicBezTo>
                    <a:pt x="3340" y="1418"/>
                    <a:pt x="3466" y="1292"/>
                    <a:pt x="3466" y="1134"/>
                  </a:cubicBezTo>
                  <a:lnTo>
                    <a:pt x="3466" y="693"/>
                  </a:lnTo>
                  <a:close/>
                  <a:moveTo>
                    <a:pt x="3056" y="0"/>
                  </a:moveTo>
                  <a:cubicBezTo>
                    <a:pt x="2867" y="0"/>
                    <a:pt x="2710" y="158"/>
                    <a:pt x="2710" y="347"/>
                  </a:cubicBezTo>
                  <a:lnTo>
                    <a:pt x="2710" y="851"/>
                  </a:lnTo>
                  <a:cubicBezTo>
                    <a:pt x="2584" y="914"/>
                    <a:pt x="2521" y="945"/>
                    <a:pt x="2426" y="977"/>
                  </a:cubicBezTo>
                  <a:lnTo>
                    <a:pt x="2080" y="630"/>
                  </a:lnTo>
                  <a:cubicBezTo>
                    <a:pt x="1985" y="536"/>
                    <a:pt x="1922" y="504"/>
                    <a:pt x="1828" y="504"/>
                  </a:cubicBezTo>
                  <a:cubicBezTo>
                    <a:pt x="1765" y="504"/>
                    <a:pt x="1639" y="536"/>
                    <a:pt x="1607" y="630"/>
                  </a:cubicBezTo>
                  <a:lnTo>
                    <a:pt x="630" y="1607"/>
                  </a:lnTo>
                  <a:cubicBezTo>
                    <a:pt x="536" y="1701"/>
                    <a:pt x="504" y="1764"/>
                    <a:pt x="504" y="1859"/>
                  </a:cubicBezTo>
                  <a:cubicBezTo>
                    <a:pt x="504" y="1922"/>
                    <a:pt x="536" y="2048"/>
                    <a:pt x="630" y="2079"/>
                  </a:cubicBezTo>
                  <a:lnTo>
                    <a:pt x="977" y="2426"/>
                  </a:lnTo>
                  <a:cubicBezTo>
                    <a:pt x="945" y="2520"/>
                    <a:pt x="914" y="2646"/>
                    <a:pt x="851" y="2709"/>
                  </a:cubicBezTo>
                  <a:lnTo>
                    <a:pt x="347" y="2709"/>
                  </a:lnTo>
                  <a:cubicBezTo>
                    <a:pt x="158" y="2709"/>
                    <a:pt x="0" y="2867"/>
                    <a:pt x="0" y="3056"/>
                  </a:cubicBezTo>
                  <a:lnTo>
                    <a:pt x="0" y="4442"/>
                  </a:lnTo>
                  <a:cubicBezTo>
                    <a:pt x="0" y="4631"/>
                    <a:pt x="158" y="4789"/>
                    <a:pt x="347" y="4789"/>
                  </a:cubicBezTo>
                  <a:lnTo>
                    <a:pt x="851" y="4789"/>
                  </a:lnTo>
                  <a:cubicBezTo>
                    <a:pt x="882" y="4915"/>
                    <a:pt x="945" y="5009"/>
                    <a:pt x="977" y="5072"/>
                  </a:cubicBezTo>
                  <a:lnTo>
                    <a:pt x="630" y="5419"/>
                  </a:lnTo>
                  <a:cubicBezTo>
                    <a:pt x="536" y="5513"/>
                    <a:pt x="504" y="5576"/>
                    <a:pt x="504" y="5671"/>
                  </a:cubicBezTo>
                  <a:cubicBezTo>
                    <a:pt x="504" y="5734"/>
                    <a:pt x="536" y="5860"/>
                    <a:pt x="630" y="5891"/>
                  </a:cubicBezTo>
                  <a:lnTo>
                    <a:pt x="1607" y="6900"/>
                  </a:lnTo>
                  <a:cubicBezTo>
                    <a:pt x="1670" y="6963"/>
                    <a:pt x="1765" y="6994"/>
                    <a:pt x="1828" y="6994"/>
                  </a:cubicBezTo>
                  <a:cubicBezTo>
                    <a:pt x="1922" y="6994"/>
                    <a:pt x="2048" y="6963"/>
                    <a:pt x="2080" y="6900"/>
                  </a:cubicBezTo>
                  <a:lnTo>
                    <a:pt x="2426" y="6521"/>
                  </a:lnTo>
                  <a:cubicBezTo>
                    <a:pt x="2521" y="6585"/>
                    <a:pt x="2615" y="6616"/>
                    <a:pt x="2710" y="6648"/>
                  </a:cubicBezTo>
                  <a:lnTo>
                    <a:pt x="2710" y="7152"/>
                  </a:lnTo>
                  <a:cubicBezTo>
                    <a:pt x="2710" y="7372"/>
                    <a:pt x="2867" y="7530"/>
                    <a:pt x="3056" y="7530"/>
                  </a:cubicBezTo>
                  <a:lnTo>
                    <a:pt x="4443" y="7530"/>
                  </a:lnTo>
                  <a:cubicBezTo>
                    <a:pt x="4632" y="7530"/>
                    <a:pt x="4789" y="7372"/>
                    <a:pt x="4789" y="7152"/>
                  </a:cubicBezTo>
                  <a:lnTo>
                    <a:pt x="4789" y="6648"/>
                  </a:lnTo>
                  <a:cubicBezTo>
                    <a:pt x="4915" y="6616"/>
                    <a:pt x="4978" y="6585"/>
                    <a:pt x="5073" y="6521"/>
                  </a:cubicBezTo>
                  <a:lnTo>
                    <a:pt x="5419" y="6900"/>
                  </a:lnTo>
                  <a:cubicBezTo>
                    <a:pt x="5514" y="6963"/>
                    <a:pt x="5577" y="6994"/>
                    <a:pt x="5671" y="6994"/>
                  </a:cubicBezTo>
                  <a:cubicBezTo>
                    <a:pt x="5734" y="6994"/>
                    <a:pt x="5860" y="6963"/>
                    <a:pt x="5892" y="6900"/>
                  </a:cubicBezTo>
                  <a:lnTo>
                    <a:pt x="6868" y="5891"/>
                  </a:lnTo>
                  <a:cubicBezTo>
                    <a:pt x="6994" y="5797"/>
                    <a:pt x="6994" y="5545"/>
                    <a:pt x="6868" y="5419"/>
                  </a:cubicBezTo>
                  <a:lnTo>
                    <a:pt x="6522" y="5072"/>
                  </a:lnTo>
                  <a:cubicBezTo>
                    <a:pt x="6553" y="5009"/>
                    <a:pt x="6616" y="4883"/>
                    <a:pt x="6648" y="4789"/>
                  </a:cubicBezTo>
                  <a:lnTo>
                    <a:pt x="7152" y="4789"/>
                  </a:lnTo>
                  <a:cubicBezTo>
                    <a:pt x="7341" y="4789"/>
                    <a:pt x="7499" y="4631"/>
                    <a:pt x="7499" y="4442"/>
                  </a:cubicBezTo>
                  <a:lnTo>
                    <a:pt x="7499" y="3056"/>
                  </a:lnTo>
                  <a:cubicBezTo>
                    <a:pt x="7499" y="2867"/>
                    <a:pt x="7341" y="2709"/>
                    <a:pt x="7152" y="2709"/>
                  </a:cubicBezTo>
                  <a:lnTo>
                    <a:pt x="6648" y="2709"/>
                  </a:lnTo>
                  <a:cubicBezTo>
                    <a:pt x="6616" y="2583"/>
                    <a:pt x="6553" y="2520"/>
                    <a:pt x="6522" y="2426"/>
                  </a:cubicBezTo>
                  <a:lnTo>
                    <a:pt x="6868" y="2079"/>
                  </a:lnTo>
                  <a:cubicBezTo>
                    <a:pt x="6994" y="1953"/>
                    <a:pt x="6994" y="1733"/>
                    <a:pt x="6868" y="1607"/>
                  </a:cubicBezTo>
                  <a:lnTo>
                    <a:pt x="5892" y="630"/>
                  </a:lnTo>
                  <a:cubicBezTo>
                    <a:pt x="5829" y="536"/>
                    <a:pt x="5734" y="504"/>
                    <a:pt x="5671" y="504"/>
                  </a:cubicBezTo>
                  <a:cubicBezTo>
                    <a:pt x="5577" y="504"/>
                    <a:pt x="5451" y="536"/>
                    <a:pt x="5419" y="630"/>
                  </a:cubicBezTo>
                  <a:lnTo>
                    <a:pt x="5073" y="977"/>
                  </a:lnTo>
                  <a:cubicBezTo>
                    <a:pt x="4978" y="945"/>
                    <a:pt x="4884" y="914"/>
                    <a:pt x="4789" y="851"/>
                  </a:cubicBezTo>
                  <a:lnTo>
                    <a:pt x="4789" y="347"/>
                  </a:lnTo>
                  <a:cubicBezTo>
                    <a:pt x="4789" y="158"/>
                    <a:pt x="4632" y="0"/>
                    <a:pt x="444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8971;p69">
              <a:extLst>
                <a:ext uri="{FF2B5EF4-FFF2-40B4-BE49-F238E27FC236}">
                  <a16:creationId xmlns:a16="http://schemas.microsoft.com/office/drawing/2014/main" id="{CB27A3B3-C7BE-71FC-2D69-85FC309D41FE}"/>
                </a:ext>
              </a:extLst>
            </p:cNvPr>
            <p:cNvSpPr/>
            <p:nvPr/>
          </p:nvSpPr>
          <p:spPr>
            <a:xfrm>
              <a:off x="-34673325" y="2375850"/>
              <a:ext cx="85100" cy="84300"/>
            </a:xfrm>
            <a:custGeom>
              <a:avLst/>
              <a:gdLst/>
              <a:ahLst/>
              <a:cxnLst/>
              <a:rect l="l" t="t" r="r" b="b"/>
              <a:pathLst>
                <a:path w="3404" h="3372" extrusionOk="0">
                  <a:moveTo>
                    <a:pt x="1702" y="662"/>
                  </a:moveTo>
                  <a:cubicBezTo>
                    <a:pt x="2238" y="662"/>
                    <a:pt x="2710" y="1135"/>
                    <a:pt x="2710" y="1702"/>
                  </a:cubicBezTo>
                  <a:cubicBezTo>
                    <a:pt x="2710" y="2238"/>
                    <a:pt x="2238" y="2710"/>
                    <a:pt x="1702" y="2710"/>
                  </a:cubicBezTo>
                  <a:cubicBezTo>
                    <a:pt x="1135" y="2710"/>
                    <a:pt x="662" y="2238"/>
                    <a:pt x="662" y="1702"/>
                  </a:cubicBezTo>
                  <a:cubicBezTo>
                    <a:pt x="662" y="1135"/>
                    <a:pt x="1135" y="662"/>
                    <a:pt x="1702" y="662"/>
                  </a:cubicBezTo>
                  <a:close/>
                  <a:moveTo>
                    <a:pt x="1702" y="1"/>
                  </a:moveTo>
                  <a:cubicBezTo>
                    <a:pt x="757" y="1"/>
                    <a:pt x="1" y="757"/>
                    <a:pt x="1" y="1702"/>
                  </a:cubicBezTo>
                  <a:cubicBezTo>
                    <a:pt x="1" y="2647"/>
                    <a:pt x="757" y="3372"/>
                    <a:pt x="1702" y="3372"/>
                  </a:cubicBezTo>
                  <a:cubicBezTo>
                    <a:pt x="2647" y="3372"/>
                    <a:pt x="3403" y="2647"/>
                    <a:pt x="3403" y="1702"/>
                  </a:cubicBezTo>
                  <a:cubicBezTo>
                    <a:pt x="3372" y="757"/>
                    <a:pt x="2647" y="1"/>
                    <a:pt x="170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8972;p69">
              <a:extLst>
                <a:ext uri="{FF2B5EF4-FFF2-40B4-BE49-F238E27FC236}">
                  <a16:creationId xmlns:a16="http://schemas.microsoft.com/office/drawing/2014/main" id="{2174850F-8413-4A33-BAC1-D0ABC964FEC3}"/>
                </a:ext>
              </a:extLst>
            </p:cNvPr>
            <p:cNvSpPr/>
            <p:nvPr/>
          </p:nvSpPr>
          <p:spPr>
            <a:xfrm>
              <a:off x="-34778075" y="2272675"/>
              <a:ext cx="293800" cy="293025"/>
            </a:xfrm>
            <a:custGeom>
              <a:avLst/>
              <a:gdLst/>
              <a:ahLst/>
              <a:cxnLst/>
              <a:rect l="l" t="t" r="r" b="b"/>
              <a:pathLst>
                <a:path w="11752" h="11721" extrusionOk="0">
                  <a:moveTo>
                    <a:pt x="5892" y="694"/>
                  </a:moveTo>
                  <a:cubicBezTo>
                    <a:pt x="8727" y="694"/>
                    <a:pt x="11027" y="3025"/>
                    <a:pt x="11027" y="5861"/>
                  </a:cubicBezTo>
                  <a:cubicBezTo>
                    <a:pt x="10996" y="8665"/>
                    <a:pt x="8727" y="10964"/>
                    <a:pt x="5892" y="10964"/>
                  </a:cubicBezTo>
                  <a:cubicBezTo>
                    <a:pt x="4884" y="10964"/>
                    <a:pt x="3939" y="10712"/>
                    <a:pt x="3119" y="10177"/>
                  </a:cubicBezTo>
                  <a:cubicBezTo>
                    <a:pt x="3075" y="10154"/>
                    <a:pt x="2999" y="10132"/>
                    <a:pt x="2936" y="10132"/>
                  </a:cubicBezTo>
                  <a:cubicBezTo>
                    <a:pt x="2910" y="10132"/>
                    <a:pt x="2886" y="10136"/>
                    <a:pt x="2867" y="10145"/>
                  </a:cubicBezTo>
                  <a:lnTo>
                    <a:pt x="914" y="10775"/>
                  </a:lnTo>
                  <a:lnTo>
                    <a:pt x="1544" y="8854"/>
                  </a:lnTo>
                  <a:cubicBezTo>
                    <a:pt x="1576" y="8759"/>
                    <a:pt x="1544" y="8665"/>
                    <a:pt x="1513" y="8570"/>
                  </a:cubicBezTo>
                  <a:cubicBezTo>
                    <a:pt x="1009" y="7751"/>
                    <a:pt x="725" y="6806"/>
                    <a:pt x="725" y="5861"/>
                  </a:cubicBezTo>
                  <a:cubicBezTo>
                    <a:pt x="725" y="3025"/>
                    <a:pt x="3056" y="694"/>
                    <a:pt x="5892" y="694"/>
                  </a:cubicBezTo>
                  <a:close/>
                  <a:moveTo>
                    <a:pt x="5892" y="1"/>
                  </a:moveTo>
                  <a:cubicBezTo>
                    <a:pt x="4348" y="1"/>
                    <a:pt x="2867" y="568"/>
                    <a:pt x="1733" y="1733"/>
                  </a:cubicBezTo>
                  <a:cubicBezTo>
                    <a:pt x="631" y="2836"/>
                    <a:pt x="0" y="4285"/>
                    <a:pt x="0" y="5861"/>
                  </a:cubicBezTo>
                  <a:cubicBezTo>
                    <a:pt x="0" y="6869"/>
                    <a:pt x="284" y="7908"/>
                    <a:pt x="851" y="8822"/>
                  </a:cubicBezTo>
                  <a:lnTo>
                    <a:pt x="63" y="11248"/>
                  </a:lnTo>
                  <a:cubicBezTo>
                    <a:pt x="0" y="11374"/>
                    <a:pt x="63" y="11531"/>
                    <a:pt x="127" y="11594"/>
                  </a:cubicBezTo>
                  <a:cubicBezTo>
                    <a:pt x="197" y="11665"/>
                    <a:pt x="304" y="11701"/>
                    <a:pt x="392" y="11701"/>
                  </a:cubicBezTo>
                  <a:cubicBezTo>
                    <a:pt x="422" y="11701"/>
                    <a:pt x="449" y="11697"/>
                    <a:pt x="473" y="11689"/>
                  </a:cubicBezTo>
                  <a:lnTo>
                    <a:pt x="2930" y="10901"/>
                  </a:lnTo>
                  <a:cubicBezTo>
                    <a:pt x="3844" y="11437"/>
                    <a:pt x="4852" y="11720"/>
                    <a:pt x="5892" y="11720"/>
                  </a:cubicBezTo>
                  <a:cubicBezTo>
                    <a:pt x="7404" y="11720"/>
                    <a:pt x="8916" y="11122"/>
                    <a:pt x="10019" y="9988"/>
                  </a:cubicBezTo>
                  <a:cubicBezTo>
                    <a:pt x="11122" y="8885"/>
                    <a:pt x="11752" y="7436"/>
                    <a:pt x="11752" y="5861"/>
                  </a:cubicBezTo>
                  <a:cubicBezTo>
                    <a:pt x="11752" y="4317"/>
                    <a:pt x="11153" y="2805"/>
                    <a:pt x="10019" y="1702"/>
                  </a:cubicBezTo>
                  <a:cubicBezTo>
                    <a:pt x="8885" y="568"/>
                    <a:pt x="7404" y="1"/>
                    <a:pt x="58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14" name="Google Shape;8973;p69">
            <a:extLst>
              <a:ext uri="{FF2B5EF4-FFF2-40B4-BE49-F238E27FC236}">
                <a16:creationId xmlns:a16="http://schemas.microsoft.com/office/drawing/2014/main" id="{2C098184-D73C-9F0C-8715-A5144B0B42C0}"/>
              </a:ext>
            </a:extLst>
          </p:cNvPr>
          <p:cNvGrpSpPr/>
          <p:nvPr/>
        </p:nvGrpSpPr>
        <p:grpSpPr>
          <a:xfrm>
            <a:off x="5266689" y="6170998"/>
            <a:ext cx="914429" cy="914429"/>
            <a:chOff x="-34776500" y="2631825"/>
            <a:chExt cx="291450" cy="291450"/>
          </a:xfrm>
          <a:solidFill>
            <a:srgbClr val="555559"/>
          </a:solidFill>
        </p:grpSpPr>
        <p:sp>
          <p:nvSpPr>
            <p:cNvPr id="1915" name="Google Shape;8974;p69">
              <a:extLst>
                <a:ext uri="{FF2B5EF4-FFF2-40B4-BE49-F238E27FC236}">
                  <a16:creationId xmlns:a16="http://schemas.microsoft.com/office/drawing/2014/main" id="{6D88476A-BD3E-FB6B-AD97-3A5DEBE72A3F}"/>
                </a:ext>
              </a:extLst>
            </p:cNvPr>
            <p:cNvSpPr/>
            <p:nvPr/>
          </p:nvSpPr>
          <p:spPr>
            <a:xfrm>
              <a:off x="-34691425" y="2666500"/>
              <a:ext cx="120525" cy="154400"/>
            </a:xfrm>
            <a:custGeom>
              <a:avLst/>
              <a:gdLst/>
              <a:ahLst/>
              <a:cxnLst/>
              <a:rect l="l" t="t" r="r" b="b"/>
              <a:pathLst>
                <a:path w="4821" h="6176" extrusionOk="0">
                  <a:moveTo>
                    <a:pt x="2331" y="693"/>
                  </a:moveTo>
                  <a:cubicBezTo>
                    <a:pt x="3277" y="693"/>
                    <a:pt x="4033" y="1449"/>
                    <a:pt x="4033" y="2394"/>
                  </a:cubicBezTo>
                  <a:cubicBezTo>
                    <a:pt x="4096" y="2899"/>
                    <a:pt x="3844" y="3466"/>
                    <a:pt x="3403" y="3781"/>
                  </a:cubicBezTo>
                  <a:cubicBezTo>
                    <a:pt x="3151" y="3970"/>
                    <a:pt x="2741" y="4348"/>
                    <a:pt x="2741" y="4946"/>
                  </a:cubicBezTo>
                  <a:lnTo>
                    <a:pt x="2741" y="5135"/>
                  </a:lnTo>
                  <a:cubicBezTo>
                    <a:pt x="2741" y="5356"/>
                    <a:pt x="2583" y="5513"/>
                    <a:pt x="2363" y="5513"/>
                  </a:cubicBezTo>
                  <a:cubicBezTo>
                    <a:pt x="2174" y="5513"/>
                    <a:pt x="2016" y="5356"/>
                    <a:pt x="2016" y="5135"/>
                  </a:cubicBezTo>
                  <a:lnTo>
                    <a:pt x="2016" y="4946"/>
                  </a:lnTo>
                  <a:cubicBezTo>
                    <a:pt x="2016" y="4285"/>
                    <a:pt x="2363" y="3655"/>
                    <a:pt x="2962" y="3214"/>
                  </a:cubicBezTo>
                  <a:cubicBezTo>
                    <a:pt x="3245" y="3025"/>
                    <a:pt x="3403" y="2710"/>
                    <a:pt x="3403" y="2394"/>
                  </a:cubicBezTo>
                  <a:cubicBezTo>
                    <a:pt x="3403" y="1827"/>
                    <a:pt x="2930" y="1355"/>
                    <a:pt x="2363" y="1355"/>
                  </a:cubicBezTo>
                  <a:cubicBezTo>
                    <a:pt x="1827" y="1355"/>
                    <a:pt x="1355" y="1827"/>
                    <a:pt x="1355" y="2394"/>
                  </a:cubicBezTo>
                  <a:cubicBezTo>
                    <a:pt x="1355" y="2583"/>
                    <a:pt x="1197" y="2741"/>
                    <a:pt x="1008" y="2741"/>
                  </a:cubicBezTo>
                  <a:cubicBezTo>
                    <a:pt x="788" y="2741"/>
                    <a:pt x="630" y="2583"/>
                    <a:pt x="630" y="2394"/>
                  </a:cubicBezTo>
                  <a:cubicBezTo>
                    <a:pt x="630" y="1449"/>
                    <a:pt x="1386" y="693"/>
                    <a:pt x="2331" y="693"/>
                  </a:cubicBezTo>
                  <a:close/>
                  <a:moveTo>
                    <a:pt x="2426" y="0"/>
                  </a:moveTo>
                  <a:cubicBezTo>
                    <a:pt x="1071" y="0"/>
                    <a:pt x="0" y="1040"/>
                    <a:pt x="0" y="2394"/>
                  </a:cubicBezTo>
                  <a:cubicBezTo>
                    <a:pt x="0" y="2930"/>
                    <a:pt x="473" y="3403"/>
                    <a:pt x="1040" y="3403"/>
                  </a:cubicBezTo>
                  <a:cubicBezTo>
                    <a:pt x="1575" y="3403"/>
                    <a:pt x="2048" y="2930"/>
                    <a:pt x="2048" y="2394"/>
                  </a:cubicBezTo>
                  <a:cubicBezTo>
                    <a:pt x="2048" y="2205"/>
                    <a:pt x="2205" y="2048"/>
                    <a:pt x="2426" y="2048"/>
                  </a:cubicBezTo>
                  <a:cubicBezTo>
                    <a:pt x="2615" y="2048"/>
                    <a:pt x="2772" y="2205"/>
                    <a:pt x="2772" y="2394"/>
                  </a:cubicBezTo>
                  <a:cubicBezTo>
                    <a:pt x="2772" y="2520"/>
                    <a:pt x="2741" y="2583"/>
                    <a:pt x="2615" y="2646"/>
                  </a:cubicBezTo>
                  <a:cubicBezTo>
                    <a:pt x="1827" y="3245"/>
                    <a:pt x="1386" y="4064"/>
                    <a:pt x="1386" y="4946"/>
                  </a:cubicBezTo>
                  <a:lnTo>
                    <a:pt x="1386" y="5135"/>
                  </a:lnTo>
                  <a:cubicBezTo>
                    <a:pt x="1386" y="5702"/>
                    <a:pt x="1859" y="6175"/>
                    <a:pt x="2426" y="6175"/>
                  </a:cubicBezTo>
                  <a:cubicBezTo>
                    <a:pt x="2962" y="6175"/>
                    <a:pt x="3434" y="5702"/>
                    <a:pt x="3434" y="5135"/>
                  </a:cubicBezTo>
                  <a:lnTo>
                    <a:pt x="3434" y="4946"/>
                  </a:lnTo>
                  <a:cubicBezTo>
                    <a:pt x="3434" y="4663"/>
                    <a:pt x="3686" y="4442"/>
                    <a:pt x="3844" y="4316"/>
                  </a:cubicBezTo>
                  <a:cubicBezTo>
                    <a:pt x="4474" y="3875"/>
                    <a:pt x="4820" y="3151"/>
                    <a:pt x="4820" y="2394"/>
                  </a:cubicBezTo>
                  <a:cubicBezTo>
                    <a:pt x="4789" y="1040"/>
                    <a:pt x="3718" y="0"/>
                    <a:pt x="242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8975;p69">
              <a:extLst>
                <a:ext uri="{FF2B5EF4-FFF2-40B4-BE49-F238E27FC236}">
                  <a16:creationId xmlns:a16="http://schemas.microsoft.com/office/drawing/2014/main" id="{60DE5C01-E567-744A-68C2-0912EF780C71}"/>
                </a:ext>
              </a:extLst>
            </p:cNvPr>
            <p:cNvSpPr/>
            <p:nvPr/>
          </p:nvSpPr>
          <p:spPr>
            <a:xfrm>
              <a:off x="-34656775" y="2837400"/>
              <a:ext cx="51200" cy="51225"/>
            </a:xfrm>
            <a:custGeom>
              <a:avLst/>
              <a:gdLst/>
              <a:ahLst/>
              <a:cxnLst/>
              <a:rect l="l" t="t" r="r" b="b"/>
              <a:pathLst>
                <a:path w="2048" h="2049" extrusionOk="0">
                  <a:moveTo>
                    <a:pt x="1040" y="662"/>
                  </a:moveTo>
                  <a:cubicBezTo>
                    <a:pt x="1229" y="662"/>
                    <a:pt x="1386" y="820"/>
                    <a:pt x="1386" y="1040"/>
                  </a:cubicBezTo>
                  <a:cubicBezTo>
                    <a:pt x="1386" y="1229"/>
                    <a:pt x="1197" y="1387"/>
                    <a:pt x="1040" y="1387"/>
                  </a:cubicBezTo>
                  <a:cubicBezTo>
                    <a:pt x="819" y="1387"/>
                    <a:pt x="662" y="1229"/>
                    <a:pt x="662" y="1040"/>
                  </a:cubicBezTo>
                  <a:cubicBezTo>
                    <a:pt x="662" y="820"/>
                    <a:pt x="819" y="662"/>
                    <a:pt x="1040" y="662"/>
                  </a:cubicBezTo>
                  <a:close/>
                  <a:moveTo>
                    <a:pt x="1040" y="1"/>
                  </a:moveTo>
                  <a:cubicBezTo>
                    <a:pt x="473" y="1"/>
                    <a:pt x="0" y="473"/>
                    <a:pt x="0" y="1040"/>
                  </a:cubicBezTo>
                  <a:cubicBezTo>
                    <a:pt x="0" y="1576"/>
                    <a:pt x="473" y="2048"/>
                    <a:pt x="1040" y="2048"/>
                  </a:cubicBezTo>
                  <a:cubicBezTo>
                    <a:pt x="1576" y="2048"/>
                    <a:pt x="2048" y="1576"/>
                    <a:pt x="2048" y="1040"/>
                  </a:cubicBezTo>
                  <a:cubicBezTo>
                    <a:pt x="2048" y="473"/>
                    <a:pt x="1576" y="1"/>
                    <a:pt x="104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8976;p69">
              <a:extLst>
                <a:ext uri="{FF2B5EF4-FFF2-40B4-BE49-F238E27FC236}">
                  <a16:creationId xmlns:a16="http://schemas.microsoft.com/office/drawing/2014/main" id="{C4ADBBB4-3DFA-581A-8580-A425BB8CDCBB}"/>
                </a:ext>
              </a:extLst>
            </p:cNvPr>
            <p:cNvSpPr/>
            <p:nvPr/>
          </p:nvSpPr>
          <p:spPr>
            <a:xfrm>
              <a:off x="-34776500" y="2631825"/>
              <a:ext cx="291450" cy="291450"/>
            </a:xfrm>
            <a:custGeom>
              <a:avLst/>
              <a:gdLst/>
              <a:ahLst/>
              <a:cxnLst/>
              <a:rect l="l" t="t" r="r" b="b"/>
              <a:pathLst>
                <a:path w="11658" h="11658" extrusionOk="0">
                  <a:moveTo>
                    <a:pt x="5829" y="662"/>
                  </a:moveTo>
                  <a:cubicBezTo>
                    <a:pt x="8664" y="662"/>
                    <a:pt x="10964" y="2994"/>
                    <a:pt x="10964" y="5829"/>
                  </a:cubicBezTo>
                  <a:cubicBezTo>
                    <a:pt x="10933" y="8665"/>
                    <a:pt x="8664" y="10996"/>
                    <a:pt x="5829" y="10996"/>
                  </a:cubicBezTo>
                  <a:cubicBezTo>
                    <a:pt x="2993" y="10996"/>
                    <a:pt x="662" y="8665"/>
                    <a:pt x="662" y="5829"/>
                  </a:cubicBezTo>
                  <a:cubicBezTo>
                    <a:pt x="662" y="2994"/>
                    <a:pt x="2993" y="662"/>
                    <a:pt x="5829" y="662"/>
                  </a:cubicBezTo>
                  <a:close/>
                  <a:moveTo>
                    <a:pt x="5829" y="1"/>
                  </a:moveTo>
                  <a:cubicBezTo>
                    <a:pt x="2584" y="1"/>
                    <a:pt x="0" y="2647"/>
                    <a:pt x="0" y="5829"/>
                  </a:cubicBezTo>
                  <a:cubicBezTo>
                    <a:pt x="0" y="9043"/>
                    <a:pt x="2615" y="11658"/>
                    <a:pt x="5829" y="11658"/>
                  </a:cubicBezTo>
                  <a:cubicBezTo>
                    <a:pt x="9042" y="11658"/>
                    <a:pt x="11657" y="9011"/>
                    <a:pt x="11657" y="5829"/>
                  </a:cubicBezTo>
                  <a:cubicBezTo>
                    <a:pt x="11657" y="2584"/>
                    <a:pt x="9011" y="1"/>
                    <a:pt x="582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18" name="Google Shape;8977;p69">
            <a:extLst>
              <a:ext uri="{FF2B5EF4-FFF2-40B4-BE49-F238E27FC236}">
                <a16:creationId xmlns:a16="http://schemas.microsoft.com/office/drawing/2014/main" id="{6D695BB9-DD15-8402-8F1B-E7B0AE39C06A}"/>
              </a:ext>
            </a:extLst>
          </p:cNvPr>
          <p:cNvGrpSpPr/>
          <p:nvPr/>
        </p:nvGrpSpPr>
        <p:grpSpPr>
          <a:xfrm>
            <a:off x="11036499" y="3918497"/>
            <a:ext cx="916860" cy="926743"/>
            <a:chOff x="-32956300" y="1915900"/>
            <a:chExt cx="292225" cy="295375"/>
          </a:xfrm>
          <a:solidFill>
            <a:srgbClr val="555559"/>
          </a:solidFill>
        </p:grpSpPr>
        <p:sp>
          <p:nvSpPr>
            <p:cNvPr id="1919" name="Google Shape;8978;p69">
              <a:extLst>
                <a:ext uri="{FF2B5EF4-FFF2-40B4-BE49-F238E27FC236}">
                  <a16:creationId xmlns:a16="http://schemas.microsoft.com/office/drawing/2014/main" id="{8E816451-203C-F027-0AE8-B4FEB5970850}"/>
                </a:ext>
              </a:extLst>
            </p:cNvPr>
            <p:cNvSpPr/>
            <p:nvPr/>
          </p:nvSpPr>
          <p:spPr>
            <a:xfrm>
              <a:off x="-32956300" y="1915900"/>
              <a:ext cx="292225" cy="295375"/>
            </a:xfrm>
            <a:custGeom>
              <a:avLst/>
              <a:gdLst/>
              <a:ahLst/>
              <a:cxnLst/>
              <a:rect l="l" t="t" r="r" b="b"/>
              <a:pathLst>
                <a:path w="11689" h="11815" extrusionOk="0">
                  <a:moveTo>
                    <a:pt x="10996" y="2079"/>
                  </a:moveTo>
                  <a:lnTo>
                    <a:pt x="10996" y="3466"/>
                  </a:lnTo>
                  <a:lnTo>
                    <a:pt x="10334" y="3466"/>
                  </a:lnTo>
                  <a:lnTo>
                    <a:pt x="10334" y="2079"/>
                  </a:lnTo>
                  <a:close/>
                  <a:moveTo>
                    <a:pt x="10996" y="4127"/>
                  </a:moveTo>
                  <a:lnTo>
                    <a:pt x="10996" y="5513"/>
                  </a:lnTo>
                  <a:lnTo>
                    <a:pt x="10303" y="5513"/>
                  </a:lnTo>
                  <a:lnTo>
                    <a:pt x="10303" y="4127"/>
                  </a:lnTo>
                  <a:close/>
                  <a:moveTo>
                    <a:pt x="10996" y="6175"/>
                  </a:moveTo>
                  <a:lnTo>
                    <a:pt x="10996" y="7561"/>
                  </a:lnTo>
                  <a:lnTo>
                    <a:pt x="10334" y="7561"/>
                  </a:lnTo>
                  <a:lnTo>
                    <a:pt x="10334" y="6175"/>
                  </a:lnTo>
                  <a:close/>
                  <a:moveTo>
                    <a:pt x="2741" y="536"/>
                  </a:moveTo>
                  <a:lnTo>
                    <a:pt x="2741" y="10869"/>
                  </a:lnTo>
                  <a:lnTo>
                    <a:pt x="1733" y="10869"/>
                  </a:lnTo>
                  <a:cubicBezTo>
                    <a:pt x="1679" y="10914"/>
                    <a:pt x="1627" y="10934"/>
                    <a:pt x="1581" y="10934"/>
                  </a:cubicBezTo>
                  <a:cubicBezTo>
                    <a:pt x="1467" y="10934"/>
                    <a:pt x="1387" y="10815"/>
                    <a:pt x="1387" y="10680"/>
                  </a:cubicBezTo>
                  <a:lnTo>
                    <a:pt x="1387" y="10334"/>
                  </a:lnTo>
                  <a:lnTo>
                    <a:pt x="1733" y="10334"/>
                  </a:lnTo>
                  <a:cubicBezTo>
                    <a:pt x="1922" y="10334"/>
                    <a:pt x="2080" y="10145"/>
                    <a:pt x="2080" y="9956"/>
                  </a:cubicBezTo>
                  <a:cubicBezTo>
                    <a:pt x="2080" y="9767"/>
                    <a:pt x="1922" y="9609"/>
                    <a:pt x="1733" y="9609"/>
                  </a:cubicBezTo>
                  <a:lnTo>
                    <a:pt x="1387" y="9609"/>
                  </a:lnTo>
                  <a:lnTo>
                    <a:pt x="1387" y="8223"/>
                  </a:lnTo>
                  <a:lnTo>
                    <a:pt x="1733" y="8223"/>
                  </a:lnTo>
                  <a:cubicBezTo>
                    <a:pt x="1922" y="8223"/>
                    <a:pt x="2080" y="8065"/>
                    <a:pt x="2080" y="7876"/>
                  </a:cubicBezTo>
                  <a:cubicBezTo>
                    <a:pt x="2080" y="7687"/>
                    <a:pt x="1922" y="7530"/>
                    <a:pt x="1733" y="7530"/>
                  </a:cubicBezTo>
                  <a:lnTo>
                    <a:pt x="1387" y="7530"/>
                  </a:lnTo>
                  <a:lnTo>
                    <a:pt x="1387" y="6143"/>
                  </a:lnTo>
                  <a:lnTo>
                    <a:pt x="1733" y="6143"/>
                  </a:lnTo>
                  <a:cubicBezTo>
                    <a:pt x="1922" y="6143"/>
                    <a:pt x="2080" y="5986"/>
                    <a:pt x="2080" y="5797"/>
                  </a:cubicBezTo>
                  <a:cubicBezTo>
                    <a:pt x="2080" y="5576"/>
                    <a:pt x="1922" y="5419"/>
                    <a:pt x="1733" y="5419"/>
                  </a:cubicBezTo>
                  <a:lnTo>
                    <a:pt x="1387" y="5419"/>
                  </a:lnTo>
                  <a:lnTo>
                    <a:pt x="1387" y="4064"/>
                  </a:lnTo>
                  <a:lnTo>
                    <a:pt x="1733" y="4064"/>
                  </a:lnTo>
                  <a:cubicBezTo>
                    <a:pt x="1922" y="4064"/>
                    <a:pt x="2080" y="3907"/>
                    <a:pt x="2080" y="3686"/>
                  </a:cubicBezTo>
                  <a:cubicBezTo>
                    <a:pt x="2080" y="3497"/>
                    <a:pt x="1922" y="3340"/>
                    <a:pt x="1733" y="3340"/>
                  </a:cubicBezTo>
                  <a:lnTo>
                    <a:pt x="1387" y="3340"/>
                  </a:lnTo>
                  <a:lnTo>
                    <a:pt x="1387" y="1953"/>
                  </a:lnTo>
                  <a:lnTo>
                    <a:pt x="1733" y="1953"/>
                  </a:lnTo>
                  <a:cubicBezTo>
                    <a:pt x="1922" y="1953"/>
                    <a:pt x="2080" y="1796"/>
                    <a:pt x="2080" y="1607"/>
                  </a:cubicBezTo>
                  <a:cubicBezTo>
                    <a:pt x="2080" y="1418"/>
                    <a:pt x="1922" y="1260"/>
                    <a:pt x="1733" y="1260"/>
                  </a:cubicBezTo>
                  <a:lnTo>
                    <a:pt x="1387" y="1260"/>
                  </a:lnTo>
                  <a:lnTo>
                    <a:pt x="1387" y="914"/>
                  </a:lnTo>
                  <a:cubicBezTo>
                    <a:pt x="1387" y="693"/>
                    <a:pt x="1544" y="536"/>
                    <a:pt x="1733" y="536"/>
                  </a:cubicBezTo>
                  <a:close/>
                  <a:moveTo>
                    <a:pt x="9263" y="725"/>
                  </a:moveTo>
                  <a:cubicBezTo>
                    <a:pt x="9452" y="725"/>
                    <a:pt x="9609" y="882"/>
                    <a:pt x="9609" y="1071"/>
                  </a:cubicBezTo>
                  <a:lnTo>
                    <a:pt x="9609" y="10680"/>
                  </a:lnTo>
                  <a:cubicBezTo>
                    <a:pt x="9609" y="10869"/>
                    <a:pt x="9452" y="11027"/>
                    <a:pt x="9263" y="11027"/>
                  </a:cubicBezTo>
                  <a:lnTo>
                    <a:pt x="3371" y="11027"/>
                  </a:lnTo>
                  <a:lnTo>
                    <a:pt x="3371" y="725"/>
                  </a:lnTo>
                  <a:close/>
                  <a:moveTo>
                    <a:pt x="1733" y="0"/>
                  </a:moveTo>
                  <a:cubicBezTo>
                    <a:pt x="1166" y="0"/>
                    <a:pt x="694" y="473"/>
                    <a:pt x="694" y="1040"/>
                  </a:cubicBezTo>
                  <a:lnTo>
                    <a:pt x="694" y="1386"/>
                  </a:lnTo>
                  <a:lnTo>
                    <a:pt x="347" y="1386"/>
                  </a:lnTo>
                  <a:cubicBezTo>
                    <a:pt x="158" y="1386"/>
                    <a:pt x="0" y="1544"/>
                    <a:pt x="0" y="1733"/>
                  </a:cubicBezTo>
                  <a:cubicBezTo>
                    <a:pt x="0" y="1922"/>
                    <a:pt x="158" y="2079"/>
                    <a:pt x="347" y="2079"/>
                  </a:cubicBezTo>
                  <a:lnTo>
                    <a:pt x="694" y="2079"/>
                  </a:lnTo>
                  <a:lnTo>
                    <a:pt x="694" y="3466"/>
                  </a:lnTo>
                  <a:lnTo>
                    <a:pt x="347" y="3466"/>
                  </a:lnTo>
                  <a:cubicBezTo>
                    <a:pt x="158" y="3466"/>
                    <a:pt x="0" y="3623"/>
                    <a:pt x="0" y="3812"/>
                  </a:cubicBezTo>
                  <a:cubicBezTo>
                    <a:pt x="0" y="4033"/>
                    <a:pt x="158" y="4190"/>
                    <a:pt x="347" y="4190"/>
                  </a:cubicBezTo>
                  <a:lnTo>
                    <a:pt x="694" y="4190"/>
                  </a:lnTo>
                  <a:lnTo>
                    <a:pt x="694" y="5545"/>
                  </a:lnTo>
                  <a:lnTo>
                    <a:pt x="347" y="5545"/>
                  </a:lnTo>
                  <a:cubicBezTo>
                    <a:pt x="158" y="5545"/>
                    <a:pt x="0" y="5702"/>
                    <a:pt x="0" y="5923"/>
                  </a:cubicBezTo>
                  <a:cubicBezTo>
                    <a:pt x="0" y="6112"/>
                    <a:pt x="158" y="6269"/>
                    <a:pt x="347" y="6269"/>
                  </a:cubicBezTo>
                  <a:lnTo>
                    <a:pt x="694" y="6269"/>
                  </a:lnTo>
                  <a:lnTo>
                    <a:pt x="694" y="7656"/>
                  </a:lnTo>
                  <a:lnTo>
                    <a:pt x="347" y="7656"/>
                  </a:lnTo>
                  <a:cubicBezTo>
                    <a:pt x="158" y="7656"/>
                    <a:pt x="0" y="7813"/>
                    <a:pt x="0" y="8002"/>
                  </a:cubicBezTo>
                  <a:cubicBezTo>
                    <a:pt x="0" y="8191"/>
                    <a:pt x="158" y="8349"/>
                    <a:pt x="347" y="8349"/>
                  </a:cubicBezTo>
                  <a:lnTo>
                    <a:pt x="694" y="8349"/>
                  </a:lnTo>
                  <a:lnTo>
                    <a:pt x="694" y="9735"/>
                  </a:lnTo>
                  <a:lnTo>
                    <a:pt x="347" y="9735"/>
                  </a:lnTo>
                  <a:cubicBezTo>
                    <a:pt x="158" y="9735"/>
                    <a:pt x="0" y="9893"/>
                    <a:pt x="0" y="10082"/>
                  </a:cubicBezTo>
                  <a:cubicBezTo>
                    <a:pt x="0" y="10271"/>
                    <a:pt x="158" y="10428"/>
                    <a:pt x="347" y="10428"/>
                  </a:cubicBezTo>
                  <a:lnTo>
                    <a:pt x="694" y="10428"/>
                  </a:lnTo>
                  <a:lnTo>
                    <a:pt x="694" y="10806"/>
                  </a:lnTo>
                  <a:cubicBezTo>
                    <a:pt x="694" y="11342"/>
                    <a:pt x="1166" y="11814"/>
                    <a:pt x="1733" y="11814"/>
                  </a:cubicBezTo>
                  <a:lnTo>
                    <a:pt x="9294" y="11814"/>
                  </a:lnTo>
                  <a:cubicBezTo>
                    <a:pt x="9830" y="11814"/>
                    <a:pt x="10303" y="11342"/>
                    <a:pt x="10303" y="10806"/>
                  </a:cubicBezTo>
                  <a:lnTo>
                    <a:pt x="10303" y="8380"/>
                  </a:lnTo>
                  <a:lnTo>
                    <a:pt x="11342" y="8380"/>
                  </a:lnTo>
                  <a:cubicBezTo>
                    <a:pt x="11531" y="8380"/>
                    <a:pt x="11689" y="8223"/>
                    <a:pt x="11689" y="8034"/>
                  </a:cubicBezTo>
                  <a:lnTo>
                    <a:pt x="11689" y="1859"/>
                  </a:lnTo>
                  <a:cubicBezTo>
                    <a:pt x="11689" y="1544"/>
                    <a:pt x="11531" y="1386"/>
                    <a:pt x="11342" y="1386"/>
                  </a:cubicBezTo>
                  <a:lnTo>
                    <a:pt x="10303" y="1386"/>
                  </a:lnTo>
                  <a:lnTo>
                    <a:pt x="10303" y="1040"/>
                  </a:lnTo>
                  <a:cubicBezTo>
                    <a:pt x="10303" y="473"/>
                    <a:pt x="9830" y="0"/>
                    <a:pt x="929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8979;p69">
              <a:extLst>
                <a:ext uri="{FF2B5EF4-FFF2-40B4-BE49-F238E27FC236}">
                  <a16:creationId xmlns:a16="http://schemas.microsoft.com/office/drawing/2014/main" id="{D350FC8C-72B4-C10B-E3C1-4383781606FF}"/>
                </a:ext>
              </a:extLst>
            </p:cNvPr>
            <p:cNvSpPr/>
            <p:nvPr/>
          </p:nvSpPr>
          <p:spPr>
            <a:xfrm>
              <a:off x="-32836575" y="1967875"/>
              <a:ext cx="85875" cy="188250"/>
            </a:xfrm>
            <a:custGeom>
              <a:avLst/>
              <a:gdLst/>
              <a:ahLst/>
              <a:cxnLst/>
              <a:rect l="l" t="t" r="r" b="b"/>
              <a:pathLst>
                <a:path w="3435" h="7530" extrusionOk="0">
                  <a:moveTo>
                    <a:pt x="2773" y="693"/>
                  </a:moveTo>
                  <a:lnTo>
                    <a:pt x="2773" y="2048"/>
                  </a:lnTo>
                  <a:lnTo>
                    <a:pt x="1733" y="2048"/>
                  </a:lnTo>
                  <a:cubicBezTo>
                    <a:pt x="1544" y="2048"/>
                    <a:pt x="1386" y="2206"/>
                    <a:pt x="1386" y="2426"/>
                  </a:cubicBezTo>
                  <a:lnTo>
                    <a:pt x="1386" y="5136"/>
                  </a:lnTo>
                  <a:cubicBezTo>
                    <a:pt x="1386" y="5325"/>
                    <a:pt x="1544" y="5482"/>
                    <a:pt x="1733" y="5482"/>
                  </a:cubicBezTo>
                  <a:lnTo>
                    <a:pt x="2773" y="5482"/>
                  </a:lnTo>
                  <a:lnTo>
                    <a:pt x="2773" y="6868"/>
                  </a:lnTo>
                  <a:lnTo>
                    <a:pt x="1733" y="6868"/>
                  </a:lnTo>
                  <a:cubicBezTo>
                    <a:pt x="1197" y="6868"/>
                    <a:pt x="725" y="6396"/>
                    <a:pt x="725" y="5829"/>
                  </a:cubicBezTo>
                  <a:lnTo>
                    <a:pt x="725" y="1733"/>
                  </a:lnTo>
                  <a:cubicBezTo>
                    <a:pt x="725" y="1198"/>
                    <a:pt x="1197" y="693"/>
                    <a:pt x="1733" y="693"/>
                  </a:cubicBezTo>
                  <a:close/>
                  <a:moveTo>
                    <a:pt x="1701" y="0"/>
                  </a:moveTo>
                  <a:cubicBezTo>
                    <a:pt x="756" y="0"/>
                    <a:pt x="0" y="788"/>
                    <a:pt x="0" y="1733"/>
                  </a:cubicBezTo>
                  <a:lnTo>
                    <a:pt x="0" y="5829"/>
                  </a:lnTo>
                  <a:cubicBezTo>
                    <a:pt x="0" y="6774"/>
                    <a:pt x="756" y="7530"/>
                    <a:pt x="1701" y="7530"/>
                  </a:cubicBezTo>
                  <a:lnTo>
                    <a:pt x="3088" y="7530"/>
                  </a:lnTo>
                  <a:cubicBezTo>
                    <a:pt x="3277" y="7530"/>
                    <a:pt x="3434" y="7372"/>
                    <a:pt x="3434" y="7183"/>
                  </a:cubicBezTo>
                  <a:lnTo>
                    <a:pt x="3434" y="5136"/>
                  </a:lnTo>
                  <a:cubicBezTo>
                    <a:pt x="3434" y="4947"/>
                    <a:pt x="3277" y="4789"/>
                    <a:pt x="3088" y="4789"/>
                  </a:cubicBezTo>
                  <a:lnTo>
                    <a:pt x="2048" y="4789"/>
                  </a:lnTo>
                  <a:lnTo>
                    <a:pt x="2048" y="2741"/>
                  </a:lnTo>
                  <a:lnTo>
                    <a:pt x="3088" y="2741"/>
                  </a:lnTo>
                  <a:cubicBezTo>
                    <a:pt x="3277" y="2741"/>
                    <a:pt x="3434" y="2552"/>
                    <a:pt x="3434" y="2363"/>
                  </a:cubicBezTo>
                  <a:lnTo>
                    <a:pt x="3434" y="284"/>
                  </a:lnTo>
                  <a:cubicBezTo>
                    <a:pt x="3434" y="158"/>
                    <a:pt x="3277" y="0"/>
                    <a:pt x="308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37" name="Google Shape;8980;p69">
            <a:extLst>
              <a:ext uri="{FF2B5EF4-FFF2-40B4-BE49-F238E27FC236}">
                <a16:creationId xmlns:a16="http://schemas.microsoft.com/office/drawing/2014/main" id="{1E4E01CA-3E92-23FD-C9BC-698AF083EBB8}"/>
              </a:ext>
            </a:extLst>
          </p:cNvPr>
          <p:cNvSpPr/>
          <p:nvPr/>
        </p:nvSpPr>
        <p:spPr>
          <a:xfrm>
            <a:off x="11031840" y="5091387"/>
            <a:ext cx="916860" cy="914350"/>
          </a:xfrm>
          <a:custGeom>
            <a:avLst/>
            <a:gdLst/>
            <a:ahLst/>
            <a:cxnLst/>
            <a:rect l="l" t="t" r="r" b="b"/>
            <a:pathLst>
              <a:path w="11689" h="11657" extrusionOk="0">
                <a:moveTo>
                  <a:pt x="5829" y="725"/>
                </a:moveTo>
                <a:cubicBezTo>
                  <a:pt x="6112" y="725"/>
                  <a:pt x="6333" y="882"/>
                  <a:pt x="6427" y="1134"/>
                </a:cubicBezTo>
                <a:lnTo>
                  <a:pt x="6774" y="2080"/>
                </a:lnTo>
                <a:lnTo>
                  <a:pt x="4915" y="2080"/>
                </a:lnTo>
                <a:lnTo>
                  <a:pt x="5262" y="1134"/>
                </a:lnTo>
                <a:cubicBezTo>
                  <a:pt x="5356" y="882"/>
                  <a:pt x="5577" y="725"/>
                  <a:pt x="5829" y="725"/>
                </a:cubicBezTo>
                <a:close/>
                <a:moveTo>
                  <a:pt x="7058" y="2773"/>
                </a:moveTo>
                <a:lnTo>
                  <a:pt x="7782" y="4852"/>
                </a:lnTo>
                <a:lnTo>
                  <a:pt x="3970" y="4852"/>
                </a:lnTo>
                <a:lnTo>
                  <a:pt x="4695" y="2773"/>
                </a:lnTo>
                <a:close/>
                <a:moveTo>
                  <a:pt x="8003" y="5514"/>
                </a:moveTo>
                <a:lnTo>
                  <a:pt x="8759" y="7624"/>
                </a:lnTo>
                <a:lnTo>
                  <a:pt x="2962" y="7624"/>
                </a:lnTo>
                <a:lnTo>
                  <a:pt x="3687" y="5514"/>
                </a:lnTo>
                <a:close/>
                <a:moveTo>
                  <a:pt x="8979" y="8286"/>
                </a:moveTo>
                <a:lnTo>
                  <a:pt x="9452" y="9672"/>
                </a:lnTo>
                <a:lnTo>
                  <a:pt x="2206" y="9672"/>
                </a:lnTo>
                <a:lnTo>
                  <a:pt x="2710" y="8286"/>
                </a:lnTo>
                <a:close/>
                <a:moveTo>
                  <a:pt x="10649" y="10334"/>
                </a:moveTo>
                <a:cubicBezTo>
                  <a:pt x="10838" y="10334"/>
                  <a:pt x="10996" y="10491"/>
                  <a:pt x="10996" y="10680"/>
                </a:cubicBezTo>
                <a:lnTo>
                  <a:pt x="10996" y="10995"/>
                </a:lnTo>
                <a:lnTo>
                  <a:pt x="662" y="10995"/>
                </a:lnTo>
                <a:lnTo>
                  <a:pt x="662" y="10680"/>
                </a:lnTo>
                <a:cubicBezTo>
                  <a:pt x="662" y="10491"/>
                  <a:pt x="820" y="10334"/>
                  <a:pt x="1040" y="10334"/>
                </a:cubicBezTo>
                <a:close/>
                <a:moveTo>
                  <a:pt x="5829" y="0"/>
                </a:moveTo>
                <a:cubicBezTo>
                  <a:pt x="5262" y="0"/>
                  <a:pt x="4758" y="378"/>
                  <a:pt x="4600" y="882"/>
                </a:cubicBezTo>
                <a:cubicBezTo>
                  <a:pt x="4474" y="1260"/>
                  <a:pt x="1670" y="9231"/>
                  <a:pt x="1481" y="9609"/>
                </a:cubicBezTo>
                <a:lnTo>
                  <a:pt x="1040" y="9609"/>
                </a:lnTo>
                <a:cubicBezTo>
                  <a:pt x="473" y="9609"/>
                  <a:pt x="0" y="10082"/>
                  <a:pt x="0" y="10649"/>
                </a:cubicBezTo>
                <a:lnTo>
                  <a:pt x="0" y="11310"/>
                </a:lnTo>
                <a:cubicBezTo>
                  <a:pt x="0" y="11499"/>
                  <a:pt x="158" y="11657"/>
                  <a:pt x="347" y="11657"/>
                </a:cubicBezTo>
                <a:lnTo>
                  <a:pt x="11342" y="11657"/>
                </a:lnTo>
                <a:cubicBezTo>
                  <a:pt x="11531" y="11657"/>
                  <a:pt x="11689" y="11499"/>
                  <a:pt x="11689" y="11310"/>
                </a:cubicBezTo>
                <a:lnTo>
                  <a:pt x="11689" y="10680"/>
                </a:lnTo>
                <a:cubicBezTo>
                  <a:pt x="11689" y="10082"/>
                  <a:pt x="11216" y="9609"/>
                  <a:pt x="10618" y="9609"/>
                </a:cubicBezTo>
                <a:lnTo>
                  <a:pt x="10145" y="9609"/>
                </a:lnTo>
                <a:cubicBezTo>
                  <a:pt x="9988" y="9231"/>
                  <a:pt x="7184" y="1229"/>
                  <a:pt x="7058" y="882"/>
                </a:cubicBezTo>
                <a:cubicBezTo>
                  <a:pt x="6837" y="378"/>
                  <a:pt x="6396" y="0"/>
                  <a:pt x="5829"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8981;p69">
            <a:extLst>
              <a:ext uri="{FF2B5EF4-FFF2-40B4-BE49-F238E27FC236}">
                <a16:creationId xmlns:a16="http://schemas.microsoft.com/office/drawing/2014/main" id="{8C3AF522-F7F9-7352-5511-E69F3E60DC21}"/>
              </a:ext>
            </a:extLst>
          </p:cNvPr>
          <p:cNvSpPr/>
          <p:nvPr/>
        </p:nvSpPr>
        <p:spPr>
          <a:xfrm>
            <a:off x="11030586" y="6170067"/>
            <a:ext cx="919370" cy="916939"/>
          </a:xfrm>
          <a:custGeom>
            <a:avLst/>
            <a:gdLst/>
            <a:ahLst/>
            <a:cxnLst/>
            <a:rect l="l" t="t" r="r" b="b"/>
            <a:pathLst>
              <a:path w="11721" h="11690" extrusionOk="0">
                <a:moveTo>
                  <a:pt x="8980" y="662"/>
                </a:moveTo>
                <a:lnTo>
                  <a:pt x="8980" y="2710"/>
                </a:lnTo>
                <a:lnTo>
                  <a:pt x="7594" y="2710"/>
                </a:lnTo>
                <a:lnTo>
                  <a:pt x="7594" y="1671"/>
                </a:lnTo>
                <a:cubicBezTo>
                  <a:pt x="7594" y="1135"/>
                  <a:pt x="8066" y="662"/>
                  <a:pt x="8602" y="662"/>
                </a:cubicBezTo>
                <a:close/>
                <a:moveTo>
                  <a:pt x="9988" y="662"/>
                </a:moveTo>
                <a:cubicBezTo>
                  <a:pt x="10177" y="662"/>
                  <a:pt x="10366" y="820"/>
                  <a:pt x="10366" y="1009"/>
                </a:cubicBezTo>
                <a:lnTo>
                  <a:pt x="10366" y="2395"/>
                </a:lnTo>
                <a:cubicBezTo>
                  <a:pt x="10366" y="2584"/>
                  <a:pt x="10177" y="2742"/>
                  <a:pt x="9988" y="2742"/>
                </a:cubicBezTo>
                <a:lnTo>
                  <a:pt x="9641" y="2742"/>
                </a:lnTo>
                <a:lnTo>
                  <a:pt x="9641" y="662"/>
                </a:lnTo>
                <a:close/>
                <a:moveTo>
                  <a:pt x="10650" y="4758"/>
                </a:moveTo>
                <a:cubicBezTo>
                  <a:pt x="10870" y="4758"/>
                  <a:pt x="11028" y="4916"/>
                  <a:pt x="11028" y="5105"/>
                </a:cubicBezTo>
                <a:cubicBezTo>
                  <a:pt x="11028" y="5294"/>
                  <a:pt x="10870" y="5451"/>
                  <a:pt x="10650" y="5451"/>
                </a:cubicBezTo>
                <a:lnTo>
                  <a:pt x="9295" y="5451"/>
                </a:lnTo>
                <a:cubicBezTo>
                  <a:pt x="9074" y="5451"/>
                  <a:pt x="8917" y="5294"/>
                  <a:pt x="8917" y="5105"/>
                </a:cubicBezTo>
                <a:cubicBezTo>
                  <a:pt x="8917" y="4916"/>
                  <a:pt x="9074" y="4758"/>
                  <a:pt x="9295" y="4758"/>
                </a:cubicBezTo>
                <a:close/>
                <a:moveTo>
                  <a:pt x="10650" y="6144"/>
                </a:moveTo>
                <a:cubicBezTo>
                  <a:pt x="10870" y="6144"/>
                  <a:pt x="11028" y="6302"/>
                  <a:pt x="11028" y="6491"/>
                </a:cubicBezTo>
                <a:cubicBezTo>
                  <a:pt x="11028" y="6680"/>
                  <a:pt x="10870" y="6837"/>
                  <a:pt x="10650" y="6837"/>
                </a:cubicBezTo>
                <a:lnTo>
                  <a:pt x="9295" y="6837"/>
                </a:lnTo>
                <a:cubicBezTo>
                  <a:pt x="9074" y="6837"/>
                  <a:pt x="8917" y="6680"/>
                  <a:pt x="8917" y="6491"/>
                </a:cubicBezTo>
                <a:cubicBezTo>
                  <a:pt x="8917" y="6302"/>
                  <a:pt x="9074" y="6144"/>
                  <a:pt x="9295" y="6144"/>
                </a:cubicBezTo>
                <a:close/>
                <a:moveTo>
                  <a:pt x="3088" y="3372"/>
                </a:moveTo>
                <a:cubicBezTo>
                  <a:pt x="3309" y="3372"/>
                  <a:pt x="3467" y="3529"/>
                  <a:pt x="3467" y="3718"/>
                </a:cubicBezTo>
                <a:lnTo>
                  <a:pt x="3467" y="7814"/>
                </a:lnTo>
                <a:cubicBezTo>
                  <a:pt x="3467" y="8035"/>
                  <a:pt x="3309" y="8192"/>
                  <a:pt x="3088" y="8192"/>
                </a:cubicBezTo>
                <a:lnTo>
                  <a:pt x="2742" y="8192"/>
                </a:lnTo>
                <a:lnTo>
                  <a:pt x="2742" y="3372"/>
                </a:lnTo>
                <a:close/>
                <a:moveTo>
                  <a:pt x="9988" y="7499"/>
                </a:moveTo>
                <a:cubicBezTo>
                  <a:pt x="10177" y="7499"/>
                  <a:pt x="10335" y="7657"/>
                  <a:pt x="10335" y="7877"/>
                </a:cubicBezTo>
                <a:cubicBezTo>
                  <a:pt x="10335" y="8066"/>
                  <a:pt x="10177" y="8224"/>
                  <a:pt x="9988" y="8224"/>
                </a:cubicBezTo>
                <a:lnTo>
                  <a:pt x="9326" y="8224"/>
                </a:lnTo>
                <a:cubicBezTo>
                  <a:pt x="9137" y="8224"/>
                  <a:pt x="8980" y="8066"/>
                  <a:pt x="8980" y="7877"/>
                </a:cubicBezTo>
                <a:cubicBezTo>
                  <a:pt x="8980" y="7657"/>
                  <a:pt x="9137" y="7499"/>
                  <a:pt x="9326" y="7499"/>
                </a:cubicBezTo>
                <a:close/>
                <a:moveTo>
                  <a:pt x="9988" y="3403"/>
                </a:moveTo>
                <a:cubicBezTo>
                  <a:pt x="10177" y="3403"/>
                  <a:pt x="10335" y="3561"/>
                  <a:pt x="10335" y="3781"/>
                </a:cubicBezTo>
                <a:cubicBezTo>
                  <a:pt x="10335" y="3971"/>
                  <a:pt x="10177" y="4128"/>
                  <a:pt x="9988" y="4128"/>
                </a:cubicBezTo>
                <a:lnTo>
                  <a:pt x="7279" y="4128"/>
                </a:lnTo>
                <a:cubicBezTo>
                  <a:pt x="7090" y="4128"/>
                  <a:pt x="6932" y="4286"/>
                  <a:pt x="6932" y="4475"/>
                </a:cubicBezTo>
                <a:cubicBezTo>
                  <a:pt x="6932" y="5042"/>
                  <a:pt x="6459" y="5514"/>
                  <a:pt x="5892" y="5514"/>
                </a:cubicBezTo>
                <a:cubicBezTo>
                  <a:pt x="5703" y="5514"/>
                  <a:pt x="5546" y="5672"/>
                  <a:pt x="5546" y="5861"/>
                </a:cubicBezTo>
                <a:cubicBezTo>
                  <a:pt x="5546" y="6050"/>
                  <a:pt x="5703" y="6207"/>
                  <a:pt x="5892" y="6207"/>
                </a:cubicBezTo>
                <a:cubicBezTo>
                  <a:pt x="6302" y="6207"/>
                  <a:pt x="6649" y="6081"/>
                  <a:pt x="6932" y="5861"/>
                </a:cubicBezTo>
                <a:lnTo>
                  <a:pt x="6932" y="8255"/>
                </a:lnTo>
                <a:lnTo>
                  <a:pt x="5546" y="8255"/>
                </a:lnTo>
                <a:lnTo>
                  <a:pt x="5546" y="8192"/>
                </a:lnTo>
                <a:cubicBezTo>
                  <a:pt x="5388" y="8192"/>
                  <a:pt x="5231" y="8129"/>
                  <a:pt x="5073" y="8066"/>
                </a:cubicBezTo>
                <a:lnTo>
                  <a:pt x="4128" y="7625"/>
                </a:lnTo>
                <a:lnTo>
                  <a:pt x="4128" y="4097"/>
                </a:lnTo>
                <a:lnTo>
                  <a:pt x="4727" y="4097"/>
                </a:lnTo>
                <a:cubicBezTo>
                  <a:pt x="5105" y="4097"/>
                  <a:pt x="5514" y="3907"/>
                  <a:pt x="5766" y="3655"/>
                </a:cubicBezTo>
                <a:cubicBezTo>
                  <a:pt x="5924" y="3498"/>
                  <a:pt x="6144" y="3403"/>
                  <a:pt x="6365" y="3403"/>
                </a:cubicBezTo>
                <a:close/>
                <a:moveTo>
                  <a:pt x="1734" y="662"/>
                </a:moveTo>
                <a:cubicBezTo>
                  <a:pt x="1923" y="662"/>
                  <a:pt x="2080" y="820"/>
                  <a:pt x="2080" y="1009"/>
                </a:cubicBezTo>
                <a:lnTo>
                  <a:pt x="2080" y="9200"/>
                </a:lnTo>
                <a:cubicBezTo>
                  <a:pt x="2080" y="9389"/>
                  <a:pt x="1923" y="9547"/>
                  <a:pt x="1734" y="9547"/>
                </a:cubicBezTo>
                <a:cubicBezTo>
                  <a:pt x="1513" y="9547"/>
                  <a:pt x="1356" y="9389"/>
                  <a:pt x="1356" y="9200"/>
                </a:cubicBezTo>
                <a:lnTo>
                  <a:pt x="1356" y="1009"/>
                </a:lnTo>
                <a:cubicBezTo>
                  <a:pt x="1356" y="820"/>
                  <a:pt x="1513" y="662"/>
                  <a:pt x="1734" y="662"/>
                </a:cubicBezTo>
                <a:close/>
                <a:moveTo>
                  <a:pt x="8350" y="4790"/>
                </a:moveTo>
                <a:cubicBezTo>
                  <a:pt x="8287" y="4916"/>
                  <a:pt x="8287" y="5042"/>
                  <a:pt x="8287" y="5136"/>
                </a:cubicBezTo>
                <a:cubicBezTo>
                  <a:pt x="8287" y="5420"/>
                  <a:pt x="8413" y="5672"/>
                  <a:pt x="8570" y="5829"/>
                </a:cubicBezTo>
                <a:cubicBezTo>
                  <a:pt x="8413" y="6018"/>
                  <a:pt x="8287" y="6239"/>
                  <a:pt x="8287" y="6491"/>
                </a:cubicBezTo>
                <a:cubicBezTo>
                  <a:pt x="8287" y="6743"/>
                  <a:pt x="8413" y="6995"/>
                  <a:pt x="8570" y="7152"/>
                </a:cubicBezTo>
                <a:cubicBezTo>
                  <a:pt x="8413" y="7342"/>
                  <a:pt x="8287" y="7594"/>
                  <a:pt x="8287" y="7814"/>
                </a:cubicBezTo>
                <a:cubicBezTo>
                  <a:pt x="8287" y="8255"/>
                  <a:pt x="8570" y="8633"/>
                  <a:pt x="8980" y="8791"/>
                </a:cubicBezTo>
                <a:lnTo>
                  <a:pt x="8980" y="10965"/>
                </a:lnTo>
                <a:lnTo>
                  <a:pt x="8602" y="10965"/>
                </a:lnTo>
                <a:cubicBezTo>
                  <a:pt x="8066" y="10965"/>
                  <a:pt x="7594" y="10460"/>
                  <a:pt x="7594" y="9925"/>
                </a:cubicBezTo>
                <a:lnTo>
                  <a:pt x="7594" y="4790"/>
                </a:lnTo>
                <a:close/>
                <a:moveTo>
                  <a:pt x="9988" y="8885"/>
                </a:moveTo>
                <a:cubicBezTo>
                  <a:pt x="10177" y="8885"/>
                  <a:pt x="10335" y="9043"/>
                  <a:pt x="10335" y="9232"/>
                </a:cubicBezTo>
                <a:lnTo>
                  <a:pt x="10335" y="10618"/>
                </a:lnTo>
                <a:cubicBezTo>
                  <a:pt x="10335" y="10807"/>
                  <a:pt x="10177" y="10965"/>
                  <a:pt x="9988" y="10965"/>
                </a:cubicBezTo>
                <a:lnTo>
                  <a:pt x="9641" y="10965"/>
                </a:lnTo>
                <a:lnTo>
                  <a:pt x="9641" y="8885"/>
                </a:lnTo>
                <a:close/>
                <a:moveTo>
                  <a:pt x="1734" y="1"/>
                </a:moveTo>
                <a:cubicBezTo>
                  <a:pt x="1167" y="1"/>
                  <a:pt x="694" y="473"/>
                  <a:pt x="694" y="1009"/>
                </a:cubicBezTo>
                <a:lnTo>
                  <a:pt x="694" y="9200"/>
                </a:lnTo>
                <a:cubicBezTo>
                  <a:pt x="694" y="9641"/>
                  <a:pt x="978" y="10019"/>
                  <a:pt x="1356" y="10177"/>
                </a:cubicBezTo>
                <a:lnTo>
                  <a:pt x="1356" y="10965"/>
                </a:lnTo>
                <a:lnTo>
                  <a:pt x="348" y="10965"/>
                </a:lnTo>
                <a:cubicBezTo>
                  <a:pt x="158" y="10965"/>
                  <a:pt x="1" y="11122"/>
                  <a:pt x="1" y="11343"/>
                </a:cubicBezTo>
                <a:cubicBezTo>
                  <a:pt x="1" y="11532"/>
                  <a:pt x="158" y="11689"/>
                  <a:pt x="348" y="11689"/>
                </a:cubicBezTo>
                <a:lnTo>
                  <a:pt x="3057" y="11689"/>
                </a:lnTo>
                <a:cubicBezTo>
                  <a:pt x="3246" y="11689"/>
                  <a:pt x="3403" y="11532"/>
                  <a:pt x="3403" y="11343"/>
                </a:cubicBezTo>
                <a:cubicBezTo>
                  <a:pt x="3403" y="11122"/>
                  <a:pt x="3246" y="10965"/>
                  <a:pt x="3057" y="10965"/>
                </a:cubicBezTo>
                <a:lnTo>
                  <a:pt x="2049" y="10965"/>
                </a:lnTo>
                <a:lnTo>
                  <a:pt x="2049" y="10177"/>
                </a:lnTo>
                <a:cubicBezTo>
                  <a:pt x="2427" y="10019"/>
                  <a:pt x="2710" y="9673"/>
                  <a:pt x="2710" y="9200"/>
                </a:cubicBezTo>
                <a:lnTo>
                  <a:pt x="2710" y="8885"/>
                </a:lnTo>
                <a:lnTo>
                  <a:pt x="3057" y="8885"/>
                </a:lnTo>
                <a:cubicBezTo>
                  <a:pt x="3467" y="8885"/>
                  <a:pt x="3813" y="8665"/>
                  <a:pt x="3971" y="8350"/>
                </a:cubicBezTo>
                <a:lnTo>
                  <a:pt x="4727" y="8696"/>
                </a:lnTo>
                <a:cubicBezTo>
                  <a:pt x="4947" y="8822"/>
                  <a:pt x="5231" y="8885"/>
                  <a:pt x="5451" y="8885"/>
                </a:cubicBezTo>
                <a:lnTo>
                  <a:pt x="6838" y="8885"/>
                </a:lnTo>
                <a:lnTo>
                  <a:pt x="6838" y="9925"/>
                </a:lnTo>
                <a:cubicBezTo>
                  <a:pt x="6838" y="10870"/>
                  <a:pt x="7594" y="11689"/>
                  <a:pt x="8539" y="11689"/>
                </a:cubicBezTo>
                <a:lnTo>
                  <a:pt x="9925" y="11689"/>
                </a:lnTo>
                <a:cubicBezTo>
                  <a:pt x="10461" y="11689"/>
                  <a:pt x="10933" y="11217"/>
                  <a:pt x="10933" y="10650"/>
                </a:cubicBezTo>
                <a:lnTo>
                  <a:pt x="10933" y="9232"/>
                </a:lnTo>
                <a:cubicBezTo>
                  <a:pt x="10933" y="8980"/>
                  <a:pt x="10807" y="8728"/>
                  <a:pt x="10681" y="8570"/>
                </a:cubicBezTo>
                <a:cubicBezTo>
                  <a:pt x="10839" y="8381"/>
                  <a:pt x="10933" y="8129"/>
                  <a:pt x="10933" y="7909"/>
                </a:cubicBezTo>
                <a:cubicBezTo>
                  <a:pt x="10933" y="7783"/>
                  <a:pt x="10902" y="7625"/>
                  <a:pt x="10870" y="7499"/>
                </a:cubicBezTo>
                <a:cubicBezTo>
                  <a:pt x="11311" y="7405"/>
                  <a:pt x="11626" y="6995"/>
                  <a:pt x="11626" y="6522"/>
                </a:cubicBezTo>
                <a:cubicBezTo>
                  <a:pt x="11626" y="6239"/>
                  <a:pt x="11500" y="6018"/>
                  <a:pt x="11343" y="5861"/>
                </a:cubicBezTo>
                <a:cubicBezTo>
                  <a:pt x="11500" y="5672"/>
                  <a:pt x="11626" y="5420"/>
                  <a:pt x="11626" y="5199"/>
                </a:cubicBezTo>
                <a:cubicBezTo>
                  <a:pt x="11721" y="4632"/>
                  <a:pt x="11374" y="4254"/>
                  <a:pt x="10933" y="4128"/>
                </a:cubicBezTo>
                <a:cubicBezTo>
                  <a:pt x="10965" y="4002"/>
                  <a:pt x="11028" y="3876"/>
                  <a:pt x="11028" y="3718"/>
                </a:cubicBezTo>
                <a:cubicBezTo>
                  <a:pt x="11028" y="3466"/>
                  <a:pt x="10902" y="3214"/>
                  <a:pt x="10744" y="3057"/>
                </a:cubicBezTo>
                <a:cubicBezTo>
                  <a:pt x="10902" y="2868"/>
                  <a:pt x="11028" y="2616"/>
                  <a:pt x="11028" y="2395"/>
                </a:cubicBezTo>
                <a:lnTo>
                  <a:pt x="11028" y="1009"/>
                </a:lnTo>
                <a:cubicBezTo>
                  <a:pt x="11028" y="473"/>
                  <a:pt x="10555" y="1"/>
                  <a:pt x="9988" y="1"/>
                </a:cubicBezTo>
                <a:lnTo>
                  <a:pt x="8602" y="1"/>
                </a:lnTo>
                <a:cubicBezTo>
                  <a:pt x="7657" y="1"/>
                  <a:pt x="6932" y="726"/>
                  <a:pt x="6932" y="1671"/>
                </a:cubicBezTo>
                <a:lnTo>
                  <a:pt x="6932" y="2710"/>
                </a:lnTo>
                <a:lnTo>
                  <a:pt x="6365" y="2710"/>
                </a:lnTo>
                <a:cubicBezTo>
                  <a:pt x="5987" y="2710"/>
                  <a:pt x="5577" y="2868"/>
                  <a:pt x="5294" y="3151"/>
                </a:cubicBezTo>
                <a:cubicBezTo>
                  <a:pt x="5136" y="3309"/>
                  <a:pt x="4947" y="3372"/>
                  <a:pt x="4727" y="3372"/>
                </a:cubicBezTo>
                <a:lnTo>
                  <a:pt x="4097" y="3372"/>
                </a:lnTo>
                <a:cubicBezTo>
                  <a:pt x="3939" y="2994"/>
                  <a:pt x="3561" y="2710"/>
                  <a:pt x="3088" y="2710"/>
                </a:cubicBezTo>
                <a:lnTo>
                  <a:pt x="2742" y="2710"/>
                </a:lnTo>
                <a:lnTo>
                  <a:pt x="2742" y="1009"/>
                </a:lnTo>
                <a:cubicBezTo>
                  <a:pt x="2742" y="473"/>
                  <a:pt x="2269" y="1"/>
                  <a:pt x="1734"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39" name="Google Shape;8982;p69">
            <a:extLst>
              <a:ext uri="{FF2B5EF4-FFF2-40B4-BE49-F238E27FC236}">
                <a16:creationId xmlns:a16="http://schemas.microsoft.com/office/drawing/2014/main" id="{2E232232-9228-9DE7-771C-7822ED4B7DBB}"/>
              </a:ext>
            </a:extLst>
          </p:cNvPr>
          <p:cNvGrpSpPr/>
          <p:nvPr/>
        </p:nvGrpSpPr>
        <p:grpSpPr>
          <a:xfrm>
            <a:off x="16797070" y="3924692"/>
            <a:ext cx="921801" cy="914350"/>
            <a:chOff x="-31166825" y="1939525"/>
            <a:chExt cx="293800" cy="291425"/>
          </a:xfrm>
          <a:solidFill>
            <a:srgbClr val="555559"/>
          </a:solidFill>
        </p:grpSpPr>
        <p:sp>
          <p:nvSpPr>
            <p:cNvPr id="1540" name="Google Shape;8983;p69">
              <a:extLst>
                <a:ext uri="{FF2B5EF4-FFF2-40B4-BE49-F238E27FC236}">
                  <a16:creationId xmlns:a16="http://schemas.microsoft.com/office/drawing/2014/main" id="{5FE79B17-D0A9-50A1-33A4-18868A8D1A0C}"/>
                </a:ext>
              </a:extLst>
            </p:cNvPr>
            <p:cNvSpPr/>
            <p:nvPr/>
          </p:nvSpPr>
          <p:spPr>
            <a:xfrm>
              <a:off x="-31166825" y="1939525"/>
              <a:ext cx="224500" cy="291425"/>
            </a:xfrm>
            <a:custGeom>
              <a:avLst/>
              <a:gdLst/>
              <a:ahLst/>
              <a:cxnLst/>
              <a:rect l="l" t="t" r="r" b="b"/>
              <a:pathLst>
                <a:path w="8980" h="11657" extrusionOk="0">
                  <a:moveTo>
                    <a:pt x="5892" y="662"/>
                  </a:moveTo>
                  <a:cubicBezTo>
                    <a:pt x="6081" y="662"/>
                    <a:pt x="6239" y="819"/>
                    <a:pt x="6239" y="1040"/>
                  </a:cubicBezTo>
                  <a:lnTo>
                    <a:pt x="6239" y="1386"/>
                  </a:lnTo>
                  <a:lnTo>
                    <a:pt x="2805" y="1386"/>
                  </a:lnTo>
                  <a:lnTo>
                    <a:pt x="2805" y="1040"/>
                  </a:lnTo>
                  <a:cubicBezTo>
                    <a:pt x="2805" y="819"/>
                    <a:pt x="2962" y="662"/>
                    <a:pt x="3120" y="662"/>
                  </a:cubicBezTo>
                  <a:close/>
                  <a:moveTo>
                    <a:pt x="8035" y="1323"/>
                  </a:moveTo>
                  <a:cubicBezTo>
                    <a:pt x="8255" y="1323"/>
                    <a:pt x="8413" y="1512"/>
                    <a:pt x="8413" y="1701"/>
                  </a:cubicBezTo>
                  <a:lnTo>
                    <a:pt x="8413" y="10617"/>
                  </a:lnTo>
                  <a:cubicBezTo>
                    <a:pt x="8413" y="10838"/>
                    <a:pt x="8255" y="10995"/>
                    <a:pt x="8035" y="10995"/>
                  </a:cubicBezTo>
                  <a:lnTo>
                    <a:pt x="1166" y="10995"/>
                  </a:lnTo>
                  <a:cubicBezTo>
                    <a:pt x="946" y="10995"/>
                    <a:pt x="788" y="10838"/>
                    <a:pt x="788" y="10617"/>
                  </a:cubicBezTo>
                  <a:lnTo>
                    <a:pt x="788" y="1701"/>
                  </a:lnTo>
                  <a:lnTo>
                    <a:pt x="757" y="1701"/>
                  </a:lnTo>
                  <a:cubicBezTo>
                    <a:pt x="757" y="1512"/>
                    <a:pt x="914" y="1323"/>
                    <a:pt x="1103" y="1323"/>
                  </a:cubicBezTo>
                  <a:lnTo>
                    <a:pt x="2143" y="1323"/>
                  </a:lnTo>
                  <a:lnTo>
                    <a:pt x="2143" y="1701"/>
                  </a:lnTo>
                  <a:cubicBezTo>
                    <a:pt x="2143" y="1890"/>
                    <a:pt x="2301" y="2048"/>
                    <a:pt x="2490" y="2048"/>
                  </a:cubicBezTo>
                  <a:lnTo>
                    <a:pt x="6617" y="2048"/>
                  </a:lnTo>
                  <a:cubicBezTo>
                    <a:pt x="6837" y="2048"/>
                    <a:pt x="6995" y="1890"/>
                    <a:pt x="6995" y="1701"/>
                  </a:cubicBezTo>
                  <a:lnTo>
                    <a:pt x="6995" y="1323"/>
                  </a:lnTo>
                  <a:close/>
                  <a:moveTo>
                    <a:pt x="3120" y="0"/>
                  </a:moveTo>
                  <a:cubicBezTo>
                    <a:pt x="2679" y="0"/>
                    <a:pt x="2301" y="284"/>
                    <a:pt x="2143" y="662"/>
                  </a:cubicBezTo>
                  <a:lnTo>
                    <a:pt x="1040" y="662"/>
                  </a:lnTo>
                  <a:cubicBezTo>
                    <a:pt x="473" y="662"/>
                    <a:pt x="1" y="1134"/>
                    <a:pt x="1" y="1701"/>
                  </a:cubicBezTo>
                  <a:lnTo>
                    <a:pt x="1" y="10649"/>
                  </a:lnTo>
                  <a:cubicBezTo>
                    <a:pt x="64" y="11216"/>
                    <a:pt x="536" y="11657"/>
                    <a:pt x="1072" y="11657"/>
                  </a:cubicBezTo>
                  <a:lnTo>
                    <a:pt x="7971" y="11657"/>
                  </a:lnTo>
                  <a:cubicBezTo>
                    <a:pt x="8507" y="11657"/>
                    <a:pt x="8980" y="11184"/>
                    <a:pt x="8980" y="10649"/>
                  </a:cubicBezTo>
                  <a:lnTo>
                    <a:pt x="8980" y="1701"/>
                  </a:lnTo>
                  <a:cubicBezTo>
                    <a:pt x="8980" y="1134"/>
                    <a:pt x="8507" y="662"/>
                    <a:pt x="7971" y="662"/>
                  </a:cubicBezTo>
                  <a:lnTo>
                    <a:pt x="6869" y="662"/>
                  </a:lnTo>
                  <a:cubicBezTo>
                    <a:pt x="6711" y="284"/>
                    <a:pt x="6365" y="0"/>
                    <a:pt x="589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8984;p69">
              <a:extLst>
                <a:ext uri="{FF2B5EF4-FFF2-40B4-BE49-F238E27FC236}">
                  <a16:creationId xmlns:a16="http://schemas.microsoft.com/office/drawing/2014/main" id="{F7AC63B4-E002-ED86-7BDA-6BB21C734D7E}"/>
                </a:ext>
              </a:extLst>
            </p:cNvPr>
            <p:cNvSpPr/>
            <p:nvPr/>
          </p:nvSpPr>
          <p:spPr>
            <a:xfrm>
              <a:off x="-31131375" y="2145075"/>
              <a:ext cx="52800" cy="52800"/>
            </a:xfrm>
            <a:custGeom>
              <a:avLst/>
              <a:gdLst/>
              <a:ahLst/>
              <a:cxnLst/>
              <a:rect l="l" t="t" r="r" b="b"/>
              <a:pathLst>
                <a:path w="2112" h="2112" extrusionOk="0">
                  <a:moveTo>
                    <a:pt x="1355" y="726"/>
                  </a:moveTo>
                  <a:lnTo>
                    <a:pt x="1355" y="1387"/>
                  </a:lnTo>
                  <a:lnTo>
                    <a:pt x="694" y="1387"/>
                  </a:lnTo>
                  <a:lnTo>
                    <a:pt x="694" y="726"/>
                  </a:lnTo>
                  <a:close/>
                  <a:moveTo>
                    <a:pt x="379" y="1"/>
                  </a:moveTo>
                  <a:cubicBezTo>
                    <a:pt x="158" y="1"/>
                    <a:pt x="0" y="158"/>
                    <a:pt x="0" y="379"/>
                  </a:cubicBezTo>
                  <a:lnTo>
                    <a:pt x="0" y="1734"/>
                  </a:lnTo>
                  <a:cubicBezTo>
                    <a:pt x="0" y="1954"/>
                    <a:pt x="158" y="2112"/>
                    <a:pt x="379" y="2112"/>
                  </a:cubicBezTo>
                  <a:lnTo>
                    <a:pt x="1733" y="2112"/>
                  </a:lnTo>
                  <a:cubicBezTo>
                    <a:pt x="1954" y="2112"/>
                    <a:pt x="2111" y="1954"/>
                    <a:pt x="2111" y="1734"/>
                  </a:cubicBezTo>
                  <a:lnTo>
                    <a:pt x="2111" y="379"/>
                  </a:lnTo>
                  <a:cubicBezTo>
                    <a:pt x="2111" y="158"/>
                    <a:pt x="1954" y="1"/>
                    <a:pt x="173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8985;p69">
              <a:extLst>
                <a:ext uri="{FF2B5EF4-FFF2-40B4-BE49-F238E27FC236}">
                  <a16:creationId xmlns:a16="http://schemas.microsoft.com/office/drawing/2014/main" id="{59F4FD34-7C6E-2455-977C-B12E19D027D0}"/>
                </a:ext>
              </a:extLst>
            </p:cNvPr>
            <p:cNvSpPr/>
            <p:nvPr/>
          </p:nvSpPr>
          <p:spPr>
            <a:xfrm>
              <a:off x="-31131375" y="2076550"/>
              <a:ext cx="52800" cy="52025"/>
            </a:xfrm>
            <a:custGeom>
              <a:avLst/>
              <a:gdLst/>
              <a:ahLst/>
              <a:cxnLst/>
              <a:rect l="l" t="t" r="r" b="b"/>
              <a:pathLst>
                <a:path w="2112" h="2081" extrusionOk="0">
                  <a:moveTo>
                    <a:pt x="1355" y="694"/>
                  </a:moveTo>
                  <a:lnTo>
                    <a:pt x="1355" y="1356"/>
                  </a:lnTo>
                  <a:lnTo>
                    <a:pt x="694" y="1356"/>
                  </a:lnTo>
                  <a:lnTo>
                    <a:pt x="694" y="694"/>
                  </a:lnTo>
                  <a:close/>
                  <a:moveTo>
                    <a:pt x="379" y="1"/>
                  </a:moveTo>
                  <a:cubicBezTo>
                    <a:pt x="158" y="1"/>
                    <a:pt x="0" y="159"/>
                    <a:pt x="0" y="348"/>
                  </a:cubicBezTo>
                  <a:lnTo>
                    <a:pt x="0" y="1734"/>
                  </a:lnTo>
                  <a:cubicBezTo>
                    <a:pt x="0" y="1923"/>
                    <a:pt x="158" y="2080"/>
                    <a:pt x="379" y="2080"/>
                  </a:cubicBezTo>
                  <a:lnTo>
                    <a:pt x="1733" y="2080"/>
                  </a:lnTo>
                  <a:cubicBezTo>
                    <a:pt x="1954" y="2080"/>
                    <a:pt x="2111" y="1923"/>
                    <a:pt x="2111" y="1734"/>
                  </a:cubicBezTo>
                  <a:lnTo>
                    <a:pt x="2111" y="348"/>
                  </a:lnTo>
                  <a:cubicBezTo>
                    <a:pt x="2111" y="159"/>
                    <a:pt x="1954" y="1"/>
                    <a:pt x="173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8986;p69">
              <a:extLst>
                <a:ext uri="{FF2B5EF4-FFF2-40B4-BE49-F238E27FC236}">
                  <a16:creationId xmlns:a16="http://schemas.microsoft.com/office/drawing/2014/main" id="{F9107344-7081-9015-0929-75AE67AB917B}"/>
                </a:ext>
              </a:extLst>
            </p:cNvPr>
            <p:cNvSpPr/>
            <p:nvPr/>
          </p:nvSpPr>
          <p:spPr>
            <a:xfrm>
              <a:off x="-31131375" y="2007250"/>
              <a:ext cx="52800" cy="52800"/>
            </a:xfrm>
            <a:custGeom>
              <a:avLst/>
              <a:gdLst/>
              <a:ahLst/>
              <a:cxnLst/>
              <a:rect l="l" t="t" r="r" b="b"/>
              <a:pathLst>
                <a:path w="2112" h="2112" extrusionOk="0">
                  <a:moveTo>
                    <a:pt x="1355" y="725"/>
                  </a:moveTo>
                  <a:lnTo>
                    <a:pt x="1355" y="1387"/>
                  </a:lnTo>
                  <a:lnTo>
                    <a:pt x="694" y="1387"/>
                  </a:lnTo>
                  <a:lnTo>
                    <a:pt x="694" y="725"/>
                  </a:lnTo>
                  <a:close/>
                  <a:moveTo>
                    <a:pt x="379" y="1"/>
                  </a:moveTo>
                  <a:cubicBezTo>
                    <a:pt x="158" y="1"/>
                    <a:pt x="0" y="158"/>
                    <a:pt x="0" y="379"/>
                  </a:cubicBezTo>
                  <a:lnTo>
                    <a:pt x="0" y="1733"/>
                  </a:lnTo>
                  <a:cubicBezTo>
                    <a:pt x="0" y="1954"/>
                    <a:pt x="158" y="2111"/>
                    <a:pt x="379" y="2111"/>
                  </a:cubicBezTo>
                  <a:lnTo>
                    <a:pt x="1733" y="2111"/>
                  </a:lnTo>
                  <a:cubicBezTo>
                    <a:pt x="1954" y="2111"/>
                    <a:pt x="2111" y="1954"/>
                    <a:pt x="2111" y="1733"/>
                  </a:cubicBezTo>
                  <a:lnTo>
                    <a:pt x="2111" y="379"/>
                  </a:lnTo>
                  <a:cubicBezTo>
                    <a:pt x="2111" y="158"/>
                    <a:pt x="1954" y="1"/>
                    <a:pt x="173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8987;p69">
              <a:extLst>
                <a:ext uri="{FF2B5EF4-FFF2-40B4-BE49-F238E27FC236}">
                  <a16:creationId xmlns:a16="http://schemas.microsoft.com/office/drawing/2014/main" id="{DB98868D-B91D-3C1C-3603-7B1CEA2A08A3}"/>
                </a:ext>
              </a:extLst>
            </p:cNvPr>
            <p:cNvSpPr/>
            <p:nvPr/>
          </p:nvSpPr>
          <p:spPr>
            <a:xfrm>
              <a:off x="-31062075" y="2007250"/>
              <a:ext cx="85875" cy="18150"/>
            </a:xfrm>
            <a:custGeom>
              <a:avLst/>
              <a:gdLst/>
              <a:ahLst/>
              <a:cxnLst/>
              <a:rect l="l" t="t" r="r" b="b"/>
              <a:pathLst>
                <a:path w="3435" h="726" extrusionOk="0">
                  <a:moveTo>
                    <a:pt x="347" y="1"/>
                  </a:moveTo>
                  <a:cubicBezTo>
                    <a:pt x="158" y="1"/>
                    <a:pt x="1" y="158"/>
                    <a:pt x="1" y="379"/>
                  </a:cubicBezTo>
                  <a:cubicBezTo>
                    <a:pt x="1" y="568"/>
                    <a:pt x="158" y="725"/>
                    <a:pt x="347" y="725"/>
                  </a:cubicBezTo>
                  <a:lnTo>
                    <a:pt x="3057" y="725"/>
                  </a:lnTo>
                  <a:cubicBezTo>
                    <a:pt x="3277" y="725"/>
                    <a:pt x="3435" y="568"/>
                    <a:pt x="3435" y="379"/>
                  </a:cubicBezTo>
                  <a:cubicBezTo>
                    <a:pt x="3435" y="158"/>
                    <a:pt x="3277" y="1"/>
                    <a:pt x="305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8988;p69">
              <a:extLst>
                <a:ext uri="{FF2B5EF4-FFF2-40B4-BE49-F238E27FC236}">
                  <a16:creationId xmlns:a16="http://schemas.microsoft.com/office/drawing/2014/main" id="{A2D8E1DD-AA93-9010-1E9F-C00101BD4788}"/>
                </a:ext>
              </a:extLst>
            </p:cNvPr>
            <p:cNvSpPr/>
            <p:nvPr/>
          </p:nvSpPr>
          <p:spPr>
            <a:xfrm>
              <a:off x="-31062075" y="2041900"/>
              <a:ext cx="52025" cy="18150"/>
            </a:xfrm>
            <a:custGeom>
              <a:avLst/>
              <a:gdLst/>
              <a:ahLst/>
              <a:cxnLst/>
              <a:rect l="l" t="t" r="r" b="b"/>
              <a:pathLst>
                <a:path w="2081" h="726" extrusionOk="0">
                  <a:moveTo>
                    <a:pt x="347" y="1"/>
                  </a:moveTo>
                  <a:cubicBezTo>
                    <a:pt x="158" y="1"/>
                    <a:pt x="1" y="158"/>
                    <a:pt x="1" y="347"/>
                  </a:cubicBezTo>
                  <a:cubicBezTo>
                    <a:pt x="1" y="568"/>
                    <a:pt x="158" y="725"/>
                    <a:pt x="347" y="725"/>
                  </a:cubicBezTo>
                  <a:lnTo>
                    <a:pt x="1734" y="725"/>
                  </a:lnTo>
                  <a:cubicBezTo>
                    <a:pt x="1923" y="725"/>
                    <a:pt x="2080" y="568"/>
                    <a:pt x="2080" y="347"/>
                  </a:cubicBezTo>
                  <a:cubicBezTo>
                    <a:pt x="2080" y="158"/>
                    <a:pt x="1923" y="1"/>
                    <a:pt x="173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8989;p69">
              <a:extLst>
                <a:ext uri="{FF2B5EF4-FFF2-40B4-BE49-F238E27FC236}">
                  <a16:creationId xmlns:a16="http://schemas.microsoft.com/office/drawing/2014/main" id="{BA6B3E34-889C-FEE8-D123-8E10A0D6B8E5}"/>
                </a:ext>
              </a:extLst>
            </p:cNvPr>
            <p:cNvSpPr/>
            <p:nvPr/>
          </p:nvSpPr>
          <p:spPr>
            <a:xfrm>
              <a:off x="-31062075" y="2076550"/>
              <a:ext cx="85875" cy="17375"/>
            </a:xfrm>
            <a:custGeom>
              <a:avLst/>
              <a:gdLst/>
              <a:ahLst/>
              <a:cxnLst/>
              <a:rect l="l" t="t" r="r" b="b"/>
              <a:pathLst>
                <a:path w="3435" h="695" extrusionOk="0">
                  <a:moveTo>
                    <a:pt x="347" y="1"/>
                  </a:moveTo>
                  <a:cubicBezTo>
                    <a:pt x="158" y="1"/>
                    <a:pt x="1" y="159"/>
                    <a:pt x="1" y="348"/>
                  </a:cubicBezTo>
                  <a:cubicBezTo>
                    <a:pt x="1" y="537"/>
                    <a:pt x="158" y="694"/>
                    <a:pt x="347" y="694"/>
                  </a:cubicBezTo>
                  <a:lnTo>
                    <a:pt x="3057" y="694"/>
                  </a:lnTo>
                  <a:cubicBezTo>
                    <a:pt x="3277" y="694"/>
                    <a:pt x="3435" y="537"/>
                    <a:pt x="3435" y="348"/>
                  </a:cubicBezTo>
                  <a:cubicBezTo>
                    <a:pt x="3435" y="159"/>
                    <a:pt x="3277" y="1"/>
                    <a:pt x="305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8990;p69">
              <a:extLst>
                <a:ext uri="{FF2B5EF4-FFF2-40B4-BE49-F238E27FC236}">
                  <a16:creationId xmlns:a16="http://schemas.microsoft.com/office/drawing/2014/main" id="{352720F0-8B74-87E6-2BB5-3E26D4F801E5}"/>
                </a:ext>
              </a:extLst>
            </p:cNvPr>
            <p:cNvSpPr/>
            <p:nvPr/>
          </p:nvSpPr>
          <p:spPr>
            <a:xfrm>
              <a:off x="-31062075" y="2110425"/>
              <a:ext cx="52025" cy="18150"/>
            </a:xfrm>
            <a:custGeom>
              <a:avLst/>
              <a:gdLst/>
              <a:ahLst/>
              <a:cxnLst/>
              <a:rect l="l" t="t" r="r" b="b"/>
              <a:pathLst>
                <a:path w="2081" h="726" extrusionOk="0">
                  <a:moveTo>
                    <a:pt x="347" y="1"/>
                  </a:moveTo>
                  <a:cubicBezTo>
                    <a:pt x="158" y="1"/>
                    <a:pt x="1" y="190"/>
                    <a:pt x="1" y="379"/>
                  </a:cubicBezTo>
                  <a:cubicBezTo>
                    <a:pt x="1" y="568"/>
                    <a:pt x="158" y="725"/>
                    <a:pt x="347" y="725"/>
                  </a:cubicBezTo>
                  <a:lnTo>
                    <a:pt x="1734" y="725"/>
                  </a:lnTo>
                  <a:cubicBezTo>
                    <a:pt x="1923" y="725"/>
                    <a:pt x="2080" y="568"/>
                    <a:pt x="2080" y="379"/>
                  </a:cubicBezTo>
                  <a:cubicBezTo>
                    <a:pt x="2080" y="190"/>
                    <a:pt x="1923" y="1"/>
                    <a:pt x="173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8991;p69">
              <a:extLst>
                <a:ext uri="{FF2B5EF4-FFF2-40B4-BE49-F238E27FC236}">
                  <a16:creationId xmlns:a16="http://schemas.microsoft.com/office/drawing/2014/main" id="{EC6009D1-3EF8-C9C6-67F9-3C0F9D507F63}"/>
                </a:ext>
              </a:extLst>
            </p:cNvPr>
            <p:cNvSpPr/>
            <p:nvPr/>
          </p:nvSpPr>
          <p:spPr>
            <a:xfrm>
              <a:off x="-31062075" y="2145075"/>
              <a:ext cx="85875" cy="18150"/>
            </a:xfrm>
            <a:custGeom>
              <a:avLst/>
              <a:gdLst/>
              <a:ahLst/>
              <a:cxnLst/>
              <a:rect l="l" t="t" r="r" b="b"/>
              <a:pathLst>
                <a:path w="3435" h="726" extrusionOk="0">
                  <a:moveTo>
                    <a:pt x="347" y="1"/>
                  </a:moveTo>
                  <a:cubicBezTo>
                    <a:pt x="158" y="1"/>
                    <a:pt x="1" y="158"/>
                    <a:pt x="1" y="379"/>
                  </a:cubicBezTo>
                  <a:cubicBezTo>
                    <a:pt x="1" y="568"/>
                    <a:pt x="158" y="726"/>
                    <a:pt x="347" y="726"/>
                  </a:cubicBezTo>
                  <a:lnTo>
                    <a:pt x="3057" y="726"/>
                  </a:lnTo>
                  <a:cubicBezTo>
                    <a:pt x="3277" y="726"/>
                    <a:pt x="3435" y="568"/>
                    <a:pt x="3435" y="379"/>
                  </a:cubicBezTo>
                  <a:cubicBezTo>
                    <a:pt x="3435" y="158"/>
                    <a:pt x="3277" y="1"/>
                    <a:pt x="305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8992;p69">
              <a:extLst>
                <a:ext uri="{FF2B5EF4-FFF2-40B4-BE49-F238E27FC236}">
                  <a16:creationId xmlns:a16="http://schemas.microsoft.com/office/drawing/2014/main" id="{D58CB8CE-F4A2-7948-7D04-716E22A80926}"/>
                </a:ext>
              </a:extLst>
            </p:cNvPr>
            <p:cNvSpPr/>
            <p:nvPr/>
          </p:nvSpPr>
          <p:spPr>
            <a:xfrm>
              <a:off x="-31062075" y="2179750"/>
              <a:ext cx="52025" cy="18125"/>
            </a:xfrm>
            <a:custGeom>
              <a:avLst/>
              <a:gdLst/>
              <a:ahLst/>
              <a:cxnLst/>
              <a:rect l="l" t="t" r="r" b="b"/>
              <a:pathLst>
                <a:path w="2081" h="725" extrusionOk="0">
                  <a:moveTo>
                    <a:pt x="347" y="0"/>
                  </a:moveTo>
                  <a:cubicBezTo>
                    <a:pt x="158" y="0"/>
                    <a:pt x="1" y="158"/>
                    <a:pt x="1" y="347"/>
                  </a:cubicBezTo>
                  <a:cubicBezTo>
                    <a:pt x="1" y="567"/>
                    <a:pt x="158" y="725"/>
                    <a:pt x="347" y="725"/>
                  </a:cubicBezTo>
                  <a:lnTo>
                    <a:pt x="1734" y="725"/>
                  </a:lnTo>
                  <a:cubicBezTo>
                    <a:pt x="1923" y="725"/>
                    <a:pt x="2080" y="567"/>
                    <a:pt x="2080" y="347"/>
                  </a:cubicBezTo>
                  <a:cubicBezTo>
                    <a:pt x="2080" y="158"/>
                    <a:pt x="1923" y="0"/>
                    <a:pt x="1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8993;p69">
              <a:extLst>
                <a:ext uri="{FF2B5EF4-FFF2-40B4-BE49-F238E27FC236}">
                  <a16:creationId xmlns:a16="http://schemas.microsoft.com/office/drawing/2014/main" id="{F439D93E-00D8-2E2E-22A6-D953F2BCBD29}"/>
                </a:ext>
              </a:extLst>
            </p:cNvPr>
            <p:cNvSpPr/>
            <p:nvPr/>
          </p:nvSpPr>
          <p:spPr>
            <a:xfrm>
              <a:off x="-30924225" y="1974175"/>
              <a:ext cx="51200" cy="240250"/>
            </a:xfrm>
            <a:custGeom>
              <a:avLst/>
              <a:gdLst/>
              <a:ahLst/>
              <a:cxnLst/>
              <a:rect l="l" t="t" r="r" b="b"/>
              <a:pathLst>
                <a:path w="2048" h="9610" extrusionOk="0">
                  <a:moveTo>
                    <a:pt x="1008" y="662"/>
                  </a:moveTo>
                  <a:cubicBezTo>
                    <a:pt x="1229" y="662"/>
                    <a:pt x="1386" y="819"/>
                    <a:pt x="1386" y="1009"/>
                  </a:cubicBezTo>
                  <a:lnTo>
                    <a:pt x="1386" y="2080"/>
                  </a:lnTo>
                  <a:lnTo>
                    <a:pt x="725" y="2080"/>
                  </a:lnTo>
                  <a:lnTo>
                    <a:pt x="725" y="1009"/>
                  </a:lnTo>
                  <a:lnTo>
                    <a:pt x="662" y="1009"/>
                  </a:lnTo>
                  <a:cubicBezTo>
                    <a:pt x="662" y="819"/>
                    <a:pt x="819" y="662"/>
                    <a:pt x="1008" y="662"/>
                  </a:cubicBezTo>
                  <a:close/>
                  <a:moveTo>
                    <a:pt x="1323" y="2741"/>
                  </a:moveTo>
                  <a:lnTo>
                    <a:pt x="1323" y="6900"/>
                  </a:lnTo>
                  <a:lnTo>
                    <a:pt x="662" y="6900"/>
                  </a:lnTo>
                  <a:lnTo>
                    <a:pt x="662" y="2741"/>
                  </a:lnTo>
                  <a:close/>
                  <a:moveTo>
                    <a:pt x="1260" y="7562"/>
                  </a:moveTo>
                  <a:lnTo>
                    <a:pt x="1008" y="8192"/>
                  </a:lnTo>
                  <a:lnTo>
                    <a:pt x="819" y="7562"/>
                  </a:lnTo>
                  <a:close/>
                  <a:moveTo>
                    <a:pt x="1008" y="0"/>
                  </a:moveTo>
                  <a:cubicBezTo>
                    <a:pt x="473" y="0"/>
                    <a:pt x="0" y="473"/>
                    <a:pt x="0" y="1009"/>
                  </a:cubicBezTo>
                  <a:lnTo>
                    <a:pt x="0" y="7215"/>
                  </a:lnTo>
                  <a:lnTo>
                    <a:pt x="0" y="7309"/>
                  </a:lnTo>
                  <a:lnTo>
                    <a:pt x="662" y="9357"/>
                  </a:lnTo>
                  <a:cubicBezTo>
                    <a:pt x="693" y="9515"/>
                    <a:pt x="819" y="9609"/>
                    <a:pt x="977" y="9609"/>
                  </a:cubicBezTo>
                  <a:cubicBezTo>
                    <a:pt x="1134" y="9609"/>
                    <a:pt x="1260" y="9515"/>
                    <a:pt x="1292" y="9357"/>
                  </a:cubicBezTo>
                  <a:lnTo>
                    <a:pt x="1954" y="7309"/>
                  </a:lnTo>
                  <a:lnTo>
                    <a:pt x="1954" y="7215"/>
                  </a:lnTo>
                  <a:lnTo>
                    <a:pt x="1954" y="1009"/>
                  </a:lnTo>
                  <a:cubicBezTo>
                    <a:pt x="2048" y="441"/>
                    <a:pt x="1576" y="0"/>
                    <a:pt x="100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51" name="Google Shape;8994;p69">
            <a:extLst>
              <a:ext uri="{FF2B5EF4-FFF2-40B4-BE49-F238E27FC236}">
                <a16:creationId xmlns:a16="http://schemas.microsoft.com/office/drawing/2014/main" id="{7C78F068-BE73-8F00-F724-2F356075CA5E}"/>
              </a:ext>
            </a:extLst>
          </p:cNvPr>
          <p:cNvGrpSpPr/>
          <p:nvPr/>
        </p:nvGrpSpPr>
        <p:grpSpPr>
          <a:xfrm>
            <a:off x="16799539" y="5090358"/>
            <a:ext cx="916860" cy="915842"/>
            <a:chOff x="-31165250" y="2298675"/>
            <a:chExt cx="292225" cy="291900"/>
          </a:xfrm>
          <a:solidFill>
            <a:srgbClr val="555559"/>
          </a:solidFill>
        </p:grpSpPr>
        <p:sp>
          <p:nvSpPr>
            <p:cNvPr id="1552" name="Google Shape;8995;p69">
              <a:extLst>
                <a:ext uri="{FF2B5EF4-FFF2-40B4-BE49-F238E27FC236}">
                  <a16:creationId xmlns:a16="http://schemas.microsoft.com/office/drawing/2014/main" id="{55F47EB5-4A2F-38EB-7411-D20CE2223441}"/>
                </a:ext>
              </a:extLst>
            </p:cNvPr>
            <p:cNvSpPr/>
            <p:nvPr/>
          </p:nvSpPr>
          <p:spPr>
            <a:xfrm>
              <a:off x="-31003000" y="2332550"/>
              <a:ext cx="86675" cy="103400"/>
            </a:xfrm>
            <a:custGeom>
              <a:avLst/>
              <a:gdLst/>
              <a:ahLst/>
              <a:cxnLst/>
              <a:rect l="l" t="t" r="r" b="b"/>
              <a:pathLst>
                <a:path w="3467" h="4136" extrusionOk="0">
                  <a:moveTo>
                    <a:pt x="2049" y="1386"/>
                  </a:moveTo>
                  <a:cubicBezTo>
                    <a:pt x="2017" y="1764"/>
                    <a:pt x="1923" y="2111"/>
                    <a:pt x="1734" y="2426"/>
                  </a:cubicBezTo>
                  <a:cubicBezTo>
                    <a:pt x="1576" y="2111"/>
                    <a:pt x="1450" y="1764"/>
                    <a:pt x="1418" y="1386"/>
                  </a:cubicBezTo>
                  <a:close/>
                  <a:moveTo>
                    <a:pt x="1734" y="0"/>
                  </a:moveTo>
                  <a:cubicBezTo>
                    <a:pt x="1545" y="0"/>
                    <a:pt x="1387" y="158"/>
                    <a:pt x="1387" y="347"/>
                  </a:cubicBezTo>
                  <a:lnTo>
                    <a:pt x="1387" y="693"/>
                  </a:lnTo>
                  <a:lnTo>
                    <a:pt x="347" y="693"/>
                  </a:lnTo>
                  <a:cubicBezTo>
                    <a:pt x="158" y="693"/>
                    <a:pt x="1" y="851"/>
                    <a:pt x="1" y="1071"/>
                  </a:cubicBezTo>
                  <a:cubicBezTo>
                    <a:pt x="1" y="1260"/>
                    <a:pt x="158" y="1418"/>
                    <a:pt x="347" y="1418"/>
                  </a:cubicBezTo>
                  <a:lnTo>
                    <a:pt x="694" y="1418"/>
                  </a:lnTo>
                  <a:cubicBezTo>
                    <a:pt x="757" y="2016"/>
                    <a:pt x="946" y="2552"/>
                    <a:pt x="1292" y="3056"/>
                  </a:cubicBezTo>
                  <a:lnTo>
                    <a:pt x="788" y="3592"/>
                  </a:lnTo>
                  <a:cubicBezTo>
                    <a:pt x="662" y="3686"/>
                    <a:pt x="662" y="3938"/>
                    <a:pt x="788" y="4064"/>
                  </a:cubicBezTo>
                  <a:cubicBezTo>
                    <a:pt x="851" y="4111"/>
                    <a:pt x="938" y="4135"/>
                    <a:pt x="1025" y="4135"/>
                  </a:cubicBezTo>
                  <a:cubicBezTo>
                    <a:pt x="1111" y="4135"/>
                    <a:pt x="1198" y="4111"/>
                    <a:pt x="1261" y="4064"/>
                  </a:cubicBezTo>
                  <a:lnTo>
                    <a:pt x="1702" y="3623"/>
                  </a:lnTo>
                  <a:lnTo>
                    <a:pt x="2112" y="4064"/>
                  </a:lnTo>
                  <a:cubicBezTo>
                    <a:pt x="2175" y="4111"/>
                    <a:pt x="2269" y="4135"/>
                    <a:pt x="2360" y="4135"/>
                  </a:cubicBezTo>
                  <a:cubicBezTo>
                    <a:pt x="2450" y="4135"/>
                    <a:pt x="2537" y="4111"/>
                    <a:pt x="2584" y="4064"/>
                  </a:cubicBezTo>
                  <a:cubicBezTo>
                    <a:pt x="2710" y="3938"/>
                    <a:pt x="2710" y="3686"/>
                    <a:pt x="2584" y="3592"/>
                  </a:cubicBezTo>
                  <a:lnTo>
                    <a:pt x="2080" y="3056"/>
                  </a:lnTo>
                  <a:cubicBezTo>
                    <a:pt x="2395" y="2552"/>
                    <a:pt x="2584" y="2016"/>
                    <a:pt x="2679" y="1418"/>
                  </a:cubicBezTo>
                  <a:lnTo>
                    <a:pt x="3025" y="1418"/>
                  </a:lnTo>
                  <a:cubicBezTo>
                    <a:pt x="3214" y="1418"/>
                    <a:pt x="3372" y="1260"/>
                    <a:pt x="3372" y="1071"/>
                  </a:cubicBezTo>
                  <a:cubicBezTo>
                    <a:pt x="3466" y="851"/>
                    <a:pt x="3309" y="693"/>
                    <a:pt x="3120" y="693"/>
                  </a:cubicBezTo>
                  <a:lnTo>
                    <a:pt x="2080" y="693"/>
                  </a:lnTo>
                  <a:lnTo>
                    <a:pt x="2080" y="347"/>
                  </a:lnTo>
                  <a:cubicBezTo>
                    <a:pt x="2080" y="158"/>
                    <a:pt x="1923" y="0"/>
                    <a:pt x="1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8996;p69">
              <a:extLst>
                <a:ext uri="{FF2B5EF4-FFF2-40B4-BE49-F238E27FC236}">
                  <a16:creationId xmlns:a16="http://schemas.microsoft.com/office/drawing/2014/main" id="{5D66A5D6-02B2-6D94-CA7E-AFE3A22E873B}"/>
                </a:ext>
              </a:extLst>
            </p:cNvPr>
            <p:cNvSpPr/>
            <p:nvPr/>
          </p:nvSpPr>
          <p:spPr>
            <a:xfrm>
              <a:off x="-31165250" y="2298675"/>
              <a:ext cx="292225" cy="291900"/>
            </a:xfrm>
            <a:custGeom>
              <a:avLst/>
              <a:gdLst/>
              <a:ahLst/>
              <a:cxnLst/>
              <a:rect l="l" t="t" r="r" b="b"/>
              <a:pathLst>
                <a:path w="11689" h="11676" extrusionOk="0">
                  <a:moveTo>
                    <a:pt x="8192" y="630"/>
                  </a:moveTo>
                  <a:cubicBezTo>
                    <a:pt x="9704" y="630"/>
                    <a:pt x="10933" y="1859"/>
                    <a:pt x="10933" y="3403"/>
                  </a:cubicBezTo>
                  <a:cubicBezTo>
                    <a:pt x="10964" y="4947"/>
                    <a:pt x="9767" y="6144"/>
                    <a:pt x="8224" y="6144"/>
                  </a:cubicBezTo>
                  <a:cubicBezTo>
                    <a:pt x="7656" y="6144"/>
                    <a:pt x="7152" y="5986"/>
                    <a:pt x="6711" y="5671"/>
                  </a:cubicBezTo>
                  <a:cubicBezTo>
                    <a:pt x="6674" y="5634"/>
                    <a:pt x="6616" y="5619"/>
                    <a:pt x="6548" y="5619"/>
                  </a:cubicBezTo>
                  <a:cubicBezTo>
                    <a:pt x="6501" y="5619"/>
                    <a:pt x="6448" y="5627"/>
                    <a:pt x="6396" y="5640"/>
                  </a:cubicBezTo>
                  <a:lnTo>
                    <a:pt x="5609" y="5923"/>
                  </a:lnTo>
                  <a:lnTo>
                    <a:pt x="5861" y="4947"/>
                  </a:lnTo>
                  <a:cubicBezTo>
                    <a:pt x="5861" y="4852"/>
                    <a:pt x="5861" y="4789"/>
                    <a:pt x="5829" y="4695"/>
                  </a:cubicBezTo>
                  <a:cubicBezTo>
                    <a:pt x="5577" y="4317"/>
                    <a:pt x="5451" y="3844"/>
                    <a:pt x="5451" y="3403"/>
                  </a:cubicBezTo>
                  <a:cubicBezTo>
                    <a:pt x="5451" y="1859"/>
                    <a:pt x="6680" y="630"/>
                    <a:pt x="8192" y="630"/>
                  </a:cubicBezTo>
                  <a:close/>
                  <a:moveTo>
                    <a:pt x="3403" y="5545"/>
                  </a:moveTo>
                  <a:cubicBezTo>
                    <a:pt x="3970" y="5545"/>
                    <a:pt x="4474" y="5703"/>
                    <a:pt x="4916" y="5986"/>
                  </a:cubicBezTo>
                  <a:lnTo>
                    <a:pt x="4790" y="6490"/>
                  </a:lnTo>
                  <a:cubicBezTo>
                    <a:pt x="4758" y="6616"/>
                    <a:pt x="4790" y="6742"/>
                    <a:pt x="4916" y="6868"/>
                  </a:cubicBezTo>
                  <a:cubicBezTo>
                    <a:pt x="4960" y="6913"/>
                    <a:pt x="5052" y="6958"/>
                    <a:pt x="5146" y="6958"/>
                  </a:cubicBezTo>
                  <a:cubicBezTo>
                    <a:pt x="5186" y="6958"/>
                    <a:pt x="5225" y="6950"/>
                    <a:pt x="5262" y="6931"/>
                  </a:cubicBezTo>
                  <a:lnTo>
                    <a:pt x="5703" y="6774"/>
                  </a:lnTo>
                  <a:cubicBezTo>
                    <a:pt x="6018" y="7152"/>
                    <a:pt x="6176" y="7656"/>
                    <a:pt x="6176" y="8255"/>
                  </a:cubicBezTo>
                  <a:cubicBezTo>
                    <a:pt x="6176" y="8696"/>
                    <a:pt x="6050" y="9137"/>
                    <a:pt x="5829" y="9546"/>
                  </a:cubicBezTo>
                  <a:cubicBezTo>
                    <a:pt x="5766" y="9609"/>
                    <a:pt x="5766" y="9704"/>
                    <a:pt x="5766" y="9767"/>
                  </a:cubicBezTo>
                  <a:lnTo>
                    <a:pt x="6018" y="10775"/>
                  </a:lnTo>
                  <a:lnTo>
                    <a:pt x="5231" y="10491"/>
                  </a:lnTo>
                  <a:cubicBezTo>
                    <a:pt x="5178" y="10478"/>
                    <a:pt x="5126" y="10471"/>
                    <a:pt x="5078" y="10471"/>
                  </a:cubicBezTo>
                  <a:cubicBezTo>
                    <a:pt x="5011" y="10471"/>
                    <a:pt x="4952" y="10486"/>
                    <a:pt x="4916" y="10523"/>
                  </a:cubicBezTo>
                  <a:cubicBezTo>
                    <a:pt x="4474" y="10838"/>
                    <a:pt x="3939" y="10996"/>
                    <a:pt x="3403" y="10996"/>
                  </a:cubicBezTo>
                  <a:cubicBezTo>
                    <a:pt x="1891" y="10996"/>
                    <a:pt x="662" y="9767"/>
                    <a:pt x="662" y="8286"/>
                  </a:cubicBezTo>
                  <a:cubicBezTo>
                    <a:pt x="662" y="6774"/>
                    <a:pt x="1891" y="5545"/>
                    <a:pt x="3403" y="5545"/>
                  </a:cubicBezTo>
                  <a:close/>
                  <a:moveTo>
                    <a:pt x="8224" y="0"/>
                  </a:moveTo>
                  <a:cubicBezTo>
                    <a:pt x="6333" y="0"/>
                    <a:pt x="4790" y="1544"/>
                    <a:pt x="4790" y="3434"/>
                  </a:cubicBezTo>
                  <a:cubicBezTo>
                    <a:pt x="4790" y="3938"/>
                    <a:pt x="4916" y="4506"/>
                    <a:pt x="5136" y="4978"/>
                  </a:cubicBezTo>
                  <a:lnTo>
                    <a:pt x="5073" y="5262"/>
                  </a:lnTo>
                  <a:cubicBezTo>
                    <a:pt x="4569" y="4978"/>
                    <a:pt x="4002" y="4821"/>
                    <a:pt x="3435" y="4821"/>
                  </a:cubicBezTo>
                  <a:cubicBezTo>
                    <a:pt x="1513" y="4821"/>
                    <a:pt x="1" y="6364"/>
                    <a:pt x="1" y="8255"/>
                  </a:cubicBezTo>
                  <a:cubicBezTo>
                    <a:pt x="1" y="10113"/>
                    <a:pt x="1544" y="11657"/>
                    <a:pt x="3435" y="11657"/>
                  </a:cubicBezTo>
                  <a:cubicBezTo>
                    <a:pt x="4065" y="11657"/>
                    <a:pt x="4632" y="11500"/>
                    <a:pt x="5168" y="11185"/>
                  </a:cubicBezTo>
                  <a:lnTo>
                    <a:pt x="6365" y="11657"/>
                  </a:lnTo>
                  <a:cubicBezTo>
                    <a:pt x="6411" y="11669"/>
                    <a:pt x="6457" y="11676"/>
                    <a:pt x="6503" y="11676"/>
                  </a:cubicBezTo>
                  <a:cubicBezTo>
                    <a:pt x="6583" y="11676"/>
                    <a:pt x="6663" y="11654"/>
                    <a:pt x="6743" y="11594"/>
                  </a:cubicBezTo>
                  <a:cubicBezTo>
                    <a:pt x="6806" y="11500"/>
                    <a:pt x="6837" y="11405"/>
                    <a:pt x="6837" y="11248"/>
                  </a:cubicBezTo>
                  <a:lnTo>
                    <a:pt x="6491" y="9767"/>
                  </a:lnTo>
                  <a:cubicBezTo>
                    <a:pt x="6743" y="9294"/>
                    <a:pt x="6837" y="8790"/>
                    <a:pt x="6837" y="8255"/>
                  </a:cubicBezTo>
                  <a:cubicBezTo>
                    <a:pt x="6837" y="7625"/>
                    <a:pt x="6648" y="6994"/>
                    <a:pt x="6333" y="6427"/>
                  </a:cubicBezTo>
                  <a:lnTo>
                    <a:pt x="6459" y="6396"/>
                  </a:lnTo>
                  <a:cubicBezTo>
                    <a:pt x="6963" y="6711"/>
                    <a:pt x="7593" y="6868"/>
                    <a:pt x="8192" y="6868"/>
                  </a:cubicBezTo>
                  <a:cubicBezTo>
                    <a:pt x="10082" y="6868"/>
                    <a:pt x="11626" y="5325"/>
                    <a:pt x="11626" y="3434"/>
                  </a:cubicBezTo>
                  <a:cubicBezTo>
                    <a:pt x="11689" y="1544"/>
                    <a:pt x="10114" y="0"/>
                    <a:pt x="822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8997;p69">
              <a:extLst>
                <a:ext uri="{FF2B5EF4-FFF2-40B4-BE49-F238E27FC236}">
                  <a16:creationId xmlns:a16="http://schemas.microsoft.com/office/drawing/2014/main" id="{D1931E5C-5C7F-1007-D64C-24F3A2B3B90C}"/>
                </a:ext>
              </a:extLst>
            </p:cNvPr>
            <p:cNvSpPr/>
            <p:nvPr/>
          </p:nvSpPr>
          <p:spPr>
            <a:xfrm>
              <a:off x="-31115625" y="2452250"/>
              <a:ext cx="70900" cy="104150"/>
            </a:xfrm>
            <a:custGeom>
              <a:avLst/>
              <a:gdLst/>
              <a:ahLst/>
              <a:cxnLst/>
              <a:rect l="l" t="t" r="r" b="b"/>
              <a:pathLst>
                <a:path w="2836" h="4166" extrusionOk="0">
                  <a:moveTo>
                    <a:pt x="1481" y="1576"/>
                  </a:moveTo>
                  <a:lnTo>
                    <a:pt x="1639" y="2112"/>
                  </a:lnTo>
                  <a:lnTo>
                    <a:pt x="1324" y="2112"/>
                  </a:lnTo>
                  <a:lnTo>
                    <a:pt x="1481" y="1576"/>
                  </a:lnTo>
                  <a:close/>
                  <a:moveTo>
                    <a:pt x="1418" y="1"/>
                  </a:moveTo>
                  <a:cubicBezTo>
                    <a:pt x="1261" y="1"/>
                    <a:pt x="1166" y="127"/>
                    <a:pt x="1103" y="253"/>
                  </a:cubicBezTo>
                  <a:lnTo>
                    <a:pt x="568" y="2049"/>
                  </a:lnTo>
                  <a:lnTo>
                    <a:pt x="410" y="2049"/>
                  </a:lnTo>
                  <a:cubicBezTo>
                    <a:pt x="221" y="2049"/>
                    <a:pt x="64" y="2206"/>
                    <a:pt x="64" y="2427"/>
                  </a:cubicBezTo>
                  <a:cubicBezTo>
                    <a:pt x="64" y="2584"/>
                    <a:pt x="158" y="2742"/>
                    <a:pt x="316" y="2773"/>
                  </a:cubicBezTo>
                  <a:lnTo>
                    <a:pt x="64" y="3718"/>
                  </a:lnTo>
                  <a:cubicBezTo>
                    <a:pt x="1" y="3907"/>
                    <a:pt x="95" y="4065"/>
                    <a:pt x="284" y="4159"/>
                  </a:cubicBezTo>
                  <a:cubicBezTo>
                    <a:pt x="308" y="4163"/>
                    <a:pt x="332" y="4165"/>
                    <a:pt x="355" y="4165"/>
                  </a:cubicBezTo>
                  <a:cubicBezTo>
                    <a:pt x="512" y="4165"/>
                    <a:pt x="643" y="4072"/>
                    <a:pt x="725" y="3907"/>
                  </a:cubicBezTo>
                  <a:lnTo>
                    <a:pt x="1072" y="2773"/>
                  </a:lnTo>
                  <a:lnTo>
                    <a:pt x="1796" y="2773"/>
                  </a:lnTo>
                  <a:lnTo>
                    <a:pt x="2143" y="3907"/>
                  </a:lnTo>
                  <a:cubicBezTo>
                    <a:pt x="2170" y="4072"/>
                    <a:pt x="2318" y="4165"/>
                    <a:pt x="2502" y="4165"/>
                  </a:cubicBezTo>
                  <a:cubicBezTo>
                    <a:pt x="2528" y="4165"/>
                    <a:pt x="2556" y="4163"/>
                    <a:pt x="2584" y="4159"/>
                  </a:cubicBezTo>
                  <a:cubicBezTo>
                    <a:pt x="2773" y="4096"/>
                    <a:pt x="2836" y="3907"/>
                    <a:pt x="2805" y="3718"/>
                  </a:cubicBezTo>
                  <a:lnTo>
                    <a:pt x="2521" y="2773"/>
                  </a:lnTo>
                  <a:cubicBezTo>
                    <a:pt x="2678" y="2742"/>
                    <a:pt x="2805" y="2616"/>
                    <a:pt x="2805" y="2427"/>
                  </a:cubicBezTo>
                  <a:cubicBezTo>
                    <a:pt x="2805" y="2206"/>
                    <a:pt x="2647" y="2049"/>
                    <a:pt x="2458" y="2049"/>
                  </a:cubicBezTo>
                  <a:lnTo>
                    <a:pt x="2300" y="2049"/>
                  </a:lnTo>
                  <a:lnTo>
                    <a:pt x="1733" y="253"/>
                  </a:lnTo>
                  <a:cubicBezTo>
                    <a:pt x="1702" y="95"/>
                    <a:pt x="1576" y="1"/>
                    <a:pt x="141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55" name="Google Shape;8998;p69">
            <a:extLst>
              <a:ext uri="{FF2B5EF4-FFF2-40B4-BE49-F238E27FC236}">
                <a16:creationId xmlns:a16="http://schemas.microsoft.com/office/drawing/2014/main" id="{70654D28-F02C-0818-F001-A81776455F25}"/>
              </a:ext>
            </a:extLst>
          </p:cNvPr>
          <p:cNvGrpSpPr/>
          <p:nvPr/>
        </p:nvGrpSpPr>
        <p:grpSpPr>
          <a:xfrm>
            <a:off x="16800796" y="6171033"/>
            <a:ext cx="914350" cy="914350"/>
            <a:chOff x="-31164450" y="2657050"/>
            <a:chExt cx="291425" cy="291425"/>
          </a:xfrm>
          <a:solidFill>
            <a:srgbClr val="555559"/>
          </a:solidFill>
        </p:grpSpPr>
        <p:sp>
          <p:nvSpPr>
            <p:cNvPr id="1556" name="Google Shape;8999;p69">
              <a:extLst>
                <a:ext uri="{FF2B5EF4-FFF2-40B4-BE49-F238E27FC236}">
                  <a16:creationId xmlns:a16="http://schemas.microsoft.com/office/drawing/2014/main" id="{96C63D2A-49E1-6ABA-FBD1-912529FE8257}"/>
                </a:ext>
              </a:extLst>
            </p:cNvPr>
            <p:cNvSpPr/>
            <p:nvPr/>
          </p:nvSpPr>
          <p:spPr>
            <a:xfrm>
              <a:off x="-31028975" y="2761000"/>
              <a:ext cx="18125" cy="17350"/>
            </a:xfrm>
            <a:custGeom>
              <a:avLst/>
              <a:gdLst/>
              <a:ahLst/>
              <a:cxnLst/>
              <a:rect l="l" t="t" r="r" b="b"/>
              <a:pathLst>
                <a:path w="725" h="694" extrusionOk="0">
                  <a:moveTo>
                    <a:pt x="378" y="1"/>
                  </a:moveTo>
                  <a:cubicBezTo>
                    <a:pt x="158" y="1"/>
                    <a:pt x="0" y="158"/>
                    <a:pt x="0" y="347"/>
                  </a:cubicBezTo>
                  <a:cubicBezTo>
                    <a:pt x="63" y="536"/>
                    <a:pt x="221" y="694"/>
                    <a:pt x="378" y="694"/>
                  </a:cubicBezTo>
                  <a:cubicBezTo>
                    <a:pt x="567" y="694"/>
                    <a:pt x="725" y="536"/>
                    <a:pt x="725" y="347"/>
                  </a:cubicBezTo>
                  <a:cubicBezTo>
                    <a:pt x="725" y="158"/>
                    <a:pt x="567" y="1"/>
                    <a:pt x="37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9000;p69">
              <a:extLst>
                <a:ext uri="{FF2B5EF4-FFF2-40B4-BE49-F238E27FC236}">
                  <a16:creationId xmlns:a16="http://schemas.microsoft.com/office/drawing/2014/main" id="{163A1D83-A1A4-E66B-D471-0CA4D1BA3D47}"/>
                </a:ext>
              </a:extLst>
            </p:cNvPr>
            <p:cNvSpPr/>
            <p:nvPr/>
          </p:nvSpPr>
          <p:spPr>
            <a:xfrm>
              <a:off x="-31028975" y="2794075"/>
              <a:ext cx="18125" cy="52025"/>
            </a:xfrm>
            <a:custGeom>
              <a:avLst/>
              <a:gdLst/>
              <a:ahLst/>
              <a:cxnLst/>
              <a:rect l="l" t="t" r="r" b="b"/>
              <a:pathLst>
                <a:path w="725" h="2081" extrusionOk="0">
                  <a:moveTo>
                    <a:pt x="378" y="1"/>
                  </a:moveTo>
                  <a:cubicBezTo>
                    <a:pt x="158" y="1"/>
                    <a:pt x="0" y="158"/>
                    <a:pt x="0" y="347"/>
                  </a:cubicBezTo>
                  <a:lnTo>
                    <a:pt x="0" y="1734"/>
                  </a:lnTo>
                  <a:cubicBezTo>
                    <a:pt x="63" y="1923"/>
                    <a:pt x="221" y="2080"/>
                    <a:pt x="378" y="2080"/>
                  </a:cubicBezTo>
                  <a:cubicBezTo>
                    <a:pt x="567" y="2080"/>
                    <a:pt x="725" y="1923"/>
                    <a:pt x="725" y="1734"/>
                  </a:cubicBezTo>
                  <a:lnTo>
                    <a:pt x="725" y="347"/>
                  </a:lnTo>
                  <a:cubicBezTo>
                    <a:pt x="725" y="158"/>
                    <a:pt x="567" y="1"/>
                    <a:pt x="37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9001;p69">
              <a:extLst>
                <a:ext uri="{FF2B5EF4-FFF2-40B4-BE49-F238E27FC236}">
                  <a16:creationId xmlns:a16="http://schemas.microsoft.com/office/drawing/2014/main" id="{7FA97434-4135-DEDC-71D8-0A33E627A88C}"/>
                </a:ext>
              </a:extLst>
            </p:cNvPr>
            <p:cNvSpPr/>
            <p:nvPr/>
          </p:nvSpPr>
          <p:spPr>
            <a:xfrm>
              <a:off x="-31164450" y="2657050"/>
              <a:ext cx="291425" cy="291425"/>
            </a:xfrm>
            <a:custGeom>
              <a:avLst/>
              <a:gdLst/>
              <a:ahLst/>
              <a:cxnLst/>
              <a:rect l="l" t="t" r="r" b="b"/>
              <a:pathLst>
                <a:path w="11657" h="11657" extrusionOk="0">
                  <a:moveTo>
                    <a:pt x="1323" y="4852"/>
                  </a:moveTo>
                  <a:lnTo>
                    <a:pt x="1323" y="8286"/>
                  </a:lnTo>
                  <a:lnTo>
                    <a:pt x="977" y="8286"/>
                  </a:lnTo>
                  <a:cubicBezTo>
                    <a:pt x="788" y="8286"/>
                    <a:pt x="630" y="8128"/>
                    <a:pt x="630" y="7939"/>
                  </a:cubicBezTo>
                  <a:lnTo>
                    <a:pt x="630" y="5198"/>
                  </a:lnTo>
                  <a:cubicBezTo>
                    <a:pt x="630" y="5009"/>
                    <a:pt x="788" y="4852"/>
                    <a:pt x="977" y="4852"/>
                  </a:cubicBezTo>
                  <a:close/>
                  <a:moveTo>
                    <a:pt x="10554" y="4852"/>
                  </a:moveTo>
                  <a:cubicBezTo>
                    <a:pt x="10743" y="4852"/>
                    <a:pt x="10901" y="5009"/>
                    <a:pt x="10901" y="5198"/>
                  </a:cubicBezTo>
                  <a:lnTo>
                    <a:pt x="10901" y="7939"/>
                  </a:lnTo>
                  <a:lnTo>
                    <a:pt x="10932" y="7939"/>
                  </a:lnTo>
                  <a:cubicBezTo>
                    <a:pt x="10932" y="8128"/>
                    <a:pt x="10775" y="8286"/>
                    <a:pt x="10586" y="8286"/>
                  </a:cubicBezTo>
                  <a:lnTo>
                    <a:pt x="10239" y="8286"/>
                  </a:lnTo>
                  <a:lnTo>
                    <a:pt x="10239" y="4852"/>
                  </a:lnTo>
                  <a:close/>
                  <a:moveTo>
                    <a:pt x="5797" y="10302"/>
                  </a:moveTo>
                  <a:cubicBezTo>
                    <a:pt x="5986" y="10302"/>
                    <a:pt x="6144" y="10460"/>
                    <a:pt x="6144" y="10649"/>
                  </a:cubicBezTo>
                  <a:cubicBezTo>
                    <a:pt x="6144" y="10838"/>
                    <a:pt x="5986" y="10995"/>
                    <a:pt x="5797" y="10995"/>
                  </a:cubicBezTo>
                  <a:cubicBezTo>
                    <a:pt x="5577" y="10995"/>
                    <a:pt x="5419" y="10838"/>
                    <a:pt x="5419" y="10649"/>
                  </a:cubicBezTo>
                  <a:cubicBezTo>
                    <a:pt x="5419" y="10460"/>
                    <a:pt x="5577" y="10302"/>
                    <a:pt x="5797" y="10302"/>
                  </a:cubicBezTo>
                  <a:close/>
                  <a:moveTo>
                    <a:pt x="5829" y="0"/>
                  </a:moveTo>
                  <a:cubicBezTo>
                    <a:pt x="3371" y="0"/>
                    <a:pt x="1260" y="1796"/>
                    <a:pt x="788" y="4190"/>
                  </a:cubicBezTo>
                  <a:cubicBezTo>
                    <a:pt x="347" y="4316"/>
                    <a:pt x="0" y="4694"/>
                    <a:pt x="0" y="5167"/>
                  </a:cubicBezTo>
                  <a:lnTo>
                    <a:pt x="0" y="7876"/>
                  </a:lnTo>
                  <a:cubicBezTo>
                    <a:pt x="0" y="8443"/>
                    <a:pt x="473" y="8916"/>
                    <a:pt x="1008" y="8916"/>
                  </a:cubicBezTo>
                  <a:lnTo>
                    <a:pt x="1702" y="8916"/>
                  </a:lnTo>
                  <a:cubicBezTo>
                    <a:pt x="1891" y="8916"/>
                    <a:pt x="2048" y="8758"/>
                    <a:pt x="2048" y="8569"/>
                  </a:cubicBezTo>
                  <a:lnTo>
                    <a:pt x="2048" y="4474"/>
                  </a:lnTo>
                  <a:cubicBezTo>
                    <a:pt x="2048" y="4253"/>
                    <a:pt x="1891" y="4096"/>
                    <a:pt x="1702" y="4096"/>
                  </a:cubicBezTo>
                  <a:lnTo>
                    <a:pt x="1449" y="4096"/>
                  </a:lnTo>
                  <a:cubicBezTo>
                    <a:pt x="1922" y="2111"/>
                    <a:pt x="3749" y="630"/>
                    <a:pt x="5797" y="630"/>
                  </a:cubicBezTo>
                  <a:cubicBezTo>
                    <a:pt x="7876" y="630"/>
                    <a:pt x="9641" y="2079"/>
                    <a:pt x="10113" y="4096"/>
                  </a:cubicBezTo>
                  <a:lnTo>
                    <a:pt x="9893" y="4096"/>
                  </a:lnTo>
                  <a:cubicBezTo>
                    <a:pt x="9672" y="4096"/>
                    <a:pt x="9515" y="4253"/>
                    <a:pt x="9515" y="4474"/>
                  </a:cubicBezTo>
                  <a:lnTo>
                    <a:pt x="9515" y="8569"/>
                  </a:lnTo>
                  <a:cubicBezTo>
                    <a:pt x="9515" y="8758"/>
                    <a:pt x="9672" y="8916"/>
                    <a:pt x="9893" y="8916"/>
                  </a:cubicBezTo>
                  <a:lnTo>
                    <a:pt x="10208" y="8916"/>
                  </a:lnTo>
                  <a:cubicBezTo>
                    <a:pt x="10050" y="9704"/>
                    <a:pt x="9326" y="10302"/>
                    <a:pt x="8507" y="10302"/>
                  </a:cubicBezTo>
                  <a:lnTo>
                    <a:pt x="6742" y="10302"/>
                  </a:lnTo>
                  <a:cubicBezTo>
                    <a:pt x="6585" y="9893"/>
                    <a:pt x="6207" y="9609"/>
                    <a:pt x="5734" y="9609"/>
                  </a:cubicBezTo>
                  <a:cubicBezTo>
                    <a:pt x="5199" y="9609"/>
                    <a:pt x="4726" y="10082"/>
                    <a:pt x="4726" y="10649"/>
                  </a:cubicBezTo>
                  <a:cubicBezTo>
                    <a:pt x="4726" y="11184"/>
                    <a:pt x="5199" y="11657"/>
                    <a:pt x="5734" y="11657"/>
                  </a:cubicBezTo>
                  <a:cubicBezTo>
                    <a:pt x="6175" y="11657"/>
                    <a:pt x="6585" y="11405"/>
                    <a:pt x="6742" y="10995"/>
                  </a:cubicBezTo>
                  <a:lnTo>
                    <a:pt x="8507" y="10995"/>
                  </a:lnTo>
                  <a:cubicBezTo>
                    <a:pt x="9735" y="10995"/>
                    <a:pt x="10743" y="10082"/>
                    <a:pt x="10869" y="8916"/>
                  </a:cubicBezTo>
                  <a:cubicBezTo>
                    <a:pt x="11248" y="8790"/>
                    <a:pt x="11563" y="8412"/>
                    <a:pt x="11563" y="7939"/>
                  </a:cubicBezTo>
                  <a:lnTo>
                    <a:pt x="11563" y="5198"/>
                  </a:lnTo>
                  <a:cubicBezTo>
                    <a:pt x="11657" y="4694"/>
                    <a:pt x="11311" y="4316"/>
                    <a:pt x="10869" y="4190"/>
                  </a:cubicBezTo>
                  <a:cubicBezTo>
                    <a:pt x="10397" y="1796"/>
                    <a:pt x="8255" y="0"/>
                    <a:pt x="582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9002;p69">
              <a:extLst>
                <a:ext uri="{FF2B5EF4-FFF2-40B4-BE49-F238E27FC236}">
                  <a16:creationId xmlns:a16="http://schemas.microsoft.com/office/drawing/2014/main" id="{1F2A9360-1263-F2A3-3DB9-D9955B208F4F}"/>
                </a:ext>
              </a:extLst>
            </p:cNvPr>
            <p:cNvSpPr/>
            <p:nvPr/>
          </p:nvSpPr>
          <p:spPr>
            <a:xfrm>
              <a:off x="-31097500" y="2727125"/>
              <a:ext cx="156750" cy="153925"/>
            </a:xfrm>
            <a:custGeom>
              <a:avLst/>
              <a:gdLst/>
              <a:ahLst/>
              <a:cxnLst/>
              <a:rect l="l" t="t" r="r" b="b"/>
              <a:pathLst>
                <a:path w="6270" h="6157" extrusionOk="0">
                  <a:moveTo>
                    <a:pt x="3119" y="663"/>
                  </a:moveTo>
                  <a:cubicBezTo>
                    <a:pt x="4442" y="663"/>
                    <a:pt x="5514" y="1734"/>
                    <a:pt x="5514" y="3088"/>
                  </a:cubicBezTo>
                  <a:cubicBezTo>
                    <a:pt x="5514" y="4412"/>
                    <a:pt x="4411" y="5483"/>
                    <a:pt x="3119" y="5483"/>
                  </a:cubicBezTo>
                  <a:cubicBezTo>
                    <a:pt x="2647" y="5483"/>
                    <a:pt x="2206" y="5357"/>
                    <a:pt x="1796" y="5136"/>
                  </a:cubicBezTo>
                  <a:cubicBezTo>
                    <a:pt x="1750" y="5090"/>
                    <a:pt x="1670" y="5061"/>
                    <a:pt x="1606" y="5061"/>
                  </a:cubicBezTo>
                  <a:cubicBezTo>
                    <a:pt x="1582" y="5061"/>
                    <a:pt x="1561" y="5065"/>
                    <a:pt x="1544" y="5073"/>
                  </a:cubicBezTo>
                  <a:lnTo>
                    <a:pt x="914" y="5294"/>
                  </a:lnTo>
                  <a:lnTo>
                    <a:pt x="1103" y="4664"/>
                  </a:lnTo>
                  <a:cubicBezTo>
                    <a:pt x="1134" y="4569"/>
                    <a:pt x="1103" y="4443"/>
                    <a:pt x="1071" y="4380"/>
                  </a:cubicBezTo>
                  <a:cubicBezTo>
                    <a:pt x="819" y="3971"/>
                    <a:pt x="693" y="3561"/>
                    <a:pt x="693" y="3120"/>
                  </a:cubicBezTo>
                  <a:cubicBezTo>
                    <a:pt x="693" y="1734"/>
                    <a:pt x="1796" y="663"/>
                    <a:pt x="3119" y="663"/>
                  </a:cubicBezTo>
                  <a:close/>
                  <a:moveTo>
                    <a:pt x="3151" y="1"/>
                  </a:moveTo>
                  <a:cubicBezTo>
                    <a:pt x="1449" y="1"/>
                    <a:pt x="32" y="1387"/>
                    <a:pt x="32" y="3057"/>
                  </a:cubicBezTo>
                  <a:cubicBezTo>
                    <a:pt x="32" y="3593"/>
                    <a:pt x="158" y="4097"/>
                    <a:pt x="441" y="4569"/>
                  </a:cubicBezTo>
                  <a:lnTo>
                    <a:pt x="32" y="5703"/>
                  </a:lnTo>
                  <a:cubicBezTo>
                    <a:pt x="0" y="5829"/>
                    <a:pt x="32" y="5955"/>
                    <a:pt x="126" y="6081"/>
                  </a:cubicBezTo>
                  <a:cubicBezTo>
                    <a:pt x="172" y="6128"/>
                    <a:pt x="269" y="6157"/>
                    <a:pt x="367" y="6157"/>
                  </a:cubicBezTo>
                  <a:cubicBezTo>
                    <a:pt x="403" y="6157"/>
                    <a:pt x="439" y="6153"/>
                    <a:pt x="473" y="6144"/>
                  </a:cubicBezTo>
                  <a:lnTo>
                    <a:pt x="1607" y="5735"/>
                  </a:lnTo>
                  <a:cubicBezTo>
                    <a:pt x="2080" y="5987"/>
                    <a:pt x="2584" y="6144"/>
                    <a:pt x="3151" y="6144"/>
                  </a:cubicBezTo>
                  <a:cubicBezTo>
                    <a:pt x="4852" y="6144"/>
                    <a:pt x="6270" y="4758"/>
                    <a:pt x="6270" y="3057"/>
                  </a:cubicBezTo>
                  <a:cubicBezTo>
                    <a:pt x="6270" y="1387"/>
                    <a:pt x="4883" y="1"/>
                    <a:pt x="315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60" name="Google Shape;9003;p69">
            <a:extLst>
              <a:ext uri="{FF2B5EF4-FFF2-40B4-BE49-F238E27FC236}">
                <a16:creationId xmlns:a16="http://schemas.microsoft.com/office/drawing/2014/main" id="{E5B22BB5-BFB3-DB50-D0BF-76CB546920F7}"/>
              </a:ext>
            </a:extLst>
          </p:cNvPr>
          <p:cNvSpPr/>
          <p:nvPr/>
        </p:nvSpPr>
        <p:spPr>
          <a:xfrm>
            <a:off x="20275509" y="3926146"/>
            <a:ext cx="919370" cy="911919"/>
          </a:xfrm>
          <a:custGeom>
            <a:avLst/>
            <a:gdLst/>
            <a:ahLst/>
            <a:cxnLst/>
            <a:rect l="l" t="t" r="r" b="b"/>
            <a:pathLst>
              <a:path w="11721" h="11626" extrusionOk="0">
                <a:moveTo>
                  <a:pt x="8570" y="694"/>
                </a:moveTo>
                <a:cubicBezTo>
                  <a:pt x="9106" y="694"/>
                  <a:pt x="9578" y="1166"/>
                  <a:pt x="9578" y="1702"/>
                </a:cubicBezTo>
                <a:cubicBezTo>
                  <a:pt x="9578" y="2269"/>
                  <a:pt x="9106" y="2773"/>
                  <a:pt x="8570" y="2773"/>
                </a:cubicBezTo>
                <a:cubicBezTo>
                  <a:pt x="8003" y="2773"/>
                  <a:pt x="7530" y="2269"/>
                  <a:pt x="7530" y="1702"/>
                </a:cubicBezTo>
                <a:cubicBezTo>
                  <a:pt x="7530" y="1166"/>
                  <a:pt x="8003" y="694"/>
                  <a:pt x="8570" y="694"/>
                </a:cubicBezTo>
                <a:close/>
                <a:moveTo>
                  <a:pt x="8570" y="3403"/>
                </a:moveTo>
                <a:cubicBezTo>
                  <a:pt x="9893" y="3403"/>
                  <a:pt x="10964" y="4474"/>
                  <a:pt x="10964" y="5798"/>
                </a:cubicBezTo>
                <a:lnTo>
                  <a:pt x="10964" y="6144"/>
                </a:lnTo>
                <a:lnTo>
                  <a:pt x="6144" y="6144"/>
                </a:lnTo>
                <a:lnTo>
                  <a:pt x="6144" y="5798"/>
                </a:lnTo>
                <a:cubicBezTo>
                  <a:pt x="6144" y="4443"/>
                  <a:pt x="7215" y="3403"/>
                  <a:pt x="8570" y="3403"/>
                </a:cubicBezTo>
                <a:close/>
                <a:moveTo>
                  <a:pt x="3057" y="5483"/>
                </a:moveTo>
                <a:cubicBezTo>
                  <a:pt x="3592" y="5483"/>
                  <a:pt x="4096" y="5955"/>
                  <a:pt x="4096" y="6491"/>
                </a:cubicBezTo>
                <a:cubicBezTo>
                  <a:pt x="4096" y="7058"/>
                  <a:pt x="3624" y="7530"/>
                  <a:pt x="3057" y="7530"/>
                </a:cubicBezTo>
                <a:cubicBezTo>
                  <a:pt x="2490" y="7530"/>
                  <a:pt x="2017" y="7089"/>
                  <a:pt x="2017" y="6491"/>
                </a:cubicBezTo>
                <a:cubicBezTo>
                  <a:pt x="2017" y="5955"/>
                  <a:pt x="2490" y="5483"/>
                  <a:pt x="3057" y="5483"/>
                </a:cubicBezTo>
                <a:close/>
                <a:moveTo>
                  <a:pt x="10964" y="6869"/>
                </a:moveTo>
                <a:lnTo>
                  <a:pt x="10964" y="7530"/>
                </a:lnTo>
                <a:lnTo>
                  <a:pt x="4411" y="7530"/>
                </a:lnTo>
                <a:cubicBezTo>
                  <a:pt x="4569" y="7341"/>
                  <a:pt x="4695" y="7089"/>
                  <a:pt x="4726" y="6869"/>
                </a:cubicBezTo>
                <a:close/>
                <a:moveTo>
                  <a:pt x="3088" y="8255"/>
                </a:moveTo>
                <a:cubicBezTo>
                  <a:pt x="4411" y="8255"/>
                  <a:pt x="5514" y="9295"/>
                  <a:pt x="5514" y="10649"/>
                </a:cubicBezTo>
                <a:lnTo>
                  <a:pt x="5514" y="10996"/>
                </a:lnTo>
                <a:lnTo>
                  <a:pt x="694" y="10996"/>
                </a:lnTo>
                <a:lnTo>
                  <a:pt x="694" y="10649"/>
                </a:lnTo>
                <a:cubicBezTo>
                  <a:pt x="694" y="9295"/>
                  <a:pt x="1733" y="8255"/>
                  <a:pt x="3088" y="8255"/>
                </a:cubicBezTo>
                <a:close/>
                <a:moveTo>
                  <a:pt x="10933" y="8286"/>
                </a:moveTo>
                <a:lnTo>
                  <a:pt x="10933" y="10996"/>
                </a:lnTo>
                <a:lnTo>
                  <a:pt x="6144" y="10996"/>
                </a:lnTo>
                <a:lnTo>
                  <a:pt x="6144" y="10649"/>
                </a:lnTo>
                <a:cubicBezTo>
                  <a:pt x="6144" y="9830"/>
                  <a:pt x="5829" y="9074"/>
                  <a:pt x="5199" y="8476"/>
                </a:cubicBezTo>
                <a:cubicBezTo>
                  <a:pt x="5136" y="8412"/>
                  <a:pt x="5041" y="8318"/>
                  <a:pt x="4978" y="8286"/>
                </a:cubicBezTo>
                <a:close/>
                <a:moveTo>
                  <a:pt x="8602" y="1"/>
                </a:moveTo>
                <a:cubicBezTo>
                  <a:pt x="7656" y="1"/>
                  <a:pt x="6900" y="757"/>
                  <a:pt x="6900" y="1702"/>
                </a:cubicBezTo>
                <a:cubicBezTo>
                  <a:pt x="6900" y="2175"/>
                  <a:pt x="7058" y="2616"/>
                  <a:pt x="7404" y="2931"/>
                </a:cubicBezTo>
                <a:lnTo>
                  <a:pt x="7467" y="2962"/>
                </a:lnTo>
                <a:cubicBezTo>
                  <a:pt x="6302" y="3435"/>
                  <a:pt x="5514" y="4537"/>
                  <a:pt x="5514" y="5798"/>
                </a:cubicBezTo>
                <a:lnTo>
                  <a:pt x="5514" y="6144"/>
                </a:lnTo>
                <a:lnTo>
                  <a:pt x="4789" y="6144"/>
                </a:lnTo>
                <a:cubicBezTo>
                  <a:pt x="4632" y="5420"/>
                  <a:pt x="3907" y="4789"/>
                  <a:pt x="3088" y="4789"/>
                </a:cubicBezTo>
                <a:cubicBezTo>
                  <a:pt x="2143" y="4789"/>
                  <a:pt x="1387" y="5514"/>
                  <a:pt x="1387" y="6459"/>
                </a:cubicBezTo>
                <a:cubicBezTo>
                  <a:pt x="1387" y="6995"/>
                  <a:pt x="1576" y="7404"/>
                  <a:pt x="1954" y="7719"/>
                </a:cubicBezTo>
                <a:cubicBezTo>
                  <a:pt x="788" y="8192"/>
                  <a:pt x="1" y="9295"/>
                  <a:pt x="1" y="10555"/>
                </a:cubicBezTo>
                <a:lnTo>
                  <a:pt x="1" y="11279"/>
                </a:lnTo>
                <a:cubicBezTo>
                  <a:pt x="1" y="11468"/>
                  <a:pt x="158" y="11626"/>
                  <a:pt x="379" y="11626"/>
                </a:cubicBezTo>
                <a:lnTo>
                  <a:pt x="11342" y="11626"/>
                </a:lnTo>
                <a:cubicBezTo>
                  <a:pt x="11563" y="11626"/>
                  <a:pt x="11721" y="11468"/>
                  <a:pt x="11721" y="11279"/>
                </a:cubicBezTo>
                <a:lnTo>
                  <a:pt x="11721" y="5798"/>
                </a:lnTo>
                <a:cubicBezTo>
                  <a:pt x="11626" y="4537"/>
                  <a:pt x="10838" y="3435"/>
                  <a:pt x="9736" y="2962"/>
                </a:cubicBezTo>
                <a:lnTo>
                  <a:pt x="9767" y="2931"/>
                </a:lnTo>
                <a:cubicBezTo>
                  <a:pt x="10082" y="2616"/>
                  <a:pt x="10303" y="2175"/>
                  <a:pt x="10303" y="1702"/>
                </a:cubicBezTo>
                <a:cubicBezTo>
                  <a:pt x="10303" y="757"/>
                  <a:pt x="9547" y="1"/>
                  <a:pt x="8602"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61" name="Google Shape;9004;p69">
            <a:extLst>
              <a:ext uri="{FF2B5EF4-FFF2-40B4-BE49-F238E27FC236}">
                <a16:creationId xmlns:a16="http://schemas.microsoft.com/office/drawing/2014/main" id="{40365276-43F9-97ED-AA75-F02DC4CB2E25}"/>
              </a:ext>
            </a:extLst>
          </p:cNvPr>
          <p:cNvGrpSpPr/>
          <p:nvPr/>
        </p:nvGrpSpPr>
        <p:grpSpPr>
          <a:xfrm>
            <a:off x="6399545" y="3923753"/>
            <a:ext cx="926743" cy="916233"/>
            <a:chOff x="-34421275" y="1912725"/>
            <a:chExt cx="295375" cy="292025"/>
          </a:xfrm>
          <a:solidFill>
            <a:srgbClr val="555559"/>
          </a:solidFill>
        </p:grpSpPr>
        <p:sp>
          <p:nvSpPr>
            <p:cNvPr id="1562" name="Google Shape;9005;p69">
              <a:extLst>
                <a:ext uri="{FF2B5EF4-FFF2-40B4-BE49-F238E27FC236}">
                  <a16:creationId xmlns:a16="http://schemas.microsoft.com/office/drawing/2014/main" id="{A629C968-0DC1-C3C8-5A3C-BF50C1678929}"/>
                </a:ext>
              </a:extLst>
            </p:cNvPr>
            <p:cNvSpPr/>
            <p:nvPr/>
          </p:nvSpPr>
          <p:spPr>
            <a:xfrm>
              <a:off x="-34421275" y="1974375"/>
              <a:ext cx="236300" cy="230375"/>
            </a:xfrm>
            <a:custGeom>
              <a:avLst/>
              <a:gdLst/>
              <a:ahLst/>
              <a:cxnLst/>
              <a:rect l="l" t="t" r="r" b="b"/>
              <a:pathLst>
                <a:path w="9452" h="9215" extrusionOk="0">
                  <a:moveTo>
                    <a:pt x="2158" y="725"/>
                  </a:moveTo>
                  <a:cubicBezTo>
                    <a:pt x="2245" y="725"/>
                    <a:pt x="2332" y="764"/>
                    <a:pt x="2395" y="843"/>
                  </a:cubicBezTo>
                  <a:lnTo>
                    <a:pt x="3371" y="1851"/>
                  </a:lnTo>
                  <a:cubicBezTo>
                    <a:pt x="3497" y="1946"/>
                    <a:pt x="3497" y="2198"/>
                    <a:pt x="3371" y="2324"/>
                  </a:cubicBezTo>
                  <a:lnTo>
                    <a:pt x="3151" y="2544"/>
                  </a:lnTo>
                  <a:lnTo>
                    <a:pt x="1702" y="1095"/>
                  </a:lnTo>
                  <a:lnTo>
                    <a:pt x="1922" y="843"/>
                  </a:lnTo>
                  <a:cubicBezTo>
                    <a:pt x="1985" y="764"/>
                    <a:pt x="2072" y="725"/>
                    <a:pt x="2158" y="725"/>
                  </a:cubicBezTo>
                  <a:close/>
                  <a:moveTo>
                    <a:pt x="7345" y="5884"/>
                  </a:moveTo>
                  <a:cubicBezTo>
                    <a:pt x="7428" y="5884"/>
                    <a:pt x="7514" y="5915"/>
                    <a:pt x="7593" y="5978"/>
                  </a:cubicBezTo>
                  <a:lnTo>
                    <a:pt x="8570" y="6955"/>
                  </a:lnTo>
                  <a:cubicBezTo>
                    <a:pt x="8696" y="7081"/>
                    <a:pt x="8696" y="7301"/>
                    <a:pt x="8570" y="7428"/>
                  </a:cubicBezTo>
                  <a:lnTo>
                    <a:pt x="8349" y="7648"/>
                  </a:lnTo>
                  <a:lnTo>
                    <a:pt x="6900" y="6199"/>
                  </a:lnTo>
                  <a:lnTo>
                    <a:pt x="7120" y="5978"/>
                  </a:lnTo>
                  <a:cubicBezTo>
                    <a:pt x="7183" y="5915"/>
                    <a:pt x="7262" y="5884"/>
                    <a:pt x="7345" y="5884"/>
                  </a:cubicBezTo>
                  <a:close/>
                  <a:moveTo>
                    <a:pt x="1166" y="1568"/>
                  </a:moveTo>
                  <a:lnTo>
                    <a:pt x="2678" y="3048"/>
                  </a:lnTo>
                  <a:cubicBezTo>
                    <a:pt x="2521" y="3426"/>
                    <a:pt x="2584" y="3867"/>
                    <a:pt x="2867" y="4214"/>
                  </a:cubicBezTo>
                  <a:lnTo>
                    <a:pt x="5104" y="6451"/>
                  </a:lnTo>
                  <a:cubicBezTo>
                    <a:pt x="5301" y="6648"/>
                    <a:pt x="5559" y="6746"/>
                    <a:pt x="5826" y="6746"/>
                  </a:cubicBezTo>
                  <a:cubicBezTo>
                    <a:pt x="5985" y="6746"/>
                    <a:pt x="6148" y="6711"/>
                    <a:pt x="6301" y="6640"/>
                  </a:cubicBezTo>
                  <a:lnTo>
                    <a:pt x="7782" y="8152"/>
                  </a:lnTo>
                  <a:lnTo>
                    <a:pt x="7719" y="8215"/>
                  </a:lnTo>
                  <a:cubicBezTo>
                    <a:pt x="7522" y="8412"/>
                    <a:pt x="7264" y="8510"/>
                    <a:pt x="6997" y="8510"/>
                  </a:cubicBezTo>
                  <a:cubicBezTo>
                    <a:pt x="6838" y="8510"/>
                    <a:pt x="6675" y="8475"/>
                    <a:pt x="6522" y="8404"/>
                  </a:cubicBezTo>
                  <a:cubicBezTo>
                    <a:pt x="4348" y="7301"/>
                    <a:pt x="1891" y="4876"/>
                    <a:pt x="851" y="2796"/>
                  </a:cubicBezTo>
                  <a:cubicBezTo>
                    <a:pt x="693" y="2418"/>
                    <a:pt x="788" y="1946"/>
                    <a:pt x="1103" y="1631"/>
                  </a:cubicBezTo>
                  <a:lnTo>
                    <a:pt x="1166" y="1568"/>
                  </a:lnTo>
                  <a:close/>
                  <a:moveTo>
                    <a:pt x="2190" y="0"/>
                  </a:moveTo>
                  <a:cubicBezTo>
                    <a:pt x="1922" y="0"/>
                    <a:pt x="1654" y="103"/>
                    <a:pt x="1449" y="307"/>
                  </a:cubicBezTo>
                  <a:lnTo>
                    <a:pt x="662" y="1095"/>
                  </a:lnTo>
                  <a:cubicBezTo>
                    <a:pt x="158" y="1599"/>
                    <a:pt x="0" y="2387"/>
                    <a:pt x="315" y="3017"/>
                  </a:cubicBezTo>
                  <a:cubicBezTo>
                    <a:pt x="1386" y="5348"/>
                    <a:pt x="3907" y="7869"/>
                    <a:pt x="6270" y="9034"/>
                  </a:cubicBezTo>
                  <a:cubicBezTo>
                    <a:pt x="6521" y="9154"/>
                    <a:pt x="6789" y="9214"/>
                    <a:pt x="7054" y="9214"/>
                  </a:cubicBezTo>
                  <a:cubicBezTo>
                    <a:pt x="7488" y="9214"/>
                    <a:pt x="7910" y="9052"/>
                    <a:pt x="8223" y="8719"/>
                  </a:cubicBezTo>
                  <a:lnTo>
                    <a:pt x="9042" y="7900"/>
                  </a:lnTo>
                  <a:cubicBezTo>
                    <a:pt x="9452" y="7522"/>
                    <a:pt x="9452" y="6829"/>
                    <a:pt x="9042" y="6451"/>
                  </a:cubicBezTo>
                  <a:lnTo>
                    <a:pt x="8066" y="5474"/>
                  </a:lnTo>
                  <a:cubicBezTo>
                    <a:pt x="7876" y="5269"/>
                    <a:pt x="7609" y="5167"/>
                    <a:pt x="7341" y="5167"/>
                  </a:cubicBezTo>
                  <a:cubicBezTo>
                    <a:pt x="7073" y="5167"/>
                    <a:pt x="6805" y="5269"/>
                    <a:pt x="6616" y="5474"/>
                  </a:cubicBezTo>
                  <a:lnTo>
                    <a:pt x="6144" y="5947"/>
                  </a:lnTo>
                  <a:cubicBezTo>
                    <a:pt x="6081" y="5994"/>
                    <a:pt x="5994" y="6018"/>
                    <a:pt x="5907" y="6018"/>
                  </a:cubicBezTo>
                  <a:cubicBezTo>
                    <a:pt x="5821" y="6018"/>
                    <a:pt x="5734" y="5994"/>
                    <a:pt x="5671" y="5947"/>
                  </a:cubicBezTo>
                  <a:lnTo>
                    <a:pt x="3434" y="3678"/>
                  </a:lnTo>
                  <a:cubicBezTo>
                    <a:pt x="3308" y="3584"/>
                    <a:pt x="3308" y="3332"/>
                    <a:pt x="3434" y="3206"/>
                  </a:cubicBezTo>
                  <a:lnTo>
                    <a:pt x="3907" y="2733"/>
                  </a:lnTo>
                  <a:cubicBezTo>
                    <a:pt x="4285" y="2355"/>
                    <a:pt x="4285" y="1694"/>
                    <a:pt x="3907" y="1284"/>
                  </a:cubicBezTo>
                  <a:lnTo>
                    <a:pt x="2930" y="307"/>
                  </a:lnTo>
                  <a:cubicBezTo>
                    <a:pt x="2725" y="103"/>
                    <a:pt x="2458" y="0"/>
                    <a:pt x="21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9006;p69">
              <a:extLst>
                <a:ext uri="{FF2B5EF4-FFF2-40B4-BE49-F238E27FC236}">
                  <a16:creationId xmlns:a16="http://schemas.microsoft.com/office/drawing/2014/main" id="{C62C5DBC-65D7-4EB4-82C7-3D8770AF099D}"/>
                </a:ext>
              </a:extLst>
            </p:cNvPr>
            <p:cNvSpPr/>
            <p:nvPr/>
          </p:nvSpPr>
          <p:spPr>
            <a:xfrm>
              <a:off x="-34288175" y="1912725"/>
              <a:ext cx="162275" cy="163075"/>
            </a:xfrm>
            <a:custGeom>
              <a:avLst/>
              <a:gdLst/>
              <a:ahLst/>
              <a:cxnLst/>
              <a:rect l="l" t="t" r="r" b="b"/>
              <a:pathLst>
                <a:path w="6491" h="6523" extrusionOk="0">
                  <a:moveTo>
                    <a:pt x="5766" y="726"/>
                  </a:moveTo>
                  <a:lnTo>
                    <a:pt x="5766" y="2458"/>
                  </a:lnTo>
                  <a:lnTo>
                    <a:pt x="5388" y="2049"/>
                  </a:lnTo>
                  <a:cubicBezTo>
                    <a:pt x="5325" y="2002"/>
                    <a:pt x="5238" y="1978"/>
                    <a:pt x="5152" y="1978"/>
                  </a:cubicBezTo>
                  <a:cubicBezTo>
                    <a:pt x="5065" y="1978"/>
                    <a:pt x="4978" y="2002"/>
                    <a:pt x="4915" y="2049"/>
                  </a:cubicBezTo>
                  <a:lnTo>
                    <a:pt x="1985" y="4979"/>
                  </a:lnTo>
                  <a:cubicBezTo>
                    <a:pt x="1922" y="5042"/>
                    <a:pt x="1891" y="5136"/>
                    <a:pt x="1891" y="5199"/>
                  </a:cubicBezTo>
                  <a:cubicBezTo>
                    <a:pt x="1891" y="5294"/>
                    <a:pt x="1922" y="5420"/>
                    <a:pt x="1985" y="5451"/>
                  </a:cubicBezTo>
                  <a:lnTo>
                    <a:pt x="2395" y="5829"/>
                  </a:lnTo>
                  <a:lnTo>
                    <a:pt x="662" y="5829"/>
                  </a:lnTo>
                  <a:lnTo>
                    <a:pt x="662" y="4097"/>
                  </a:lnTo>
                  <a:lnTo>
                    <a:pt x="1040" y="4506"/>
                  </a:lnTo>
                  <a:cubicBezTo>
                    <a:pt x="1103" y="4553"/>
                    <a:pt x="1198" y="4577"/>
                    <a:pt x="1288" y="4577"/>
                  </a:cubicBezTo>
                  <a:cubicBezTo>
                    <a:pt x="1379" y="4577"/>
                    <a:pt x="1466" y="4553"/>
                    <a:pt x="1513" y="4506"/>
                  </a:cubicBezTo>
                  <a:lnTo>
                    <a:pt x="4443" y="1576"/>
                  </a:lnTo>
                  <a:cubicBezTo>
                    <a:pt x="4506" y="1513"/>
                    <a:pt x="4569" y="1419"/>
                    <a:pt x="4569" y="1356"/>
                  </a:cubicBezTo>
                  <a:cubicBezTo>
                    <a:pt x="4569" y="1261"/>
                    <a:pt x="4537" y="1135"/>
                    <a:pt x="4443" y="1104"/>
                  </a:cubicBezTo>
                  <a:lnTo>
                    <a:pt x="4033" y="726"/>
                  </a:lnTo>
                  <a:close/>
                  <a:moveTo>
                    <a:pt x="3214" y="1"/>
                  </a:moveTo>
                  <a:cubicBezTo>
                    <a:pt x="3057" y="1"/>
                    <a:pt x="2931" y="96"/>
                    <a:pt x="2899" y="222"/>
                  </a:cubicBezTo>
                  <a:cubicBezTo>
                    <a:pt x="2868" y="316"/>
                    <a:pt x="2868" y="474"/>
                    <a:pt x="2994" y="568"/>
                  </a:cubicBezTo>
                  <a:lnTo>
                    <a:pt x="3687" y="1261"/>
                  </a:lnTo>
                  <a:lnTo>
                    <a:pt x="1261" y="3719"/>
                  </a:lnTo>
                  <a:lnTo>
                    <a:pt x="536" y="2994"/>
                  </a:lnTo>
                  <a:cubicBezTo>
                    <a:pt x="490" y="2948"/>
                    <a:pt x="393" y="2919"/>
                    <a:pt x="295" y="2919"/>
                  </a:cubicBezTo>
                  <a:cubicBezTo>
                    <a:pt x="259" y="2919"/>
                    <a:pt x="223" y="2922"/>
                    <a:pt x="190" y="2931"/>
                  </a:cubicBezTo>
                  <a:cubicBezTo>
                    <a:pt x="64" y="2962"/>
                    <a:pt x="1" y="3120"/>
                    <a:pt x="1" y="3246"/>
                  </a:cubicBezTo>
                  <a:lnTo>
                    <a:pt x="1" y="6144"/>
                  </a:lnTo>
                  <a:cubicBezTo>
                    <a:pt x="1" y="6365"/>
                    <a:pt x="158" y="6522"/>
                    <a:pt x="347" y="6522"/>
                  </a:cubicBezTo>
                  <a:lnTo>
                    <a:pt x="3246" y="6522"/>
                  </a:lnTo>
                  <a:cubicBezTo>
                    <a:pt x="3403" y="6522"/>
                    <a:pt x="3529" y="6428"/>
                    <a:pt x="3561" y="6302"/>
                  </a:cubicBezTo>
                  <a:cubicBezTo>
                    <a:pt x="3624" y="6207"/>
                    <a:pt x="3624" y="6050"/>
                    <a:pt x="3498" y="5955"/>
                  </a:cubicBezTo>
                  <a:lnTo>
                    <a:pt x="2773" y="5262"/>
                  </a:lnTo>
                  <a:lnTo>
                    <a:pt x="5230" y="2805"/>
                  </a:lnTo>
                  <a:lnTo>
                    <a:pt x="5924" y="3530"/>
                  </a:lnTo>
                  <a:cubicBezTo>
                    <a:pt x="5993" y="3576"/>
                    <a:pt x="6096" y="3605"/>
                    <a:pt x="6195" y="3605"/>
                  </a:cubicBezTo>
                  <a:cubicBezTo>
                    <a:pt x="6232" y="3605"/>
                    <a:pt x="6268" y="3601"/>
                    <a:pt x="6302" y="3593"/>
                  </a:cubicBezTo>
                  <a:cubicBezTo>
                    <a:pt x="6396" y="3561"/>
                    <a:pt x="6491" y="3404"/>
                    <a:pt x="6491" y="3277"/>
                  </a:cubicBezTo>
                  <a:lnTo>
                    <a:pt x="6491" y="379"/>
                  </a:lnTo>
                  <a:cubicBezTo>
                    <a:pt x="6459" y="159"/>
                    <a:pt x="6333" y="1"/>
                    <a:pt x="614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64" name="Google Shape;9007;p69">
            <a:extLst>
              <a:ext uri="{FF2B5EF4-FFF2-40B4-BE49-F238E27FC236}">
                <a16:creationId xmlns:a16="http://schemas.microsoft.com/office/drawing/2014/main" id="{E2350477-B5BF-A51D-46C6-B72F7AE180BD}"/>
              </a:ext>
            </a:extLst>
          </p:cNvPr>
          <p:cNvGrpSpPr/>
          <p:nvPr/>
        </p:nvGrpSpPr>
        <p:grpSpPr>
          <a:xfrm>
            <a:off x="6397075" y="5088595"/>
            <a:ext cx="931684" cy="919370"/>
            <a:chOff x="-34418125" y="2271100"/>
            <a:chExt cx="296950" cy="293025"/>
          </a:xfrm>
          <a:solidFill>
            <a:srgbClr val="555559"/>
          </a:solidFill>
        </p:grpSpPr>
        <p:sp>
          <p:nvSpPr>
            <p:cNvPr id="1565" name="Google Shape;9008;p69">
              <a:extLst>
                <a:ext uri="{FF2B5EF4-FFF2-40B4-BE49-F238E27FC236}">
                  <a16:creationId xmlns:a16="http://schemas.microsoft.com/office/drawing/2014/main" id="{BE5ADDF5-A01E-959F-B0CF-FA8E95658AE6}"/>
                </a:ext>
              </a:extLst>
            </p:cNvPr>
            <p:cNvSpPr/>
            <p:nvPr/>
          </p:nvSpPr>
          <p:spPr>
            <a:xfrm>
              <a:off x="-34418125" y="2271100"/>
              <a:ext cx="296950" cy="293025"/>
            </a:xfrm>
            <a:custGeom>
              <a:avLst/>
              <a:gdLst/>
              <a:ahLst/>
              <a:cxnLst/>
              <a:rect l="l" t="t" r="r" b="b"/>
              <a:pathLst>
                <a:path w="11878" h="11721" extrusionOk="0">
                  <a:moveTo>
                    <a:pt x="6207" y="1229"/>
                  </a:moveTo>
                  <a:lnTo>
                    <a:pt x="7089" y="2080"/>
                  </a:lnTo>
                  <a:lnTo>
                    <a:pt x="6207" y="2080"/>
                  </a:lnTo>
                  <a:lnTo>
                    <a:pt x="6207" y="1229"/>
                  </a:lnTo>
                  <a:close/>
                  <a:moveTo>
                    <a:pt x="7561" y="9074"/>
                  </a:moveTo>
                  <a:lnTo>
                    <a:pt x="7561" y="10366"/>
                  </a:lnTo>
                  <a:lnTo>
                    <a:pt x="6238" y="10366"/>
                  </a:lnTo>
                  <a:lnTo>
                    <a:pt x="7561" y="9074"/>
                  </a:lnTo>
                  <a:close/>
                  <a:moveTo>
                    <a:pt x="5514" y="725"/>
                  </a:moveTo>
                  <a:lnTo>
                    <a:pt x="5514" y="2427"/>
                  </a:lnTo>
                  <a:cubicBezTo>
                    <a:pt x="5514" y="2616"/>
                    <a:pt x="5671" y="2773"/>
                    <a:pt x="5860" y="2773"/>
                  </a:cubicBezTo>
                  <a:lnTo>
                    <a:pt x="7561" y="2773"/>
                  </a:lnTo>
                  <a:lnTo>
                    <a:pt x="7561" y="4222"/>
                  </a:lnTo>
                  <a:cubicBezTo>
                    <a:pt x="6837" y="4947"/>
                    <a:pt x="6742" y="5924"/>
                    <a:pt x="6994" y="6711"/>
                  </a:cubicBezTo>
                  <a:lnTo>
                    <a:pt x="4726" y="8980"/>
                  </a:lnTo>
                  <a:lnTo>
                    <a:pt x="1670" y="8980"/>
                  </a:lnTo>
                  <a:cubicBezTo>
                    <a:pt x="1481" y="8980"/>
                    <a:pt x="1323" y="9137"/>
                    <a:pt x="1323" y="9358"/>
                  </a:cubicBezTo>
                  <a:cubicBezTo>
                    <a:pt x="1323" y="9547"/>
                    <a:pt x="1481" y="9704"/>
                    <a:pt x="1670" y="9704"/>
                  </a:cubicBezTo>
                  <a:lnTo>
                    <a:pt x="4033" y="9704"/>
                  </a:lnTo>
                  <a:lnTo>
                    <a:pt x="3718" y="10019"/>
                  </a:lnTo>
                  <a:cubicBezTo>
                    <a:pt x="3623" y="10145"/>
                    <a:pt x="3529" y="10240"/>
                    <a:pt x="3497" y="10397"/>
                  </a:cubicBezTo>
                  <a:lnTo>
                    <a:pt x="662" y="10397"/>
                  </a:lnTo>
                  <a:lnTo>
                    <a:pt x="662" y="725"/>
                  </a:lnTo>
                  <a:close/>
                  <a:moveTo>
                    <a:pt x="9295" y="4211"/>
                  </a:moveTo>
                  <a:cubicBezTo>
                    <a:pt x="9367" y="4211"/>
                    <a:pt x="9441" y="4215"/>
                    <a:pt x="9515" y="4222"/>
                  </a:cubicBezTo>
                  <a:lnTo>
                    <a:pt x="9042" y="4695"/>
                  </a:lnTo>
                  <a:cubicBezTo>
                    <a:pt x="8664" y="5073"/>
                    <a:pt x="8664" y="5766"/>
                    <a:pt x="9042" y="6144"/>
                  </a:cubicBezTo>
                  <a:cubicBezTo>
                    <a:pt x="9247" y="6349"/>
                    <a:pt x="9515" y="6451"/>
                    <a:pt x="9779" y="6451"/>
                  </a:cubicBezTo>
                  <a:cubicBezTo>
                    <a:pt x="10042" y="6451"/>
                    <a:pt x="10302" y="6349"/>
                    <a:pt x="10491" y="6144"/>
                  </a:cubicBezTo>
                  <a:lnTo>
                    <a:pt x="10964" y="5672"/>
                  </a:lnTo>
                  <a:lnTo>
                    <a:pt x="10964" y="5672"/>
                  </a:lnTo>
                  <a:cubicBezTo>
                    <a:pt x="11058" y="6239"/>
                    <a:pt x="10869" y="6743"/>
                    <a:pt x="10491" y="7089"/>
                  </a:cubicBezTo>
                  <a:cubicBezTo>
                    <a:pt x="10183" y="7418"/>
                    <a:pt x="9741" y="7626"/>
                    <a:pt x="9278" y="7626"/>
                  </a:cubicBezTo>
                  <a:cubicBezTo>
                    <a:pt x="9031" y="7626"/>
                    <a:pt x="8779" y="7567"/>
                    <a:pt x="8538" y="7436"/>
                  </a:cubicBezTo>
                  <a:cubicBezTo>
                    <a:pt x="8496" y="7415"/>
                    <a:pt x="8451" y="7404"/>
                    <a:pt x="8404" y="7404"/>
                  </a:cubicBezTo>
                  <a:cubicBezTo>
                    <a:pt x="8311" y="7404"/>
                    <a:pt x="8213" y="7446"/>
                    <a:pt x="8129" y="7530"/>
                  </a:cubicBezTo>
                  <a:lnTo>
                    <a:pt x="4726" y="10964"/>
                  </a:lnTo>
                  <a:cubicBezTo>
                    <a:pt x="4663" y="11012"/>
                    <a:pt x="4568" y="11035"/>
                    <a:pt x="4478" y="11035"/>
                  </a:cubicBezTo>
                  <a:cubicBezTo>
                    <a:pt x="4387" y="11035"/>
                    <a:pt x="4301" y="11012"/>
                    <a:pt x="4253" y="10964"/>
                  </a:cubicBezTo>
                  <a:cubicBezTo>
                    <a:pt x="4127" y="10838"/>
                    <a:pt x="4127" y="10586"/>
                    <a:pt x="4253" y="10492"/>
                  </a:cubicBezTo>
                  <a:lnTo>
                    <a:pt x="7656" y="7058"/>
                  </a:lnTo>
                  <a:cubicBezTo>
                    <a:pt x="7782" y="6932"/>
                    <a:pt x="7782" y="6774"/>
                    <a:pt x="7750" y="6648"/>
                  </a:cubicBezTo>
                  <a:cubicBezTo>
                    <a:pt x="7467" y="6113"/>
                    <a:pt x="7498" y="5356"/>
                    <a:pt x="7971" y="4821"/>
                  </a:cubicBezTo>
                  <a:cubicBezTo>
                    <a:pt x="8330" y="4407"/>
                    <a:pt x="8785" y="4211"/>
                    <a:pt x="9295" y="4211"/>
                  </a:cubicBezTo>
                  <a:close/>
                  <a:moveTo>
                    <a:pt x="378" y="1"/>
                  </a:moveTo>
                  <a:cubicBezTo>
                    <a:pt x="189" y="1"/>
                    <a:pt x="32" y="158"/>
                    <a:pt x="32" y="347"/>
                  </a:cubicBezTo>
                  <a:lnTo>
                    <a:pt x="32" y="10681"/>
                  </a:lnTo>
                  <a:cubicBezTo>
                    <a:pt x="0" y="10870"/>
                    <a:pt x="158" y="11027"/>
                    <a:pt x="347" y="11027"/>
                  </a:cubicBezTo>
                  <a:lnTo>
                    <a:pt x="3529" y="11027"/>
                  </a:lnTo>
                  <a:cubicBezTo>
                    <a:pt x="3560" y="11185"/>
                    <a:pt x="3655" y="11311"/>
                    <a:pt x="3781" y="11437"/>
                  </a:cubicBezTo>
                  <a:cubicBezTo>
                    <a:pt x="3970" y="11626"/>
                    <a:pt x="4230" y="11720"/>
                    <a:pt x="4494" y="11720"/>
                  </a:cubicBezTo>
                  <a:cubicBezTo>
                    <a:pt x="4758" y="11720"/>
                    <a:pt x="5025" y="11626"/>
                    <a:pt x="5230" y="11437"/>
                  </a:cubicBezTo>
                  <a:lnTo>
                    <a:pt x="5608" y="11027"/>
                  </a:lnTo>
                  <a:lnTo>
                    <a:pt x="7940" y="11027"/>
                  </a:lnTo>
                  <a:cubicBezTo>
                    <a:pt x="8129" y="11027"/>
                    <a:pt x="8286" y="10870"/>
                    <a:pt x="8286" y="10681"/>
                  </a:cubicBezTo>
                  <a:lnTo>
                    <a:pt x="8286" y="8349"/>
                  </a:lnTo>
                  <a:lnTo>
                    <a:pt x="8538" y="8129"/>
                  </a:lnTo>
                  <a:cubicBezTo>
                    <a:pt x="8792" y="8220"/>
                    <a:pt x="9065" y="8269"/>
                    <a:pt x="9344" y="8269"/>
                  </a:cubicBezTo>
                  <a:cubicBezTo>
                    <a:pt x="9929" y="8269"/>
                    <a:pt x="10536" y="8053"/>
                    <a:pt x="11027" y="7562"/>
                  </a:cubicBezTo>
                  <a:cubicBezTo>
                    <a:pt x="11752" y="6806"/>
                    <a:pt x="11878" y="5735"/>
                    <a:pt x="11500" y="4852"/>
                  </a:cubicBezTo>
                  <a:cubicBezTo>
                    <a:pt x="11437" y="4726"/>
                    <a:pt x="11342" y="4695"/>
                    <a:pt x="11248" y="4663"/>
                  </a:cubicBezTo>
                  <a:cubicBezTo>
                    <a:pt x="11122" y="4663"/>
                    <a:pt x="11027" y="4663"/>
                    <a:pt x="10932" y="4726"/>
                  </a:cubicBezTo>
                  <a:lnTo>
                    <a:pt x="10082" y="5609"/>
                  </a:lnTo>
                  <a:cubicBezTo>
                    <a:pt x="10019" y="5656"/>
                    <a:pt x="9924" y="5679"/>
                    <a:pt x="9834" y="5679"/>
                  </a:cubicBezTo>
                  <a:cubicBezTo>
                    <a:pt x="9743" y="5679"/>
                    <a:pt x="9657" y="5656"/>
                    <a:pt x="9609" y="5609"/>
                  </a:cubicBezTo>
                  <a:cubicBezTo>
                    <a:pt x="9483" y="5483"/>
                    <a:pt x="9483" y="5230"/>
                    <a:pt x="9609" y="5136"/>
                  </a:cubicBezTo>
                  <a:lnTo>
                    <a:pt x="10460" y="4254"/>
                  </a:lnTo>
                  <a:cubicBezTo>
                    <a:pt x="10554" y="4191"/>
                    <a:pt x="10586" y="4065"/>
                    <a:pt x="10554" y="3939"/>
                  </a:cubicBezTo>
                  <a:cubicBezTo>
                    <a:pt x="10554" y="3813"/>
                    <a:pt x="10460" y="3750"/>
                    <a:pt x="10334" y="3718"/>
                  </a:cubicBezTo>
                  <a:cubicBezTo>
                    <a:pt x="10003" y="3561"/>
                    <a:pt x="9649" y="3482"/>
                    <a:pt x="9298" y="3482"/>
                  </a:cubicBezTo>
                  <a:cubicBezTo>
                    <a:pt x="8948" y="3482"/>
                    <a:pt x="8601" y="3561"/>
                    <a:pt x="8286" y="3718"/>
                  </a:cubicBezTo>
                  <a:lnTo>
                    <a:pt x="8286" y="2395"/>
                  </a:lnTo>
                  <a:cubicBezTo>
                    <a:pt x="8286" y="2332"/>
                    <a:pt x="8255" y="2206"/>
                    <a:pt x="8192" y="2175"/>
                  </a:cubicBezTo>
                  <a:lnTo>
                    <a:pt x="6144" y="127"/>
                  </a:lnTo>
                  <a:cubicBezTo>
                    <a:pt x="6049" y="64"/>
                    <a:pt x="5986" y="1"/>
                    <a:pt x="58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9009;p69">
              <a:extLst>
                <a:ext uri="{FF2B5EF4-FFF2-40B4-BE49-F238E27FC236}">
                  <a16:creationId xmlns:a16="http://schemas.microsoft.com/office/drawing/2014/main" id="{5ED893D6-3B33-9B32-E844-DF67AC05CEB9}"/>
                </a:ext>
              </a:extLst>
            </p:cNvPr>
            <p:cNvSpPr/>
            <p:nvPr/>
          </p:nvSpPr>
          <p:spPr>
            <a:xfrm>
              <a:off x="-34331500" y="2305750"/>
              <a:ext cx="17350" cy="18150"/>
            </a:xfrm>
            <a:custGeom>
              <a:avLst/>
              <a:gdLst/>
              <a:ahLst/>
              <a:cxnLst/>
              <a:rect l="l" t="t" r="r" b="b"/>
              <a:pathLst>
                <a:path w="694" h="726" extrusionOk="0">
                  <a:moveTo>
                    <a:pt x="347" y="1"/>
                  </a:moveTo>
                  <a:cubicBezTo>
                    <a:pt x="158" y="1"/>
                    <a:pt x="1" y="158"/>
                    <a:pt x="1" y="347"/>
                  </a:cubicBezTo>
                  <a:cubicBezTo>
                    <a:pt x="1" y="568"/>
                    <a:pt x="158" y="725"/>
                    <a:pt x="347" y="725"/>
                  </a:cubicBezTo>
                  <a:cubicBezTo>
                    <a:pt x="536" y="725"/>
                    <a:pt x="694" y="568"/>
                    <a:pt x="694" y="347"/>
                  </a:cubicBezTo>
                  <a:cubicBezTo>
                    <a:pt x="694"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9010;p69">
              <a:extLst>
                <a:ext uri="{FF2B5EF4-FFF2-40B4-BE49-F238E27FC236}">
                  <a16:creationId xmlns:a16="http://schemas.microsoft.com/office/drawing/2014/main" id="{B6DC6C1E-F426-55A0-C15D-E728207D36B2}"/>
                </a:ext>
              </a:extLst>
            </p:cNvPr>
            <p:cNvSpPr/>
            <p:nvPr/>
          </p:nvSpPr>
          <p:spPr>
            <a:xfrm>
              <a:off x="-34331500" y="2341200"/>
              <a:ext cx="17350" cy="69350"/>
            </a:xfrm>
            <a:custGeom>
              <a:avLst/>
              <a:gdLst/>
              <a:ahLst/>
              <a:cxnLst/>
              <a:rect l="l" t="t" r="r" b="b"/>
              <a:pathLst>
                <a:path w="694" h="2774" extrusionOk="0">
                  <a:moveTo>
                    <a:pt x="347" y="1"/>
                  </a:moveTo>
                  <a:cubicBezTo>
                    <a:pt x="158" y="1"/>
                    <a:pt x="1" y="158"/>
                    <a:pt x="1" y="347"/>
                  </a:cubicBezTo>
                  <a:lnTo>
                    <a:pt x="1" y="2395"/>
                  </a:lnTo>
                  <a:cubicBezTo>
                    <a:pt x="1" y="2584"/>
                    <a:pt x="158" y="2773"/>
                    <a:pt x="347" y="2773"/>
                  </a:cubicBezTo>
                  <a:cubicBezTo>
                    <a:pt x="536" y="2773"/>
                    <a:pt x="694" y="2584"/>
                    <a:pt x="694" y="2395"/>
                  </a:cubicBezTo>
                  <a:lnTo>
                    <a:pt x="694" y="347"/>
                  </a:lnTo>
                  <a:cubicBezTo>
                    <a:pt x="694"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9011;p69">
              <a:extLst>
                <a:ext uri="{FF2B5EF4-FFF2-40B4-BE49-F238E27FC236}">
                  <a16:creationId xmlns:a16="http://schemas.microsoft.com/office/drawing/2014/main" id="{23F7B22C-58DC-D231-E4E0-2F77EC3A4BE5}"/>
                </a:ext>
              </a:extLst>
            </p:cNvPr>
            <p:cNvSpPr/>
            <p:nvPr/>
          </p:nvSpPr>
          <p:spPr>
            <a:xfrm>
              <a:off x="-34384275" y="2427050"/>
              <a:ext cx="121325" cy="17350"/>
            </a:xfrm>
            <a:custGeom>
              <a:avLst/>
              <a:gdLst/>
              <a:ahLst/>
              <a:cxnLst/>
              <a:rect l="l" t="t" r="r" b="b"/>
              <a:pathLst>
                <a:path w="4853" h="694" extrusionOk="0">
                  <a:moveTo>
                    <a:pt x="379" y="1"/>
                  </a:moveTo>
                  <a:cubicBezTo>
                    <a:pt x="158" y="1"/>
                    <a:pt x="1" y="158"/>
                    <a:pt x="1" y="347"/>
                  </a:cubicBezTo>
                  <a:cubicBezTo>
                    <a:pt x="1" y="536"/>
                    <a:pt x="158" y="694"/>
                    <a:pt x="379" y="694"/>
                  </a:cubicBezTo>
                  <a:lnTo>
                    <a:pt x="4506" y="694"/>
                  </a:lnTo>
                  <a:cubicBezTo>
                    <a:pt x="4695" y="694"/>
                    <a:pt x="4853" y="536"/>
                    <a:pt x="4853" y="347"/>
                  </a:cubicBezTo>
                  <a:cubicBezTo>
                    <a:pt x="4853" y="158"/>
                    <a:pt x="4695" y="1"/>
                    <a:pt x="450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9012;p69">
              <a:extLst>
                <a:ext uri="{FF2B5EF4-FFF2-40B4-BE49-F238E27FC236}">
                  <a16:creationId xmlns:a16="http://schemas.microsoft.com/office/drawing/2014/main" id="{D9AE5CF0-5C96-9A7C-D130-AFBE69A8B8A4}"/>
                </a:ext>
              </a:extLst>
            </p:cNvPr>
            <p:cNvSpPr/>
            <p:nvPr/>
          </p:nvSpPr>
          <p:spPr>
            <a:xfrm>
              <a:off x="-34384275" y="2460125"/>
              <a:ext cx="88250" cy="18150"/>
            </a:xfrm>
            <a:custGeom>
              <a:avLst/>
              <a:gdLst/>
              <a:ahLst/>
              <a:cxnLst/>
              <a:rect l="l" t="t" r="r" b="b"/>
              <a:pathLst>
                <a:path w="3530" h="726" extrusionOk="0">
                  <a:moveTo>
                    <a:pt x="379" y="1"/>
                  </a:moveTo>
                  <a:cubicBezTo>
                    <a:pt x="158" y="1"/>
                    <a:pt x="1" y="158"/>
                    <a:pt x="1" y="379"/>
                  </a:cubicBezTo>
                  <a:cubicBezTo>
                    <a:pt x="1" y="599"/>
                    <a:pt x="158" y="725"/>
                    <a:pt x="379" y="725"/>
                  </a:cubicBezTo>
                  <a:lnTo>
                    <a:pt x="3151" y="725"/>
                  </a:lnTo>
                  <a:cubicBezTo>
                    <a:pt x="3372" y="725"/>
                    <a:pt x="3530" y="568"/>
                    <a:pt x="3530" y="379"/>
                  </a:cubicBezTo>
                  <a:cubicBezTo>
                    <a:pt x="3530" y="158"/>
                    <a:pt x="3372" y="1"/>
                    <a:pt x="315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0" name="Google Shape;9013;p69">
            <a:extLst>
              <a:ext uri="{FF2B5EF4-FFF2-40B4-BE49-F238E27FC236}">
                <a16:creationId xmlns:a16="http://schemas.microsoft.com/office/drawing/2014/main" id="{11C0C6AA-3C0F-7F53-D5A6-EADC42F039E4}"/>
              </a:ext>
            </a:extLst>
          </p:cNvPr>
          <p:cNvGrpSpPr/>
          <p:nvPr/>
        </p:nvGrpSpPr>
        <p:grpSpPr>
          <a:xfrm>
            <a:off x="6399545" y="6170998"/>
            <a:ext cx="926743" cy="914429"/>
            <a:chOff x="-34421275" y="2631050"/>
            <a:chExt cx="295375" cy="291450"/>
          </a:xfrm>
          <a:solidFill>
            <a:srgbClr val="555559"/>
          </a:solidFill>
        </p:grpSpPr>
        <p:sp>
          <p:nvSpPr>
            <p:cNvPr id="1571" name="Google Shape;9014;p69">
              <a:extLst>
                <a:ext uri="{FF2B5EF4-FFF2-40B4-BE49-F238E27FC236}">
                  <a16:creationId xmlns:a16="http://schemas.microsoft.com/office/drawing/2014/main" id="{41A04C29-2F45-9BC1-F4F3-12E305F8C4D9}"/>
                </a:ext>
              </a:extLst>
            </p:cNvPr>
            <p:cNvSpPr/>
            <p:nvPr/>
          </p:nvSpPr>
          <p:spPr>
            <a:xfrm>
              <a:off x="-34421275" y="2639125"/>
              <a:ext cx="288275" cy="283375"/>
            </a:xfrm>
            <a:custGeom>
              <a:avLst/>
              <a:gdLst/>
              <a:ahLst/>
              <a:cxnLst/>
              <a:rect l="l" t="t" r="r" b="b"/>
              <a:pathLst>
                <a:path w="11531" h="11335" extrusionOk="0">
                  <a:moveTo>
                    <a:pt x="5592" y="717"/>
                  </a:moveTo>
                  <a:cubicBezTo>
                    <a:pt x="5679" y="717"/>
                    <a:pt x="5766" y="749"/>
                    <a:pt x="5829" y="812"/>
                  </a:cubicBezTo>
                  <a:lnTo>
                    <a:pt x="10680" y="5663"/>
                  </a:lnTo>
                  <a:cubicBezTo>
                    <a:pt x="10775" y="5758"/>
                    <a:pt x="10775" y="6010"/>
                    <a:pt x="10680" y="6136"/>
                  </a:cubicBezTo>
                  <a:cubicBezTo>
                    <a:pt x="10617" y="6183"/>
                    <a:pt x="10523" y="6207"/>
                    <a:pt x="10432" y="6207"/>
                  </a:cubicBezTo>
                  <a:cubicBezTo>
                    <a:pt x="10342" y="6207"/>
                    <a:pt x="10255" y="6183"/>
                    <a:pt x="10208" y="6136"/>
                  </a:cubicBezTo>
                  <a:lnTo>
                    <a:pt x="5356" y="1284"/>
                  </a:lnTo>
                  <a:cubicBezTo>
                    <a:pt x="5230" y="1158"/>
                    <a:pt x="5230" y="938"/>
                    <a:pt x="5356" y="812"/>
                  </a:cubicBezTo>
                  <a:cubicBezTo>
                    <a:pt x="5419" y="749"/>
                    <a:pt x="5506" y="717"/>
                    <a:pt x="5592" y="717"/>
                  </a:cubicBezTo>
                  <a:close/>
                  <a:moveTo>
                    <a:pt x="8444" y="7239"/>
                  </a:moveTo>
                  <a:lnTo>
                    <a:pt x="8538" y="7396"/>
                  </a:lnTo>
                  <a:cubicBezTo>
                    <a:pt x="8696" y="7554"/>
                    <a:pt x="8664" y="7806"/>
                    <a:pt x="8475" y="7932"/>
                  </a:cubicBezTo>
                  <a:lnTo>
                    <a:pt x="5923" y="9223"/>
                  </a:lnTo>
                  <a:cubicBezTo>
                    <a:pt x="5873" y="9261"/>
                    <a:pt x="5819" y="9278"/>
                    <a:pt x="5763" y="9278"/>
                  </a:cubicBezTo>
                  <a:cubicBezTo>
                    <a:pt x="5678" y="9278"/>
                    <a:pt x="5590" y="9237"/>
                    <a:pt x="5514" y="9160"/>
                  </a:cubicBezTo>
                  <a:lnTo>
                    <a:pt x="5230" y="8877"/>
                  </a:lnTo>
                  <a:cubicBezTo>
                    <a:pt x="6301" y="8089"/>
                    <a:pt x="7341" y="7617"/>
                    <a:pt x="8444" y="7239"/>
                  </a:cubicBezTo>
                  <a:close/>
                  <a:moveTo>
                    <a:pt x="5230" y="2198"/>
                  </a:moveTo>
                  <a:lnTo>
                    <a:pt x="9294" y="6230"/>
                  </a:lnTo>
                  <a:cubicBezTo>
                    <a:pt x="7908" y="6703"/>
                    <a:pt x="5797" y="7270"/>
                    <a:pt x="3560" y="9381"/>
                  </a:cubicBezTo>
                  <a:lnTo>
                    <a:pt x="2080" y="7932"/>
                  </a:lnTo>
                  <a:cubicBezTo>
                    <a:pt x="3340" y="6608"/>
                    <a:pt x="4285" y="5033"/>
                    <a:pt x="4852" y="3395"/>
                  </a:cubicBezTo>
                  <a:lnTo>
                    <a:pt x="5230" y="2198"/>
                  </a:lnTo>
                  <a:close/>
                  <a:moveTo>
                    <a:pt x="1138" y="8089"/>
                  </a:moveTo>
                  <a:cubicBezTo>
                    <a:pt x="1229" y="8089"/>
                    <a:pt x="1323" y="8121"/>
                    <a:pt x="1386" y="8184"/>
                  </a:cubicBezTo>
                  <a:lnTo>
                    <a:pt x="3308" y="10105"/>
                  </a:lnTo>
                  <a:cubicBezTo>
                    <a:pt x="3434" y="10231"/>
                    <a:pt x="3434" y="10452"/>
                    <a:pt x="3308" y="10578"/>
                  </a:cubicBezTo>
                  <a:cubicBezTo>
                    <a:pt x="3245" y="10641"/>
                    <a:pt x="3159" y="10673"/>
                    <a:pt x="3072" y="10673"/>
                  </a:cubicBezTo>
                  <a:cubicBezTo>
                    <a:pt x="2985" y="10673"/>
                    <a:pt x="2899" y="10641"/>
                    <a:pt x="2836" y="10578"/>
                  </a:cubicBezTo>
                  <a:lnTo>
                    <a:pt x="914" y="8656"/>
                  </a:lnTo>
                  <a:cubicBezTo>
                    <a:pt x="788" y="8530"/>
                    <a:pt x="788" y="8278"/>
                    <a:pt x="914" y="8184"/>
                  </a:cubicBezTo>
                  <a:cubicBezTo>
                    <a:pt x="961" y="8121"/>
                    <a:pt x="1048" y="8089"/>
                    <a:pt x="1138" y="8089"/>
                  </a:cubicBezTo>
                  <a:close/>
                  <a:moveTo>
                    <a:pt x="5565" y="0"/>
                  </a:moveTo>
                  <a:cubicBezTo>
                    <a:pt x="5301" y="0"/>
                    <a:pt x="5041" y="103"/>
                    <a:pt x="4852" y="307"/>
                  </a:cubicBezTo>
                  <a:cubicBezTo>
                    <a:pt x="4474" y="654"/>
                    <a:pt x="4442" y="1158"/>
                    <a:pt x="4694" y="1568"/>
                  </a:cubicBezTo>
                  <a:lnTo>
                    <a:pt x="4159" y="3143"/>
                  </a:lnTo>
                  <a:cubicBezTo>
                    <a:pt x="3655" y="4655"/>
                    <a:pt x="2710" y="6199"/>
                    <a:pt x="1575" y="7428"/>
                  </a:cubicBezTo>
                  <a:cubicBezTo>
                    <a:pt x="1422" y="7357"/>
                    <a:pt x="1259" y="7321"/>
                    <a:pt x="1100" y="7321"/>
                  </a:cubicBezTo>
                  <a:cubicBezTo>
                    <a:pt x="834" y="7321"/>
                    <a:pt x="575" y="7420"/>
                    <a:pt x="378" y="7617"/>
                  </a:cubicBezTo>
                  <a:cubicBezTo>
                    <a:pt x="0" y="8026"/>
                    <a:pt x="0" y="8688"/>
                    <a:pt x="378" y="9066"/>
                  </a:cubicBezTo>
                  <a:lnTo>
                    <a:pt x="2363" y="11051"/>
                  </a:lnTo>
                  <a:cubicBezTo>
                    <a:pt x="2552" y="11240"/>
                    <a:pt x="2820" y="11334"/>
                    <a:pt x="3088" y="11334"/>
                  </a:cubicBezTo>
                  <a:cubicBezTo>
                    <a:pt x="3356" y="11334"/>
                    <a:pt x="3623" y="11240"/>
                    <a:pt x="3812" y="11051"/>
                  </a:cubicBezTo>
                  <a:cubicBezTo>
                    <a:pt x="4127" y="10736"/>
                    <a:pt x="4222" y="10263"/>
                    <a:pt x="4001" y="9853"/>
                  </a:cubicBezTo>
                  <a:cubicBezTo>
                    <a:pt x="4222" y="9664"/>
                    <a:pt x="4442" y="9475"/>
                    <a:pt x="4694" y="9286"/>
                  </a:cubicBezTo>
                  <a:lnTo>
                    <a:pt x="5041" y="9633"/>
                  </a:lnTo>
                  <a:cubicBezTo>
                    <a:pt x="5238" y="9830"/>
                    <a:pt x="5496" y="9928"/>
                    <a:pt x="5755" y="9928"/>
                  </a:cubicBezTo>
                  <a:cubicBezTo>
                    <a:pt x="5910" y="9928"/>
                    <a:pt x="6065" y="9893"/>
                    <a:pt x="6207" y="9822"/>
                  </a:cubicBezTo>
                  <a:lnTo>
                    <a:pt x="8790" y="8530"/>
                  </a:lnTo>
                  <a:cubicBezTo>
                    <a:pt x="9357" y="8215"/>
                    <a:pt x="9515" y="7459"/>
                    <a:pt x="9137" y="6986"/>
                  </a:cubicBezTo>
                  <a:lnTo>
                    <a:pt x="9893" y="6766"/>
                  </a:lnTo>
                  <a:cubicBezTo>
                    <a:pt x="10050" y="6858"/>
                    <a:pt x="10229" y="6906"/>
                    <a:pt x="10412" y="6906"/>
                  </a:cubicBezTo>
                  <a:cubicBezTo>
                    <a:pt x="10668" y="6906"/>
                    <a:pt x="10932" y="6811"/>
                    <a:pt x="11153" y="6608"/>
                  </a:cubicBezTo>
                  <a:cubicBezTo>
                    <a:pt x="11531" y="6199"/>
                    <a:pt x="11531" y="5537"/>
                    <a:pt x="11153" y="5128"/>
                  </a:cubicBezTo>
                  <a:lnTo>
                    <a:pt x="6301" y="307"/>
                  </a:lnTo>
                  <a:cubicBezTo>
                    <a:pt x="6096" y="103"/>
                    <a:pt x="5829" y="0"/>
                    <a:pt x="55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9015;p69">
              <a:extLst>
                <a:ext uri="{FF2B5EF4-FFF2-40B4-BE49-F238E27FC236}">
                  <a16:creationId xmlns:a16="http://schemas.microsoft.com/office/drawing/2014/main" id="{3C413112-E188-D9E0-3A48-07B49FAACE0F}"/>
                </a:ext>
              </a:extLst>
            </p:cNvPr>
            <p:cNvSpPr/>
            <p:nvPr/>
          </p:nvSpPr>
          <p:spPr>
            <a:xfrm>
              <a:off x="-34181850" y="2644625"/>
              <a:ext cx="41775" cy="41575"/>
            </a:xfrm>
            <a:custGeom>
              <a:avLst/>
              <a:gdLst/>
              <a:ahLst/>
              <a:cxnLst/>
              <a:rect l="l" t="t" r="r" b="b"/>
              <a:pathLst>
                <a:path w="1671" h="1663" extrusionOk="0">
                  <a:moveTo>
                    <a:pt x="1328" y="1"/>
                  </a:moveTo>
                  <a:cubicBezTo>
                    <a:pt x="1237" y="1"/>
                    <a:pt x="1151" y="40"/>
                    <a:pt x="1103" y="119"/>
                  </a:cubicBezTo>
                  <a:lnTo>
                    <a:pt x="95" y="1096"/>
                  </a:lnTo>
                  <a:cubicBezTo>
                    <a:pt x="1" y="1222"/>
                    <a:pt x="1" y="1442"/>
                    <a:pt x="95" y="1568"/>
                  </a:cubicBezTo>
                  <a:cubicBezTo>
                    <a:pt x="158" y="1631"/>
                    <a:pt x="253" y="1663"/>
                    <a:pt x="343" y="1663"/>
                  </a:cubicBezTo>
                  <a:cubicBezTo>
                    <a:pt x="434" y="1663"/>
                    <a:pt x="521" y="1631"/>
                    <a:pt x="568" y="1568"/>
                  </a:cubicBezTo>
                  <a:lnTo>
                    <a:pt x="1576" y="592"/>
                  </a:lnTo>
                  <a:cubicBezTo>
                    <a:pt x="1671" y="466"/>
                    <a:pt x="1671" y="213"/>
                    <a:pt x="1576" y="119"/>
                  </a:cubicBezTo>
                  <a:cubicBezTo>
                    <a:pt x="1513" y="40"/>
                    <a:pt x="1418" y="1"/>
                    <a:pt x="132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9016;p69">
              <a:extLst>
                <a:ext uri="{FF2B5EF4-FFF2-40B4-BE49-F238E27FC236}">
                  <a16:creationId xmlns:a16="http://schemas.microsoft.com/office/drawing/2014/main" id="{DAAAD134-79B6-1F7B-CBE4-4327B1C5EE7A}"/>
                </a:ext>
              </a:extLst>
            </p:cNvPr>
            <p:cNvSpPr/>
            <p:nvPr/>
          </p:nvSpPr>
          <p:spPr>
            <a:xfrm>
              <a:off x="-34217275" y="2631050"/>
              <a:ext cx="17350" cy="41775"/>
            </a:xfrm>
            <a:custGeom>
              <a:avLst/>
              <a:gdLst/>
              <a:ahLst/>
              <a:cxnLst/>
              <a:rect l="l" t="t" r="r" b="b"/>
              <a:pathLst>
                <a:path w="694" h="1671" extrusionOk="0">
                  <a:moveTo>
                    <a:pt x="347" y="0"/>
                  </a:moveTo>
                  <a:cubicBezTo>
                    <a:pt x="158" y="0"/>
                    <a:pt x="0" y="158"/>
                    <a:pt x="0" y="347"/>
                  </a:cubicBezTo>
                  <a:lnTo>
                    <a:pt x="0" y="1324"/>
                  </a:lnTo>
                  <a:cubicBezTo>
                    <a:pt x="0" y="1513"/>
                    <a:pt x="158" y="1670"/>
                    <a:pt x="347" y="1670"/>
                  </a:cubicBezTo>
                  <a:cubicBezTo>
                    <a:pt x="536" y="1670"/>
                    <a:pt x="693" y="1513"/>
                    <a:pt x="693" y="1324"/>
                  </a:cubicBezTo>
                  <a:lnTo>
                    <a:pt x="693" y="347"/>
                  </a:lnTo>
                  <a:cubicBezTo>
                    <a:pt x="693" y="158"/>
                    <a:pt x="536"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9017;p69">
              <a:extLst>
                <a:ext uri="{FF2B5EF4-FFF2-40B4-BE49-F238E27FC236}">
                  <a16:creationId xmlns:a16="http://schemas.microsoft.com/office/drawing/2014/main" id="{6435BECB-3E17-AD81-4B20-68C926988E03}"/>
                </a:ext>
              </a:extLst>
            </p:cNvPr>
            <p:cNvSpPr/>
            <p:nvPr/>
          </p:nvSpPr>
          <p:spPr>
            <a:xfrm>
              <a:off x="-34168450" y="2704300"/>
              <a:ext cx="42550" cy="18125"/>
            </a:xfrm>
            <a:custGeom>
              <a:avLst/>
              <a:gdLst/>
              <a:ahLst/>
              <a:cxnLst/>
              <a:rect l="l" t="t" r="r" b="b"/>
              <a:pathLst>
                <a:path w="1702" h="725" extrusionOk="0">
                  <a:moveTo>
                    <a:pt x="347" y="0"/>
                  </a:moveTo>
                  <a:cubicBezTo>
                    <a:pt x="158" y="0"/>
                    <a:pt x="0" y="158"/>
                    <a:pt x="0" y="378"/>
                  </a:cubicBezTo>
                  <a:cubicBezTo>
                    <a:pt x="0" y="567"/>
                    <a:pt x="158" y="725"/>
                    <a:pt x="347" y="725"/>
                  </a:cubicBezTo>
                  <a:lnTo>
                    <a:pt x="1355" y="725"/>
                  </a:lnTo>
                  <a:cubicBezTo>
                    <a:pt x="1544" y="725"/>
                    <a:pt x="1702" y="567"/>
                    <a:pt x="1702" y="378"/>
                  </a:cubicBezTo>
                  <a:cubicBezTo>
                    <a:pt x="1670" y="158"/>
                    <a:pt x="1544" y="0"/>
                    <a:pt x="135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75" name="Google Shape;9018;p69">
            <a:extLst>
              <a:ext uri="{FF2B5EF4-FFF2-40B4-BE49-F238E27FC236}">
                <a16:creationId xmlns:a16="http://schemas.microsoft.com/office/drawing/2014/main" id="{33E6A9DB-8C72-3443-022F-83407B131B91}"/>
              </a:ext>
            </a:extLst>
          </p:cNvPr>
          <p:cNvSpPr/>
          <p:nvPr/>
        </p:nvSpPr>
        <p:spPr>
          <a:xfrm>
            <a:off x="12191710" y="3923677"/>
            <a:ext cx="914429" cy="916860"/>
          </a:xfrm>
          <a:custGeom>
            <a:avLst/>
            <a:gdLst/>
            <a:ahLst/>
            <a:cxnLst/>
            <a:rect l="l" t="t" r="r" b="b"/>
            <a:pathLst>
              <a:path w="11658" h="11689" extrusionOk="0">
                <a:moveTo>
                  <a:pt x="2868" y="8538"/>
                </a:moveTo>
                <a:cubicBezTo>
                  <a:pt x="3025" y="8948"/>
                  <a:pt x="3340" y="9263"/>
                  <a:pt x="3781" y="9452"/>
                </a:cubicBezTo>
                <a:cubicBezTo>
                  <a:pt x="3403" y="9389"/>
                  <a:pt x="2364" y="9231"/>
                  <a:pt x="2080" y="8916"/>
                </a:cubicBezTo>
                <a:cubicBezTo>
                  <a:pt x="2143" y="8885"/>
                  <a:pt x="2332" y="8727"/>
                  <a:pt x="2868" y="8538"/>
                </a:cubicBezTo>
                <a:close/>
                <a:moveTo>
                  <a:pt x="8791" y="8538"/>
                </a:moveTo>
                <a:cubicBezTo>
                  <a:pt x="9326" y="8727"/>
                  <a:pt x="9547" y="8885"/>
                  <a:pt x="9578" y="8916"/>
                </a:cubicBezTo>
                <a:cubicBezTo>
                  <a:pt x="9295" y="9231"/>
                  <a:pt x="8287" y="9389"/>
                  <a:pt x="7877" y="9452"/>
                </a:cubicBezTo>
                <a:cubicBezTo>
                  <a:pt x="8287" y="9294"/>
                  <a:pt x="8602" y="8948"/>
                  <a:pt x="8791" y="8538"/>
                </a:cubicBezTo>
                <a:close/>
                <a:moveTo>
                  <a:pt x="5829" y="725"/>
                </a:moveTo>
                <a:cubicBezTo>
                  <a:pt x="6018" y="725"/>
                  <a:pt x="6176" y="883"/>
                  <a:pt x="6176" y="1072"/>
                </a:cubicBezTo>
                <a:lnTo>
                  <a:pt x="6176" y="4537"/>
                </a:lnTo>
                <a:cubicBezTo>
                  <a:pt x="6176" y="4695"/>
                  <a:pt x="6302" y="4821"/>
                  <a:pt x="6428" y="4852"/>
                </a:cubicBezTo>
                <a:cubicBezTo>
                  <a:pt x="6455" y="4858"/>
                  <a:pt x="6482" y="4860"/>
                  <a:pt x="6508" y="4860"/>
                </a:cubicBezTo>
                <a:cubicBezTo>
                  <a:pt x="6637" y="4860"/>
                  <a:pt x="6754" y="4799"/>
                  <a:pt x="6806" y="4695"/>
                </a:cubicBezTo>
                <a:lnTo>
                  <a:pt x="8287" y="2237"/>
                </a:lnTo>
                <a:cubicBezTo>
                  <a:pt x="8326" y="2139"/>
                  <a:pt x="8415" y="2090"/>
                  <a:pt x="8514" y="2090"/>
                </a:cubicBezTo>
                <a:cubicBezTo>
                  <a:pt x="8574" y="2090"/>
                  <a:pt x="8637" y="2107"/>
                  <a:pt x="8696" y="2143"/>
                </a:cubicBezTo>
                <a:cubicBezTo>
                  <a:pt x="8854" y="2206"/>
                  <a:pt x="8948" y="2426"/>
                  <a:pt x="8854" y="2615"/>
                </a:cubicBezTo>
                <a:lnTo>
                  <a:pt x="7656" y="5041"/>
                </a:lnTo>
                <a:cubicBezTo>
                  <a:pt x="7562" y="5262"/>
                  <a:pt x="7656" y="5451"/>
                  <a:pt x="7814" y="5514"/>
                </a:cubicBezTo>
                <a:cubicBezTo>
                  <a:pt x="7851" y="5551"/>
                  <a:pt x="7898" y="5569"/>
                  <a:pt x="7949" y="5569"/>
                </a:cubicBezTo>
                <a:cubicBezTo>
                  <a:pt x="8028" y="5569"/>
                  <a:pt x="8116" y="5527"/>
                  <a:pt x="8192" y="5451"/>
                </a:cubicBezTo>
                <a:cubicBezTo>
                  <a:pt x="9630" y="4282"/>
                  <a:pt x="9701" y="4254"/>
                  <a:pt x="9704" y="4254"/>
                </a:cubicBezTo>
                <a:cubicBezTo>
                  <a:pt x="9704" y="4254"/>
                  <a:pt x="9704" y="4254"/>
                  <a:pt x="9704" y="4254"/>
                </a:cubicBezTo>
                <a:cubicBezTo>
                  <a:pt x="9752" y="4206"/>
                  <a:pt x="9838" y="4183"/>
                  <a:pt x="9929" y="4183"/>
                </a:cubicBezTo>
                <a:cubicBezTo>
                  <a:pt x="10019" y="4183"/>
                  <a:pt x="10114" y="4206"/>
                  <a:pt x="10177" y="4254"/>
                </a:cubicBezTo>
                <a:cubicBezTo>
                  <a:pt x="10271" y="4380"/>
                  <a:pt x="10271" y="4632"/>
                  <a:pt x="10177" y="4726"/>
                </a:cubicBezTo>
                <a:lnTo>
                  <a:pt x="8318" y="6585"/>
                </a:lnTo>
                <a:cubicBezTo>
                  <a:pt x="8224" y="6680"/>
                  <a:pt x="8192" y="6743"/>
                  <a:pt x="8192" y="6837"/>
                </a:cubicBezTo>
                <a:lnTo>
                  <a:pt x="8192" y="7940"/>
                </a:lnTo>
                <a:cubicBezTo>
                  <a:pt x="8192" y="8349"/>
                  <a:pt x="7908" y="8759"/>
                  <a:pt x="7499" y="8916"/>
                </a:cubicBezTo>
                <a:cubicBezTo>
                  <a:pt x="7184" y="9042"/>
                  <a:pt x="6932" y="9263"/>
                  <a:pt x="6869" y="9609"/>
                </a:cubicBezTo>
                <a:cubicBezTo>
                  <a:pt x="6491" y="9672"/>
                  <a:pt x="6144" y="9672"/>
                  <a:pt x="5798" y="9672"/>
                </a:cubicBezTo>
                <a:cubicBezTo>
                  <a:pt x="5451" y="9672"/>
                  <a:pt x="5073" y="9672"/>
                  <a:pt x="4726" y="9609"/>
                </a:cubicBezTo>
                <a:cubicBezTo>
                  <a:pt x="4663" y="9294"/>
                  <a:pt x="4411" y="9042"/>
                  <a:pt x="4096" y="8916"/>
                </a:cubicBezTo>
                <a:cubicBezTo>
                  <a:pt x="3655" y="8759"/>
                  <a:pt x="3403" y="8381"/>
                  <a:pt x="3403" y="7940"/>
                </a:cubicBezTo>
                <a:cubicBezTo>
                  <a:pt x="3403" y="7562"/>
                  <a:pt x="3277" y="7247"/>
                  <a:pt x="2994" y="6963"/>
                </a:cubicBezTo>
                <a:lnTo>
                  <a:pt x="1418" y="5388"/>
                </a:lnTo>
                <a:cubicBezTo>
                  <a:pt x="1355" y="5293"/>
                  <a:pt x="1355" y="5041"/>
                  <a:pt x="1513" y="4947"/>
                </a:cubicBezTo>
                <a:cubicBezTo>
                  <a:pt x="1568" y="4873"/>
                  <a:pt x="1667" y="4842"/>
                  <a:pt x="1758" y="4842"/>
                </a:cubicBezTo>
                <a:cubicBezTo>
                  <a:pt x="1823" y="4842"/>
                  <a:pt x="1883" y="4858"/>
                  <a:pt x="1923" y="4884"/>
                </a:cubicBezTo>
                <a:cubicBezTo>
                  <a:pt x="3718" y="6238"/>
                  <a:pt x="3592" y="6144"/>
                  <a:pt x="3750" y="6207"/>
                </a:cubicBezTo>
                <a:cubicBezTo>
                  <a:pt x="3834" y="6207"/>
                  <a:pt x="3876" y="6221"/>
                  <a:pt x="3913" y="6221"/>
                </a:cubicBezTo>
                <a:cubicBezTo>
                  <a:pt x="3932" y="6221"/>
                  <a:pt x="3949" y="6217"/>
                  <a:pt x="3970" y="6207"/>
                </a:cubicBezTo>
                <a:cubicBezTo>
                  <a:pt x="5231" y="6238"/>
                  <a:pt x="5483" y="6617"/>
                  <a:pt x="5483" y="7215"/>
                </a:cubicBezTo>
                <a:cubicBezTo>
                  <a:pt x="5483" y="7404"/>
                  <a:pt x="5640" y="7562"/>
                  <a:pt x="5829" y="7562"/>
                </a:cubicBezTo>
                <a:cubicBezTo>
                  <a:pt x="6018" y="7562"/>
                  <a:pt x="6176" y="7404"/>
                  <a:pt x="6176" y="7215"/>
                </a:cubicBezTo>
                <a:cubicBezTo>
                  <a:pt x="6176" y="6554"/>
                  <a:pt x="5924" y="6081"/>
                  <a:pt x="5388" y="5797"/>
                </a:cubicBezTo>
                <a:cubicBezTo>
                  <a:pt x="5073" y="5640"/>
                  <a:pt x="4663" y="5514"/>
                  <a:pt x="4128" y="5514"/>
                </a:cubicBezTo>
                <a:cubicBezTo>
                  <a:pt x="3624" y="4348"/>
                  <a:pt x="2836" y="2647"/>
                  <a:pt x="2805" y="2615"/>
                </a:cubicBezTo>
                <a:cubicBezTo>
                  <a:pt x="2710" y="2458"/>
                  <a:pt x="2805" y="2206"/>
                  <a:pt x="2962" y="2143"/>
                </a:cubicBezTo>
                <a:cubicBezTo>
                  <a:pt x="3015" y="2111"/>
                  <a:pt x="3071" y="2097"/>
                  <a:pt x="3126" y="2097"/>
                </a:cubicBezTo>
                <a:cubicBezTo>
                  <a:pt x="3235" y="2097"/>
                  <a:pt x="3340" y="2153"/>
                  <a:pt x="3403" y="2237"/>
                </a:cubicBezTo>
                <a:lnTo>
                  <a:pt x="4852" y="4695"/>
                </a:lnTo>
                <a:cubicBezTo>
                  <a:pt x="4905" y="4799"/>
                  <a:pt x="5022" y="4860"/>
                  <a:pt x="5150" y="4860"/>
                </a:cubicBezTo>
                <a:cubicBezTo>
                  <a:pt x="5176" y="4860"/>
                  <a:pt x="5204" y="4858"/>
                  <a:pt x="5231" y="4852"/>
                </a:cubicBezTo>
                <a:cubicBezTo>
                  <a:pt x="5388" y="4821"/>
                  <a:pt x="5483" y="4695"/>
                  <a:pt x="5483" y="4537"/>
                </a:cubicBezTo>
                <a:lnTo>
                  <a:pt x="5483" y="1072"/>
                </a:lnTo>
                <a:cubicBezTo>
                  <a:pt x="5483" y="883"/>
                  <a:pt x="5640" y="725"/>
                  <a:pt x="5829" y="725"/>
                </a:cubicBezTo>
                <a:close/>
                <a:moveTo>
                  <a:pt x="8822" y="7310"/>
                </a:moveTo>
                <a:cubicBezTo>
                  <a:pt x="10082" y="7688"/>
                  <a:pt x="10901" y="8318"/>
                  <a:pt x="10901" y="8916"/>
                </a:cubicBezTo>
                <a:cubicBezTo>
                  <a:pt x="10996" y="9925"/>
                  <a:pt x="8791" y="10996"/>
                  <a:pt x="5829" y="10996"/>
                </a:cubicBezTo>
                <a:cubicBezTo>
                  <a:pt x="2868" y="10996"/>
                  <a:pt x="662" y="9988"/>
                  <a:pt x="662" y="8948"/>
                </a:cubicBezTo>
                <a:cubicBezTo>
                  <a:pt x="662" y="8412"/>
                  <a:pt x="1387" y="7814"/>
                  <a:pt x="2490" y="7404"/>
                </a:cubicBezTo>
                <a:lnTo>
                  <a:pt x="2553" y="7499"/>
                </a:lnTo>
                <a:cubicBezTo>
                  <a:pt x="2679" y="7625"/>
                  <a:pt x="2773" y="7782"/>
                  <a:pt x="2773" y="7940"/>
                </a:cubicBezTo>
                <a:cubicBezTo>
                  <a:pt x="2206" y="8097"/>
                  <a:pt x="1387" y="8349"/>
                  <a:pt x="1387" y="8948"/>
                </a:cubicBezTo>
                <a:cubicBezTo>
                  <a:pt x="1387" y="9231"/>
                  <a:pt x="1544" y="9452"/>
                  <a:pt x="1860" y="9672"/>
                </a:cubicBezTo>
                <a:cubicBezTo>
                  <a:pt x="2773" y="10208"/>
                  <a:pt x="4726" y="10334"/>
                  <a:pt x="5798" y="10334"/>
                </a:cubicBezTo>
                <a:cubicBezTo>
                  <a:pt x="6869" y="10334"/>
                  <a:pt x="8822" y="10208"/>
                  <a:pt x="9736" y="9672"/>
                </a:cubicBezTo>
                <a:cubicBezTo>
                  <a:pt x="10051" y="9452"/>
                  <a:pt x="10208" y="9231"/>
                  <a:pt x="10208" y="8948"/>
                </a:cubicBezTo>
                <a:cubicBezTo>
                  <a:pt x="10208" y="8349"/>
                  <a:pt x="9421" y="8097"/>
                  <a:pt x="8822" y="7940"/>
                </a:cubicBezTo>
                <a:lnTo>
                  <a:pt x="8822" y="7310"/>
                </a:lnTo>
                <a:close/>
                <a:moveTo>
                  <a:pt x="5829" y="1"/>
                </a:moveTo>
                <a:cubicBezTo>
                  <a:pt x="5294" y="1"/>
                  <a:pt x="4821" y="473"/>
                  <a:pt x="4821" y="1072"/>
                </a:cubicBezTo>
                <a:lnTo>
                  <a:pt x="4821" y="3309"/>
                </a:lnTo>
                <a:lnTo>
                  <a:pt x="4002" y="1954"/>
                </a:lnTo>
                <a:cubicBezTo>
                  <a:pt x="3807" y="1608"/>
                  <a:pt x="3464" y="1440"/>
                  <a:pt x="3115" y="1440"/>
                </a:cubicBezTo>
                <a:cubicBezTo>
                  <a:pt x="2956" y="1440"/>
                  <a:pt x="2795" y="1475"/>
                  <a:pt x="2647" y="1544"/>
                </a:cubicBezTo>
                <a:cubicBezTo>
                  <a:pt x="2143" y="1765"/>
                  <a:pt x="1923" y="2426"/>
                  <a:pt x="2175" y="2930"/>
                </a:cubicBezTo>
                <a:cubicBezTo>
                  <a:pt x="2206" y="2993"/>
                  <a:pt x="2679" y="4033"/>
                  <a:pt x="3088" y="4915"/>
                </a:cubicBezTo>
                <a:lnTo>
                  <a:pt x="2332" y="4380"/>
                </a:lnTo>
                <a:cubicBezTo>
                  <a:pt x="2157" y="4233"/>
                  <a:pt x="1933" y="4162"/>
                  <a:pt x="1710" y="4162"/>
                </a:cubicBezTo>
                <a:cubicBezTo>
                  <a:pt x="1452" y="4162"/>
                  <a:pt x="1195" y="4257"/>
                  <a:pt x="1009" y="4443"/>
                </a:cubicBezTo>
                <a:cubicBezTo>
                  <a:pt x="599" y="4852"/>
                  <a:pt x="599" y="5514"/>
                  <a:pt x="1009" y="5923"/>
                </a:cubicBezTo>
                <a:lnTo>
                  <a:pt x="1986" y="6900"/>
                </a:lnTo>
                <a:cubicBezTo>
                  <a:pt x="725" y="7404"/>
                  <a:pt x="1" y="8160"/>
                  <a:pt x="1" y="8948"/>
                </a:cubicBezTo>
                <a:cubicBezTo>
                  <a:pt x="1" y="9736"/>
                  <a:pt x="631" y="10460"/>
                  <a:pt x="1828" y="10964"/>
                </a:cubicBezTo>
                <a:cubicBezTo>
                  <a:pt x="2868" y="11437"/>
                  <a:pt x="4348" y="11689"/>
                  <a:pt x="5829" y="11689"/>
                </a:cubicBezTo>
                <a:cubicBezTo>
                  <a:pt x="8948" y="11689"/>
                  <a:pt x="11658" y="10586"/>
                  <a:pt x="11658" y="8979"/>
                </a:cubicBezTo>
                <a:cubicBezTo>
                  <a:pt x="11658" y="8003"/>
                  <a:pt x="10744" y="7184"/>
                  <a:pt x="9169" y="6680"/>
                </a:cubicBezTo>
                <a:lnTo>
                  <a:pt x="10649" y="5199"/>
                </a:lnTo>
                <a:cubicBezTo>
                  <a:pt x="11027" y="4821"/>
                  <a:pt x="11027" y="4159"/>
                  <a:pt x="10649" y="3750"/>
                </a:cubicBezTo>
                <a:cubicBezTo>
                  <a:pt x="10445" y="3561"/>
                  <a:pt x="10185" y="3466"/>
                  <a:pt x="9929" y="3466"/>
                </a:cubicBezTo>
                <a:cubicBezTo>
                  <a:pt x="9673" y="3466"/>
                  <a:pt x="9421" y="3561"/>
                  <a:pt x="9232" y="3750"/>
                </a:cubicBezTo>
                <a:cubicBezTo>
                  <a:pt x="9137" y="3844"/>
                  <a:pt x="9074" y="3876"/>
                  <a:pt x="8948" y="4002"/>
                </a:cubicBezTo>
                <a:cubicBezTo>
                  <a:pt x="8980" y="3876"/>
                  <a:pt x="9421" y="3025"/>
                  <a:pt x="9484" y="2930"/>
                </a:cubicBezTo>
                <a:cubicBezTo>
                  <a:pt x="9736" y="2426"/>
                  <a:pt x="9547" y="1765"/>
                  <a:pt x="9011" y="1544"/>
                </a:cubicBezTo>
                <a:cubicBezTo>
                  <a:pt x="8873" y="1475"/>
                  <a:pt x="8719" y="1440"/>
                  <a:pt x="8564" y="1440"/>
                </a:cubicBezTo>
                <a:cubicBezTo>
                  <a:pt x="8226" y="1440"/>
                  <a:pt x="7883" y="1608"/>
                  <a:pt x="7688" y="1954"/>
                </a:cubicBezTo>
                <a:lnTo>
                  <a:pt x="6869" y="3309"/>
                </a:lnTo>
                <a:lnTo>
                  <a:pt x="6869" y="1072"/>
                </a:lnTo>
                <a:cubicBezTo>
                  <a:pt x="6869" y="505"/>
                  <a:pt x="6396" y="1"/>
                  <a:pt x="5829"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9019;p69">
            <a:extLst>
              <a:ext uri="{FF2B5EF4-FFF2-40B4-BE49-F238E27FC236}">
                <a16:creationId xmlns:a16="http://schemas.microsoft.com/office/drawing/2014/main" id="{73772FC5-96A1-DBE1-3197-A2F1BDFDC572}"/>
              </a:ext>
            </a:extLst>
          </p:cNvPr>
          <p:cNvSpPr/>
          <p:nvPr/>
        </p:nvSpPr>
        <p:spPr>
          <a:xfrm>
            <a:off x="12191710" y="5091387"/>
            <a:ext cx="914429" cy="914350"/>
          </a:xfrm>
          <a:custGeom>
            <a:avLst/>
            <a:gdLst/>
            <a:ahLst/>
            <a:cxnLst/>
            <a:rect l="l" t="t" r="r" b="b"/>
            <a:pathLst>
              <a:path w="11658" h="11657" extrusionOk="0">
                <a:moveTo>
                  <a:pt x="5829" y="662"/>
                </a:moveTo>
                <a:cubicBezTo>
                  <a:pt x="6396" y="662"/>
                  <a:pt x="6869" y="1134"/>
                  <a:pt x="6869" y="1670"/>
                </a:cubicBezTo>
                <a:cubicBezTo>
                  <a:pt x="6869" y="2237"/>
                  <a:pt x="6396" y="2741"/>
                  <a:pt x="5829" y="2741"/>
                </a:cubicBezTo>
                <a:cubicBezTo>
                  <a:pt x="5294" y="2710"/>
                  <a:pt x="4821" y="2237"/>
                  <a:pt x="4821" y="1670"/>
                </a:cubicBezTo>
                <a:cubicBezTo>
                  <a:pt x="4821" y="1134"/>
                  <a:pt x="5294" y="662"/>
                  <a:pt x="5829" y="662"/>
                </a:cubicBezTo>
                <a:close/>
                <a:moveTo>
                  <a:pt x="5829" y="3403"/>
                </a:moveTo>
                <a:cubicBezTo>
                  <a:pt x="7058" y="3403"/>
                  <a:pt x="8034" y="4316"/>
                  <a:pt x="8192" y="5451"/>
                </a:cubicBezTo>
                <a:lnTo>
                  <a:pt x="3466" y="5451"/>
                </a:lnTo>
                <a:cubicBezTo>
                  <a:pt x="3624" y="4285"/>
                  <a:pt x="4600" y="3403"/>
                  <a:pt x="5829" y="3403"/>
                </a:cubicBezTo>
                <a:close/>
                <a:moveTo>
                  <a:pt x="1702" y="8885"/>
                </a:moveTo>
                <a:cubicBezTo>
                  <a:pt x="2269" y="8885"/>
                  <a:pt x="2710" y="9357"/>
                  <a:pt x="2710" y="9924"/>
                </a:cubicBezTo>
                <a:cubicBezTo>
                  <a:pt x="2710" y="10460"/>
                  <a:pt x="2269" y="10932"/>
                  <a:pt x="1702" y="10932"/>
                </a:cubicBezTo>
                <a:cubicBezTo>
                  <a:pt x="1135" y="10932"/>
                  <a:pt x="694" y="10460"/>
                  <a:pt x="694" y="9924"/>
                </a:cubicBezTo>
                <a:cubicBezTo>
                  <a:pt x="694" y="9357"/>
                  <a:pt x="1135" y="8885"/>
                  <a:pt x="1702" y="8885"/>
                </a:cubicBezTo>
                <a:close/>
                <a:moveTo>
                  <a:pt x="5829" y="8885"/>
                </a:moveTo>
                <a:cubicBezTo>
                  <a:pt x="6396" y="8885"/>
                  <a:pt x="6869" y="9357"/>
                  <a:pt x="6869" y="9924"/>
                </a:cubicBezTo>
                <a:cubicBezTo>
                  <a:pt x="6869" y="10460"/>
                  <a:pt x="6396" y="10932"/>
                  <a:pt x="5829" y="10932"/>
                </a:cubicBezTo>
                <a:cubicBezTo>
                  <a:pt x="5294" y="10932"/>
                  <a:pt x="4821" y="10460"/>
                  <a:pt x="4821" y="9924"/>
                </a:cubicBezTo>
                <a:cubicBezTo>
                  <a:pt x="4821" y="9357"/>
                  <a:pt x="5294" y="8885"/>
                  <a:pt x="5829" y="8885"/>
                </a:cubicBezTo>
                <a:close/>
                <a:moveTo>
                  <a:pt x="9956" y="8885"/>
                </a:moveTo>
                <a:cubicBezTo>
                  <a:pt x="10523" y="8885"/>
                  <a:pt x="10996" y="9357"/>
                  <a:pt x="10996" y="9924"/>
                </a:cubicBezTo>
                <a:cubicBezTo>
                  <a:pt x="10996" y="10460"/>
                  <a:pt x="10523" y="10932"/>
                  <a:pt x="9956" y="10932"/>
                </a:cubicBezTo>
                <a:cubicBezTo>
                  <a:pt x="9421" y="10932"/>
                  <a:pt x="8948" y="10460"/>
                  <a:pt x="8948" y="9924"/>
                </a:cubicBezTo>
                <a:cubicBezTo>
                  <a:pt x="8948" y="9357"/>
                  <a:pt x="9421" y="8885"/>
                  <a:pt x="9956" y="8885"/>
                </a:cubicBezTo>
                <a:close/>
                <a:moveTo>
                  <a:pt x="5829" y="0"/>
                </a:moveTo>
                <a:cubicBezTo>
                  <a:pt x="4884" y="0"/>
                  <a:pt x="4128" y="725"/>
                  <a:pt x="4128" y="1670"/>
                </a:cubicBezTo>
                <a:cubicBezTo>
                  <a:pt x="4128" y="2143"/>
                  <a:pt x="4285" y="2584"/>
                  <a:pt x="4663" y="2899"/>
                </a:cubicBezTo>
                <a:lnTo>
                  <a:pt x="4695" y="2930"/>
                </a:lnTo>
                <a:cubicBezTo>
                  <a:pt x="3561" y="3403"/>
                  <a:pt x="2773" y="4505"/>
                  <a:pt x="2773" y="5766"/>
                </a:cubicBezTo>
                <a:cubicBezTo>
                  <a:pt x="2773" y="5955"/>
                  <a:pt x="2931" y="6144"/>
                  <a:pt x="3120" y="6144"/>
                </a:cubicBezTo>
                <a:lnTo>
                  <a:pt x="5514" y="6144"/>
                </a:lnTo>
                <a:lnTo>
                  <a:pt x="5514" y="6837"/>
                </a:lnTo>
                <a:lnTo>
                  <a:pt x="2395" y="6837"/>
                </a:lnTo>
                <a:cubicBezTo>
                  <a:pt x="1860" y="6837"/>
                  <a:pt x="1387" y="7309"/>
                  <a:pt x="1387" y="7876"/>
                </a:cubicBezTo>
                <a:lnTo>
                  <a:pt x="1387" y="8254"/>
                </a:lnTo>
                <a:cubicBezTo>
                  <a:pt x="599" y="8412"/>
                  <a:pt x="1" y="9137"/>
                  <a:pt x="1" y="9956"/>
                </a:cubicBezTo>
                <a:cubicBezTo>
                  <a:pt x="1" y="10901"/>
                  <a:pt x="757" y="11657"/>
                  <a:pt x="1702" y="11657"/>
                </a:cubicBezTo>
                <a:cubicBezTo>
                  <a:pt x="2647" y="11657"/>
                  <a:pt x="3403" y="10901"/>
                  <a:pt x="3403" y="9956"/>
                </a:cubicBezTo>
                <a:cubicBezTo>
                  <a:pt x="3403" y="9137"/>
                  <a:pt x="2805" y="8412"/>
                  <a:pt x="2017" y="8254"/>
                </a:cubicBezTo>
                <a:lnTo>
                  <a:pt x="2017" y="7876"/>
                </a:lnTo>
                <a:cubicBezTo>
                  <a:pt x="2017" y="7656"/>
                  <a:pt x="2175" y="7498"/>
                  <a:pt x="2364" y="7498"/>
                </a:cubicBezTo>
                <a:lnTo>
                  <a:pt x="5483" y="7498"/>
                </a:lnTo>
                <a:lnTo>
                  <a:pt x="5483" y="8223"/>
                </a:lnTo>
                <a:cubicBezTo>
                  <a:pt x="4695" y="8380"/>
                  <a:pt x="4096" y="9074"/>
                  <a:pt x="4096" y="9924"/>
                </a:cubicBezTo>
                <a:cubicBezTo>
                  <a:pt x="4096" y="10869"/>
                  <a:pt x="4852" y="11594"/>
                  <a:pt x="5798" y="11594"/>
                </a:cubicBezTo>
                <a:cubicBezTo>
                  <a:pt x="6743" y="11594"/>
                  <a:pt x="7499" y="10869"/>
                  <a:pt x="7499" y="9924"/>
                </a:cubicBezTo>
                <a:cubicBezTo>
                  <a:pt x="7499" y="9074"/>
                  <a:pt x="6900" y="8380"/>
                  <a:pt x="6113" y="8223"/>
                </a:cubicBezTo>
                <a:lnTo>
                  <a:pt x="6113" y="7498"/>
                </a:lnTo>
                <a:lnTo>
                  <a:pt x="9232" y="7498"/>
                </a:lnTo>
                <a:cubicBezTo>
                  <a:pt x="9421" y="7498"/>
                  <a:pt x="9578" y="7656"/>
                  <a:pt x="9578" y="7876"/>
                </a:cubicBezTo>
                <a:lnTo>
                  <a:pt x="9578" y="8254"/>
                </a:lnTo>
                <a:cubicBezTo>
                  <a:pt x="8791" y="8412"/>
                  <a:pt x="8192" y="9137"/>
                  <a:pt x="8192" y="9956"/>
                </a:cubicBezTo>
                <a:cubicBezTo>
                  <a:pt x="8192" y="10901"/>
                  <a:pt x="8948" y="11657"/>
                  <a:pt x="9893" y="11657"/>
                </a:cubicBezTo>
                <a:cubicBezTo>
                  <a:pt x="10838" y="11657"/>
                  <a:pt x="11595" y="10901"/>
                  <a:pt x="11595" y="9956"/>
                </a:cubicBezTo>
                <a:cubicBezTo>
                  <a:pt x="11658" y="9074"/>
                  <a:pt x="11059" y="8412"/>
                  <a:pt x="10271" y="8254"/>
                </a:cubicBezTo>
                <a:lnTo>
                  <a:pt x="10271" y="7876"/>
                </a:lnTo>
                <a:cubicBezTo>
                  <a:pt x="10271" y="7309"/>
                  <a:pt x="9799" y="6837"/>
                  <a:pt x="9263" y="6837"/>
                </a:cubicBezTo>
                <a:lnTo>
                  <a:pt x="6144" y="6837"/>
                </a:lnTo>
                <a:lnTo>
                  <a:pt x="6144" y="6144"/>
                </a:lnTo>
                <a:lnTo>
                  <a:pt x="8539" y="6144"/>
                </a:lnTo>
                <a:cubicBezTo>
                  <a:pt x="8759" y="6144"/>
                  <a:pt x="8917" y="5955"/>
                  <a:pt x="8917" y="5766"/>
                </a:cubicBezTo>
                <a:cubicBezTo>
                  <a:pt x="8917" y="4474"/>
                  <a:pt x="8129" y="3371"/>
                  <a:pt x="6963" y="2930"/>
                </a:cubicBezTo>
                <a:lnTo>
                  <a:pt x="7026" y="2899"/>
                </a:lnTo>
                <a:cubicBezTo>
                  <a:pt x="7341" y="2584"/>
                  <a:pt x="7530" y="2143"/>
                  <a:pt x="7530" y="1670"/>
                </a:cubicBezTo>
                <a:cubicBezTo>
                  <a:pt x="7530" y="725"/>
                  <a:pt x="6774" y="0"/>
                  <a:pt x="5829"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9020;p69">
            <a:extLst>
              <a:ext uri="{FF2B5EF4-FFF2-40B4-BE49-F238E27FC236}">
                <a16:creationId xmlns:a16="http://schemas.microsoft.com/office/drawing/2014/main" id="{D563AB81-C3B5-BB87-08BF-094DFF2FBD2C}"/>
              </a:ext>
            </a:extLst>
          </p:cNvPr>
          <p:cNvSpPr/>
          <p:nvPr/>
        </p:nvSpPr>
        <p:spPr>
          <a:xfrm>
            <a:off x="12168257" y="6170420"/>
            <a:ext cx="961334" cy="916233"/>
          </a:xfrm>
          <a:custGeom>
            <a:avLst/>
            <a:gdLst/>
            <a:ahLst/>
            <a:cxnLst/>
            <a:rect l="l" t="t" r="r" b="b"/>
            <a:pathLst>
              <a:path w="12256" h="11681" extrusionOk="0">
                <a:moveTo>
                  <a:pt x="8853" y="2072"/>
                </a:moveTo>
                <a:cubicBezTo>
                  <a:pt x="9121" y="2072"/>
                  <a:pt x="9389" y="2174"/>
                  <a:pt x="9578" y="2379"/>
                </a:cubicBezTo>
                <a:cubicBezTo>
                  <a:pt x="9987" y="2757"/>
                  <a:pt x="9987" y="3418"/>
                  <a:pt x="9578" y="3828"/>
                </a:cubicBezTo>
                <a:lnTo>
                  <a:pt x="8601" y="4805"/>
                </a:lnTo>
                <a:cubicBezTo>
                  <a:pt x="8444" y="4490"/>
                  <a:pt x="8254" y="4206"/>
                  <a:pt x="8002" y="3954"/>
                </a:cubicBezTo>
                <a:cubicBezTo>
                  <a:pt x="7782" y="3702"/>
                  <a:pt x="7467" y="3481"/>
                  <a:pt x="7152" y="3355"/>
                </a:cubicBezTo>
                <a:lnTo>
                  <a:pt x="8128" y="2379"/>
                </a:lnTo>
                <a:cubicBezTo>
                  <a:pt x="8317" y="2174"/>
                  <a:pt x="8585" y="2072"/>
                  <a:pt x="8853" y="2072"/>
                </a:cubicBezTo>
                <a:close/>
                <a:moveTo>
                  <a:pt x="5794" y="5110"/>
                </a:moveTo>
                <a:cubicBezTo>
                  <a:pt x="6066" y="5110"/>
                  <a:pt x="6350" y="5200"/>
                  <a:pt x="6553" y="5403"/>
                </a:cubicBezTo>
                <a:cubicBezTo>
                  <a:pt x="6837" y="5687"/>
                  <a:pt x="6900" y="6096"/>
                  <a:pt x="6774" y="6474"/>
                </a:cubicBezTo>
                <a:cubicBezTo>
                  <a:pt x="6675" y="6501"/>
                  <a:pt x="6569" y="6515"/>
                  <a:pt x="6462" y="6515"/>
                </a:cubicBezTo>
                <a:cubicBezTo>
                  <a:pt x="6192" y="6515"/>
                  <a:pt x="5915" y="6425"/>
                  <a:pt x="5734" y="6222"/>
                </a:cubicBezTo>
                <a:cubicBezTo>
                  <a:pt x="5451" y="5939"/>
                  <a:pt x="5356" y="5529"/>
                  <a:pt x="5482" y="5151"/>
                </a:cubicBezTo>
                <a:cubicBezTo>
                  <a:pt x="5580" y="5124"/>
                  <a:pt x="5686" y="5110"/>
                  <a:pt x="5794" y="5110"/>
                </a:cubicBezTo>
                <a:close/>
                <a:moveTo>
                  <a:pt x="8869" y="662"/>
                </a:moveTo>
                <a:cubicBezTo>
                  <a:pt x="9475" y="662"/>
                  <a:pt x="10082" y="898"/>
                  <a:pt x="10554" y="1371"/>
                </a:cubicBezTo>
                <a:cubicBezTo>
                  <a:pt x="11499" y="2316"/>
                  <a:pt x="11499" y="3828"/>
                  <a:pt x="10554" y="4773"/>
                </a:cubicBezTo>
                <a:lnTo>
                  <a:pt x="8160" y="7167"/>
                </a:lnTo>
                <a:cubicBezTo>
                  <a:pt x="7687" y="7640"/>
                  <a:pt x="7081" y="7876"/>
                  <a:pt x="6474" y="7876"/>
                </a:cubicBezTo>
                <a:cubicBezTo>
                  <a:pt x="5868" y="7876"/>
                  <a:pt x="5262" y="7640"/>
                  <a:pt x="4789" y="7167"/>
                </a:cubicBezTo>
                <a:cubicBezTo>
                  <a:pt x="4537" y="6947"/>
                  <a:pt x="4348" y="6632"/>
                  <a:pt x="4222" y="6254"/>
                </a:cubicBezTo>
                <a:lnTo>
                  <a:pt x="4789" y="5718"/>
                </a:lnTo>
                <a:cubicBezTo>
                  <a:pt x="4820" y="6065"/>
                  <a:pt x="4978" y="6411"/>
                  <a:pt x="5262" y="6695"/>
                </a:cubicBezTo>
                <a:cubicBezTo>
                  <a:pt x="5592" y="7026"/>
                  <a:pt x="6026" y="7191"/>
                  <a:pt x="6459" y="7191"/>
                </a:cubicBezTo>
                <a:cubicBezTo>
                  <a:pt x="6892" y="7191"/>
                  <a:pt x="7325" y="7026"/>
                  <a:pt x="7656" y="6695"/>
                </a:cubicBezTo>
                <a:lnTo>
                  <a:pt x="10050" y="4301"/>
                </a:lnTo>
                <a:cubicBezTo>
                  <a:pt x="10712" y="3639"/>
                  <a:pt x="10712" y="2568"/>
                  <a:pt x="10050" y="1906"/>
                </a:cubicBezTo>
                <a:cubicBezTo>
                  <a:pt x="9719" y="1560"/>
                  <a:pt x="9286" y="1386"/>
                  <a:pt x="8853" y="1386"/>
                </a:cubicBezTo>
                <a:cubicBezTo>
                  <a:pt x="8420" y="1386"/>
                  <a:pt x="7987" y="1560"/>
                  <a:pt x="7656" y="1906"/>
                </a:cubicBezTo>
                <a:lnTo>
                  <a:pt x="6427" y="3103"/>
                </a:lnTo>
                <a:cubicBezTo>
                  <a:pt x="6243" y="3066"/>
                  <a:pt x="6058" y="3051"/>
                  <a:pt x="5874" y="3051"/>
                </a:cubicBezTo>
                <a:cubicBezTo>
                  <a:pt x="5743" y="3051"/>
                  <a:pt x="5613" y="3059"/>
                  <a:pt x="5482" y="3072"/>
                </a:cubicBezTo>
                <a:lnTo>
                  <a:pt x="7183" y="1371"/>
                </a:lnTo>
                <a:cubicBezTo>
                  <a:pt x="7656" y="898"/>
                  <a:pt x="8262" y="662"/>
                  <a:pt x="8869" y="662"/>
                </a:cubicBezTo>
                <a:close/>
                <a:moveTo>
                  <a:pt x="3686" y="6821"/>
                </a:moveTo>
                <a:cubicBezTo>
                  <a:pt x="3844" y="7136"/>
                  <a:pt x="4033" y="7420"/>
                  <a:pt x="4253" y="7672"/>
                </a:cubicBezTo>
                <a:cubicBezTo>
                  <a:pt x="4505" y="7924"/>
                  <a:pt x="4820" y="8144"/>
                  <a:pt x="5135" y="8270"/>
                </a:cubicBezTo>
                <a:lnTo>
                  <a:pt x="4096" y="9278"/>
                </a:lnTo>
                <a:cubicBezTo>
                  <a:pt x="3907" y="9483"/>
                  <a:pt x="3647" y="9585"/>
                  <a:pt x="3383" y="9585"/>
                </a:cubicBezTo>
                <a:cubicBezTo>
                  <a:pt x="3119" y="9585"/>
                  <a:pt x="2851" y="9483"/>
                  <a:pt x="2647" y="9278"/>
                </a:cubicBezTo>
                <a:cubicBezTo>
                  <a:pt x="2269" y="8900"/>
                  <a:pt x="2269" y="8239"/>
                  <a:pt x="2647" y="7829"/>
                </a:cubicBezTo>
                <a:lnTo>
                  <a:pt x="3686" y="6821"/>
                </a:lnTo>
                <a:close/>
                <a:moveTo>
                  <a:pt x="5844" y="3718"/>
                </a:moveTo>
                <a:cubicBezTo>
                  <a:pt x="6451" y="3718"/>
                  <a:pt x="7057" y="3954"/>
                  <a:pt x="7530" y="4427"/>
                </a:cubicBezTo>
                <a:cubicBezTo>
                  <a:pt x="7782" y="4647"/>
                  <a:pt x="7971" y="4962"/>
                  <a:pt x="8097" y="5309"/>
                </a:cubicBezTo>
                <a:lnTo>
                  <a:pt x="7530" y="5876"/>
                </a:lnTo>
                <a:cubicBezTo>
                  <a:pt x="7498" y="5529"/>
                  <a:pt x="7341" y="5151"/>
                  <a:pt x="7057" y="4899"/>
                </a:cubicBezTo>
                <a:cubicBezTo>
                  <a:pt x="6726" y="4553"/>
                  <a:pt x="6293" y="4379"/>
                  <a:pt x="5860" y="4379"/>
                </a:cubicBezTo>
                <a:cubicBezTo>
                  <a:pt x="5427" y="4379"/>
                  <a:pt x="4994" y="4553"/>
                  <a:pt x="4663" y="4899"/>
                </a:cubicBezTo>
                <a:lnTo>
                  <a:pt x="2174" y="7357"/>
                </a:lnTo>
                <a:cubicBezTo>
                  <a:pt x="1512" y="8050"/>
                  <a:pt x="1512" y="9089"/>
                  <a:pt x="2174" y="9782"/>
                </a:cubicBezTo>
                <a:cubicBezTo>
                  <a:pt x="2505" y="10113"/>
                  <a:pt x="2938" y="10279"/>
                  <a:pt x="3371" y="10279"/>
                </a:cubicBezTo>
                <a:cubicBezTo>
                  <a:pt x="3804" y="10279"/>
                  <a:pt x="4238" y="10113"/>
                  <a:pt x="4568" y="9782"/>
                </a:cubicBezTo>
                <a:lnTo>
                  <a:pt x="5892" y="8459"/>
                </a:lnTo>
                <a:cubicBezTo>
                  <a:pt x="6122" y="8505"/>
                  <a:pt x="6336" y="8535"/>
                  <a:pt x="6570" y="8535"/>
                </a:cubicBezTo>
                <a:cubicBezTo>
                  <a:pt x="6656" y="8535"/>
                  <a:pt x="6744" y="8531"/>
                  <a:pt x="6837" y="8522"/>
                </a:cubicBezTo>
                <a:lnTo>
                  <a:pt x="6837" y="8522"/>
                </a:lnTo>
                <a:lnTo>
                  <a:pt x="5041" y="10286"/>
                </a:lnTo>
                <a:cubicBezTo>
                  <a:pt x="4568" y="10759"/>
                  <a:pt x="3962" y="10995"/>
                  <a:pt x="3355" y="10995"/>
                </a:cubicBezTo>
                <a:cubicBezTo>
                  <a:pt x="2749" y="10995"/>
                  <a:pt x="2143" y="10759"/>
                  <a:pt x="1670" y="10286"/>
                </a:cubicBezTo>
                <a:cubicBezTo>
                  <a:pt x="725" y="9341"/>
                  <a:pt x="725" y="7829"/>
                  <a:pt x="1670" y="6884"/>
                </a:cubicBezTo>
                <a:lnTo>
                  <a:pt x="4159" y="4427"/>
                </a:lnTo>
                <a:cubicBezTo>
                  <a:pt x="4631" y="3954"/>
                  <a:pt x="5238" y="3718"/>
                  <a:pt x="5844" y="3718"/>
                </a:cubicBezTo>
                <a:close/>
                <a:moveTo>
                  <a:pt x="8869" y="0"/>
                </a:moveTo>
                <a:cubicBezTo>
                  <a:pt x="8081" y="0"/>
                  <a:pt x="7294" y="299"/>
                  <a:pt x="6711" y="898"/>
                </a:cubicBezTo>
                <a:lnTo>
                  <a:pt x="1197" y="6411"/>
                </a:lnTo>
                <a:cubicBezTo>
                  <a:pt x="0" y="7609"/>
                  <a:pt x="0" y="9562"/>
                  <a:pt x="1197" y="10759"/>
                </a:cubicBezTo>
                <a:cubicBezTo>
                  <a:pt x="1812" y="11373"/>
                  <a:pt x="2599" y="11681"/>
                  <a:pt x="3379" y="11681"/>
                </a:cubicBezTo>
                <a:cubicBezTo>
                  <a:pt x="4159" y="11681"/>
                  <a:pt x="4931" y="11373"/>
                  <a:pt x="5514" y="10759"/>
                </a:cubicBezTo>
                <a:lnTo>
                  <a:pt x="11027" y="5246"/>
                </a:lnTo>
                <a:cubicBezTo>
                  <a:pt x="12256" y="4017"/>
                  <a:pt x="12256" y="2095"/>
                  <a:pt x="11027" y="898"/>
                </a:cubicBezTo>
                <a:cubicBezTo>
                  <a:pt x="10444" y="299"/>
                  <a:pt x="9656" y="0"/>
                  <a:pt x="8869"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78" name="Google Shape;9021;p69">
            <a:extLst>
              <a:ext uri="{FF2B5EF4-FFF2-40B4-BE49-F238E27FC236}">
                <a16:creationId xmlns:a16="http://schemas.microsoft.com/office/drawing/2014/main" id="{60F77688-9FBD-FDA4-0379-31E6724325EA}"/>
              </a:ext>
            </a:extLst>
          </p:cNvPr>
          <p:cNvGrpSpPr/>
          <p:nvPr/>
        </p:nvGrpSpPr>
        <p:grpSpPr>
          <a:xfrm>
            <a:off x="17977691" y="3925908"/>
            <a:ext cx="914429" cy="911919"/>
            <a:chOff x="-30805300" y="1938725"/>
            <a:chExt cx="291450" cy="290650"/>
          </a:xfrm>
          <a:solidFill>
            <a:srgbClr val="555559"/>
          </a:solidFill>
        </p:grpSpPr>
        <p:sp>
          <p:nvSpPr>
            <p:cNvPr id="1579" name="Google Shape;9022;p69">
              <a:extLst>
                <a:ext uri="{FF2B5EF4-FFF2-40B4-BE49-F238E27FC236}">
                  <a16:creationId xmlns:a16="http://schemas.microsoft.com/office/drawing/2014/main" id="{437489F9-9B3B-F646-88E5-80280CE9F588}"/>
                </a:ext>
              </a:extLst>
            </p:cNvPr>
            <p:cNvSpPr/>
            <p:nvPr/>
          </p:nvSpPr>
          <p:spPr>
            <a:xfrm>
              <a:off x="-30805300" y="1938725"/>
              <a:ext cx="291450" cy="290650"/>
            </a:xfrm>
            <a:custGeom>
              <a:avLst/>
              <a:gdLst/>
              <a:ahLst/>
              <a:cxnLst/>
              <a:rect l="l" t="t" r="r" b="b"/>
              <a:pathLst>
                <a:path w="11658" h="11626" extrusionOk="0">
                  <a:moveTo>
                    <a:pt x="6806" y="694"/>
                  </a:moveTo>
                  <a:lnTo>
                    <a:pt x="6806" y="1450"/>
                  </a:lnTo>
                  <a:lnTo>
                    <a:pt x="6112" y="1450"/>
                  </a:lnTo>
                  <a:lnTo>
                    <a:pt x="6112" y="694"/>
                  </a:lnTo>
                  <a:close/>
                  <a:moveTo>
                    <a:pt x="10586" y="4821"/>
                  </a:moveTo>
                  <a:cubicBezTo>
                    <a:pt x="10807" y="4821"/>
                    <a:pt x="10964" y="5010"/>
                    <a:pt x="10964" y="5199"/>
                  </a:cubicBezTo>
                  <a:cubicBezTo>
                    <a:pt x="10964" y="5388"/>
                    <a:pt x="10807" y="5545"/>
                    <a:pt x="10586" y="5545"/>
                  </a:cubicBezTo>
                  <a:lnTo>
                    <a:pt x="8570" y="5545"/>
                  </a:lnTo>
                  <a:cubicBezTo>
                    <a:pt x="8349" y="5545"/>
                    <a:pt x="8192" y="5388"/>
                    <a:pt x="8192" y="5199"/>
                  </a:cubicBezTo>
                  <a:cubicBezTo>
                    <a:pt x="8192" y="5010"/>
                    <a:pt x="8349" y="4821"/>
                    <a:pt x="8570" y="4821"/>
                  </a:cubicBezTo>
                  <a:close/>
                  <a:moveTo>
                    <a:pt x="6459" y="3529"/>
                  </a:moveTo>
                  <a:cubicBezTo>
                    <a:pt x="7089" y="3529"/>
                    <a:pt x="7656" y="3844"/>
                    <a:pt x="7971" y="4411"/>
                  </a:cubicBezTo>
                  <a:cubicBezTo>
                    <a:pt x="7688" y="4600"/>
                    <a:pt x="7499" y="4915"/>
                    <a:pt x="7499" y="5262"/>
                  </a:cubicBezTo>
                  <a:cubicBezTo>
                    <a:pt x="7499" y="5388"/>
                    <a:pt x="7530" y="5545"/>
                    <a:pt x="7562" y="5672"/>
                  </a:cubicBezTo>
                  <a:cubicBezTo>
                    <a:pt x="7121" y="5703"/>
                    <a:pt x="6806" y="6113"/>
                    <a:pt x="6806" y="6585"/>
                  </a:cubicBezTo>
                  <a:cubicBezTo>
                    <a:pt x="6806" y="6680"/>
                    <a:pt x="6806" y="6774"/>
                    <a:pt x="6869" y="6900"/>
                  </a:cubicBezTo>
                  <a:cubicBezTo>
                    <a:pt x="6743" y="6932"/>
                    <a:pt x="6617" y="6932"/>
                    <a:pt x="6459" y="6932"/>
                  </a:cubicBezTo>
                  <a:cubicBezTo>
                    <a:pt x="5514" y="6932"/>
                    <a:pt x="4758" y="6176"/>
                    <a:pt x="4758" y="5230"/>
                  </a:cubicBezTo>
                  <a:cubicBezTo>
                    <a:pt x="4758" y="4285"/>
                    <a:pt x="5514" y="3529"/>
                    <a:pt x="6459" y="3529"/>
                  </a:cubicBezTo>
                  <a:close/>
                  <a:moveTo>
                    <a:pt x="9893" y="6207"/>
                  </a:moveTo>
                  <a:cubicBezTo>
                    <a:pt x="10082" y="6207"/>
                    <a:pt x="10240" y="6365"/>
                    <a:pt x="10240" y="6585"/>
                  </a:cubicBezTo>
                  <a:cubicBezTo>
                    <a:pt x="10240" y="6774"/>
                    <a:pt x="10082" y="6932"/>
                    <a:pt x="9893" y="6932"/>
                  </a:cubicBezTo>
                  <a:lnTo>
                    <a:pt x="7845" y="6932"/>
                  </a:lnTo>
                  <a:cubicBezTo>
                    <a:pt x="7656" y="6932"/>
                    <a:pt x="7499" y="6774"/>
                    <a:pt x="7499" y="6585"/>
                  </a:cubicBezTo>
                  <a:cubicBezTo>
                    <a:pt x="7499" y="6365"/>
                    <a:pt x="7656" y="6207"/>
                    <a:pt x="7845" y="6207"/>
                  </a:cubicBezTo>
                  <a:close/>
                  <a:moveTo>
                    <a:pt x="9231" y="7562"/>
                  </a:moveTo>
                  <a:cubicBezTo>
                    <a:pt x="9420" y="7562"/>
                    <a:pt x="9578" y="7719"/>
                    <a:pt x="9578" y="7908"/>
                  </a:cubicBezTo>
                  <a:cubicBezTo>
                    <a:pt x="9578" y="8097"/>
                    <a:pt x="9420" y="8255"/>
                    <a:pt x="9231" y="8255"/>
                  </a:cubicBezTo>
                  <a:lnTo>
                    <a:pt x="7845" y="8255"/>
                  </a:lnTo>
                  <a:cubicBezTo>
                    <a:pt x="7656" y="8255"/>
                    <a:pt x="7499" y="8097"/>
                    <a:pt x="7499" y="7908"/>
                  </a:cubicBezTo>
                  <a:cubicBezTo>
                    <a:pt x="7499" y="7719"/>
                    <a:pt x="7656" y="7562"/>
                    <a:pt x="7845" y="7562"/>
                  </a:cubicBezTo>
                  <a:close/>
                  <a:moveTo>
                    <a:pt x="6595" y="2171"/>
                  </a:moveTo>
                  <a:cubicBezTo>
                    <a:pt x="7889" y="2171"/>
                    <a:pt x="8963" y="3033"/>
                    <a:pt x="9389" y="4159"/>
                  </a:cubicBezTo>
                  <a:lnTo>
                    <a:pt x="8633" y="4159"/>
                  </a:lnTo>
                  <a:cubicBezTo>
                    <a:pt x="8223" y="3340"/>
                    <a:pt x="7404" y="2805"/>
                    <a:pt x="6459" y="2805"/>
                  </a:cubicBezTo>
                  <a:cubicBezTo>
                    <a:pt x="5136" y="2805"/>
                    <a:pt x="4065" y="3844"/>
                    <a:pt x="4065" y="5199"/>
                  </a:cubicBezTo>
                  <a:cubicBezTo>
                    <a:pt x="4065" y="6522"/>
                    <a:pt x="5136" y="7593"/>
                    <a:pt x="6459" y="7593"/>
                  </a:cubicBezTo>
                  <a:cubicBezTo>
                    <a:pt x="6617" y="7593"/>
                    <a:pt x="6743" y="7593"/>
                    <a:pt x="6900" y="7562"/>
                  </a:cubicBezTo>
                  <a:lnTo>
                    <a:pt x="6900" y="7562"/>
                  </a:lnTo>
                  <a:cubicBezTo>
                    <a:pt x="6869" y="7688"/>
                    <a:pt x="6806" y="7782"/>
                    <a:pt x="6806" y="7940"/>
                  </a:cubicBezTo>
                  <a:cubicBezTo>
                    <a:pt x="6806" y="8066"/>
                    <a:pt x="6806" y="8192"/>
                    <a:pt x="6869" y="8255"/>
                  </a:cubicBezTo>
                  <a:cubicBezTo>
                    <a:pt x="6743" y="8255"/>
                    <a:pt x="6585" y="8318"/>
                    <a:pt x="6459" y="8318"/>
                  </a:cubicBezTo>
                  <a:cubicBezTo>
                    <a:pt x="4758" y="8318"/>
                    <a:pt x="3403" y="6932"/>
                    <a:pt x="3403" y="5230"/>
                  </a:cubicBezTo>
                  <a:cubicBezTo>
                    <a:pt x="3403" y="3529"/>
                    <a:pt x="4758" y="2174"/>
                    <a:pt x="6459" y="2174"/>
                  </a:cubicBezTo>
                  <a:cubicBezTo>
                    <a:pt x="6505" y="2172"/>
                    <a:pt x="6550" y="2171"/>
                    <a:pt x="6595" y="2171"/>
                  </a:cubicBezTo>
                  <a:close/>
                  <a:moveTo>
                    <a:pt x="8538" y="8917"/>
                  </a:moveTo>
                  <a:cubicBezTo>
                    <a:pt x="8759" y="8917"/>
                    <a:pt x="8916" y="9074"/>
                    <a:pt x="8916" y="9295"/>
                  </a:cubicBezTo>
                  <a:cubicBezTo>
                    <a:pt x="8853" y="9484"/>
                    <a:pt x="8696" y="9641"/>
                    <a:pt x="8538" y="9641"/>
                  </a:cubicBezTo>
                  <a:lnTo>
                    <a:pt x="7877" y="9641"/>
                  </a:lnTo>
                  <a:cubicBezTo>
                    <a:pt x="7688" y="9641"/>
                    <a:pt x="7530" y="9484"/>
                    <a:pt x="7530" y="9295"/>
                  </a:cubicBezTo>
                  <a:cubicBezTo>
                    <a:pt x="7530" y="9074"/>
                    <a:pt x="7688" y="8917"/>
                    <a:pt x="7877" y="8917"/>
                  </a:cubicBezTo>
                  <a:close/>
                  <a:moveTo>
                    <a:pt x="3592" y="1765"/>
                  </a:moveTo>
                  <a:cubicBezTo>
                    <a:pt x="3655" y="2111"/>
                    <a:pt x="3655" y="2427"/>
                    <a:pt x="3592" y="2805"/>
                  </a:cubicBezTo>
                  <a:cubicBezTo>
                    <a:pt x="3025" y="3466"/>
                    <a:pt x="2710" y="4285"/>
                    <a:pt x="2710" y="5199"/>
                  </a:cubicBezTo>
                  <a:cubicBezTo>
                    <a:pt x="2710" y="7278"/>
                    <a:pt x="4411" y="8917"/>
                    <a:pt x="6459" y="8917"/>
                  </a:cubicBezTo>
                  <a:cubicBezTo>
                    <a:pt x="6585" y="8917"/>
                    <a:pt x="6743" y="8917"/>
                    <a:pt x="6869" y="8885"/>
                  </a:cubicBezTo>
                  <a:lnTo>
                    <a:pt x="6869" y="8885"/>
                  </a:lnTo>
                  <a:cubicBezTo>
                    <a:pt x="6806" y="9011"/>
                    <a:pt x="6774" y="9137"/>
                    <a:pt x="6774" y="9232"/>
                  </a:cubicBezTo>
                  <a:cubicBezTo>
                    <a:pt x="6774" y="9358"/>
                    <a:pt x="6806" y="9484"/>
                    <a:pt x="6806" y="9610"/>
                  </a:cubicBezTo>
                  <a:lnTo>
                    <a:pt x="4915" y="9610"/>
                  </a:lnTo>
                  <a:cubicBezTo>
                    <a:pt x="4537" y="9641"/>
                    <a:pt x="4096" y="9830"/>
                    <a:pt x="3781" y="10145"/>
                  </a:cubicBezTo>
                  <a:lnTo>
                    <a:pt x="3088" y="10870"/>
                  </a:lnTo>
                  <a:lnTo>
                    <a:pt x="788" y="8633"/>
                  </a:lnTo>
                  <a:lnTo>
                    <a:pt x="1544" y="7908"/>
                  </a:lnTo>
                  <a:cubicBezTo>
                    <a:pt x="1859" y="7593"/>
                    <a:pt x="2048" y="7152"/>
                    <a:pt x="2048" y="6680"/>
                  </a:cubicBezTo>
                  <a:lnTo>
                    <a:pt x="2048" y="3655"/>
                  </a:lnTo>
                  <a:cubicBezTo>
                    <a:pt x="2048" y="3592"/>
                    <a:pt x="2080" y="3498"/>
                    <a:pt x="2143" y="3435"/>
                  </a:cubicBezTo>
                  <a:lnTo>
                    <a:pt x="3592" y="1765"/>
                  </a:lnTo>
                  <a:close/>
                  <a:moveTo>
                    <a:pt x="5167" y="1"/>
                  </a:moveTo>
                  <a:cubicBezTo>
                    <a:pt x="4978" y="1"/>
                    <a:pt x="4821" y="158"/>
                    <a:pt x="4821" y="347"/>
                  </a:cubicBezTo>
                  <a:cubicBezTo>
                    <a:pt x="4821" y="536"/>
                    <a:pt x="4978" y="694"/>
                    <a:pt x="5167" y="694"/>
                  </a:cubicBezTo>
                  <a:lnTo>
                    <a:pt x="5514" y="694"/>
                  </a:lnTo>
                  <a:lnTo>
                    <a:pt x="5514" y="1576"/>
                  </a:lnTo>
                  <a:cubicBezTo>
                    <a:pt x="5136" y="1702"/>
                    <a:pt x="4726" y="1891"/>
                    <a:pt x="4380" y="2111"/>
                  </a:cubicBezTo>
                  <a:cubicBezTo>
                    <a:pt x="4380" y="1796"/>
                    <a:pt x="4317" y="1481"/>
                    <a:pt x="4222" y="1229"/>
                  </a:cubicBezTo>
                  <a:lnTo>
                    <a:pt x="4159" y="977"/>
                  </a:lnTo>
                  <a:cubicBezTo>
                    <a:pt x="4096" y="851"/>
                    <a:pt x="4033" y="788"/>
                    <a:pt x="3907" y="757"/>
                  </a:cubicBezTo>
                  <a:cubicBezTo>
                    <a:pt x="3872" y="739"/>
                    <a:pt x="3839" y="731"/>
                    <a:pt x="3808" y="731"/>
                  </a:cubicBezTo>
                  <a:cubicBezTo>
                    <a:pt x="3728" y="731"/>
                    <a:pt x="3660" y="783"/>
                    <a:pt x="3592" y="851"/>
                  </a:cubicBezTo>
                  <a:lnTo>
                    <a:pt x="1702" y="2962"/>
                  </a:lnTo>
                  <a:cubicBezTo>
                    <a:pt x="1544" y="3151"/>
                    <a:pt x="1418" y="3372"/>
                    <a:pt x="1418" y="3624"/>
                  </a:cubicBezTo>
                  <a:lnTo>
                    <a:pt x="1418" y="6648"/>
                  </a:lnTo>
                  <a:cubicBezTo>
                    <a:pt x="1418" y="6932"/>
                    <a:pt x="1292" y="7152"/>
                    <a:pt x="1103" y="7373"/>
                  </a:cubicBezTo>
                  <a:lnTo>
                    <a:pt x="127" y="8349"/>
                  </a:lnTo>
                  <a:cubicBezTo>
                    <a:pt x="64" y="8412"/>
                    <a:pt x="1" y="8507"/>
                    <a:pt x="1" y="8570"/>
                  </a:cubicBezTo>
                  <a:cubicBezTo>
                    <a:pt x="1" y="8664"/>
                    <a:pt x="32" y="8790"/>
                    <a:pt x="127" y="8822"/>
                  </a:cubicBezTo>
                  <a:lnTo>
                    <a:pt x="2867" y="11531"/>
                  </a:lnTo>
                  <a:cubicBezTo>
                    <a:pt x="2930" y="11594"/>
                    <a:pt x="3025" y="11626"/>
                    <a:pt x="3116" y="11626"/>
                  </a:cubicBezTo>
                  <a:cubicBezTo>
                    <a:pt x="3206" y="11626"/>
                    <a:pt x="3293" y="11594"/>
                    <a:pt x="3340" y="11531"/>
                  </a:cubicBezTo>
                  <a:lnTo>
                    <a:pt x="4348" y="10555"/>
                  </a:lnTo>
                  <a:cubicBezTo>
                    <a:pt x="4537" y="10366"/>
                    <a:pt x="4758" y="10240"/>
                    <a:pt x="5041" y="10240"/>
                  </a:cubicBezTo>
                  <a:lnTo>
                    <a:pt x="8601" y="10240"/>
                  </a:lnTo>
                  <a:cubicBezTo>
                    <a:pt x="9137" y="10240"/>
                    <a:pt x="9610" y="9767"/>
                    <a:pt x="9610" y="9200"/>
                  </a:cubicBezTo>
                  <a:cubicBezTo>
                    <a:pt x="9610" y="9106"/>
                    <a:pt x="9578" y="8948"/>
                    <a:pt x="9547" y="8822"/>
                  </a:cubicBezTo>
                  <a:cubicBezTo>
                    <a:pt x="9956" y="8696"/>
                    <a:pt x="10303" y="8318"/>
                    <a:pt x="10303" y="7845"/>
                  </a:cubicBezTo>
                  <a:cubicBezTo>
                    <a:pt x="10303" y="7719"/>
                    <a:pt x="10240" y="7562"/>
                    <a:pt x="10208" y="7436"/>
                  </a:cubicBezTo>
                  <a:cubicBezTo>
                    <a:pt x="10649" y="7310"/>
                    <a:pt x="10964" y="6932"/>
                    <a:pt x="10964" y="6459"/>
                  </a:cubicBezTo>
                  <a:cubicBezTo>
                    <a:pt x="10964" y="6333"/>
                    <a:pt x="10933" y="6176"/>
                    <a:pt x="10870" y="6050"/>
                  </a:cubicBezTo>
                  <a:cubicBezTo>
                    <a:pt x="11027" y="6018"/>
                    <a:pt x="11185" y="5955"/>
                    <a:pt x="11342" y="5798"/>
                  </a:cubicBezTo>
                  <a:cubicBezTo>
                    <a:pt x="11563" y="5577"/>
                    <a:pt x="11657" y="5325"/>
                    <a:pt x="11657" y="5041"/>
                  </a:cubicBezTo>
                  <a:cubicBezTo>
                    <a:pt x="11657" y="4758"/>
                    <a:pt x="11563" y="4474"/>
                    <a:pt x="11342" y="4285"/>
                  </a:cubicBezTo>
                  <a:cubicBezTo>
                    <a:pt x="11122" y="4285"/>
                    <a:pt x="10870" y="4159"/>
                    <a:pt x="10586" y="4159"/>
                  </a:cubicBezTo>
                  <a:lnTo>
                    <a:pt x="10145" y="4159"/>
                  </a:lnTo>
                  <a:cubicBezTo>
                    <a:pt x="9767" y="2899"/>
                    <a:pt x="8790" y="1922"/>
                    <a:pt x="7530" y="1576"/>
                  </a:cubicBezTo>
                  <a:lnTo>
                    <a:pt x="7530" y="694"/>
                  </a:lnTo>
                  <a:lnTo>
                    <a:pt x="7877" y="694"/>
                  </a:lnTo>
                  <a:cubicBezTo>
                    <a:pt x="8097" y="694"/>
                    <a:pt x="8255" y="536"/>
                    <a:pt x="8255" y="347"/>
                  </a:cubicBezTo>
                  <a:cubicBezTo>
                    <a:pt x="8255" y="158"/>
                    <a:pt x="8097" y="1"/>
                    <a:pt x="787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9023;p69">
              <a:extLst>
                <a:ext uri="{FF2B5EF4-FFF2-40B4-BE49-F238E27FC236}">
                  <a16:creationId xmlns:a16="http://schemas.microsoft.com/office/drawing/2014/main" id="{3D2CB88E-E4BB-7300-A8D6-5D8B4600C34A}"/>
                </a:ext>
              </a:extLst>
            </p:cNvPr>
            <p:cNvSpPr/>
            <p:nvPr/>
          </p:nvSpPr>
          <p:spPr>
            <a:xfrm>
              <a:off x="-30670625" y="2042700"/>
              <a:ext cx="35475" cy="35450"/>
            </a:xfrm>
            <a:custGeom>
              <a:avLst/>
              <a:gdLst/>
              <a:ahLst/>
              <a:cxnLst/>
              <a:rect l="l" t="t" r="r" b="b"/>
              <a:pathLst>
                <a:path w="1419" h="1418" extrusionOk="0">
                  <a:moveTo>
                    <a:pt x="1072" y="0"/>
                  </a:moveTo>
                  <a:cubicBezTo>
                    <a:pt x="883" y="0"/>
                    <a:pt x="725" y="158"/>
                    <a:pt x="725" y="378"/>
                  </a:cubicBezTo>
                  <a:lnTo>
                    <a:pt x="725" y="725"/>
                  </a:lnTo>
                  <a:lnTo>
                    <a:pt x="379" y="725"/>
                  </a:lnTo>
                  <a:cubicBezTo>
                    <a:pt x="158" y="725"/>
                    <a:pt x="1" y="882"/>
                    <a:pt x="1" y="1071"/>
                  </a:cubicBezTo>
                  <a:cubicBezTo>
                    <a:pt x="1" y="1260"/>
                    <a:pt x="158" y="1418"/>
                    <a:pt x="379" y="1418"/>
                  </a:cubicBezTo>
                  <a:lnTo>
                    <a:pt x="1041" y="1418"/>
                  </a:lnTo>
                  <a:cubicBezTo>
                    <a:pt x="1230" y="1418"/>
                    <a:pt x="1387" y="1260"/>
                    <a:pt x="1387" y="1071"/>
                  </a:cubicBezTo>
                  <a:lnTo>
                    <a:pt x="1387" y="410"/>
                  </a:lnTo>
                  <a:cubicBezTo>
                    <a:pt x="1419" y="158"/>
                    <a:pt x="1261" y="0"/>
                    <a:pt x="107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81" name="Google Shape;9024;p69">
            <a:extLst>
              <a:ext uri="{FF2B5EF4-FFF2-40B4-BE49-F238E27FC236}">
                <a16:creationId xmlns:a16="http://schemas.microsoft.com/office/drawing/2014/main" id="{CDE37D87-7E31-D962-17E9-218CA508C1B6}"/>
              </a:ext>
            </a:extLst>
          </p:cNvPr>
          <p:cNvGrpSpPr/>
          <p:nvPr/>
        </p:nvGrpSpPr>
        <p:grpSpPr>
          <a:xfrm>
            <a:off x="17978947" y="5091573"/>
            <a:ext cx="911919" cy="913408"/>
            <a:chOff x="-30805300" y="2298675"/>
            <a:chExt cx="290650" cy="291125"/>
          </a:xfrm>
          <a:solidFill>
            <a:srgbClr val="555559"/>
          </a:solidFill>
        </p:grpSpPr>
        <p:sp>
          <p:nvSpPr>
            <p:cNvPr id="1582" name="Google Shape;9025;p69">
              <a:extLst>
                <a:ext uri="{FF2B5EF4-FFF2-40B4-BE49-F238E27FC236}">
                  <a16:creationId xmlns:a16="http://schemas.microsoft.com/office/drawing/2014/main" id="{38CC5C6F-A418-FD3D-DBB4-5CEF1997CC70}"/>
                </a:ext>
              </a:extLst>
            </p:cNvPr>
            <p:cNvSpPr/>
            <p:nvPr/>
          </p:nvSpPr>
          <p:spPr>
            <a:xfrm>
              <a:off x="-30720225" y="2419175"/>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9026;p69">
              <a:extLst>
                <a:ext uri="{FF2B5EF4-FFF2-40B4-BE49-F238E27FC236}">
                  <a16:creationId xmlns:a16="http://schemas.microsoft.com/office/drawing/2014/main" id="{ECB952FF-76D9-93AA-C4C3-0AAEF5783C85}"/>
                </a:ext>
              </a:extLst>
            </p:cNvPr>
            <p:cNvSpPr/>
            <p:nvPr/>
          </p:nvSpPr>
          <p:spPr>
            <a:xfrm>
              <a:off x="-30635175" y="2453250"/>
              <a:ext cx="87450" cy="69125"/>
            </a:xfrm>
            <a:custGeom>
              <a:avLst/>
              <a:gdLst/>
              <a:ahLst/>
              <a:cxnLst/>
              <a:rect l="l" t="t" r="r" b="b"/>
              <a:pathLst>
                <a:path w="3498" h="2765" extrusionOk="0">
                  <a:moveTo>
                    <a:pt x="3124" y="0"/>
                  </a:moveTo>
                  <a:cubicBezTo>
                    <a:pt x="3033" y="0"/>
                    <a:pt x="2946" y="40"/>
                    <a:pt x="2899" y="118"/>
                  </a:cubicBezTo>
                  <a:lnTo>
                    <a:pt x="1040" y="1946"/>
                  </a:lnTo>
                  <a:lnTo>
                    <a:pt x="599" y="1505"/>
                  </a:lnTo>
                  <a:cubicBezTo>
                    <a:pt x="536" y="1442"/>
                    <a:pt x="450" y="1410"/>
                    <a:pt x="363" y="1410"/>
                  </a:cubicBezTo>
                  <a:cubicBezTo>
                    <a:pt x="276" y="1410"/>
                    <a:pt x="190" y="1442"/>
                    <a:pt x="127" y="1505"/>
                  </a:cubicBezTo>
                  <a:cubicBezTo>
                    <a:pt x="1" y="1631"/>
                    <a:pt x="1" y="1851"/>
                    <a:pt x="127" y="1977"/>
                  </a:cubicBezTo>
                  <a:lnTo>
                    <a:pt x="788" y="2639"/>
                  </a:lnTo>
                  <a:cubicBezTo>
                    <a:pt x="883" y="2733"/>
                    <a:pt x="977" y="2765"/>
                    <a:pt x="1040" y="2765"/>
                  </a:cubicBezTo>
                  <a:cubicBezTo>
                    <a:pt x="1103" y="2765"/>
                    <a:pt x="1198" y="2733"/>
                    <a:pt x="1261" y="2639"/>
                  </a:cubicBezTo>
                  <a:lnTo>
                    <a:pt x="3372" y="591"/>
                  </a:lnTo>
                  <a:cubicBezTo>
                    <a:pt x="3498" y="496"/>
                    <a:pt x="3498" y="244"/>
                    <a:pt x="3372" y="118"/>
                  </a:cubicBezTo>
                  <a:cubicBezTo>
                    <a:pt x="3309" y="40"/>
                    <a:pt x="3214" y="0"/>
                    <a:pt x="312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9027;p69">
              <a:extLst>
                <a:ext uri="{FF2B5EF4-FFF2-40B4-BE49-F238E27FC236}">
                  <a16:creationId xmlns:a16="http://schemas.microsoft.com/office/drawing/2014/main" id="{146F0832-C9AD-AC29-48A1-37D5FE1F238E}"/>
                </a:ext>
              </a:extLst>
            </p:cNvPr>
            <p:cNvSpPr/>
            <p:nvPr/>
          </p:nvSpPr>
          <p:spPr>
            <a:xfrm>
              <a:off x="-30805300" y="2298675"/>
              <a:ext cx="290650" cy="291125"/>
            </a:xfrm>
            <a:custGeom>
              <a:avLst/>
              <a:gdLst/>
              <a:ahLst/>
              <a:cxnLst/>
              <a:rect l="l" t="t" r="r" b="b"/>
              <a:pathLst>
                <a:path w="11626" h="11645" extrusionOk="0">
                  <a:moveTo>
                    <a:pt x="5797" y="630"/>
                  </a:moveTo>
                  <a:cubicBezTo>
                    <a:pt x="6333" y="630"/>
                    <a:pt x="6806" y="1103"/>
                    <a:pt x="6806" y="1670"/>
                  </a:cubicBezTo>
                  <a:lnTo>
                    <a:pt x="6806" y="4096"/>
                  </a:lnTo>
                  <a:lnTo>
                    <a:pt x="6459" y="4096"/>
                  </a:lnTo>
                  <a:cubicBezTo>
                    <a:pt x="5514" y="4096"/>
                    <a:pt x="4758" y="4852"/>
                    <a:pt x="4758" y="5797"/>
                  </a:cubicBezTo>
                  <a:lnTo>
                    <a:pt x="4758" y="6144"/>
                  </a:lnTo>
                  <a:lnTo>
                    <a:pt x="3088" y="6144"/>
                  </a:lnTo>
                  <a:lnTo>
                    <a:pt x="3088" y="6207"/>
                  </a:lnTo>
                  <a:cubicBezTo>
                    <a:pt x="2993" y="6207"/>
                    <a:pt x="2930" y="6238"/>
                    <a:pt x="2836" y="6270"/>
                  </a:cubicBezTo>
                  <a:lnTo>
                    <a:pt x="2017" y="7057"/>
                  </a:lnTo>
                  <a:lnTo>
                    <a:pt x="2017" y="6490"/>
                  </a:lnTo>
                  <a:cubicBezTo>
                    <a:pt x="2017" y="6301"/>
                    <a:pt x="1859" y="6144"/>
                    <a:pt x="1670" y="6144"/>
                  </a:cubicBezTo>
                  <a:cubicBezTo>
                    <a:pt x="1103" y="6144"/>
                    <a:pt x="631" y="5671"/>
                    <a:pt x="631" y="5136"/>
                  </a:cubicBezTo>
                  <a:lnTo>
                    <a:pt x="631" y="1670"/>
                  </a:lnTo>
                  <a:cubicBezTo>
                    <a:pt x="631" y="1103"/>
                    <a:pt x="1103" y="630"/>
                    <a:pt x="1670" y="630"/>
                  </a:cubicBezTo>
                  <a:close/>
                  <a:moveTo>
                    <a:pt x="9925" y="4852"/>
                  </a:moveTo>
                  <a:cubicBezTo>
                    <a:pt x="10492" y="4852"/>
                    <a:pt x="10964" y="5325"/>
                    <a:pt x="10964" y="5860"/>
                  </a:cubicBezTo>
                  <a:lnTo>
                    <a:pt x="10964" y="8601"/>
                  </a:lnTo>
                  <a:cubicBezTo>
                    <a:pt x="10964" y="9137"/>
                    <a:pt x="10492" y="9609"/>
                    <a:pt x="9925" y="9609"/>
                  </a:cubicBezTo>
                  <a:lnTo>
                    <a:pt x="8538" y="9609"/>
                  </a:lnTo>
                  <a:cubicBezTo>
                    <a:pt x="8475" y="9609"/>
                    <a:pt x="8349" y="9672"/>
                    <a:pt x="8318" y="9735"/>
                  </a:cubicBezTo>
                  <a:lnTo>
                    <a:pt x="7530" y="10523"/>
                  </a:lnTo>
                  <a:lnTo>
                    <a:pt x="7530" y="9987"/>
                  </a:lnTo>
                  <a:cubicBezTo>
                    <a:pt x="7530" y="9767"/>
                    <a:pt x="7373" y="9609"/>
                    <a:pt x="7184" y="9609"/>
                  </a:cubicBezTo>
                  <a:lnTo>
                    <a:pt x="6491" y="9609"/>
                  </a:lnTo>
                  <a:cubicBezTo>
                    <a:pt x="5955" y="9609"/>
                    <a:pt x="5482" y="9137"/>
                    <a:pt x="5482" y="8601"/>
                  </a:cubicBezTo>
                  <a:lnTo>
                    <a:pt x="5482" y="5860"/>
                  </a:lnTo>
                  <a:cubicBezTo>
                    <a:pt x="5482" y="5325"/>
                    <a:pt x="5955" y="4852"/>
                    <a:pt x="6491" y="4852"/>
                  </a:cubicBezTo>
                  <a:close/>
                  <a:moveTo>
                    <a:pt x="1702" y="0"/>
                  </a:moveTo>
                  <a:cubicBezTo>
                    <a:pt x="757" y="0"/>
                    <a:pt x="1" y="756"/>
                    <a:pt x="1" y="1702"/>
                  </a:cubicBezTo>
                  <a:lnTo>
                    <a:pt x="1" y="5167"/>
                  </a:lnTo>
                  <a:cubicBezTo>
                    <a:pt x="1" y="5986"/>
                    <a:pt x="599" y="6711"/>
                    <a:pt x="1387" y="6868"/>
                  </a:cubicBezTo>
                  <a:lnTo>
                    <a:pt x="1387" y="7940"/>
                  </a:lnTo>
                  <a:cubicBezTo>
                    <a:pt x="1387" y="8034"/>
                    <a:pt x="1450" y="8192"/>
                    <a:pt x="1576" y="8255"/>
                  </a:cubicBezTo>
                  <a:cubicBezTo>
                    <a:pt x="1618" y="8265"/>
                    <a:pt x="1663" y="8272"/>
                    <a:pt x="1708" y="8272"/>
                  </a:cubicBezTo>
                  <a:cubicBezTo>
                    <a:pt x="1796" y="8272"/>
                    <a:pt x="1880" y="8244"/>
                    <a:pt x="1922" y="8160"/>
                  </a:cubicBezTo>
                  <a:lnTo>
                    <a:pt x="3246" y="6900"/>
                  </a:lnTo>
                  <a:lnTo>
                    <a:pt x="4821" y="6900"/>
                  </a:lnTo>
                  <a:lnTo>
                    <a:pt x="4821" y="8601"/>
                  </a:lnTo>
                  <a:cubicBezTo>
                    <a:pt x="4821" y="9546"/>
                    <a:pt x="5545" y="10302"/>
                    <a:pt x="6491" y="10302"/>
                  </a:cubicBezTo>
                  <a:lnTo>
                    <a:pt x="6869" y="10302"/>
                  </a:lnTo>
                  <a:lnTo>
                    <a:pt x="6869" y="11311"/>
                  </a:lnTo>
                  <a:cubicBezTo>
                    <a:pt x="6869" y="11468"/>
                    <a:pt x="6932" y="11594"/>
                    <a:pt x="7058" y="11626"/>
                  </a:cubicBezTo>
                  <a:cubicBezTo>
                    <a:pt x="7104" y="11637"/>
                    <a:pt x="7154" y="11644"/>
                    <a:pt x="7202" y="11644"/>
                  </a:cubicBezTo>
                  <a:cubicBezTo>
                    <a:pt x="7286" y="11644"/>
                    <a:pt x="7364" y="11623"/>
                    <a:pt x="7404" y="11563"/>
                  </a:cubicBezTo>
                  <a:lnTo>
                    <a:pt x="8664" y="10302"/>
                  </a:lnTo>
                  <a:lnTo>
                    <a:pt x="9925" y="10302"/>
                  </a:lnTo>
                  <a:cubicBezTo>
                    <a:pt x="10870" y="10302"/>
                    <a:pt x="11626" y="9546"/>
                    <a:pt x="11626" y="8601"/>
                  </a:cubicBezTo>
                  <a:lnTo>
                    <a:pt x="11626" y="5892"/>
                  </a:lnTo>
                  <a:cubicBezTo>
                    <a:pt x="11626" y="4884"/>
                    <a:pt x="10870" y="4159"/>
                    <a:pt x="9925" y="4159"/>
                  </a:cubicBezTo>
                  <a:lnTo>
                    <a:pt x="7530" y="4159"/>
                  </a:lnTo>
                  <a:lnTo>
                    <a:pt x="7530" y="1702"/>
                  </a:lnTo>
                  <a:cubicBezTo>
                    <a:pt x="7530" y="756"/>
                    <a:pt x="6774" y="0"/>
                    <a:pt x="582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9028;p69">
              <a:extLst>
                <a:ext uri="{FF2B5EF4-FFF2-40B4-BE49-F238E27FC236}">
                  <a16:creationId xmlns:a16="http://schemas.microsoft.com/office/drawing/2014/main" id="{B5FDC536-2414-C5AC-33A0-6688C5C047F1}"/>
                </a:ext>
              </a:extLst>
            </p:cNvPr>
            <p:cNvSpPr/>
            <p:nvPr/>
          </p:nvSpPr>
          <p:spPr>
            <a:xfrm>
              <a:off x="-30737575" y="2332550"/>
              <a:ext cx="53600" cy="69325"/>
            </a:xfrm>
            <a:custGeom>
              <a:avLst/>
              <a:gdLst/>
              <a:ahLst/>
              <a:cxnLst/>
              <a:rect l="l" t="t" r="r" b="b"/>
              <a:pathLst>
                <a:path w="2144" h="2773" extrusionOk="0">
                  <a:moveTo>
                    <a:pt x="1041" y="0"/>
                  </a:moveTo>
                  <a:cubicBezTo>
                    <a:pt x="474" y="0"/>
                    <a:pt x="1" y="473"/>
                    <a:pt x="1" y="1008"/>
                  </a:cubicBezTo>
                  <a:cubicBezTo>
                    <a:pt x="1" y="1197"/>
                    <a:pt x="158" y="1355"/>
                    <a:pt x="379" y="1355"/>
                  </a:cubicBezTo>
                  <a:cubicBezTo>
                    <a:pt x="568" y="1355"/>
                    <a:pt x="726" y="1197"/>
                    <a:pt x="726" y="1008"/>
                  </a:cubicBezTo>
                  <a:cubicBezTo>
                    <a:pt x="726" y="819"/>
                    <a:pt x="883" y="662"/>
                    <a:pt x="1072" y="662"/>
                  </a:cubicBezTo>
                  <a:cubicBezTo>
                    <a:pt x="1293" y="662"/>
                    <a:pt x="1450" y="819"/>
                    <a:pt x="1450" y="1008"/>
                  </a:cubicBezTo>
                  <a:cubicBezTo>
                    <a:pt x="1450" y="1103"/>
                    <a:pt x="1324" y="1292"/>
                    <a:pt x="1198" y="1323"/>
                  </a:cubicBezTo>
                  <a:cubicBezTo>
                    <a:pt x="915" y="1449"/>
                    <a:pt x="757" y="1701"/>
                    <a:pt x="757" y="1953"/>
                  </a:cubicBezTo>
                  <a:lnTo>
                    <a:pt x="757" y="2426"/>
                  </a:lnTo>
                  <a:cubicBezTo>
                    <a:pt x="757" y="2615"/>
                    <a:pt x="915" y="2772"/>
                    <a:pt x="1135" y="2772"/>
                  </a:cubicBezTo>
                  <a:cubicBezTo>
                    <a:pt x="1324" y="2772"/>
                    <a:pt x="1482" y="2615"/>
                    <a:pt x="1482" y="2426"/>
                  </a:cubicBezTo>
                  <a:lnTo>
                    <a:pt x="1482" y="1953"/>
                  </a:lnTo>
                  <a:cubicBezTo>
                    <a:pt x="1860" y="1796"/>
                    <a:pt x="2143" y="1418"/>
                    <a:pt x="2143" y="1008"/>
                  </a:cubicBezTo>
                  <a:cubicBezTo>
                    <a:pt x="2049" y="473"/>
                    <a:pt x="1576" y="0"/>
                    <a:pt x="104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6" name="Google Shape;9029;p69">
            <a:extLst>
              <a:ext uri="{FF2B5EF4-FFF2-40B4-BE49-F238E27FC236}">
                <a16:creationId xmlns:a16="http://schemas.microsoft.com/office/drawing/2014/main" id="{2E9E4981-4D6C-E902-B0D4-DF01554BE145}"/>
              </a:ext>
            </a:extLst>
          </p:cNvPr>
          <p:cNvGrpSpPr/>
          <p:nvPr/>
        </p:nvGrpSpPr>
        <p:grpSpPr>
          <a:xfrm>
            <a:off x="17977732" y="6171033"/>
            <a:ext cx="914350" cy="914350"/>
            <a:chOff x="-30806075" y="2657050"/>
            <a:chExt cx="291425" cy="291425"/>
          </a:xfrm>
          <a:solidFill>
            <a:srgbClr val="555559"/>
          </a:solidFill>
        </p:grpSpPr>
        <p:sp>
          <p:nvSpPr>
            <p:cNvPr id="387" name="Google Shape;9030;p69">
              <a:extLst>
                <a:ext uri="{FF2B5EF4-FFF2-40B4-BE49-F238E27FC236}">
                  <a16:creationId xmlns:a16="http://schemas.microsoft.com/office/drawing/2014/main" id="{19988BF9-9F2E-D351-22FC-0C485FBDB1C8}"/>
                </a:ext>
              </a:extLst>
            </p:cNvPr>
            <p:cNvSpPr/>
            <p:nvPr/>
          </p:nvSpPr>
          <p:spPr>
            <a:xfrm>
              <a:off x="-30806075" y="2657050"/>
              <a:ext cx="291425" cy="291425"/>
            </a:xfrm>
            <a:custGeom>
              <a:avLst/>
              <a:gdLst/>
              <a:ahLst/>
              <a:cxnLst/>
              <a:rect l="l" t="t" r="r" b="b"/>
              <a:pathLst>
                <a:path w="11657" h="11657" extrusionOk="0">
                  <a:moveTo>
                    <a:pt x="5828" y="693"/>
                  </a:moveTo>
                  <a:cubicBezTo>
                    <a:pt x="8664" y="693"/>
                    <a:pt x="10995" y="2993"/>
                    <a:pt x="10995" y="5828"/>
                  </a:cubicBezTo>
                  <a:cubicBezTo>
                    <a:pt x="10995" y="8664"/>
                    <a:pt x="8664" y="10995"/>
                    <a:pt x="5828" y="10995"/>
                  </a:cubicBezTo>
                  <a:cubicBezTo>
                    <a:pt x="2993" y="10995"/>
                    <a:pt x="662" y="8664"/>
                    <a:pt x="662" y="5828"/>
                  </a:cubicBezTo>
                  <a:cubicBezTo>
                    <a:pt x="662" y="2993"/>
                    <a:pt x="2993" y="693"/>
                    <a:pt x="5828" y="693"/>
                  </a:cubicBezTo>
                  <a:close/>
                  <a:moveTo>
                    <a:pt x="5828" y="0"/>
                  </a:moveTo>
                  <a:cubicBezTo>
                    <a:pt x="2583" y="0"/>
                    <a:pt x="0" y="2646"/>
                    <a:pt x="0" y="5828"/>
                  </a:cubicBezTo>
                  <a:cubicBezTo>
                    <a:pt x="0" y="9073"/>
                    <a:pt x="2646" y="11657"/>
                    <a:pt x="5828" y="11657"/>
                  </a:cubicBezTo>
                  <a:cubicBezTo>
                    <a:pt x="9042" y="11657"/>
                    <a:pt x="11657" y="9042"/>
                    <a:pt x="11657" y="5828"/>
                  </a:cubicBezTo>
                  <a:cubicBezTo>
                    <a:pt x="11657" y="2646"/>
                    <a:pt x="9042" y="0"/>
                    <a:pt x="582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9031;p69">
              <a:extLst>
                <a:ext uri="{FF2B5EF4-FFF2-40B4-BE49-F238E27FC236}">
                  <a16:creationId xmlns:a16="http://schemas.microsoft.com/office/drawing/2014/main" id="{C2392726-DD34-F72D-7C6C-039F9A84E0A6}"/>
                </a:ext>
              </a:extLst>
            </p:cNvPr>
            <p:cNvSpPr/>
            <p:nvPr/>
          </p:nvSpPr>
          <p:spPr>
            <a:xfrm>
              <a:off x="-30771425" y="2692475"/>
              <a:ext cx="222125" cy="222925"/>
            </a:xfrm>
            <a:custGeom>
              <a:avLst/>
              <a:gdLst/>
              <a:ahLst/>
              <a:cxnLst/>
              <a:rect l="l" t="t" r="r" b="b"/>
              <a:pathLst>
                <a:path w="8885" h="8917" extrusionOk="0">
                  <a:moveTo>
                    <a:pt x="4442" y="725"/>
                  </a:moveTo>
                  <a:cubicBezTo>
                    <a:pt x="6522" y="725"/>
                    <a:pt x="8192" y="2427"/>
                    <a:pt x="8192" y="4474"/>
                  </a:cubicBezTo>
                  <a:cubicBezTo>
                    <a:pt x="8192" y="6522"/>
                    <a:pt x="6522" y="8192"/>
                    <a:pt x="4442" y="8192"/>
                  </a:cubicBezTo>
                  <a:cubicBezTo>
                    <a:pt x="2363" y="8192"/>
                    <a:pt x="693" y="6522"/>
                    <a:pt x="693" y="4474"/>
                  </a:cubicBezTo>
                  <a:cubicBezTo>
                    <a:pt x="693" y="2427"/>
                    <a:pt x="2395" y="725"/>
                    <a:pt x="4442" y="725"/>
                  </a:cubicBezTo>
                  <a:close/>
                  <a:moveTo>
                    <a:pt x="4442" y="1"/>
                  </a:moveTo>
                  <a:cubicBezTo>
                    <a:pt x="1985" y="1"/>
                    <a:pt x="0" y="2017"/>
                    <a:pt x="0" y="4474"/>
                  </a:cubicBezTo>
                  <a:cubicBezTo>
                    <a:pt x="0" y="6900"/>
                    <a:pt x="1985" y="8917"/>
                    <a:pt x="4442" y="8917"/>
                  </a:cubicBezTo>
                  <a:cubicBezTo>
                    <a:pt x="6868" y="8917"/>
                    <a:pt x="8885" y="6900"/>
                    <a:pt x="8885" y="4474"/>
                  </a:cubicBezTo>
                  <a:cubicBezTo>
                    <a:pt x="8885" y="2017"/>
                    <a:pt x="6868" y="1"/>
                    <a:pt x="444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9032;p69">
              <a:extLst>
                <a:ext uri="{FF2B5EF4-FFF2-40B4-BE49-F238E27FC236}">
                  <a16:creationId xmlns:a16="http://schemas.microsoft.com/office/drawing/2014/main" id="{6BA00A52-7FBC-4F60-60B7-7848AA05D8F1}"/>
                </a:ext>
              </a:extLst>
            </p:cNvPr>
            <p:cNvSpPr/>
            <p:nvPr/>
          </p:nvSpPr>
          <p:spPr>
            <a:xfrm>
              <a:off x="-30669050" y="2726350"/>
              <a:ext cx="52025" cy="119150"/>
            </a:xfrm>
            <a:custGeom>
              <a:avLst/>
              <a:gdLst/>
              <a:ahLst/>
              <a:cxnLst/>
              <a:rect l="l" t="t" r="r" b="b"/>
              <a:pathLst>
                <a:path w="2081" h="4766" extrusionOk="0">
                  <a:moveTo>
                    <a:pt x="347" y="0"/>
                  </a:moveTo>
                  <a:cubicBezTo>
                    <a:pt x="158" y="0"/>
                    <a:pt x="1" y="158"/>
                    <a:pt x="1" y="347"/>
                  </a:cubicBezTo>
                  <a:lnTo>
                    <a:pt x="1" y="3056"/>
                  </a:lnTo>
                  <a:cubicBezTo>
                    <a:pt x="1" y="3151"/>
                    <a:pt x="32" y="3277"/>
                    <a:pt x="95" y="3308"/>
                  </a:cubicBezTo>
                  <a:lnTo>
                    <a:pt x="1482" y="4695"/>
                  </a:lnTo>
                  <a:cubicBezTo>
                    <a:pt x="1545" y="4742"/>
                    <a:pt x="1631" y="4766"/>
                    <a:pt x="1718" y="4766"/>
                  </a:cubicBezTo>
                  <a:cubicBezTo>
                    <a:pt x="1805" y="4766"/>
                    <a:pt x="1891" y="4742"/>
                    <a:pt x="1954" y="4695"/>
                  </a:cubicBezTo>
                  <a:cubicBezTo>
                    <a:pt x="2080" y="4569"/>
                    <a:pt x="2080" y="4317"/>
                    <a:pt x="1954" y="4222"/>
                  </a:cubicBezTo>
                  <a:lnTo>
                    <a:pt x="694" y="2962"/>
                  </a:lnTo>
                  <a:lnTo>
                    <a:pt x="694" y="347"/>
                  </a:lnTo>
                  <a:cubicBezTo>
                    <a:pt x="694" y="158"/>
                    <a:pt x="536"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0" name="Google Shape;9033;p69">
            <a:extLst>
              <a:ext uri="{FF2B5EF4-FFF2-40B4-BE49-F238E27FC236}">
                <a16:creationId xmlns:a16="http://schemas.microsoft.com/office/drawing/2014/main" id="{81B06120-28FB-7470-7B44-95E8E388A359}"/>
              </a:ext>
            </a:extLst>
          </p:cNvPr>
          <p:cNvGrpSpPr/>
          <p:nvPr/>
        </p:nvGrpSpPr>
        <p:grpSpPr>
          <a:xfrm>
            <a:off x="20282268" y="5091100"/>
            <a:ext cx="914350" cy="914350"/>
            <a:chOff x="-30064925" y="2332550"/>
            <a:chExt cx="291425" cy="291425"/>
          </a:xfrm>
          <a:solidFill>
            <a:srgbClr val="555559"/>
          </a:solidFill>
        </p:grpSpPr>
        <p:sp>
          <p:nvSpPr>
            <p:cNvPr id="391" name="Google Shape;9034;p69">
              <a:extLst>
                <a:ext uri="{FF2B5EF4-FFF2-40B4-BE49-F238E27FC236}">
                  <a16:creationId xmlns:a16="http://schemas.microsoft.com/office/drawing/2014/main" id="{C43807A6-D462-0BF9-36A8-F56E4C47E2B7}"/>
                </a:ext>
              </a:extLst>
            </p:cNvPr>
            <p:cNvSpPr/>
            <p:nvPr/>
          </p:nvSpPr>
          <p:spPr>
            <a:xfrm>
              <a:off x="-30064925" y="2332550"/>
              <a:ext cx="291425" cy="291425"/>
            </a:xfrm>
            <a:custGeom>
              <a:avLst/>
              <a:gdLst/>
              <a:ahLst/>
              <a:cxnLst/>
              <a:rect l="l" t="t" r="r" b="b"/>
              <a:pathLst>
                <a:path w="11657" h="11657" extrusionOk="0">
                  <a:moveTo>
                    <a:pt x="5829" y="662"/>
                  </a:moveTo>
                  <a:cubicBezTo>
                    <a:pt x="8664" y="662"/>
                    <a:pt x="10995" y="2993"/>
                    <a:pt x="10995" y="5828"/>
                  </a:cubicBezTo>
                  <a:cubicBezTo>
                    <a:pt x="10995" y="8695"/>
                    <a:pt x="8664" y="10995"/>
                    <a:pt x="5829" y="10995"/>
                  </a:cubicBezTo>
                  <a:cubicBezTo>
                    <a:pt x="2993" y="10995"/>
                    <a:pt x="662" y="8664"/>
                    <a:pt x="662" y="5828"/>
                  </a:cubicBezTo>
                  <a:cubicBezTo>
                    <a:pt x="662" y="2993"/>
                    <a:pt x="2993" y="662"/>
                    <a:pt x="5829" y="662"/>
                  </a:cubicBezTo>
                  <a:close/>
                  <a:moveTo>
                    <a:pt x="5829" y="0"/>
                  </a:moveTo>
                  <a:cubicBezTo>
                    <a:pt x="2615" y="0"/>
                    <a:pt x="0" y="2615"/>
                    <a:pt x="0" y="5828"/>
                  </a:cubicBezTo>
                  <a:cubicBezTo>
                    <a:pt x="0" y="9042"/>
                    <a:pt x="2647" y="11657"/>
                    <a:pt x="5829" y="11657"/>
                  </a:cubicBezTo>
                  <a:cubicBezTo>
                    <a:pt x="9074" y="11657"/>
                    <a:pt x="11657" y="9010"/>
                    <a:pt x="11657" y="5828"/>
                  </a:cubicBezTo>
                  <a:cubicBezTo>
                    <a:pt x="11657" y="2646"/>
                    <a:pt x="9074" y="0"/>
                    <a:pt x="582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9035;p69">
              <a:extLst>
                <a:ext uri="{FF2B5EF4-FFF2-40B4-BE49-F238E27FC236}">
                  <a16:creationId xmlns:a16="http://schemas.microsoft.com/office/drawing/2014/main" id="{4FEE12A7-5003-0FA0-5B9E-F47E47C5562E}"/>
                </a:ext>
              </a:extLst>
            </p:cNvPr>
            <p:cNvSpPr/>
            <p:nvPr/>
          </p:nvSpPr>
          <p:spPr>
            <a:xfrm>
              <a:off x="-29944425" y="2384525"/>
              <a:ext cx="51225" cy="51225"/>
            </a:xfrm>
            <a:custGeom>
              <a:avLst/>
              <a:gdLst/>
              <a:ahLst/>
              <a:cxnLst/>
              <a:rect l="l" t="t" r="r" b="b"/>
              <a:pathLst>
                <a:path w="2049" h="2049" extrusionOk="0">
                  <a:moveTo>
                    <a:pt x="1009" y="662"/>
                  </a:moveTo>
                  <a:cubicBezTo>
                    <a:pt x="1198" y="662"/>
                    <a:pt x="1355" y="819"/>
                    <a:pt x="1355" y="1040"/>
                  </a:cubicBezTo>
                  <a:cubicBezTo>
                    <a:pt x="1355" y="1229"/>
                    <a:pt x="1198" y="1387"/>
                    <a:pt x="1009" y="1387"/>
                  </a:cubicBezTo>
                  <a:cubicBezTo>
                    <a:pt x="820" y="1387"/>
                    <a:pt x="662" y="1229"/>
                    <a:pt x="662" y="1040"/>
                  </a:cubicBezTo>
                  <a:cubicBezTo>
                    <a:pt x="662" y="819"/>
                    <a:pt x="820" y="662"/>
                    <a:pt x="1009" y="662"/>
                  </a:cubicBezTo>
                  <a:close/>
                  <a:moveTo>
                    <a:pt x="1009" y="0"/>
                  </a:moveTo>
                  <a:cubicBezTo>
                    <a:pt x="473" y="0"/>
                    <a:pt x="0" y="473"/>
                    <a:pt x="0" y="1040"/>
                  </a:cubicBezTo>
                  <a:cubicBezTo>
                    <a:pt x="0" y="1576"/>
                    <a:pt x="473" y="2048"/>
                    <a:pt x="1009" y="2048"/>
                  </a:cubicBezTo>
                  <a:cubicBezTo>
                    <a:pt x="1576" y="2048"/>
                    <a:pt x="2048" y="1576"/>
                    <a:pt x="2048" y="1040"/>
                  </a:cubicBezTo>
                  <a:cubicBezTo>
                    <a:pt x="2048" y="473"/>
                    <a:pt x="1607" y="0"/>
                    <a:pt x="100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9036;p69">
              <a:extLst>
                <a:ext uri="{FF2B5EF4-FFF2-40B4-BE49-F238E27FC236}">
                  <a16:creationId xmlns:a16="http://schemas.microsoft.com/office/drawing/2014/main" id="{22A4B3F8-A0AC-E4B5-3EA8-57FB71B77E2A}"/>
                </a:ext>
              </a:extLst>
            </p:cNvPr>
            <p:cNvSpPr/>
            <p:nvPr/>
          </p:nvSpPr>
          <p:spPr>
            <a:xfrm>
              <a:off x="-29944425" y="2452250"/>
              <a:ext cx="51225" cy="119750"/>
            </a:xfrm>
            <a:custGeom>
              <a:avLst/>
              <a:gdLst/>
              <a:ahLst/>
              <a:cxnLst/>
              <a:rect l="l" t="t" r="r" b="b"/>
              <a:pathLst>
                <a:path w="2049" h="4790" extrusionOk="0">
                  <a:moveTo>
                    <a:pt x="1009" y="725"/>
                  </a:moveTo>
                  <a:cubicBezTo>
                    <a:pt x="1198" y="725"/>
                    <a:pt x="1355" y="883"/>
                    <a:pt x="1355" y="1072"/>
                  </a:cubicBezTo>
                  <a:lnTo>
                    <a:pt x="1355" y="3781"/>
                  </a:lnTo>
                  <a:cubicBezTo>
                    <a:pt x="1355" y="4002"/>
                    <a:pt x="1198" y="4159"/>
                    <a:pt x="1009" y="4159"/>
                  </a:cubicBezTo>
                  <a:cubicBezTo>
                    <a:pt x="820" y="4159"/>
                    <a:pt x="662" y="4002"/>
                    <a:pt x="662" y="3781"/>
                  </a:cubicBezTo>
                  <a:lnTo>
                    <a:pt x="662" y="1072"/>
                  </a:lnTo>
                  <a:cubicBezTo>
                    <a:pt x="662" y="883"/>
                    <a:pt x="820" y="725"/>
                    <a:pt x="1009" y="725"/>
                  </a:cubicBezTo>
                  <a:close/>
                  <a:moveTo>
                    <a:pt x="1009" y="1"/>
                  </a:moveTo>
                  <a:cubicBezTo>
                    <a:pt x="473" y="1"/>
                    <a:pt x="0" y="473"/>
                    <a:pt x="0" y="1040"/>
                  </a:cubicBezTo>
                  <a:lnTo>
                    <a:pt x="0" y="3750"/>
                  </a:lnTo>
                  <a:cubicBezTo>
                    <a:pt x="0" y="4317"/>
                    <a:pt x="473" y="4790"/>
                    <a:pt x="1009" y="4790"/>
                  </a:cubicBezTo>
                  <a:cubicBezTo>
                    <a:pt x="1576" y="4790"/>
                    <a:pt x="2048" y="4317"/>
                    <a:pt x="2048" y="3750"/>
                  </a:cubicBezTo>
                  <a:lnTo>
                    <a:pt x="2048" y="1040"/>
                  </a:lnTo>
                  <a:cubicBezTo>
                    <a:pt x="2048" y="473"/>
                    <a:pt x="1607" y="1"/>
                    <a:pt x="100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4" name="Google Shape;9037;p69">
            <a:extLst>
              <a:ext uri="{FF2B5EF4-FFF2-40B4-BE49-F238E27FC236}">
                <a16:creationId xmlns:a16="http://schemas.microsoft.com/office/drawing/2014/main" id="{0EF4EC9B-32B3-2228-18B4-8872FACD3116}"/>
              </a:ext>
            </a:extLst>
          </p:cNvPr>
          <p:cNvGrpSpPr/>
          <p:nvPr/>
        </p:nvGrpSpPr>
        <p:grpSpPr>
          <a:xfrm>
            <a:off x="1871239" y="7687662"/>
            <a:ext cx="761241" cy="914429"/>
            <a:chOff x="-35814600" y="3202075"/>
            <a:chExt cx="242625" cy="291450"/>
          </a:xfrm>
          <a:solidFill>
            <a:srgbClr val="555559"/>
          </a:solidFill>
        </p:grpSpPr>
        <p:sp>
          <p:nvSpPr>
            <p:cNvPr id="395" name="Google Shape;9038;p69">
              <a:extLst>
                <a:ext uri="{FF2B5EF4-FFF2-40B4-BE49-F238E27FC236}">
                  <a16:creationId xmlns:a16="http://schemas.microsoft.com/office/drawing/2014/main" id="{7D0604C8-5871-3E6E-8A08-6C4C6FCAC5F8}"/>
                </a:ext>
              </a:extLst>
            </p:cNvPr>
            <p:cNvSpPr/>
            <p:nvPr/>
          </p:nvSpPr>
          <p:spPr>
            <a:xfrm>
              <a:off x="-35814600" y="3202075"/>
              <a:ext cx="51225" cy="202450"/>
            </a:xfrm>
            <a:custGeom>
              <a:avLst/>
              <a:gdLst/>
              <a:ahLst/>
              <a:cxnLst/>
              <a:rect l="l" t="t" r="r" b="b"/>
              <a:pathLst>
                <a:path w="2049" h="8098" extrusionOk="0">
                  <a:moveTo>
                    <a:pt x="1702" y="0"/>
                  </a:moveTo>
                  <a:cubicBezTo>
                    <a:pt x="757" y="0"/>
                    <a:pt x="1" y="788"/>
                    <a:pt x="1" y="1733"/>
                  </a:cubicBezTo>
                  <a:lnTo>
                    <a:pt x="1" y="8097"/>
                  </a:lnTo>
                  <a:cubicBezTo>
                    <a:pt x="348" y="7782"/>
                    <a:pt x="820" y="7562"/>
                    <a:pt x="1387" y="7562"/>
                  </a:cubicBezTo>
                  <a:lnTo>
                    <a:pt x="2049" y="7562"/>
                  </a:lnTo>
                  <a:lnTo>
                    <a:pt x="2049"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9039;p69">
              <a:extLst>
                <a:ext uri="{FF2B5EF4-FFF2-40B4-BE49-F238E27FC236}">
                  <a16:creationId xmlns:a16="http://schemas.microsoft.com/office/drawing/2014/main" id="{0C8292E9-7426-D5CD-892F-B9DD10D9F0D5}"/>
                </a:ext>
              </a:extLst>
            </p:cNvPr>
            <p:cNvSpPr/>
            <p:nvPr/>
          </p:nvSpPr>
          <p:spPr>
            <a:xfrm>
              <a:off x="-35814600" y="3407650"/>
              <a:ext cx="242625" cy="68550"/>
            </a:xfrm>
            <a:custGeom>
              <a:avLst/>
              <a:gdLst/>
              <a:ahLst/>
              <a:cxnLst/>
              <a:rect l="l" t="t" r="r" b="b"/>
              <a:pathLst>
                <a:path w="9705" h="2742" extrusionOk="0">
                  <a:moveTo>
                    <a:pt x="1387" y="0"/>
                  </a:moveTo>
                  <a:cubicBezTo>
                    <a:pt x="631" y="0"/>
                    <a:pt x="1" y="630"/>
                    <a:pt x="1" y="1386"/>
                  </a:cubicBezTo>
                  <a:cubicBezTo>
                    <a:pt x="1" y="2111"/>
                    <a:pt x="600" y="2741"/>
                    <a:pt x="1356" y="2741"/>
                  </a:cubicBezTo>
                  <a:lnTo>
                    <a:pt x="4758" y="2741"/>
                  </a:lnTo>
                  <a:lnTo>
                    <a:pt x="4758" y="1733"/>
                  </a:lnTo>
                  <a:lnTo>
                    <a:pt x="1702" y="1733"/>
                  </a:lnTo>
                  <a:cubicBezTo>
                    <a:pt x="1513" y="1733"/>
                    <a:pt x="1356" y="1575"/>
                    <a:pt x="1356" y="1355"/>
                  </a:cubicBezTo>
                  <a:cubicBezTo>
                    <a:pt x="1356" y="1166"/>
                    <a:pt x="1513" y="1008"/>
                    <a:pt x="1702" y="1008"/>
                  </a:cubicBezTo>
                  <a:lnTo>
                    <a:pt x="9232" y="1008"/>
                  </a:lnTo>
                  <a:cubicBezTo>
                    <a:pt x="9263" y="851"/>
                    <a:pt x="9326" y="662"/>
                    <a:pt x="9452" y="536"/>
                  </a:cubicBezTo>
                  <a:cubicBezTo>
                    <a:pt x="9704" y="221"/>
                    <a:pt x="9484" y="0"/>
                    <a:pt x="926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9040;p69">
              <a:extLst>
                <a:ext uri="{FF2B5EF4-FFF2-40B4-BE49-F238E27FC236}">
                  <a16:creationId xmlns:a16="http://schemas.microsoft.com/office/drawing/2014/main" id="{EE4F2B14-5385-44FC-50F1-EB1733068163}"/>
                </a:ext>
              </a:extLst>
            </p:cNvPr>
            <p:cNvSpPr/>
            <p:nvPr/>
          </p:nvSpPr>
          <p:spPr>
            <a:xfrm>
              <a:off x="-35627125" y="3450950"/>
              <a:ext cx="55150" cy="25250"/>
            </a:xfrm>
            <a:custGeom>
              <a:avLst/>
              <a:gdLst/>
              <a:ahLst/>
              <a:cxnLst/>
              <a:rect l="l" t="t" r="r" b="b"/>
              <a:pathLst>
                <a:path w="2206" h="1010" extrusionOk="0">
                  <a:moveTo>
                    <a:pt x="0" y="1"/>
                  </a:moveTo>
                  <a:lnTo>
                    <a:pt x="0" y="1009"/>
                  </a:lnTo>
                  <a:lnTo>
                    <a:pt x="1670" y="1009"/>
                  </a:lnTo>
                  <a:cubicBezTo>
                    <a:pt x="1953" y="1009"/>
                    <a:pt x="2205" y="788"/>
                    <a:pt x="1953" y="505"/>
                  </a:cubicBezTo>
                  <a:cubicBezTo>
                    <a:pt x="1827" y="347"/>
                    <a:pt x="1764" y="190"/>
                    <a:pt x="167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9041;p69">
              <a:extLst>
                <a:ext uri="{FF2B5EF4-FFF2-40B4-BE49-F238E27FC236}">
                  <a16:creationId xmlns:a16="http://schemas.microsoft.com/office/drawing/2014/main" id="{038151E7-DCD3-F060-EBED-7145EB5C0501}"/>
                </a:ext>
              </a:extLst>
            </p:cNvPr>
            <p:cNvSpPr/>
            <p:nvPr/>
          </p:nvSpPr>
          <p:spPr>
            <a:xfrm>
              <a:off x="-35703525" y="3305250"/>
              <a:ext cx="84300" cy="34675"/>
            </a:xfrm>
            <a:custGeom>
              <a:avLst/>
              <a:gdLst/>
              <a:ahLst/>
              <a:cxnLst/>
              <a:rect l="l" t="t" r="r" b="b"/>
              <a:pathLst>
                <a:path w="3372" h="1387" extrusionOk="0">
                  <a:moveTo>
                    <a:pt x="1701" y="0"/>
                  </a:moveTo>
                  <a:cubicBezTo>
                    <a:pt x="882" y="0"/>
                    <a:pt x="221" y="599"/>
                    <a:pt x="0" y="1387"/>
                  </a:cubicBezTo>
                  <a:lnTo>
                    <a:pt x="3371" y="1387"/>
                  </a:lnTo>
                  <a:cubicBezTo>
                    <a:pt x="3214" y="599"/>
                    <a:pt x="2521" y="0"/>
                    <a:pt x="170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9042;p69">
              <a:extLst>
                <a:ext uri="{FF2B5EF4-FFF2-40B4-BE49-F238E27FC236}">
                  <a16:creationId xmlns:a16="http://schemas.microsoft.com/office/drawing/2014/main" id="{C9FE013B-844C-E638-A02F-37EFCC4EEEF0}"/>
                </a:ext>
              </a:extLst>
            </p:cNvPr>
            <p:cNvSpPr/>
            <p:nvPr/>
          </p:nvSpPr>
          <p:spPr>
            <a:xfrm>
              <a:off x="-35677550" y="3254050"/>
              <a:ext cx="33100" cy="33100"/>
            </a:xfrm>
            <a:custGeom>
              <a:avLst/>
              <a:gdLst/>
              <a:ahLst/>
              <a:cxnLst/>
              <a:rect l="l" t="t" r="r" b="b"/>
              <a:pathLst>
                <a:path w="1324" h="1324" extrusionOk="0">
                  <a:moveTo>
                    <a:pt x="662" y="1"/>
                  </a:moveTo>
                  <a:cubicBezTo>
                    <a:pt x="316" y="1"/>
                    <a:pt x="1" y="284"/>
                    <a:pt x="1" y="662"/>
                  </a:cubicBezTo>
                  <a:cubicBezTo>
                    <a:pt x="1" y="1040"/>
                    <a:pt x="316" y="1324"/>
                    <a:pt x="662" y="1324"/>
                  </a:cubicBezTo>
                  <a:cubicBezTo>
                    <a:pt x="1040" y="1324"/>
                    <a:pt x="1324" y="1040"/>
                    <a:pt x="1324" y="662"/>
                  </a:cubicBezTo>
                  <a:cubicBezTo>
                    <a:pt x="1324" y="284"/>
                    <a:pt x="1040" y="1"/>
                    <a:pt x="6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9043;p69">
              <a:extLst>
                <a:ext uri="{FF2B5EF4-FFF2-40B4-BE49-F238E27FC236}">
                  <a16:creationId xmlns:a16="http://schemas.microsoft.com/office/drawing/2014/main" id="{6F92958F-000B-939A-B2F0-6D91DED3D8B0}"/>
                </a:ext>
              </a:extLst>
            </p:cNvPr>
            <p:cNvSpPr/>
            <p:nvPr/>
          </p:nvSpPr>
          <p:spPr>
            <a:xfrm>
              <a:off x="-35746850" y="3202075"/>
              <a:ext cx="171725" cy="189050"/>
            </a:xfrm>
            <a:custGeom>
              <a:avLst/>
              <a:gdLst/>
              <a:ahLst/>
              <a:cxnLst/>
              <a:rect l="l" t="t" r="r" b="b"/>
              <a:pathLst>
                <a:path w="6869" h="7562" extrusionOk="0">
                  <a:moveTo>
                    <a:pt x="3434" y="1355"/>
                  </a:moveTo>
                  <a:cubicBezTo>
                    <a:pt x="4191" y="1355"/>
                    <a:pt x="4821" y="1985"/>
                    <a:pt x="4821" y="2741"/>
                  </a:cubicBezTo>
                  <a:cubicBezTo>
                    <a:pt x="4821" y="3088"/>
                    <a:pt x="4663" y="3403"/>
                    <a:pt x="4474" y="3655"/>
                  </a:cubicBezTo>
                  <a:cubicBezTo>
                    <a:pt x="5293" y="4033"/>
                    <a:pt x="5829" y="4852"/>
                    <a:pt x="5829" y="5829"/>
                  </a:cubicBezTo>
                  <a:cubicBezTo>
                    <a:pt x="5829" y="6018"/>
                    <a:pt x="5671" y="6175"/>
                    <a:pt x="5482" y="6175"/>
                  </a:cubicBezTo>
                  <a:lnTo>
                    <a:pt x="1387" y="6175"/>
                  </a:lnTo>
                  <a:cubicBezTo>
                    <a:pt x="1198" y="6175"/>
                    <a:pt x="1040" y="6018"/>
                    <a:pt x="1040" y="5829"/>
                  </a:cubicBezTo>
                  <a:cubicBezTo>
                    <a:pt x="1040" y="4852"/>
                    <a:pt x="1576" y="4033"/>
                    <a:pt x="2426" y="3655"/>
                  </a:cubicBezTo>
                  <a:cubicBezTo>
                    <a:pt x="2174" y="3403"/>
                    <a:pt x="2048" y="3088"/>
                    <a:pt x="2048" y="2741"/>
                  </a:cubicBezTo>
                  <a:cubicBezTo>
                    <a:pt x="2048" y="1985"/>
                    <a:pt x="2678" y="1355"/>
                    <a:pt x="3434" y="1355"/>
                  </a:cubicBezTo>
                  <a:close/>
                  <a:moveTo>
                    <a:pt x="0" y="0"/>
                  </a:moveTo>
                  <a:lnTo>
                    <a:pt x="0" y="7562"/>
                  </a:lnTo>
                  <a:lnTo>
                    <a:pt x="6868" y="7562"/>
                  </a:lnTo>
                  <a:lnTo>
                    <a:pt x="6868" y="1009"/>
                  </a:lnTo>
                  <a:cubicBezTo>
                    <a:pt x="6868" y="473"/>
                    <a:pt x="6396" y="0"/>
                    <a:pt x="582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9044;p69">
              <a:extLst>
                <a:ext uri="{FF2B5EF4-FFF2-40B4-BE49-F238E27FC236}">
                  <a16:creationId xmlns:a16="http://schemas.microsoft.com/office/drawing/2014/main" id="{658451F1-7F2D-A527-1F28-56722FE508F0}"/>
                </a:ext>
              </a:extLst>
            </p:cNvPr>
            <p:cNvSpPr/>
            <p:nvPr/>
          </p:nvSpPr>
          <p:spPr>
            <a:xfrm>
              <a:off x="-35677550" y="3450950"/>
              <a:ext cx="34675" cy="42575"/>
            </a:xfrm>
            <a:custGeom>
              <a:avLst/>
              <a:gdLst/>
              <a:ahLst/>
              <a:cxnLst/>
              <a:rect l="l" t="t" r="r" b="b"/>
              <a:pathLst>
                <a:path w="1387" h="1703" extrusionOk="0">
                  <a:moveTo>
                    <a:pt x="1" y="1"/>
                  </a:moveTo>
                  <a:lnTo>
                    <a:pt x="1" y="1702"/>
                  </a:lnTo>
                  <a:lnTo>
                    <a:pt x="505" y="1387"/>
                  </a:lnTo>
                  <a:cubicBezTo>
                    <a:pt x="536" y="1324"/>
                    <a:pt x="631" y="1324"/>
                    <a:pt x="694" y="1324"/>
                  </a:cubicBezTo>
                  <a:cubicBezTo>
                    <a:pt x="711" y="1316"/>
                    <a:pt x="725" y="1312"/>
                    <a:pt x="739" y="1312"/>
                  </a:cubicBezTo>
                  <a:cubicBezTo>
                    <a:pt x="776" y="1312"/>
                    <a:pt x="805" y="1341"/>
                    <a:pt x="851" y="1387"/>
                  </a:cubicBezTo>
                  <a:lnTo>
                    <a:pt x="1387" y="1702"/>
                  </a:lnTo>
                  <a:lnTo>
                    <a:pt x="1387"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3" name="Google Shape;9045;p69">
            <a:extLst>
              <a:ext uri="{FF2B5EF4-FFF2-40B4-BE49-F238E27FC236}">
                <a16:creationId xmlns:a16="http://schemas.microsoft.com/office/drawing/2014/main" id="{CD7ED50B-FE91-9685-5145-CA9A8477F525}"/>
              </a:ext>
            </a:extLst>
          </p:cNvPr>
          <p:cNvGrpSpPr/>
          <p:nvPr/>
        </p:nvGrpSpPr>
        <p:grpSpPr>
          <a:xfrm>
            <a:off x="1794642" y="8827756"/>
            <a:ext cx="914429" cy="915056"/>
            <a:chOff x="-35839800" y="3561025"/>
            <a:chExt cx="291450" cy="291650"/>
          </a:xfrm>
          <a:solidFill>
            <a:srgbClr val="555559"/>
          </a:solidFill>
        </p:grpSpPr>
        <p:sp>
          <p:nvSpPr>
            <p:cNvPr id="404" name="Google Shape;9046;p69">
              <a:extLst>
                <a:ext uri="{FF2B5EF4-FFF2-40B4-BE49-F238E27FC236}">
                  <a16:creationId xmlns:a16="http://schemas.microsoft.com/office/drawing/2014/main" id="{C968D378-8A0C-D184-50AA-C9FCF5A561ED}"/>
                </a:ext>
              </a:extLst>
            </p:cNvPr>
            <p:cNvSpPr/>
            <p:nvPr/>
          </p:nvSpPr>
          <p:spPr>
            <a:xfrm>
              <a:off x="-35772850" y="3612425"/>
              <a:ext cx="155200" cy="142575"/>
            </a:xfrm>
            <a:custGeom>
              <a:avLst/>
              <a:gdLst/>
              <a:ahLst/>
              <a:cxnLst/>
              <a:rect l="l" t="t" r="r" b="b"/>
              <a:pathLst>
                <a:path w="6208" h="5703" extrusionOk="0">
                  <a:moveTo>
                    <a:pt x="3088" y="693"/>
                  </a:moveTo>
                  <a:cubicBezTo>
                    <a:pt x="3655" y="693"/>
                    <a:pt x="4128" y="1166"/>
                    <a:pt x="4128" y="1733"/>
                  </a:cubicBezTo>
                  <a:cubicBezTo>
                    <a:pt x="4128" y="2174"/>
                    <a:pt x="3844" y="2552"/>
                    <a:pt x="3466" y="2710"/>
                  </a:cubicBezTo>
                  <a:lnTo>
                    <a:pt x="3466" y="3119"/>
                  </a:lnTo>
                  <a:cubicBezTo>
                    <a:pt x="3466" y="3308"/>
                    <a:pt x="3309" y="3466"/>
                    <a:pt x="3088" y="3466"/>
                  </a:cubicBezTo>
                  <a:cubicBezTo>
                    <a:pt x="2899" y="3466"/>
                    <a:pt x="2742" y="3308"/>
                    <a:pt x="2742" y="3119"/>
                  </a:cubicBezTo>
                  <a:lnTo>
                    <a:pt x="2742" y="2710"/>
                  </a:lnTo>
                  <a:cubicBezTo>
                    <a:pt x="2742" y="2426"/>
                    <a:pt x="2931" y="2174"/>
                    <a:pt x="3214" y="2080"/>
                  </a:cubicBezTo>
                  <a:cubicBezTo>
                    <a:pt x="3340" y="2048"/>
                    <a:pt x="3466" y="1891"/>
                    <a:pt x="3466" y="1765"/>
                  </a:cubicBezTo>
                  <a:cubicBezTo>
                    <a:pt x="3466" y="1576"/>
                    <a:pt x="3309" y="1418"/>
                    <a:pt x="3088" y="1418"/>
                  </a:cubicBezTo>
                  <a:cubicBezTo>
                    <a:pt x="2899" y="1418"/>
                    <a:pt x="2742" y="1576"/>
                    <a:pt x="2742" y="1765"/>
                  </a:cubicBezTo>
                  <a:cubicBezTo>
                    <a:pt x="2742" y="1954"/>
                    <a:pt x="2584" y="2111"/>
                    <a:pt x="2395" y="2111"/>
                  </a:cubicBezTo>
                  <a:cubicBezTo>
                    <a:pt x="2206" y="2111"/>
                    <a:pt x="2049" y="1954"/>
                    <a:pt x="2049" y="1765"/>
                  </a:cubicBezTo>
                  <a:cubicBezTo>
                    <a:pt x="2080" y="1166"/>
                    <a:pt x="2553" y="693"/>
                    <a:pt x="3088" y="693"/>
                  </a:cubicBezTo>
                  <a:close/>
                  <a:moveTo>
                    <a:pt x="3088" y="3781"/>
                  </a:moveTo>
                  <a:cubicBezTo>
                    <a:pt x="3309" y="3781"/>
                    <a:pt x="3466" y="3938"/>
                    <a:pt x="3466" y="4127"/>
                  </a:cubicBezTo>
                  <a:cubicBezTo>
                    <a:pt x="3466" y="4317"/>
                    <a:pt x="3309" y="4474"/>
                    <a:pt x="3088" y="4474"/>
                  </a:cubicBezTo>
                  <a:cubicBezTo>
                    <a:pt x="2899" y="4474"/>
                    <a:pt x="2742" y="4317"/>
                    <a:pt x="2742" y="4127"/>
                  </a:cubicBezTo>
                  <a:cubicBezTo>
                    <a:pt x="2742" y="3938"/>
                    <a:pt x="2899" y="3781"/>
                    <a:pt x="3088" y="3781"/>
                  </a:cubicBezTo>
                  <a:close/>
                  <a:moveTo>
                    <a:pt x="347" y="0"/>
                  </a:moveTo>
                  <a:cubicBezTo>
                    <a:pt x="158" y="32"/>
                    <a:pt x="1" y="189"/>
                    <a:pt x="1" y="347"/>
                  </a:cubicBezTo>
                  <a:lnTo>
                    <a:pt x="1" y="5010"/>
                  </a:lnTo>
                  <a:lnTo>
                    <a:pt x="694" y="5703"/>
                  </a:lnTo>
                  <a:cubicBezTo>
                    <a:pt x="1371" y="5088"/>
                    <a:pt x="2238" y="4781"/>
                    <a:pt x="3104" y="4781"/>
                  </a:cubicBezTo>
                  <a:cubicBezTo>
                    <a:pt x="3970" y="4781"/>
                    <a:pt x="4837" y="5088"/>
                    <a:pt x="5514" y="5703"/>
                  </a:cubicBezTo>
                  <a:lnTo>
                    <a:pt x="6207" y="5010"/>
                  </a:lnTo>
                  <a:lnTo>
                    <a:pt x="6207" y="347"/>
                  </a:lnTo>
                  <a:cubicBezTo>
                    <a:pt x="6207" y="158"/>
                    <a:pt x="6050" y="0"/>
                    <a:pt x="586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9047;p69">
              <a:extLst>
                <a:ext uri="{FF2B5EF4-FFF2-40B4-BE49-F238E27FC236}">
                  <a16:creationId xmlns:a16="http://schemas.microsoft.com/office/drawing/2014/main" id="{F8D4C2C6-2D3C-B6DE-B65C-1EC459ED5F05}"/>
                </a:ext>
              </a:extLst>
            </p:cNvPr>
            <p:cNvSpPr/>
            <p:nvPr/>
          </p:nvSpPr>
          <p:spPr>
            <a:xfrm>
              <a:off x="-35621625" y="3694325"/>
              <a:ext cx="73275" cy="143375"/>
            </a:xfrm>
            <a:custGeom>
              <a:avLst/>
              <a:gdLst/>
              <a:ahLst/>
              <a:cxnLst/>
              <a:rect l="l" t="t" r="r" b="b"/>
              <a:pathLst>
                <a:path w="2931" h="5735" extrusionOk="0">
                  <a:moveTo>
                    <a:pt x="2931" y="1"/>
                  </a:moveTo>
                  <a:lnTo>
                    <a:pt x="1" y="2899"/>
                  </a:lnTo>
                  <a:lnTo>
                    <a:pt x="2805" y="5735"/>
                  </a:lnTo>
                  <a:cubicBezTo>
                    <a:pt x="2868" y="5609"/>
                    <a:pt x="2931" y="5451"/>
                    <a:pt x="2931" y="5294"/>
                  </a:cubicBezTo>
                  <a:lnTo>
                    <a:pt x="293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9048;p69">
              <a:extLst>
                <a:ext uri="{FF2B5EF4-FFF2-40B4-BE49-F238E27FC236}">
                  <a16:creationId xmlns:a16="http://schemas.microsoft.com/office/drawing/2014/main" id="{09234128-42C0-A0F3-BEA4-B4CC6D2F902C}"/>
                </a:ext>
              </a:extLst>
            </p:cNvPr>
            <p:cNvSpPr/>
            <p:nvPr/>
          </p:nvSpPr>
          <p:spPr>
            <a:xfrm>
              <a:off x="-35827200" y="3748675"/>
              <a:ext cx="263100" cy="104000"/>
            </a:xfrm>
            <a:custGeom>
              <a:avLst/>
              <a:gdLst/>
              <a:ahLst/>
              <a:cxnLst/>
              <a:rect l="l" t="t" r="r" b="b"/>
              <a:pathLst>
                <a:path w="10524" h="4160" extrusionOk="0">
                  <a:moveTo>
                    <a:pt x="5235" y="1"/>
                  </a:moveTo>
                  <a:cubicBezTo>
                    <a:pt x="4482" y="1"/>
                    <a:pt x="3734" y="284"/>
                    <a:pt x="3183" y="851"/>
                  </a:cubicBezTo>
                  <a:lnTo>
                    <a:pt x="1" y="4033"/>
                  </a:lnTo>
                  <a:cubicBezTo>
                    <a:pt x="158" y="4128"/>
                    <a:pt x="316" y="4159"/>
                    <a:pt x="473" y="4159"/>
                  </a:cubicBezTo>
                  <a:lnTo>
                    <a:pt x="10082" y="4159"/>
                  </a:lnTo>
                  <a:cubicBezTo>
                    <a:pt x="10240" y="4159"/>
                    <a:pt x="10398" y="4128"/>
                    <a:pt x="10524" y="4033"/>
                  </a:cubicBezTo>
                  <a:lnTo>
                    <a:pt x="7310" y="851"/>
                  </a:lnTo>
                  <a:cubicBezTo>
                    <a:pt x="6743" y="284"/>
                    <a:pt x="5987" y="1"/>
                    <a:pt x="523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9049;p69">
              <a:extLst>
                <a:ext uri="{FF2B5EF4-FFF2-40B4-BE49-F238E27FC236}">
                  <a16:creationId xmlns:a16="http://schemas.microsoft.com/office/drawing/2014/main" id="{C2FA5FE4-7877-6E2A-2263-28CE7924BA21}"/>
                </a:ext>
              </a:extLst>
            </p:cNvPr>
            <p:cNvSpPr/>
            <p:nvPr/>
          </p:nvSpPr>
          <p:spPr>
            <a:xfrm>
              <a:off x="-35831925" y="3635275"/>
              <a:ext cx="41775" cy="85075"/>
            </a:xfrm>
            <a:custGeom>
              <a:avLst/>
              <a:gdLst/>
              <a:ahLst/>
              <a:cxnLst/>
              <a:rect l="l" t="t" r="r" b="b"/>
              <a:pathLst>
                <a:path w="1671" h="3403" extrusionOk="0">
                  <a:moveTo>
                    <a:pt x="1671" y="0"/>
                  </a:moveTo>
                  <a:lnTo>
                    <a:pt x="1" y="1701"/>
                  </a:lnTo>
                  <a:lnTo>
                    <a:pt x="1671" y="3403"/>
                  </a:lnTo>
                  <a:lnTo>
                    <a:pt x="167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9050;p69">
              <a:extLst>
                <a:ext uri="{FF2B5EF4-FFF2-40B4-BE49-F238E27FC236}">
                  <a16:creationId xmlns:a16="http://schemas.microsoft.com/office/drawing/2014/main" id="{D3600789-87EF-5119-A480-8BB1E41F86E7}"/>
                </a:ext>
              </a:extLst>
            </p:cNvPr>
            <p:cNvSpPr/>
            <p:nvPr/>
          </p:nvSpPr>
          <p:spPr>
            <a:xfrm>
              <a:off x="-35601150" y="3635275"/>
              <a:ext cx="43350" cy="85075"/>
            </a:xfrm>
            <a:custGeom>
              <a:avLst/>
              <a:gdLst/>
              <a:ahLst/>
              <a:cxnLst/>
              <a:rect l="l" t="t" r="r" b="b"/>
              <a:pathLst>
                <a:path w="1734" h="3403" extrusionOk="0">
                  <a:moveTo>
                    <a:pt x="1" y="0"/>
                  </a:moveTo>
                  <a:lnTo>
                    <a:pt x="1" y="3403"/>
                  </a:lnTo>
                  <a:lnTo>
                    <a:pt x="1734" y="1701"/>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9051;p69">
              <a:extLst>
                <a:ext uri="{FF2B5EF4-FFF2-40B4-BE49-F238E27FC236}">
                  <a16:creationId xmlns:a16="http://schemas.microsoft.com/office/drawing/2014/main" id="{A64B1C08-E890-E798-41F1-7524449CBC04}"/>
                </a:ext>
              </a:extLst>
            </p:cNvPr>
            <p:cNvSpPr/>
            <p:nvPr/>
          </p:nvSpPr>
          <p:spPr>
            <a:xfrm>
              <a:off x="-35750000" y="3561025"/>
              <a:ext cx="111075" cy="35675"/>
            </a:xfrm>
            <a:custGeom>
              <a:avLst/>
              <a:gdLst/>
              <a:ahLst/>
              <a:cxnLst/>
              <a:rect l="l" t="t" r="r" b="b"/>
              <a:pathLst>
                <a:path w="4443" h="1427" extrusionOk="0">
                  <a:moveTo>
                    <a:pt x="2182" y="1"/>
                  </a:moveTo>
                  <a:cubicBezTo>
                    <a:pt x="1686" y="1"/>
                    <a:pt x="1198" y="182"/>
                    <a:pt x="851" y="544"/>
                  </a:cubicBezTo>
                  <a:lnTo>
                    <a:pt x="0" y="1426"/>
                  </a:lnTo>
                  <a:lnTo>
                    <a:pt x="4443" y="1426"/>
                  </a:lnTo>
                  <a:lnTo>
                    <a:pt x="3560" y="544"/>
                  </a:lnTo>
                  <a:cubicBezTo>
                    <a:pt x="3182" y="182"/>
                    <a:pt x="2678" y="1"/>
                    <a:pt x="218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9052;p69">
              <a:extLst>
                <a:ext uri="{FF2B5EF4-FFF2-40B4-BE49-F238E27FC236}">
                  <a16:creationId xmlns:a16="http://schemas.microsoft.com/office/drawing/2014/main" id="{72C90D06-4C99-B05A-4CE2-E88E5266E388}"/>
                </a:ext>
              </a:extLst>
            </p:cNvPr>
            <p:cNvSpPr/>
            <p:nvPr/>
          </p:nvSpPr>
          <p:spPr>
            <a:xfrm>
              <a:off x="-35839800" y="3694325"/>
              <a:ext cx="72500" cy="143375"/>
            </a:xfrm>
            <a:custGeom>
              <a:avLst/>
              <a:gdLst/>
              <a:ahLst/>
              <a:cxnLst/>
              <a:rect l="l" t="t" r="r" b="b"/>
              <a:pathLst>
                <a:path w="2900" h="5735" extrusionOk="0">
                  <a:moveTo>
                    <a:pt x="1" y="1"/>
                  </a:moveTo>
                  <a:lnTo>
                    <a:pt x="1" y="5294"/>
                  </a:lnTo>
                  <a:cubicBezTo>
                    <a:pt x="1" y="5451"/>
                    <a:pt x="32" y="5609"/>
                    <a:pt x="95" y="5735"/>
                  </a:cubicBezTo>
                  <a:lnTo>
                    <a:pt x="2899" y="2899"/>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1" name="Google Shape;9053;p69">
            <a:extLst>
              <a:ext uri="{FF2B5EF4-FFF2-40B4-BE49-F238E27FC236}">
                <a16:creationId xmlns:a16="http://schemas.microsoft.com/office/drawing/2014/main" id="{43AF0702-7101-9C10-2783-204FB1FAB11F}"/>
              </a:ext>
            </a:extLst>
          </p:cNvPr>
          <p:cNvSpPr/>
          <p:nvPr/>
        </p:nvSpPr>
        <p:spPr>
          <a:xfrm>
            <a:off x="1787108" y="9954217"/>
            <a:ext cx="919370" cy="914429"/>
          </a:xfrm>
          <a:custGeom>
            <a:avLst/>
            <a:gdLst/>
            <a:ahLst/>
            <a:cxnLst/>
            <a:rect l="l" t="t" r="r" b="b"/>
            <a:pathLst>
              <a:path w="11721" h="11658" extrusionOk="0">
                <a:moveTo>
                  <a:pt x="6144" y="2773"/>
                </a:moveTo>
                <a:cubicBezTo>
                  <a:pt x="7467" y="2868"/>
                  <a:pt x="8570" y="3813"/>
                  <a:pt x="8885" y="5042"/>
                </a:cubicBezTo>
                <a:cubicBezTo>
                  <a:pt x="8917" y="5231"/>
                  <a:pt x="8791" y="5388"/>
                  <a:pt x="8633" y="5483"/>
                </a:cubicBezTo>
                <a:cubicBezTo>
                  <a:pt x="8613" y="5486"/>
                  <a:pt x="8594" y="5487"/>
                  <a:pt x="8575" y="5487"/>
                </a:cubicBezTo>
                <a:cubicBezTo>
                  <a:pt x="8412" y="5487"/>
                  <a:pt x="8277" y="5372"/>
                  <a:pt x="8192" y="5231"/>
                </a:cubicBezTo>
                <a:cubicBezTo>
                  <a:pt x="7972" y="4254"/>
                  <a:pt x="7089" y="3561"/>
                  <a:pt x="6113" y="3466"/>
                </a:cubicBezTo>
                <a:cubicBezTo>
                  <a:pt x="5924" y="3466"/>
                  <a:pt x="5798" y="3277"/>
                  <a:pt x="5798" y="3120"/>
                </a:cubicBezTo>
                <a:cubicBezTo>
                  <a:pt x="5798" y="2868"/>
                  <a:pt x="5955" y="2773"/>
                  <a:pt x="6144" y="2773"/>
                </a:cubicBezTo>
                <a:close/>
                <a:moveTo>
                  <a:pt x="6222" y="1414"/>
                </a:moveTo>
                <a:cubicBezTo>
                  <a:pt x="6238" y="1414"/>
                  <a:pt x="6254" y="1416"/>
                  <a:pt x="6270" y="1418"/>
                </a:cubicBezTo>
                <a:cubicBezTo>
                  <a:pt x="8161" y="1576"/>
                  <a:pt x="9862" y="2962"/>
                  <a:pt x="10240" y="5136"/>
                </a:cubicBezTo>
                <a:cubicBezTo>
                  <a:pt x="10303" y="5325"/>
                  <a:pt x="10177" y="5483"/>
                  <a:pt x="9988" y="5514"/>
                </a:cubicBezTo>
                <a:cubicBezTo>
                  <a:pt x="9960" y="5518"/>
                  <a:pt x="9934" y="5520"/>
                  <a:pt x="9908" y="5520"/>
                </a:cubicBezTo>
                <a:cubicBezTo>
                  <a:pt x="9730" y="5520"/>
                  <a:pt x="9606" y="5424"/>
                  <a:pt x="9578" y="5231"/>
                </a:cubicBezTo>
                <a:cubicBezTo>
                  <a:pt x="9263" y="3466"/>
                  <a:pt x="7846" y="2238"/>
                  <a:pt x="6239" y="2143"/>
                </a:cubicBezTo>
                <a:cubicBezTo>
                  <a:pt x="6050" y="2143"/>
                  <a:pt x="5924" y="1923"/>
                  <a:pt x="5924" y="1765"/>
                </a:cubicBezTo>
                <a:cubicBezTo>
                  <a:pt x="5924" y="1563"/>
                  <a:pt x="6055" y="1414"/>
                  <a:pt x="6222" y="1414"/>
                </a:cubicBezTo>
                <a:close/>
                <a:moveTo>
                  <a:pt x="5907" y="4124"/>
                </a:moveTo>
                <a:cubicBezTo>
                  <a:pt x="5923" y="4124"/>
                  <a:pt x="5939" y="4125"/>
                  <a:pt x="5955" y="4128"/>
                </a:cubicBezTo>
                <a:cubicBezTo>
                  <a:pt x="6680" y="4191"/>
                  <a:pt x="7247" y="4663"/>
                  <a:pt x="7499" y="5325"/>
                </a:cubicBezTo>
                <a:cubicBezTo>
                  <a:pt x="7530" y="5514"/>
                  <a:pt x="7467" y="5672"/>
                  <a:pt x="7247" y="5766"/>
                </a:cubicBezTo>
                <a:cubicBezTo>
                  <a:pt x="7223" y="5770"/>
                  <a:pt x="7199" y="5772"/>
                  <a:pt x="7177" y="5772"/>
                </a:cubicBezTo>
                <a:cubicBezTo>
                  <a:pt x="7019" y="5772"/>
                  <a:pt x="6892" y="5679"/>
                  <a:pt x="6837" y="5514"/>
                </a:cubicBezTo>
                <a:cubicBezTo>
                  <a:pt x="6711" y="5136"/>
                  <a:pt x="6365" y="4852"/>
                  <a:pt x="5924" y="4821"/>
                </a:cubicBezTo>
                <a:cubicBezTo>
                  <a:pt x="5735" y="4821"/>
                  <a:pt x="5609" y="4663"/>
                  <a:pt x="5609" y="4443"/>
                </a:cubicBezTo>
                <a:cubicBezTo>
                  <a:pt x="5609" y="4270"/>
                  <a:pt x="5740" y="4124"/>
                  <a:pt x="5907" y="4124"/>
                </a:cubicBezTo>
                <a:close/>
                <a:moveTo>
                  <a:pt x="3385" y="3199"/>
                </a:moveTo>
                <a:cubicBezTo>
                  <a:pt x="3455" y="3199"/>
                  <a:pt x="3527" y="3225"/>
                  <a:pt x="3592" y="3277"/>
                </a:cubicBezTo>
                <a:lnTo>
                  <a:pt x="4695" y="4096"/>
                </a:lnTo>
                <a:cubicBezTo>
                  <a:pt x="4853" y="4222"/>
                  <a:pt x="4884" y="4411"/>
                  <a:pt x="4790" y="4569"/>
                </a:cubicBezTo>
                <a:lnTo>
                  <a:pt x="4159" y="5388"/>
                </a:lnTo>
                <a:lnTo>
                  <a:pt x="6869" y="7436"/>
                </a:lnTo>
                <a:lnTo>
                  <a:pt x="7499" y="6617"/>
                </a:lnTo>
                <a:cubicBezTo>
                  <a:pt x="7572" y="6525"/>
                  <a:pt x="7667" y="6476"/>
                  <a:pt x="7765" y="6476"/>
                </a:cubicBezTo>
                <a:cubicBezTo>
                  <a:pt x="7835" y="6476"/>
                  <a:pt x="7906" y="6501"/>
                  <a:pt x="7972" y="6554"/>
                </a:cubicBezTo>
                <a:lnTo>
                  <a:pt x="9074" y="7373"/>
                </a:lnTo>
                <a:cubicBezTo>
                  <a:pt x="9232" y="7499"/>
                  <a:pt x="9263" y="7688"/>
                  <a:pt x="9137" y="7845"/>
                </a:cubicBezTo>
                <a:lnTo>
                  <a:pt x="8507" y="8665"/>
                </a:lnTo>
                <a:cubicBezTo>
                  <a:pt x="8225" y="9022"/>
                  <a:pt x="7819" y="9211"/>
                  <a:pt x="7403" y="9211"/>
                </a:cubicBezTo>
                <a:cubicBezTo>
                  <a:pt x="7123" y="9211"/>
                  <a:pt x="6839" y="9126"/>
                  <a:pt x="6585" y="8948"/>
                </a:cubicBezTo>
                <a:lnTo>
                  <a:pt x="2773" y="6081"/>
                </a:lnTo>
                <a:cubicBezTo>
                  <a:pt x="2143" y="5672"/>
                  <a:pt x="2017" y="4821"/>
                  <a:pt x="2490" y="4191"/>
                </a:cubicBezTo>
                <a:lnTo>
                  <a:pt x="3120" y="3340"/>
                </a:lnTo>
                <a:cubicBezTo>
                  <a:pt x="3193" y="3248"/>
                  <a:pt x="3288" y="3199"/>
                  <a:pt x="3385" y="3199"/>
                </a:cubicBezTo>
                <a:close/>
                <a:moveTo>
                  <a:pt x="5829" y="1"/>
                </a:moveTo>
                <a:cubicBezTo>
                  <a:pt x="2647" y="1"/>
                  <a:pt x="1" y="2647"/>
                  <a:pt x="1" y="5829"/>
                </a:cubicBezTo>
                <a:cubicBezTo>
                  <a:pt x="64" y="9011"/>
                  <a:pt x="2647" y="11658"/>
                  <a:pt x="5892" y="11658"/>
                </a:cubicBezTo>
                <a:cubicBezTo>
                  <a:pt x="6900" y="11658"/>
                  <a:pt x="7940" y="11374"/>
                  <a:pt x="8822" y="10838"/>
                </a:cubicBezTo>
                <a:lnTo>
                  <a:pt x="11248" y="11626"/>
                </a:lnTo>
                <a:cubicBezTo>
                  <a:pt x="11272" y="11634"/>
                  <a:pt x="11299" y="11638"/>
                  <a:pt x="11329" y="11638"/>
                </a:cubicBezTo>
                <a:cubicBezTo>
                  <a:pt x="11417" y="11638"/>
                  <a:pt x="11524" y="11602"/>
                  <a:pt x="11595" y="11531"/>
                </a:cubicBezTo>
                <a:cubicBezTo>
                  <a:pt x="11658" y="11468"/>
                  <a:pt x="11721" y="11311"/>
                  <a:pt x="11658" y="11185"/>
                </a:cubicBezTo>
                <a:lnTo>
                  <a:pt x="10838" y="8791"/>
                </a:lnTo>
                <a:cubicBezTo>
                  <a:pt x="11406" y="7877"/>
                  <a:pt x="11658" y="6869"/>
                  <a:pt x="11658" y="5829"/>
                </a:cubicBezTo>
                <a:cubicBezTo>
                  <a:pt x="11658" y="2647"/>
                  <a:pt x="9043" y="1"/>
                  <a:pt x="5829"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2" name="Google Shape;9054;p69">
            <a:extLst>
              <a:ext uri="{FF2B5EF4-FFF2-40B4-BE49-F238E27FC236}">
                <a16:creationId xmlns:a16="http://schemas.microsoft.com/office/drawing/2014/main" id="{4470BD3A-835E-4744-F6D4-77F5D6E4034F}"/>
              </a:ext>
            </a:extLst>
          </p:cNvPr>
          <p:cNvGrpSpPr/>
          <p:nvPr/>
        </p:nvGrpSpPr>
        <p:grpSpPr>
          <a:xfrm>
            <a:off x="7580313" y="7687659"/>
            <a:ext cx="914429" cy="914429"/>
            <a:chOff x="-34003850" y="3227275"/>
            <a:chExt cx="291450" cy="291450"/>
          </a:xfrm>
          <a:solidFill>
            <a:srgbClr val="555559"/>
          </a:solidFill>
        </p:grpSpPr>
        <p:sp>
          <p:nvSpPr>
            <p:cNvPr id="413" name="Google Shape;9055;p69">
              <a:extLst>
                <a:ext uri="{FF2B5EF4-FFF2-40B4-BE49-F238E27FC236}">
                  <a16:creationId xmlns:a16="http://schemas.microsoft.com/office/drawing/2014/main" id="{C490C5B9-15F2-4887-75DB-DA11EBF422DB}"/>
                </a:ext>
              </a:extLst>
            </p:cNvPr>
            <p:cNvSpPr/>
            <p:nvPr/>
          </p:nvSpPr>
          <p:spPr>
            <a:xfrm>
              <a:off x="-33852625" y="3313925"/>
              <a:ext cx="128425" cy="49625"/>
            </a:xfrm>
            <a:custGeom>
              <a:avLst/>
              <a:gdLst/>
              <a:ahLst/>
              <a:cxnLst/>
              <a:rect l="l" t="t" r="r" b="b"/>
              <a:pathLst>
                <a:path w="5137" h="1985" extrusionOk="0">
                  <a:moveTo>
                    <a:pt x="473" y="0"/>
                  </a:moveTo>
                  <a:cubicBezTo>
                    <a:pt x="316" y="0"/>
                    <a:pt x="158" y="32"/>
                    <a:pt x="1" y="126"/>
                  </a:cubicBezTo>
                  <a:lnTo>
                    <a:pt x="2521" y="1985"/>
                  </a:lnTo>
                  <a:lnTo>
                    <a:pt x="5136" y="158"/>
                  </a:lnTo>
                  <a:cubicBezTo>
                    <a:pt x="4979" y="32"/>
                    <a:pt x="4790" y="0"/>
                    <a:pt x="456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9056;p69">
              <a:extLst>
                <a:ext uri="{FF2B5EF4-FFF2-40B4-BE49-F238E27FC236}">
                  <a16:creationId xmlns:a16="http://schemas.microsoft.com/office/drawing/2014/main" id="{3B7C2B81-90F3-8A3B-C9C1-7459A33681D8}"/>
                </a:ext>
              </a:extLst>
            </p:cNvPr>
            <p:cNvSpPr/>
            <p:nvPr/>
          </p:nvSpPr>
          <p:spPr>
            <a:xfrm>
              <a:off x="-33866000" y="3328875"/>
              <a:ext cx="153600" cy="103200"/>
            </a:xfrm>
            <a:custGeom>
              <a:avLst/>
              <a:gdLst/>
              <a:ahLst/>
              <a:cxnLst/>
              <a:rect l="l" t="t" r="r" b="b"/>
              <a:pathLst>
                <a:path w="6144" h="4128" extrusionOk="0">
                  <a:moveTo>
                    <a:pt x="63" y="1"/>
                  </a:moveTo>
                  <a:cubicBezTo>
                    <a:pt x="32" y="127"/>
                    <a:pt x="0" y="284"/>
                    <a:pt x="0" y="379"/>
                  </a:cubicBezTo>
                  <a:lnTo>
                    <a:pt x="0" y="3120"/>
                  </a:lnTo>
                  <a:cubicBezTo>
                    <a:pt x="0" y="3655"/>
                    <a:pt x="473" y="4128"/>
                    <a:pt x="1040" y="4128"/>
                  </a:cubicBezTo>
                  <a:lnTo>
                    <a:pt x="5136" y="4128"/>
                  </a:lnTo>
                  <a:cubicBezTo>
                    <a:pt x="5671" y="4128"/>
                    <a:pt x="6144" y="3655"/>
                    <a:pt x="6144" y="3120"/>
                  </a:cubicBezTo>
                  <a:lnTo>
                    <a:pt x="6144" y="379"/>
                  </a:lnTo>
                  <a:cubicBezTo>
                    <a:pt x="6144" y="284"/>
                    <a:pt x="6112" y="190"/>
                    <a:pt x="6112" y="64"/>
                  </a:cubicBezTo>
                  <a:lnTo>
                    <a:pt x="3277" y="2048"/>
                  </a:lnTo>
                  <a:cubicBezTo>
                    <a:pt x="3214" y="2080"/>
                    <a:pt x="3151" y="2080"/>
                    <a:pt x="3056" y="2080"/>
                  </a:cubicBezTo>
                  <a:cubicBezTo>
                    <a:pt x="2993" y="2080"/>
                    <a:pt x="2962" y="2080"/>
                    <a:pt x="2867" y="2048"/>
                  </a:cubicBezTo>
                  <a:lnTo>
                    <a:pt x="63"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9057;p69">
              <a:extLst>
                <a:ext uri="{FF2B5EF4-FFF2-40B4-BE49-F238E27FC236}">
                  <a16:creationId xmlns:a16="http://schemas.microsoft.com/office/drawing/2014/main" id="{385DB006-58AC-7A3E-E0AC-C61D82D9F5F4}"/>
                </a:ext>
              </a:extLst>
            </p:cNvPr>
            <p:cNvSpPr/>
            <p:nvPr/>
          </p:nvSpPr>
          <p:spPr>
            <a:xfrm>
              <a:off x="-34003850" y="3279250"/>
              <a:ext cx="189050" cy="188275"/>
            </a:xfrm>
            <a:custGeom>
              <a:avLst/>
              <a:gdLst/>
              <a:ahLst/>
              <a:cxnLst/>
              <a:rect l="l" t="t" r="r" b="b"/>
              <a:pathLst>
                <a:path w="7562" h="7531" extrusionOk="0">
                  <a:moveTo>
                    <a:pt x="3781" y="2017"/>
                  </a:moveTo>
                  <a:cubicBezTo>
                    <a:pt x="3970" y="2017"/>
                    <a:pt x="4128" y="2175"/>
                    <a:pt x="4128" y="2364"/>
                  </a:cubicBezTo>
                  <a:cubicBezTo>
                    <a:pt x="4128" y="2584"/>
                    <a:pt x="3970" y="2742"/>
                    <a:pt x="3781" y="2742"/>
                  </a:cubicBezTo>
                  <a:lnTo>
                    <a:pt x="1702" y="2742"/>
                  </a:lnTo>
                  <a:cubicBezTo>
                    <a:pt x="1482" y="2742"/>
                    <a:pt x="1324" y="2584"/>
                    <a:pt x="1324" y="2364"/>
                  </a:cubicBezTo>
                  <a:cubicBezTo>
                    <a:pt x="1324" y="2175"/>
                    <a:pt x="1482" y="2017"/>
                    <a:pt x="1702" y="2017"/>
                  </a:cubicBezTo>
                  <a:close/>
                  <a:moveTo>
                    <a:pt x="3057" y="3403"/>
                  </a:moveTo>
                  <a:cubicBezTo>
                    <a:pt x="3277" y="3403"/>
                    <a:pt x="3435" y="3561"/>
                    <a:pt x="3435" y="3750"/>
                  </a:cubicBezTo>
                  <a:cubicBezTo>
                    <a:pt x="3466" y="3939"/>
                    <a:pt x="3277" y="4096"/>
                    <a:pt x="3057" y="4096"/>
                  </a:cubicBezTo>
                  <a:lnTo>
                    <a:pt x="1702" y="4096"/>
                  </a:lnTo>
                  <a:cubicBezTo>
                    <a:pt x="1482" y="4096"/>
                    <a:pt x="1324" y="3939"/>
                    <a:pt x="1324" y="3750"/>
                  </a:cubicBezTo>
                  <a:cubicBezTo>
                    <a:pt x="1324" y="3561"/>
                    <a:pt x="1482" y="3403"/>
                    <a:pt x="1702" y="3403"/>
                  </a:cubicBezTo>
                  <a:close/>
                  <a:moveTo>
                    <a:pt x="2395" y="4790"/>
                  </a:moveTo>
                  <a:cubicBezTo>
                    <a:pt x="2584" y="4790"/>
                    <a:pt x="2742" y="4947"/>
                    <a:pt x="2742" y="5136"/>
                  </a:cubicBezTo>
                  <a:cubicBezTo>
                    <a:pt x="2742" y="5325"/>
                    <a:pt x="2584" y="5483"/>
                    <a:pt x="2395" y="5483"/>
                  </a:cubicBezTo>
                  <a:lnTo>
                    <a:pt x="1702" y="5483"/>
                  </a:lnTo>
                  <a:cubicBezTo>
                    <a:pt x="1482" y="5483"/>
                    <a:pt x="1324" y="5325"/>
                    <a:pt x="1324" y="5136"/>
                  </a:cubicBezTo>
                  <a:cubicBezTo>
                    <a:pt x="1324" y="4947"/>
                    <a:pt x="1482" y="4790"/>
                    <a:pt x="1702" y="4790"/>
                  </a:cubicBezTo>
                  <a:close/>
                  <a:moveTo>
                    <a:pt x="1" y="1"/>
                  </a:moveTo>
                  <a:lnTo>
                    <a:pt x="1" y="7530"/>
                  </a:lnTo>
                  <a:lnTo>
                    <a:pt x="7562" y="7530"/>
                  </a:lnTo>
                  <a:lnTo>
                    <a:pt x="7562" y="6837"/>
                  </a:lnTo>
                  <a:lnTo>
                    <a:pt x="6522" y="6837"/>
                  </a:lnTo>
                  <a:cubicBezTo>
                    <a:pt x="5577" y="6837"/>
                    <a:pt x="4853" y="6081"/>
                    <a:pt x="4853" y="5136"/>
                  </a:cubicBezTo>
                  <a:lnTo>
                    <a:pt x="4853" y="2395"/>
                  </a:lnTo>
                  <a:cubicBezTo>
                    <a:pt x="4853" y="1450"/>
                    <a:pt x="5577" y="725"/>
                    <a:pt x="6522" y="725"/>
                  </a:cubicBezTo>
                  <a:lnTo>
                    <a:pt x="7562" y="725"/>
                  </a:lnTo>
                  <a:lnTo>
                    <a:pt x="7562"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9058;p69">
              <a:extLst>
                <a:ext uri="{FF2B5EF4-FFF2-40B4-BE49-F238E27FC236}">
                  <a16:creationId xmlns:a16="http://schemas.microsoft.com/office/drawing/2014/main" id="{80A07DE9-81A8-13F2-93B0-BB905D36872C}"/>
                </a:ext>
              </a:extLst>
            </p:cNvPr>
            <p:cNvSpPr/>
            <p:nvPr/>
          </p:nvSpPr>
          <p:spPr>
            <a:xfrm>
              <a:off x="-34003850" y="3227275"/>
              <a:ext cx="189050" cy="34675"/>
            </a:xfrm>
            <a:custGeom>
              <a:avLst/>
              <a:gdLst/>
              <a:ahLst/>
              <a:cxnLst/>
              <a:rect l="l" t="t" r="r" b="b"/>
              <a:pathLst>
                <a:path w="7562" h="1387" extrusionOk="0">
                  <a:moveTo>
                    <a:pt x="1009" y="1"/>
                  </a:moveTo>
                  <a:cubicBezTo>
                    <a:pt x="473" y="1"/>
                    <a:pt x="1" y="473"/>
                    <a:pt x="1" y="1040"/>
                  </a:cubicBezTo>
                  <a:lnTo>
                    <a:pt x="1" y="1387"/>
                  </a:lnTo>
                  <a:lnTo>
                    <a:pt x="7562" y="1387"/>
                  </a:lnTo>
                  <a:lnTo>
                    <a:pt x="7562" y="1040"/>
                  </a:lnTo>
                  <a:cubicBezTo>
                    <a:pt x="7562" y="473"/>
                    <a:pt x="7089" y="1"/>
                    <a:pt x="652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9059;p69">
              <a:extLst>
                <a:ext uri="{FF2B5EF4-FFF2-40B4-BE49-F238E27FC236}">
                  <a16:creationId xmlns:a16="http://schemas.microsoft.com/office/drawing/2014/main" id="{D4231EA0-3114-CEC2-7490-52155C6D8BD7}"/>
                </a:ext>
              </a:extLst>
            </p:cNvPr>
            <p:cNvSpPr/>
            <p:nvPr/>
          </p:nvSpPr>
          <p:spPr>
            <a:xfrm>
              <a:off x="-34003850" y="3484050"/>
              <a:ext cx="189050" cy="34675"/>
            </a:xfrm>
            <a:custGeom>
              <a:avLst/>
              <a:gdLst/>
              <a:ahLst/>
              <a:cxnLst/>
              <a:rect l="l" t="t" r="r" b="b"/>
              <a:pathLst>
                <a:path w="7562" h="1387" extrusionOk="0">
                  <a:moveTo>
                    <a:pt x="1" y="0"/>
                  </a:moveTo>
                  <a:lnTo>
                    <a:pt x="1" y="347"/>
                  </a:lnTo>
                  <a:cubicBezTo>
                    <a:pt x="1" y="945"/>
                    <a:pt x="442" y="1386"/>
                    <a:pt x="1009" y="1386"/>
                  </a:cubicBezTo>
                  <a:lnTo>
                    <a:pt x="6522" y="1386"/>
                  </a:lnTo>
                  <a:cubicBezTo>
                    <a:pt x="7089" y="1386"/>
                    <a:pt x="7562" y="914"/>
                    <a:pt x="7562" y="347"/>
                  </a:cubicBezTo>
                  <a:lnTo>
                    <a:pt x="756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8" name="Google Shape;9060;p69">
            <a:extLst>
              <a:ext uri="{FF2B5EF4-FFF2-40B4-BE49-F238E27FC236}">
                <a16:creationId xmlns:a16="http://schemas.microsoft.com/office/drawing/2014/main" id="{97E6A12F-2259-02D3-8897-E6F4A568A0A6}"/>
              </a:ext>
            </a:extLst>
          </p:cNvPr>
          <p:cNvGrpSpPr/>
          <p:nvPr/>
        </p:nvGrpSpPr>
        <p:grpSpPr>
          <a:xfrm>
            <a:off x="7579098" y="8827165"/>
            <a:ext cx="916860" cy="916233"/>
            <a:chOff x="-34004625" y="3585850"/>
            <a:chExt cx="292225" cy="292025"/>
          </a:xfrm>
          <a:solidFill>
            <a:srgbClr val="555559"/>
          </a:solidFill>
        </p:grpSpPr>
        <p:sp>
          <p:nvSpPr>
            <p:cNvPr id="419" name="Google Shape;9061;p69">
              <a:extLst>
                <a:ext uri="{FF2B5EF4-FFF2-40B4-BE49-F238E27FC236}">
                  <a16:creationId xmlns:a16="http://schemas.microsoft.com/office/drawing/2014/main" id="{FCCA1C55-8E3B-F8F2-389C-0D7CFD7FC428}"/>
                </a:ext>
              </a:extLst>
            </p:cNvPr>
            <p:cNvSpPr/>
            <p:nvPr/>
          </p:nvSpPr>
          <p:spPr>
            <a:xfrm>
              <a:off x="-33832150" y="3585850"/>
              <a:ext cx="103200" cy="154200"/>
            </a:xfrm>
            <a:custGeom>
              <a:avLst/>
              <a:gdLst/>
              <a:ahLst/>
              <a:cxnLst/>
              <a:rect l="l" t="t" r="r" b="b"/>
              <a:pathLst>
                <a:path w="4128" h="6168" extrusionOk="0">
                  <a:moveTo>
                    <a:pt x="2426" y="1"/>
                  </a:moveTo>
                  <a:cubicBezTo>
                    <a:pt x="2286" y="1"/>
                    <a:pt x="2136" y="77"/>
                    <a:pt x="2112" y="244"/>
                  </a:cubicBezTo>
                  <a:lnTo>
                    <a:pt x="64" y="5064"/>
                  </a:lnTo>
                  <a:cubicBezTo>
                    <a:pt x="1" y="5222"/>
                    <a:pt x="64" y="5474"/>
                    <a:pt x="253" y="5506"/>
                  </a:cubicBezTo>
                  <a:cubicBezTo>
                    <a:pt x="295" y="5531"/>
                    <a:pt x="342" y="5543"/>
                    <a:pt x="389" y="5543"/>
                  </a:cubicBezTo>
                  <a:cubicBezTo>
                    <a:pt x="517" y="5543"/>
                    <a:pt x="648" y="5455"/>
                    <a:pt x="694" y="5317"/>
                  </a:cubicBezTo>
                  <a:lnTo>
                    <a:pt x="1261" y="4025"/>
                  </a:lnTo>
                  <a:cubicBezTo>
                    <a:pt x="1419" y="4088"/>
                    <a:pt x="1576" y="4119"/>
                    <a:pt x="1765" y="4119"/>
                  </a:cubicBezTo>
                  <a:cubicBezTo>
                    <a:pt x="1891" y="4119"/>
                    <a:pt x="1986" y="4088"/>
                    <a:pt x="2112" y="4056"/>
                  </a:cubicBezTo>
                  <a:lnTo>
                    <a:pt x="2112" y="4844"/>
                  </a:lnTo>
                  <a:cubicBezTo>
                    <a:pt x="1450" y="4970"/>
                    <a:pt x="946" y="5506"/>
                    <a:pt x="789" y="6167"/>
                  </a:cubicBezTo>
                  <a:lnTo>
                    <a:pt x="4128" y="6167"/>
                  </a:lnTo>
                  <a:cubicBezTo>
                    <a:pt x="4002" y="5506"/>
                    <a:pt x="3466" y="5001"/>
                    <a:pt x="2773" y="4844"/>
                  </a:cubicBezTo>
                  <a:lnTo>
                    <a:pt x="2773" y="3143"/>
                  </a:lnTo>
                  <a:cubicBezTo>
                    <a:pt x="2773" y="2670"/>
                    <a:pt x="2458" y="2324"/>
                    <a:pt x="2080" y="2166"/>
                  </a:cubicBezTo>
                  <a:lnTo>
                    <a:pt x="2773" y="496"/>
                  </a:lnTo>
                  <a:cubicBezTo>
                    <a:pt x="2773" y="307"/>
                    <a:pt x="2710" y="118"/>
                    <a:pt x="2553" y="24"/>
                  </a:cubicBezTo>
                  <a:cubicBezTo>
                    <a:pt x="2515" y="8"/>
                    <a:pt x="2471" y="1"/>
                    <a:pt x="242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9062;p69">
              <a:extLst>
                <a:ext uri="{FF2B5EF4-FFF2-40B4-BE49-F238E27FC236}">
                  <a16:creationId xmlns:a16="http://schemas.microsoft.com/office/drawing/2014/main" id="{B608ECD6-49E5-BF66-2902-03712568805E}"/>
                </a:ext>
              </a:extLst>
            </p:cNvPr>
            <p:cNvSpPr/>
            <p:nvPr/>
          </p:nvSpPr>
          <p:spPr>
            <a:xfrm>
              <a:off x="-34004625" y="3690400"/>
              <a:ext cx="155175" cy="187475"/>
            </a:xfrm>
            <a:custGeom>
              <a:avLst/>
              <a:gdLst/>
              <a:ahLst/>
              <a:cxnLst/>
              <a:rect l="l" t="t" r="r" b="b"/>
              <a:pathLst>
                <a:path w="6207" h="7499" extrusionOk="0">
                  <a:moveTo>
                    <a:pt x="693" y="0"/>
                  </a:moveTo>
                  <a:cubicBezTo>
                    <a:pt x="315" y="0"/>
                    <a:pt x="0" y="315"/>
                    <a:pt x="0" y="662"/>
                  </a:cubicBezTo>
                  <a:lnTo>
                    <a:pt x="0" y="6490"/>
                  </a:lnTo>
                  <a:cubicBezTo>
                    <a:pt x="32" y="7026"/>
                    <a:pt x="504" y="7498"/>
                    <a:pt x="1103" y="7498"/>
                  </a:cubicBezTo>
                  <a:lnTo>
                    <a:pt x="6207" y="7498"/>
                  </a:lnTo>
                  <a:lnTo>
                    <a:pt x="6207" y="5797"/>
                  </a:lnTo>
                  <a:cubicBezTo>
                    <a:pt x="6207" y="5608"/>
                    <a:pt x="6049" y="5451"/>
                    <a:pt x="5860" y="5451"/>
                  </a:cubicBezTo>
                  <a:lnTo>
                    <a:pt x="1765" y="5451"/>
                  </a:lnTo>
                  <a:cubicBezTo>
                    <a:pt x="1576" y="5451"/>
                    <a:pt x="1418" y="5293"/>
                    <a:pt x="1418" y="5104"/>
                  </a:cubicBezTo>
                  <a:lnTo>
                    <a:pt x="1418" y="662"/>
                  </a:lnTo>
                  <a:cubicBezTo>
                    <a:pt x="1418" y="252"/>
                    <a:pt x="1103" y="0"/>
                    <a:pt x="69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9063;p69">
              <a:extLst>
                <a:ext uri="{FF2B5EF4-FFF2-40B4-BE49-F238E27FC236}">
                  <a16:creationId xmlns:a16="http://schemas.microsoft.com/office/drawing/2014/main" id="{4E423EE5-A7A4-6161-0E56-07A4203E98C7}"/>
                </a:ext>
              </a:extLst>
            </p:cNvPr>
            <p:cNvSpPr/>
            <p:nvPr/>
          </p:nvSpPr>
          <p:spPr>
            <a:xfrm>
              <a:off x="-33936100" y="3621075"/>
              <a:ext cx="51200" cy="51225"/>
            </a:xfrm>
            <a:custGeom>
              <a:avLst/>
              <a:gdLst/>
              <a:ahLst/>
              <a:cxnLst/>
              <a:rect l="l" t="t" r="r" b="b"/>
              <a:pathLst>
                <a:path w="2048" h="2049" extrusionOk="0">
                  <a:moveTo>
                    <a:pt x="1040" y="1"/>
                  </a:moveTo>
                  <a:cubicBezTo>
                    <a:pt x="473" y="1"/>
                    <a:pt x="0" y="473"/>
                    <a:pt x="0" y="1041"/>
                  </a:cubicBezTo>
                  <a:cubicBezTo>
                    <a:pt x="0" y="1576"/>
                    <a:pt x="473" y="2049"/>
                    <a:pt x="1040" y="2049"/>
                  </a:cubicBezTo>
                  <a:cubicBezTo>
                    <a:pt x="1576" y="2049"/>
                    <a:pt x="2048" y="1576"/>
                    <a:pt x="2048" y="1041"/>
                  </a:cubicBezTo>
                  <a:cubicBezTo>
                    <a:pt x="2048" y="473"/>
                    <a:pt x="1607" y="1"/>
                    <a:pt x="104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9064;p69">
              <a:extLst>
                <a:ext uri="{FF2B5EF4-FFF2-40B4-BE49-F238E27FC236}">
                  <a16:creationId xmlns:a16="http://schemas.microsoft.com/office/drawing/2014/main" id="{473DB904-3B2A-CEDA-3F3F-78F0D2C0F5D0}"/>
                </a:ext>
              </a:extLst>
            </p:cNvPr>
            <p:cNvSpPr/>
            <p:nvPr/>
          </p:nvSpPr>
          <p:spPr>
            <a:xfrm>
              <a:off x="-33952650" y="3690125"/>
              <a:ext cx="155975" cy="186950"/>
            </a:xfrm>
            <a:custGeom>
              <a:avLst/>
              <a:gdLst/>
              <a:ahLst/>
              <a:cxnLst/>
              <a:rect l="l" t="t" r="r" b="b"/>
              <a:pathLst>
                <a:path w="6239" h="7478" extrusionOk="0">
                  <a:moveTo>
                    <a:pt x="1641" y="1"/>
                  </a:moveTo>
                  <a:cubicBezTo>
                    <a:pt x="1242" y="1"/>
                    <a:pt x="819" y="205"/>
                    <a:pt x="568" y="484"/>
                  </a:cubicBezTo>
                  <a:cubicBezTo>
                    <a:pt x="190" y="799"/>
                    <a:pt x="1" y="1209"/>
                    <a:pt x="1" y="1681"/>
                  </a:cubicBezTo>
                  <a:lnTo>
                    <a:pt x="1" y="4769"/>
                  </a:lnTo>
                  <a:lnTo>
                    <a:pt x="2679" y="4769"/>
                  </a:lnTo>
                  <a:cubicBezTo>
                    <a:pt x="2521" y="4359"/>
                    <a:pt x="2175" y="4107"/>
                    <a:pt x="1702" y="4107"/>
                  </a:cubicBezTo>
                  <a:lnTo>
                    <a:pt x="1040" y="4107"/>
                  </a:lnTo>
                  <a:cubicBezTo>
                    <a:pt x="820" y="4107"/>
                    <a:pt x="662" y="3949"/>
                    <a:pt x="662" y="3729"/>
                  </a:cubicBezTo>
                  <a:lnTo>
                    <a:pt x="662" y="2374"/>
                  </a:lnTo>
                  <a:cubicBezTo>
                    <a:pt x="662" y="2154"/>
                    <a:pt x="820" y="1996"/>
                    <a:pt x="1040" y="1996"/>
                  </a:cubicBezTo>
                  <a:cubicBezTo>
                    <a:pt x="1229" y="1996"/>
                    <a:pt x="1387" y="2154"/>
                    <a:pt x="1387" y="2374"/>
                  </a:cubicBezTo>
                  <a:lnTo>
                    <a:pt x="1387" y="3382"/>
                  </a:lnTo>
                  <a:lnTo>
                    <a:pt x="1733" y="3382"/>
                  </a:lnTo>
                  <a:cubicBezTo>
                    <a:pt x="2553" y="3382"/>
                    <a:pt x="3277" y="3981"/>
                    <a:pt x="3435" y="4769"/>
                  </a:cubicBezTo>
                  <a:lnTo>
                    <a:pt x="3813" y="4769"/>
                  </a:lnTo>
                  <a:cubicBezTo>
                    <a:pt x="4380" y="4769"/>
                    <a:pt x="4852" y="5241"/>
                    <a:pt x="4852" y="5777"/>
                  </a:cubicBezTo>
                  <a:lnTo>
                    <a:pt x="4852" y="7478"/>
                  </a:lnTo>
                  <a:lnTo>
                    <a:pt x="6239" y="7478"/>
                  </a:lnTo>
                  <a:lnTo>
                    <a:pt x="6239" y="5084"/>
                  </a:lnTo>
                  <a:cubicBezTo>
                    <a:pt x="6176" y="4580"/>
                    <a:pt x="5703" y="4107"/>
                    <a:pt x="5168" y="4107"/>
                  </a:cubicBezTo>
                  <a:lnTo>
                    <a:pt x="3781" y="4107"/>
                  </a:lnTo>
                  <a:cubicBezTo>
                    <a:pt x="3592" y="4107"/>
                    <a:pt x="3435" y="3949"/>
                    <a:pt x="3435" y="3729"/>
                  </a:cubicBezTo>
                  <a:lnTo>
                    <a:pt x="3435" y="1807"/>
                  </a:lnTo>
                  <a:cubicBezTo>
                    <a:pt x="3435" y="862"/>
                    <a:pt x="2710" y="43"/>
                    <a:pt x="1796" y="11"/>
                  </a:cubicBezTo>
                  <a:cubicBezTo>
                    <a:pt x="1745" y="4"/>
                    <a:pt x="1694" y="1"/>
                    <a:pt x="164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9065;p69">
              <a:extLst>
                <a:ext uri="{FF2B5EF4-FFF2-40B4-BE49-F238E27FC236}">
                  <a16:creationId xmlns:a16="http://schemas.microsoft.com/office/drawing/2014/main" id="{ACADD86F-4BF5-9DBD-4263-027F66E3BE0B}"/>
                </a:ext>
              </a:extLst>
            </p:cNvPr>
            <p:cNvSpPr/>
            <p:nvPr/>
          </p:nvSpPr>
          <p:spPr>
            <a:xfrm>
              <a:off x="-33849475" y="3758125"/>
              <a:ext cx="137075" cy="33100"/>
            </a:xfrm>
            <a:custGeom>
              <a:avLst/>
              <a:gdLst/>
              <a:ahLst/>
              <a:cxnLst/>
              <a:rect l="l" t="t" r="r" b="b"/>
              <a:pathLst>
                <a:path w="5483" h="1324" extrusionOk="0">
                  <a:moveTo>
                    <a:pt x="1" y="1"/>
                  </a:moveTo>
                  <a:lnTo>
                    <a:pt x="1" y="662"/>
                  </a:lnTo>
                  <a:lnTo>
                    <a:pt x="1041" y="662"/>
                  </a:lnTo>
                  <a:cubicBezTo>
                    <a:pt x="1576" y="662"/>
                    <a:pt x="2080" y="946"/>
                    <a:pt x="2395" y="1324"/>
                  </a:cubicBezTo>
                  <a:lnTo>
                    <a:pt x="5136" y="1324"/>
                  </a:lnTo>
                  <a:cubicBezTo>
                    <a:pt x="5325" y="1324"/>
                    <a:pt x="5483" y="1166"/>
                    <a:pt x="5483" y="977"/>
                  </a:cubicBezTo>
                  <a:lnTo>
                    <a:pt x="5483" y="316"/>
                  </a:lnTo>
                  <a:cubicBezTo>
                    <a:pt x="5483" y="158"/>
                    <a:pt x="5325" y="1"/>
                    <a:pt x="513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4" name="Google Shape;9066;p69">
            <a:extLst>
              <a:ext uri="{FF2B5EF4-FFF2-40B4-BE49-F238E27FC236}">
                <a16:creationId xmlns:a16="http://schemas.microsoft.com/office/drawing/2014/main" id="{D0EA25AE-4E42-1B5E-FF94-115F88F1B5E8}"/>
              </a:ext>
            </a:extLst>
          </p:cNvPr>
          <p:cNvGrpSpPr/>
          <p:nvPr/>
        </p:nvGrpSpPr>
        <p:grpSpPr>
          <a:xfrm>
            <a:off x="7577841" y="9952473"/>
            <a:ext cx="919370" cy="916939"/>
            <a:chOff x="-34005425" y="3945575"/>
            <a:chExt cx="293025" cy="292250"/>
          </a:xfrm>
          <a:solidFill>
            <a:srgbClr val="555559"/>
          </a:solidFill>
        </p:grpSpPr>
        <p:sp>
          <p:nvSpPr>
            <p:cNvPr id="425" name="Google Shape;9067;p69">
              <a:extLst>
                <a:ext uri="{FF2B5EF4-FFF2-40B4-BE49-F238E27FC236}">
                  <a16:creationId xmlns:a16="http://schemas.microsoft.com/office/drawing/2014/main" id="{FF79447E-DA42-D533-8842-850FAAC254C8}"/>
                </a:ext>
              </a:extLst>
            </p:cNvPr>
            <p:cNvSpPr/>
            <p:nvPr/>
          </p:nvSpPr>
          <p:spPr>
            <a:xfrm>
              <a:off x="-33952650" y="3998350"/>
              <a:ext cx="186700" cy="186700"/>
            </a:xfrm>
            <a:custGeom>
              <a:avLst/>
              <a:gdLst/>
              <a:ahLst/>
              <a:cxnLst/>
              <a:rect l="l" t="t" r="r" b="b"/>
              <a:pathLst>
                <a:path w="7468" h="7468" extrusionOk="0">
                  <a:moveTo>
                    <a:pt x="5861" y="2017"/>
                  </a:moveTo>
                  <a:cubicBezTo>
                    <a:pt x="6050" y="2017"/>
                    <a:pt x="6207" y="2143"/>
                    <a:pt x="6207" y="2364"/>
                  </a:cubicBezTo>
                  <a:lnTo>
                    <a:pt x="6207" y="3750"/>
                  </a:lnTo>
                  <a:lnTo>
                    <a:pt x="6207" y="5104"/>
                  </a:lnTo>
                  <a:cubicBezTo>
                    <a:pt x="6207" y="5325"/>
                    <a:pt x="6050" y="5451"/>
                    <a:pt x="5861" y="5451"/>
                  </a:cubicBezTo>
                  <a:cubicBezTo>
                    <a:pt x="5672" y="5451"/>
                    <a:pt x="5514" y="5325"/>
                    <a:pt x="5514" y="5104"/>
                  </a:cubicBezTo>
                  <a:lnTo>
                    <a:pt x="5514" y="4096"/>
                  </a:lnTo>
                  <a:lnTo>
                    <a:pt x="4474" y="4096"/>
                  </a:lnTo>
                  <a:cubicBezTo>
                    <a:pt x="4285" y="4096"/>
                    <a:pt x="4128" y="3939"/>
                    <a:pt x="4128" y="3750"/>
                  </a:cubicBezTo>
                  <a:lnTo>
                    <a:pt x="4128" y="2364"/>
                  </a:lnTo>
                  <a:cubicBezTo>
                    <a:pt x="4128" y="2143"/>
                    <a:pt x="4285" y="2017"/>
                    <a:pt x="4474" y="2017"/>
                  </a:cubicBezTo>
                  <a:cubicBezTo>
                    <a:pt x="4695" y="2017"/>
                    <a:pt x="4852" y="2143"/>
                    <a:pt x="4852" y="2364"/>
                  </a:cubicBezTo>
                  <a:lnTo>
                    <a:pt x="4852" y="3372"/>
                  </a:lnTo>
                  <a:lnTo>
                    <a:pt x="5514" y="3372"/>
                  </a:lnTo>
                  <a:lnTo>
                    <a:pt x="5514" y="2364"/>
                  </a:lnTo>
                  <a:cubicBezTo>
                    <a:pt x="5514" y="2143"/>
                    <a:pt x="5672" y="2017"/>
                    <a:pt x="5861" y="2017"/>
                  </a:cubicBezTo>
                  <a:close/>
                  <a:moveTo>
                    <a:pt x="2332" y="2017"/>
                  </a:moveTo>
                  <a:cubicBezTo>
                    <a:pt x="2868" y="2017"/>
                    <a:pt x="3340" y="2490"/>
                    <a:pt x="3340" y="3025"/>
                  </a:cubicBezTo>
                  <a:lnTo>
                    <a:pt x="3340" y="3309"/>
                  </a:lnTo>
                  <a:lnTo>
                    <a:pt x="3435" y="3309"/>
                  </a:lnTo>
                  <a:cubicBezTo>
                    <a:pt x="3435" y="3687"/>
                    <a:pt x="3183" y="4065"/>
                    <a:pt x="2868" y="4222"/>
                  </a:cubicBezTo>
                  <a:lnTo>
                    <a:pt x="2238" y="4537"/>
                  </a:lnTo>
                  <a:cubicBezTo>
                    <a:pt x="2175" y="4569"/>
                    <a:pt x="2080" y="4632"/>
                    <a:pt x="2049" y="4758"/>
                  </a:cubicBezTo>
                  <a:lnTo>
                    <a:pt x="3057" y="4758"/>
                  </a:lnTo>
                  <a:cubicBezTo>
                    <a:pt x="3277" y="4758"/>
                    <a:pt x="3435" y="4915"/>
                    <a:pt x="3435" y="5104"/>
                  </a:cubicBezTo>
                  <a:cubicBezTo>
                    <a:pt x="3435" y="5325"/>
                    <a:pt x="3277" y="5483"/>
                    <a:pt x="3057" y="5483"/>
                  </a:cubicBezTo>
                  <a:lnTo>
                    <a:pt x="1702" y="5483"/>
                  </a:lnTo>
                  <a:cubicBezTo>
                    <a:pt x="1481" y="5483"/>
                    <a:pt x="1324" y="5325"/>
                    <a:pt x="1324" y="5104"/>
                  </a:cubicBezTo>
                  <a:lnTo>
                    <a:pt x="1324" y="4852"/>
                  </a:lnTo>
                  <a:cubicBezTo>
                    <a:pt x="1324" y="4443"/>
                    <a:pt x="1576" y="4096"/>
                    <a:pt x="1891" y="3939"/>
                  </a:cubicBezTo>
                  <a:lnTo>
                    <a:pt x="2521" y="3624"/>
                  </a:lnTo>
                  <a:cubicBezTo>
                    <a:pt x="2647" y="3592"/>
                    <a:pt x="2710" y="3466"/>
                    <a:pt x="2710" y="3309"/>
                  </a:cubicBezTo>
                  <a:lnTo>
                    <a:pt x="2710" y="3025"/>
                  </a:lnTo>
                  <a:cubicBezTo>
                    <a:pt x="2710" y="2836"/>
                    <a:pt x="2553" y="2679"/>
                    <a:pt x="2364" y="2679"/>
                  </a:cubicBezTo>
                  <a:cubicBezTo>
                    <a:pt x="2175" y="2679"/>
                    <a:pt x="2017" y="2836"/>
                    <a:pt x="2017" y="3025"/>
                  </a:cubicBezTo>
                  <a:cubicBezTo>
                    <a:pt x="2017" y="3214"/>
                    <a:pt x="1859" y="3372"/>
                    <a:pt x="1639" y="3372"/>
                  </a:cubicBezTo>
                  <a:cubicBezTo>
                    <a:pt x="1450" y="3372"/>
                    <a:pt x="1292" y="3214"/>
                    <a:pt x="1292" y="3025"/>
                  </a:cubicBezTo>
                  <a:cubicBezTo>
                    <a:pt x="1292" y="2490"/>
                    <a:pt x="1765" y="2017"/>
                    <a:pt x="2332" y="2017"/>
                  </a:cubicBezTo>
                  <a:close/>
                  <a:moveTo>
                    <a:pt x="3214" y="1"/>
                  </a:moveTo>
                  <a:cubicBezTo>
                    <a:pt x="3214" y="127"/>
                    <a:pt x="3183" y="284"/>
                    <a:pt x="3120" y="379"/>
                  </a:cubicBezTo>
                  <a:cubicBezTo>
                    <a:pt x="2962" y="662"/>
                    <a:pt x="2679" y="914"/>
                    <a:pt x="2364" y="946"/>
                  </a:cubicBezTo>
                  <a:lnTo>
                    <a:pt x="1009" y="1135"/>
                  </a:lnTo>
                  <a:cubicBezTo>
                    <a:pt x="473" y="1733"/>
                    <a:pt x="64" y="2521"/>
                    <a:pt x="1" y="3372"/>
                  </a:cubicBezTo>
                  <a:lnTo>
                    <a:pt x="316" y="3372"/>
                  </a:lnTo>
                  <a:cubicBezTo>
                    <a:pt x="505" y="3372"/>
                    <a:pt x="662" y="3529"/>
                    <a:pt x="662" y="3750"/>
                  </a:cubicBezTo>
                  <a:cubicBezTo>
                    <a:pt x="662" y="3939"/>
                    <a:pt x="505" y="4096"/>
                    <a:pt x="316" y="4096"/>
                  </a:cubicBezTo>
                  <a:lnTo>
                    <a:pt x="1" y="4096"/>
                  </a:lnTo>
                  <a:cubicBezTo>
                    <a:pt x="158" y="5892"/>
                    <a:pt x="1607" y="7310"/>
                    <a:pt x="3372" y="7467"/>
                  </a:cubicBezTo>
                  <a:lnTo>
                    <a:pt x="3372" y="7121"/>
                  </a:lnTo>
                  <a:cubicBezTo>
                    <a:pt x="3372" y="6932"/>
                    <a:pt x="3529" y="6774"/>
                    <a:pt x="3750" y="6774"/>
                  </a:cubicBezTo>
                  <a:cubicBezTo>
                    <a:pt x="3939" y="6774"/>
                    <a:pt x="4096" y="6932"/>
                    <a:pt x="4096" y="7121"/>
                  </a:cubicBezTo>
                  <a:lnTo>
                    <a:pt x="4096" y="7436"/>
                  </a:lnTo>
                  <a:lnTo>
                    <a:pt x="4254" y="7436"/>
                  </a:lnTo>
                  <a:cubicBezTo>
                    <a:pt x="4254" y="7373"/>
                    <a:pt x="4285" y="7278"/>
                    <a:pt x="4317" y="7215"/>
                  </a:cubicBezTo>
                  <a:cubicBezTo>
                    <a:pt x="4443" y="6900"/>
                    <a:pt x="4758" y="6648"/>
                    <a:pt x="5073" y="6617"/>
                  </a:cubicBezTo>
                  <a:lnTo>
                    <a:pt x="6491" y="6333"/>
                  </a:lnTo>
                  <a:cubicBezTo>
                    <a:pt x="7089" y="5703"/>
                    <a:pt x="7404" y="5010"/>
                    <a:pt x="7467" y="4096"/>
                  </a:cubicBezTo>
                  <a:lnTo>
                    <a:pt x="7152" y="4096"/>
                  </a:lnTo>
                  <a:cubicBezTo>
                    <a:pt x="6963" y="4096"/>
                    <a:pt x="6806" y="3939"/>
                    <a:pt x="6806" y="3750"/>
                  </a:cubicBezTo>
                  <a:cubicBezTo>
                    <a:pt x="6806" y="3529"/>
                    <a:pt x="6963" y="3372"/>
                    <a:pt x="7152" y="3372"/>
                  </a:cubicBezTo>
                  <a:lnTo>
                    <a:pt x="7467" y="3372"/>
                  </a:lnTo>
                  <a:cubicBezTo>
                    <a:pt x="7310" y="1576"/>
                    <a:pt x="5861" y="158"/>
                    <a:pt x="4096" y="1"/>
                  </a:cubicBezTo>
                  <a:lnTo>
                    <a:pt x="4096" y="316"/>
                  </a:lnTo>
                  <a:cubicBezTo>
                    <a:pt x="4096" y="505"/>
                    <a:pt x="3939" y="662"/>
                    <a:pt x="3750" y="662"/>
                  </a:cubicBezTo>
                  <a:cubicBezTo>
                    <a:pt x="3529" y="662"/>
                    <a:pt x="3372" y="505"/>
                    <a:pt x="3372" y="316"/>
                  </a:cubicBezTo>
                  <a:lnTo>
                    <a:pt x="3372"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9068;p69">
              <a:extLst>
                <a:ext uri="{FF2B5EF4-FFF2-40B4-BE49-F238E27FC236}">
                  <a16:creationId xmlns:a16="http://schemas.microsoft.com/office/drawing/2014/main" id="{5C24DCA4-C465-F2DC-05DE-38E67E43F531}"/>
                </a:ext>
              </a:extLst>
            </p:cNvPr>
            <p:cNvSpPr/>
            <p:nvPr/>
          </p:nvSpPr>
          <p:spPr>
            <a:xfrm>
              <a:off x="-33944775" y="3945575"/>
              <a:ext cx="232375" cy="247350"/>
            </a:xfrm>
            <a:custGeom>
              <a:avLst/>
              <a:gdLst/>
              <a:ahLst/>
              <a:cxnLst/>
              <a:rect l="l" t="t" r="r" b="b"/>
              <a:pathLst>
                <a:path w="9295" h="9894" extrusionOk="0">
                  <a:moveTo>
                    <a:pt x="3466" y="1"/>
                  </a:moveTo>
                  <a:cubicBezTo>
                    <a:pt x="2490" y="1"/>
                    <a:pt x="1450" y="316"/>
                    <a:pt x="1103" y="536"/>
                  </a:cubicBezTo>
                  <a:lnTo>
                    <a:pt x="1040" y="410"/>
                  </a:lnTo>
                  <a:cubicBezTo>
                    <a:pt x="970" y="340"/>
                    <a:pt x="881" y="304"/>
                    <a:pt x="788" y="304"/>
                  </a:cubicBezTo>
                  <a:cubicBezTo>
                    <a:pt x="757" y="304"/>
                    <a:pt x="725" y="308"/>
                    <a:pt x="694" y="316"/>
                  </a:cubicBezTo>
                  <a:cubicBezTo>
                    <a:pt x="599" y="379"/>
                    <a:pt x="505" y="473"/>
                    <a:pt x="473" y="568"/>
                  </a:cubicBezTo>
                  <a:cubicBezTo>
                    <a:pt x="347" y="1041"/>
                    <a:pt x="442" y="726"/>
                    <a:pt x="32" y="2143"/>
                  </a:cubicBezTo>
                  <a:cubicBezTo>
                    <a:pt x="1" y="2269"/>
                    <a:pt x="32" y="2395"/>
                    <a:pt x="127" y="2458"/>
                  </a:cubicBezTo>
                  <a:cubicBezTo>
                    <a:pt x="253" y="2584"/>
                    <a:pt x="316" y="2584"/>
                    <a:pt x="473" y="2584"/>
                  </a:cubicBezTo>
                  <a:lnTo>
                    <a:pt x="2049" y="2332"/>
                  </a:lnTo>
                  <a:cubicBezTo>
                    <a:pt x="2238" y="2301"/>
                    <a:pt x="2395" y="2080"/>
                    <a:pt x="2332" y="1860"/>
                  </a:cubicBezTo>
                  <a:lnTo>
                    <a:pt x="2206" y="1545"/>
                  </a:lnTo>
                  <a:cubicBezTo>
                    <a:pt x="2647" y="1450"/>
                    <a:pt x="3057" y="1356"/>
                    <a:pt x="3529" y="1356"/>
                  </a:cubicBezTo>
                  <a:cubicBezTo>
                    <a:pt x="5987" y="1356"/>
                    <a:pt x="8003" y="3372"/>
                    <a:pt x="8003" y="5798"/>
                  </a:cubicBezTo>
                  <a:cubicBezTo>
                    <a:pt x="8003" y="6806"/>
                    <a:pt x="7688" y="7657"/>
                    <a:pt x="7152" y="8413"/>
                  </a:cubicBezTo>
                  <a:cubicBezTo>
                    <a:pt x="7278" y="8444"/>
                    <a:pt x="7404" y="8539"/>
                    <a:pt x="7530" y="8633"/>
                  </a:cubicBezTo>
                  <a:cubicBezTo>
                    <a:pt x="7751" y="8885"/>
                    <a:pt x="7845" y="9232"/>
                    <a:pt x="7751" y="9578"/>
                  </a:cubicBezTo>
                  <a:lnTo>
                    <a:pt x="7593" y="9893"/>
                  </a:lnTo>
                  <a:cubicBezTo>
                    <a:pt x="8633" y="8854"/>
                    <a:pt x="9295" y="7436"/>
                    <a:pt x="9295" y="5861"/>
                  </a:cubicBezTo>
                  <a:cubicBezTo>
                    <a:pt x="9295" y="2616"/>
                    <a:pt x="6648" y="1"/>
                    <a:pt x="346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9069;p69">
              <a:extLst>
                <a:ext uri="{FF2B5EF4-FFF2-40B4-BE49-F238E27FC236}">
                  <a16:creationId xmlns:a16="http://schemas.microsoft.com/office/drawing/2014/main" id="{DEBCA3D6-F681-B6DB-2A3F-1B96C52374D2}"/>
                </a:ext>
              </a:extLst>
            </p:cNvPr>
            <p:cNvSpPr/>
            <p:nvPr/>
          </p:nvSpPr>
          <p:spPr>
            <a:xfrm>
              <a:off x="-34005425" y="3987325"/>
              <a:ext cx="237100" cy="250500"/>
            </a:xfrm>
            <a:custGeom>
              <a:avLst/>
              <a:gdLst/>
              <a:ahLst/>
              <a:cxnLst/>
              <a:rect l="l" t="t" r="r" b="b"/>
              <a:pathLst>
                <a:path w="9484" h="10020" extrusionOk="0">
                  <a:moveTo>
                    <a:pt x="1797" y="1"/>
                  </a:moveTo>
                  <a:lnTo>
                    <a:pt x="1797" y="1"/>
                  </a:lnTo>
                  <a:cubicBezTo>
                    <a:pt x="694" y="1072"/>
                    <a:pt x="1" y="2521"/>
                    <a:pt x="1" y="4191"/>
                  </a:cubicBezTo>
                  <a:cubicBezTo>
                    <a:pt x="64" y="7373"/>
                    <a:pt x="2647" y="10019"/>
                    <a:pt x="5892" y="10019"/>
                  </a:cubicBezTo>
                  <a:cubicBezTo>
                    <a:pt x="6239" y="10019"/>
                    <a:pt x="7972" y="9736"/>
                    <a:pt x="8224" y="9547"/>
                  </a:cubicBezTo>
                  <a:cubicBezTo>
                    <a:pt x="8255" y="9547"/>
                    <a:pt x="8287" y="9484"/>
                    <a:pt x="8350" y="9484"/>
                  </a:cubicBezTo>
                  <a:lnTo>
                    <a:pt x="8507" y="9641"/>
                  </a:lnTo>
                  <a:cubicBezTo>
                    <a:pt x="8576" y="9710"/>
                    <a:pt x="8661" y="9741"/>
                    <a:pt x="8743" y="9741"/>
                  </a:cubicBezTo>
                  <a:cubicBezTo>
                    <a:pt x="8887" y="9741"/>
                    <a:pt x="9023" y="9644"/>
                    <a:pt x="9043" y="9484"/>
                  </a:cubicBezTo>
                  <a:lnTo>
                    <a:pt x="9169" y="9011"/>
                  </a:lnTo>
                  <a:lnTo>
                    <a:pt x="9452" y="7814"/>
                  </a:lnTo>
                  <a:cubicBezTo>
                    <a:pt x="9484" y="7688"/>
                    <a:pt x="9452" y="7562"/>
                    <a:pt x="9358" y="7467"/>
                  </a:cubicBezTo>
                  <a:cubicBezTo>
                    <a:pt x="9278" y="7407"/>
                    <a:pt x="9211" y="7385"/>
                    <a:pt x="9132" y="7385"/>
                  </a:cubicBezTo>
                  <a:cubicBezTo>
                    <a:pt x="9087" y="7385"/>
                    <a:pt x="9037" y="7393"/>
                    <a:pt x="8980" y="7404"/>
                  </a:cubicBezTo>
                  <a:lnTo>
                    <a:pt x="7310" y="7719"/>
                  </a:lnTo>
                  <a:cubicBezTo>
                    <a:pt x="7089" y="7751"/>
                    <a:pt x="6963" y="8034"/>
                    <a:pt x="7089" y="8223"/>
                  </a:cubicBezTo>
                  <a:lnTo>
                    <a:pt x="7184" y="8444"/>
                  </a:lnTo>
                  <a:cubicBezTo>
                    <a:pt x="6774" y="8538"/>
                    <a:pt x="6333" y="8633"/>
                    <a:pt x="5861" y="8633"/>
                  </a:cubicBezTo>
                  <a:cubicBezTo>
                    <a:pt x="3403" y="8633"/>
                    <a:pt x="1419" y="6648"/>
                    <a:pt x="1419" y="4191"/>
                  </a:cubicBezTo>
                  <a:cubicBezTo>
                    <a:pt x="1419" y="3183"/>
                    <a:pt x="1734" y="2269"/>
                    <a:pt x="2269" y="1544"/>
                  </a:cubicBezTo>
                  <a:cubicBezTo>
                    <a:pt x="2143" y="1481"/>
                    <a:pt x="2049" y="1418"/>
                    <a:pt x="1954" y="1292"/>
                  </a:cubicBezTo>
                  <a:cubicBezTo>
                    <a:pt x="1734" y="1009"/>
                    <a:pt x="1639" y="662"/>
                    <a:pt x="1734" y="316"/>
                  </a:cubicBezTo>
                  <a:lnTo>
                    <a:pt x="1797"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8" name="Google Shape;9070;p69">
            <a:extLst>
              <a:ext uri="{FF2B5EF4-FFF2-40B4-BE49-F238E27FC236}">
                <a16:creationId xmlns:a16="http://schemas.microsoft.com/office/drawing/2014/main" id="{16A14C6B-A5D3-1C43-962F-71D9967772AB}"/>
              </a:ext>
            </a:extLst>
          </p:cNvPr>
          <p:cNvGrpSpPr/>
          <p:nvPr/>
        </p:nvGrpSpPr>
        <p:grpSpPr>
          <a:xfrm>
            <a:off x="13327487" y="7685193"/>
            <a:ext cx="926743" cy="919370"/>
            <a:chOff x="-32174975" y="3192625"/>
            <a:chExt cx="295375" cy="293025"/>
          </a:xfrm>
          <a:solidFill>
            <a:srgbClr val="555559"/>
          </a:solidFill>
        </p:grpSpPr>
        <p:sp>
          <p:nvSpPr>
            <p:cNvPr id="429" name="Google Shape;9071;p69">
              <a:extLst>
                <a:ext uri="{FF2B5EF4-FFF2-40B4-BE49-F238E27FC236}">
                  <a16:creationId xmlns:a16="http://schemas.microsoft.com/office/drawing/2014/main" id="{D57811B0-6543-D0B2-1796-B0C5B13C916E}"/>
                </a:ext>
              </a:extLst>
            </p:cNvPr>
            <p:cNvSpPr/>
            <p:nvPr/>
          </p:nvSpPr>
          <p:spPr>
            <a:xfrm>
              <a:off x="-32171050" y="3279250"/>
              <a:ext cx="291450" cy="153625"/>
            </a:xfrm>
            <a:custGeom>
              <a:avLst/>
              <a:gdLst/>
              <a:ahLst/>
              <a:cxnLst/>
              <a:rect l="l" t="t" r="r" b="b"/>
              <a:pathLst>
                <a:path w="11658" h="6145" extrusionOk="0">
                  <a:moveTo>
                    <a:pt x="5829" y="694"/>
                  </a:moveTo>
                  <a:cubicBezTo>
                    <a:pt x="7184" y="694"/>
                    <a:pt x="8255" y="1734"/>
                    <a:pt x="8255" y="3088"/>
                  </a:cubicBezTo>
                  <a:cubicBezTo>
                    <a:pt x="8255" y="4412"/>
                    <a:pt x="7153" y="5483"/>
                    <a:pt x="5829" y="5483"/>
                  </a:cubicBezTo>
                  <a:cubicBezTo>
                    <a:pt x="4506" y="5483"/>
                    <a:pt x="3435" y="4412"/>
                    <a:pt x="3435" y="3088"/>
                  </a:cubicBezTo>
                  <a:cubicBezTo>
                    <a:pt x="3435" y="1734"/>
                    <a:pt x="4506" y="694"/>
                    <a:pt x="5829" y="694"/>
                  </a:cubicBezTo>
                  <a:close/>
                  <a:moveTo>
                    <a:pt x="1" y="1"/>
                  </a:moveTo>
                  <a:lnTo>
                    <a:pt x="1" y="6144"/>
                  </a:lnTo>
                  <a:lnTo>
                    <a:pt x="11658" y="6144"/>
                  </a:lnTo>
                  <a:lnTo>
                    <a:pt x="11658"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9072;p69">
              <a:extLst>
                <a:ext uri="{FF2B5EF4-FFF2-40B4-BE49-F238E27FC236}">
                  <a16:creationId xmlns:a16="http://schemas.microsoft.com/office/drawing/2014/main" id="{CA0F2105-75C4-818D-34A5-D6740774D6F6}"/>
                </a:ext>
              </a:extLst>
            </p:cNvPr>
            <p:cNvSpPr/>
            <p:nvPr/>
          </p:nvSpPr>
          <p:spPr>
            <a:xfrm>
              <a:off x="-32067075" y="3313925"/>
              <a:ext cx="84300" cy="85075"/>
            </a:xfrm>
            <a:custGeom>
              <a:avLst/>
              <a:gdLst/>
              <a:ahLst/>
              <a:cxnLst/>
              <a:rect l="l" t="t" r="r" b="b"/>
              <a:pathLst>
                <a:path w="3372" h="3403" extrusionOk="0">
                  <a:moveTo>
                    <a:pt x="1670" y="662"/>
                  </a:moveTo>
                  <a:cubicBezTo>
                    <a:pt x="1891" y="662"/>
                    <a:pt x="2048" y="819"/>
                    <a:pt x="2048" y="1040"/>
                  </a:cubicBezTo>
                  <a:lnTo>
                    <a:pt x="2048" y="1386"/>
                  </a:lnTo>
                  <a:lnTo>
                    <a:pt x="2395" y="1386"/>
                  </a:lnTo>
                  <a:cubicBezTo>
                    <a:pt x="2584" y="1386"/>
                    <a:pt x="2741" y="1544"/>
                    <a:pt x="2741" y="1733"/>
                  </a:cubicBezTo>
                  <a:cubicBezTo>
                    <a:pt x="2710" y="1890"/>
                    <a:pt x="2552" y="2048"/>
                    <a:pt x="2363" y="2048"/>
                  </a:cubicBezTo>
                  <a:lnTo>
                    <a:pt x="1670" y="2048"/>
                  </a:lnTo>
                  <a:cubicBezTo>
                    <a:pt x="1481" y="2048"/>
                    <a:pt x="1324" y="1890"/>
                    <a:pt x="1324" y="1701"/>
                  </a:cubicBezTo>
                  <a:lnTo>
                    <a:pt x="1324" y="1040"/>
                  </a:lnTo>
                  <a:cubicBezTo>
                    <a:pt x="1324" y="819"/>
                    <a:pt x="1481" y="662"/>
                    <a:pt x="1670" y="662"/>
                  </a:cubicBezTo>
                  <a:close/>
                  <a:moveTo>
                    <a:pt x="1670" y="0"/>
                  </a:moveTo>
                  <a:cubicBezTo>
                    <a:pt x="725" y="0"/>
                    <a:pt x="1" y="756"/>
                    <a:pt x="1" y="1701"/>
                  </a:cubicBezTo>
                  <a:cubicBezTo>
                    <a:pt x="1" y="2646"/>
                    <a:pt x="725" y="3403"/>
                    <a:pt x="1670" y="3403"/>
                  </a:cubicBezTo>
                  <a:cubicBezTo>
                    <a:pt x="2615" y="3403"/>
                    <a:pt x="3372" y="2646"/>
                    <a:pt x="3372" y="1701"/>
                  </a:cubicBezTo>
                  <a:cubicBezTo>
                    <a:pt x="3372" y="756"/>
                    <a:pt x="2615" y="0"/>
                    <a:pt x="167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9073;p69">
              <a:extLst>
                <a:ext uri="{FF2B5EF4-FFF2-40B4-BE49-F238E27FC236}">
                  <a16:creationId xmlns:a16="http://schemas.microsoft.com/office/drawing/2014/main" id="{A3F2A129-0CD1-AE98-70E7-605CDE561EEF}"/>
                </a:ext>
              </a:extLst>
            </p:cNvPr>
            <p:cNvSpPr/>
            <p:nvPr/>
          </p:nvSpPr>
          <p:spPr>
            <a:xfrm>
              <a:off x="-32171050" y="3450950"/>
              <a:ext cx="291450" cy="34700"/>
            </a:xfrm>
            <a:custGeom>
              <a:avLst/>
              <a:gdLst/>
              <a:ahLst/>
              <a:cxnLst/>
              <a:rect l="l" t="t" r="r" b="b"/>
              <a:pathLst>
                <a:path w="11658" h="1388" extrusionOk="0">
                  <a:moveTo>
                    <a:pt x="1" y="1"/>
                  </a:moveTo>
                  <a:lnTo>
                    <a:pt x="1" y="347"/>
                  </a:lnTo>
                  <a:cubicBezTo>
                    <a:pt x="1" y="915"/>
                    <a:pt x="442" y="1387"/>
                    <a:pt x="1041" y="1387"/>
                  </a:cubicBezTo>
                  <a:lnTo>
                    <a:pt x="10650" y="1387"/>
                  </a:lnTo>
                  <a:cubicBezTo>
                    <a:pt x="11217" y="1387"/>
                    <a:pt x="11658" y="915"/>
                    <a:pt x="11658" y="347"/>
                  </a:cubicBezTo>
                  <a:lnTo>
                    <a:pt x="11658"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9074;p69">
              <a:extLst>
                <a:ext uri="{FF2B5EF4-FFF2-40B4-BE49-F238E27FC236}">
                  <a16:creationId xmlns:a16="http://schemas.microsoft.com/office/drawing/2014/main" id="{FE38F1B3-AD3D-521E-3862-D4AAEE563371}"/>
                </a:ext>
              </a:extLst>
            </p:cNvPr>
            <p:cNvSpPr/>
            <p:nvPr/>
          </p:nvSpPr>
          <p:spPr>
            <a:xfrm>
              <a:off x="-32174975" y="3192625"/>
              <a:ext cx="295375" cy="70125"/>
            </a:xfrm>
            <a:custGeom>
              <a:avLst/>
              <a:gdLst/>
              <a:ahLst/>
              <a:cxnLst/>
              <a:rect l="l" t="t" r="r" b="b"/>
              <a:pathLst>
                <a:path w="11815" h="2805" extrusionOk="0">
                  <a:moveTo>
                    <a:pt x="1733" y="0"/>
                  </a:moveTo>
                  <a:cubicBezTo>
                    <a:pt x="1544" y="0"/>
                    <a:pt x="1387" y="158"/>
                    <a:pt x="1387" y="378"/>
                  </a:cubicBezTo>
                  <a:lnTo>
                    <a:pt x="1387" y="725"/>
                  </a:lnTo>
                  <a:lnTo>
                    <a:pt x="1040" y="725"/>
                  </a:lnTo>
                  <a:cubicBezTo>
                    <a:pt x="473" y="725"/>
                    <a:pt x="0" y="1197"/>
                    <a:pt x="0" y="1733"/>
                  </a:cubicBezTo>
                  <a:lnTo>
                    <a:pt x="0" y="2804"/>
                  </a:lnTo>
                  <a:lnTo>
                    <a:pt x="11657" y="2804"/>
                  </a:lnTo>
                  <a:lnTo>
                    <a:pt x="11657" y="1733"/>
                  </a:lnTo>
                  <a:lnTo>
                    <a:pt x="11815" y="1733"/>
                  </a:lnTo>
                  <a:cubicBezTo>
                    <a:pt x="11815" y="1197"/>
                    <a:pt x="11374" y="725"/>
                    <a:pt x="10807" y="725"/>
                  </a:cubicBezTo>
                  <a:lnTo>
                    <a:pt x="10460" y="725"/>
                  </a:lnTo>
                  <a:lnTo>
                    <a:pt x="10460" y="378"/>
                  </a:lnTo>
                  <a:cubicBezTo>
                    <a:pt x="10460" y="158"/>
                    <a:pt x="10303" y="0"/>
                    <a:pt x="10082" y="0"/>
                  </a:cubicBezTo>
                  <a:cubicBezTo>
                    <a:pt x="9893" y="0"/>
                    <a:pt x="9735" y="158"/>
                    <a:pt x="9735" y="378"/>
                  </a:cubicBezTo>
                  <a:lnTo>
                    <a:pt x="9735" y="725"/>
                  </a:lnTo>
                  <a:lnTo>
                    <a:pt x="8349" y="725"/>
                  </a:lnTo>
                  <a:lnTo>
                    <a:pt x="8349" y="378"/>
                  </a:lnTo>
                  <a:cubicBezTo>
                    <a:pt x="8349" y="158"/>
                    <a:pt x="8192" y="0"/>
                    <a:pt x="8003" y="0"/>
                  </a:cubicBezTo>
                  <a:cubicBezTo>
                    <a:pt x="7814" y="0"/>
                    <a:pt x="7656" y="158"/>
                    <a:pt x="7656" y="378"/>
                  </a:cubicBezTo>
                  <a:lnTo>
                    <a:pt x="7656" y="725"/>
                  </a:lnTo>
                  <a:lnTo>
                    <a:pt x="6270" y="725"/>
                  </a:lnTo>
                  <a:lnTo>
                    <a:pt x="6270" y="378"/>
                  </a:lnTo>
                  <a:cubicBezTo>
                    <a:pt x="6270" y="158"/>
                    <a:pt x="6112" y="0"/>
                    <a:pt x="5923" y="0"/>
                  </a:cubicBezTo>
                  <a:cubicBezTo>
                    <a:pt x="5734" y="0"/>
                    <a:pt x="5577" y="158"/>
                    <a:pt x="5577" y="378"/>
                  </a:cubicBezTo>
                  <a:lnTo>
                    <a:pt x="5577" y="725"/>
                  </a:lnTo>
                  <a:lnTo>
                    <a:pt x="4191" y="725"/>
                  </a:lnTo>
                  <a:lnTo>
                    <a:pt x="4191" y="378"/>
                  </a:lnTo>
                  <a:cubicBezTo>
                    <a:pt x="4191" y="158"/>
                    <a:pt x="4033" y="0"/>
                    <a:pt x="3844" y="0"/>
                  </a:cubicBezTo>
                  <a:cubicBezTo>
                    <a:pt x="3623" y="0"/>
                    <a:pt x="3466" y="158"/>
                    <a:pt x="3466" y="378"/>
                  </a:cubicBezTo>
                  <a:lnTo>
                    <a:pt x="3466" y="725"/>
                  </a:lnTo>
                  <a:lnTo>
                    <a:pt x="2111" y="725"/>
                  </a:lnTo>
                  <a:lnTo>
                    <a:pt x="2111" y="378"/>
                  </a:lnTo>
                  <a:cubicBezTo>
                    <a:pt x="2111" y="158"/>
                    <a:pt x="1954" y="0"/>
                    <a:pt x="173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3" name="Google Shape;9075;p69">
            <a:extLst>
              <a:ext uri="{FF2B5EF4-FFF2-40B4-BE49-F238E27FC236}">
                <a16:creationId xmlns:a16="http://schemas.microsoft.com/office/drawing/2014/main" id="{5B6DDE18-393E-5D14-E5E4-E121C2CC2BD7}"/>
              </a:ext>
            </a:extLst>
          </p:cNvPr>
          <p:cNvSpPr/>
          <p:nvPr/>
        </p:nvSpPr>
        <p:spPr>
          <a:xfrm>
            <a:off x="13316742" y="8826943"/>
            <a:ext cx="939136" cy="917566"/>
          </a:xfrm>
          <a:custGeom>
            <a:avLst/>
            <a:gdLst/>
            <a:ahLst/>
            <a:cxnLst/>
            <a:rect l="l" t="t" r="r" b="b"/>
            <a:pathLst>
              <a:path w="11973" h="11698" extrusionOk="0">
                <a:moveTo>
                  <a:pt x="8928" y="1750"/>
                </a:moveTo>
                <a:cubicBezTo>
                  <a:pt x="9192" y="1750"/>
                  <a:pt x="9452" y="1852"/>
                  <a:pt x="9641" y="2057"/>
                </a:cubicBezTo>
                <a:cubicBezTo>
                  <a:pt x="10050" y="2435"/>
                  <a:pt x="10050" y="3096"/>
                  <a:pt x="9641" y="3506"/>
                </a:cubicBezTo>
                <a:cubicBezTo>
                  <a:pt x="9452" y="3695"/>
                  <a:pt x="9192" y="3790"/>
                  <a:pt x="8928" y="3790"/>
                </a:cubicBezTo>
                <a:cubicBezTo>
                  <a:pt x="8664" y="3790"/>
                  <a:pt x="8396" y="3695"/>
                  <a:pt x="8192" y="3506"/>
                </a:cubicBezTo>
                <a:cubicBezTo>
                  <a:pt x="7814" y="3096"/>
                  <a:pt x="7814" y="2435"/>
                  <a:pt x="8192" y="2057"/>
                </a:cubicBezTo>
                <a:cubicBezTo>
                  <a:pt x="8396" y="1852"/>
                  <a:pt x="8664" y="1750"/>
                  <a:pt x="8928" y="1750"/>
                </a:cubicBezTo>
                <a:close/>
                <a:moveTo>
                  <a:pt x="7901" y="1"/>
                </a:moveTo>
                <a:cubicBezTo>
                  <a:pt x="6958" y="1"/>
                  <a:pt x="6010" y="363"/>
                  <a:pt x="5293" y="1080"/>
                </a:cubicBezTo>
                <a:cubicBezTo>
                  <a:pt x="4285" y="2088"/>
                  <a:pt x="3939" y="3569"/>
                  <a:pt x="4380" y="4924"/>
                </a:cubicBezTo>
                <a:lnTo>
                  <a:pt x="126" y="9177"/>
                </a:lnTo>
                <a:cubicBezTo>
                  <a:pt x="32" y="9240"/>
                  <a:pt x="0" y="9334"/>
                  <a:pt x="0" y="9397"/>
                </a:cubicBezTo>
                <a:lnTo>
                  <a:pt x="0" y="11319"/>
                </a:lnTo>
                <a:cubicBezTo>
                  <a:pt x="0" y="11540"/>
                  <a:pt x="158" y="11697"/>
                  <a:pt x="347" y="11697"/>
                </a:cubicBezTo>
                <a:lnTo>
                  <a:pt x="2300" y="11697"/>
                </a:lnTo>
                <a:cubicBezTo>
                  <a:pt x="2363" y="11697"/>
                  <a:pt x="2489" y="11634"/>
                  <a:pt x="2521" y="11571"/>
                </a:cubicBezTo>
                <a:lnTo>
                  <a:pt x="2993" y="11099"/>
                </a:lnTo>
                <a:cubicBezTo>
                  <a:pt x="3088" y="11004"/>
                  <a:pt x="3119" y="10910"/>
                  <a:pt x="3088" y="10815"/>
                </a:cubicBezTo>
                <a:lnTo>
                  <a:pt x="2993" y="10311"/>
                </a:lnTo>
                <a:lnTo>
                  <a:pt x="3718" y="10217"/>
                </a:lnTo>
                <a:cubicBezTo>
                  <a:pt x="3876" y="10217"/>
                  <a:pt x="3970" y="10091"/>
                  <a:pt x="4033" y="9902"/>
                </a:cubicBezTo>
                <a:lnTo>
                  <a:pt x="4096" y="9208"/>
                </a:lnTo>
                <a:lnTo>
                  <a:pt x="4600" y="9271"/>
                </a:lnTo>
                <a:cubicBezTo>
                  <a:pt x="4695" y="9271"/>
                  <a:pt x="4821" y="9271"/>
                  <a:pt x="4884" y="9208"/>
                </a:cubicBezTo>
                <a:cubicBezTo>
                  <a:pt x="4978" y="9114"/>
                  <a:pt x="5010" y="9051"/>
                  <a:pt x="5010" y="8956"/>
                </a:cubicBezTo>
                <a:lnTo>
                  <a:pt x="5010" y="8326"/>
                </a:lnTo>
                <a:lnTo>
                  <a:pt x="5640" y="8326"/>
                </a:lnTo>
                <a:cubicBezTo>
                  <a:pt x="5703" y="8326"/>
                  <a:pt x="5829" y="8295"/>
                  <a:pt x="5860" y="8232"/>
                </a:cubicBezTo>
                <a:lnTo>
                  <a:pt x="6742" y="7350"/>
                </a:lnTo>
                <a:cubicBezTo>
                  <a:pt x="7131" y="7479"/>
                  <a:pt x="7533" y="7543"/>
                  <a:pt x="7931" y="7543"/>
                </a:cubicBezTo>
                <a:cubicBezTo>
                  <a:pt x="8891" y="7543"/>
                  <a:pt x="9833" y="7171"/>
                  <a:pt x="10523" y="6436"/>
                </a:cubicBezTo>
                <a:cubicBezTo>
                  <a:pt x="11972" y="4987"/>
                  <a:pt x="11972" y="2592"/>
                  <a:pt x="10523" y="1143"/>
                </a:cubicBezTo>
                <a:cubicBezTo>
                  <a:pt x="9823" y="379"/>
                  <a:pt x="8865" y="1"/>
                  <a:pt x="7901"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9076;p69">
            <a:extLst>
              <a:ext uri="{FF2B5EF4-FFF2-40B4-BE49-F238E27FC236}">
                <a16:creationId xmlns:a16="http://schemas.microsoft.com/office/drawing/2014/main" id="{B8350271-0491-0DA5-6CF2-05D539760FB9}"/>
              </a:ext>
            </a:extLst>
          </p:cNvPr>
          <p:cNvSpPr/>
          <p:nvPr/>
        </p:nvSpPr>
        <p:spPr>
          <a:xfrm>
            <a:off x="13329096" y="9953002"/>
            <a:ext cx="914429" cy="916860"/>
          </a:xfrm>
          <a:custGeom>
            <a:avLst/>
            <a:gdLst/>
            <a:ahLst/>
            <a:cxnLst/>
            <a:rect l="l" t="t" r="r" b="b"/>
            <a:pathLst>
              <a:path w="11658" h="11689" extrusionOk="0">
                <a:moveTo>
                  <a:pt x="7877" y="1386"/>
                </a:moveTo>
                <a:cubicBezTo>
                  <a:pt x="9232" y="1386"/>
                  <a:pt x="10303" y="2458"/>
                  <a:pt x="10303" y="3781"/>
                </a:cubicBezTo>
                <a:lnTo>
                  <a:pt x="10303" y="4883"/>
                </a:lnTo>
                <a:cubicBezTo>
                  <a:pt x="10240" y="4883"/>
                  <a:pt x="10209" y="4946"/>
                  <a:pt x="10177" y="4946"/>
                </a:cubicBezTo>
                <a:cubicBezTo>
                  <a:pt x="10019" y="4190"/>
                  <a:pt x="9704" y="3529"/>
                  <a:pt x="9200" y="2962"/>
                </a:cubicBezTo>
                <a:lnTo>
                  <a:pt x="7720" y="4442"/>
                </a:lnTo>
                <a:cubicBezTo>
                  <a:pt x="8192" y="5072"/>
                  <a:pt x="8318" y="5860"/>
                  <a:pt x="8098" y="6648"/>
                </a:cubicBezTo>
                <a:cubicBezTo>
                  <a:pt x="8003" y="6868"/>
                  <a:pt x="7877" y="7057"/>
                  <a:pt x="7720" y="7278"/>
                </a:cubicBezTo>
                <a:lnTo>
                  <a:pt x="9200" y="8727"/>
                </a:lnTo>
                <a:cubicBezTo>
                  <a:pt x="9673" y="8160"/>
                  <a:pt x="10019" y="7498"/>
                  <a:pt x="10177" y="6742"/>
                </a:cubicBezTo>
                <a:cubicBezTo>
                  <a:pt x="10209" y="6742"/>
                  <a:pt x="10240" y="6805"/>
                  <a:pt x="10303" y="6805"/>
                </a:cubicBezTo>
                <a:lnTo>
                  <a:pt x="10303" y="7908"/>
                </a:lnTo>
                <a:cubicBezTo>
                  <a:pt x="10303" y="9231"/>
                  <a:pt x="9232" y="10302"/>
                  <a:pt x="7877" y="10302"/>
                </a:cubicBezTo>
                <a:lnTo>
                  <a:pt x="6774" y="10302"/>
                </a:lnTo>
                <a:cubicBezTo>
                  <a:pt x="6774" y="10271"/>
                  <a:pt x="6743" y="10208"/>
                  <a:pt x="6743" y="10176"/>
                </a:cubicBezTo>
                <a:cubicBezTo>
                  <a:pt x="7499" y="10019"/>
                  <a:pt x="8161" y="9704"/>
                  <a:pt x="8728" y="9200"/>
                </a:cubicBezTo>
                <a:lnTo>
                  <a:pt x="7279" y="7750"/>
                </a:lnTo>
                <a:cubicBezTo>
                  <a:pt x="7058" y="7908"/>
                  <a:pt x="6869" y="8002"/>
                  <a:pt x="6648" y="8097"/>
                </a:cubicBezTo>
                <a:cubicBezTo>
                  <a:pt x="6365" y="8160"/>
                  <a:pt x="6081" y="8223"/>
                  <a:pt x="5861" y="8223"/>
                </a:cubicBezTo>
                <a:cubicBezTo>
                  <a:pt x="5325" y="8223"/>
                  <a:pt x="4821" y="8065"/>
                  <a:pt x="4443" y="7750"/>
                </a:cubicBezTo>
                <a:lnTo>
                  <a:pt x="2962" y="9200"/>
                </a:lnTo>
                <a:cubicBezTo>
                  <a:pt x="3529" y="9672"/>
                  <a:pt x="4191" y="10019"/>
                  <a:pt x="4947" y="10176"/>
                </a:cubicBezTo>
                <a:cubicBezTo>
                  <a:pt x="4947" y="10208"/>
                  <a:pt x="4916" y="10271"/>
                  <a:pt x="4916" y="10302"/>
                </a:cubicBezTo>
                <a:lnTo>
                  <a:pt x="3813" y="10302"/>
                </a:lnTo>
                <a:cubicBezTo>
                  <a:pt x="2458" y="10302"/>
                  <a:pt x="1387" y="9231"/>
                  <a:pt x="1387" y="7908"/>
                </a:cubicBezTo>
                <a:lnTo>
                  <a:pt x="1387" y="6805"/>
                </a:lnTo>
                <a:cubicBezTo>
                  <a:pt x="1450" y="6805"/>
                  <a:pt x="1482" y="6742"/>
                  <a:pt x="1513" y="6742"/>
                </a:cubicBezTo>
                <a:cubicBezTo>
                  <a:pt x="1671" y="7498"/>
                  <a:pt x="1986" y="8160"/>
                  <a:pt x="2490" y="8727"/>
                </a:cubicBezTo>
                <a:lnTo>
                  <a:pt x="3971" y="7278"/>
                </a:lnTo>
                <a:cubicBezTo>
                  <a:pt x="3498" y="6648"/>
                  <a:pt x="3372" y="5860"/>
                  <a:pt x="3592" y="5072"/>
                </a:cubicBezTo>
                <a:cubicBezTo>
                  <a:pt x="3687" y="4820"/>
                  <a:pt x="3813" y="4631"/>
                  <a:pt x="3971" y="4442"/>
                </a:cubicBezTo>
                <a:lnTo>
                  <a:pt x="2490" y="2962"/>
                </a:lnTo>
                <a:cubicBezTo>
                  <a:pt x="2017" y="3529"/>
                  <a:pt x="1671" y="4190"/>
                  <a:pt x="1513" y="4946"/>
                </a:cubicBezTo>
                <a:cubicBezTo>
                  <a:pt x="1482" y="4946"/>
                  <a:pt x="1450" y="4883"/>
                  <a:pt x="1387" y="4883"/>
                </a:cubicBezTo>
                <a:lnTo>
                  <a:pt x="1387" y="3781"/>
                </a:lnTo>
                <a:cubicBezTo>
                  <a:pt x="1387" y="2458"/>
                  <a:pt x="2458" y="1386"/>
                  <a:pt x="3813" y="1386"/>
                </a:cubicBezTo>
                <a:lnTo>
                  <a:pt x="4916" y="1386"/>
                </a:lnTo>
                <a:cubicBezTo>
                  <a:pt x="4916" y="1418"/>
                  <a:pt x="4947" y="1481"/>
                  <a:pt x="4947" y="1512"/>
                </a:cubicBezTo>
                <a:cubicBezTo>
                  <a:pt x="4191" y="1670"/>
                  <a:pt x="3529" y="1985"/>
                  <a:pt x="2962" y="2489"/>
                </a:cubicBezTo>
                <a:lnTo>
                  <a:pt x="4443" y="3938"/>
                </a:lnTo>
                <a:cubicBezTo>
                  <a:pt x="4632" y="3781"/>
                  <a:pt x="4821" y="3686"/>
                  <a:pt x="5073" y="3592"/>
                </a:cubicBezTo>
                <a:cubicBezTo>
                  <a:pt x="5339" y="3496"/>
                  <a:pt x="5605" y="3451"/>
                  <a:pt x="5865" y="3451"/>
                </a:cubicBezTo>
                <a:cubicBezTo>
                  <a:pt x="6375" y="3451"/>
                  <a:pt x="6861" y="3625"/>
                  <a:pt x="7279" y="3938"/>
                </a:cubicBezTo>
                <a:lnTo>
                  <a:pt x="8728" y="2489"/>
                </a:lnTo>
                <a:cubicBezTo>
                  <a:pt x="8161" y="2016"/>
                  <a:pt x="7499" y="1670"/>
                  <a:pt x="6743" y="1512"/>
                </a:cubicBezTo>
                <a:cubicBezTo>
                  <a:pt x="6743" y="1481"/>
                  <a:pt x="6774" y="1418"/>
                  <a:pt x="6774" y="1386"/>
                </a:cubicBezTo>
                <a:close/>
                <a:moveTo>
                  <a:pt x="5829" y="0"/>
                </a:moveTo>
                <a:cubicBezTo>
                  <a:pt x="5420" y="0"/>
                  <a:pt x="5010" y="315"/>
                  <a:pt x="4884" y="725"/>
                </a:cubicBezTo>
                <a:lnTo>
                  <a:pt x="3782" y="725"/>
                </a:lnTo>
                <a:cubicBezTo>
                  <a:pt x="2112" y="725"/>
                  <a:pt x="726" y="2111"/>
                  <a:pt x="726" y="3781"/>
                </a:cubicBezTo>
                <a:lnTo>
                  <a:pt x="726" y="4883"/>
                </a:lnTo>
                <a:cubicBezTo>
                  <a:pt x="316" y="5041"/>
                  <a:pt x="1" y="5419"/>
                  <a:pt x="1" y="5829"/>
                </a:cubicBezTo>
                <a:cubicBezTo>
                  <a:pt x="1" y="6270"/>
                  <a:pt x="316" y="6679"/>
                  <a:pt x="726" y="6774"/>
                </a:cubicBezTo>
                <a:lnTo>
                  <a:pt x="726" y="7876"/>
                </a:lnTo>
                <a:cubicBezTo>
                  <a:pt x="726" y="9578"/>
                  <a:pt x="2112" y="10964"/>
                  <a:pt x="3782" y="10964"/>
                </a:cubicBezTo>
                <a:lnTo>
                  <a:pt x="4884" y="10964"/>
                </a:lnTo>
                <a:cubicBezTo>
                  <a:pt x="5042" y="11342"/>
                  <a:pt x="5420" y="11688"/>
                  <a:pt x="5829" y="11688"/>
                </a:cubicBezTo>
                <a:cubicBezTo>
                  <a:pt x="6270" y="11688"/>
                  <a:pt x="6680" y="11342"/>
                  <a:pt x="6774" y="10964"/>
                </a:cubicBezTo>
                <a:lnTo>
                  <a:pt x="7877" y="10964"/>
                </a:lnTo>
                <a:cubicBezTo>
                  <a:pt x="9578" y="10964"/>
                  <a:pt x="10965" y="9578"/>
                  <a:pt x="10965" y="7876"/>
                </a:cubicBezTo>
                <a:lnTo>
                  <a:pt x="10965" y="6774"/>
                </a:lnTo>
                <a:cubicBezTo>
                  <a:pt x="11343" y="6616"/>
                  <a:pt x="11658" y="6270"/>
                  <a:pt x="11658" y="5829"/>
                </a:cubicBezTo>
                <a:cubicBezTo>
                  <a:pt x="11658" y="5419"/>
                  <a:pt x="11343" y="5072"/>
                  <a:pt x="10965" y="4883"/>
                </a:cubicBezTo>
                <a:lnTo>
                  <a:pt x="10965" y="3781"/>
                </a:lnTo>
                <a:cubicBezTo>
                  <a:pt x="10965" y="2111"/>
                  <a:pt x="9578" y="725"/>
                  <a:pt x="7877" y="725"/>
                </a:cubicBezTo>
                <a:lnTo>
                  <a:pt x="6774" y="725"/>
                </a:lnTo>
                <a:cubicBezTo>
                  <a:pt x="6617" y="315"/>
                  <a:pt x="6270" y="0"/>
                  <a:pt x="5829"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5" name="Google Shape;9077;p69">
            <a:extLst>
              <a:ext uri="{FF2B5EF4-FFF2-40B4-BE49-F238E27FC236}">
                <a16:creationId xmlns:a16="http://schemas.microsoft.com/office/drawing/2014/main" id="{10E19034-686F-37F4-28E2-85395777CA24}"/>
              </a:ext>
            </a:extLst>
          </p:cNvPr>
          <p:cNvGrpSpPr/>
          <p:nvPr/>
        </p:nvGrpSpPr>
        <p:grpSpPr>
          <a:xfrm>
            <a:off x="19117306" y="7687665"/>
            <a:ext cx="916860" cy="914429"/>
            <a:chOff x="-30345325" y="3184750"/>
            <a:chExt cx="292225" cy="291450"/>
          </a:xfrm>
          <a:solidFill>
            <a:srgbClr val="555559"/>
          </a:solidFill>
        </p:grpSpPr>
        <p:sp>
          <p:nvSpPr>
            <p:cNvPr id="436" name="Google Shape;9078;p69">
              <a:extLst>
                <a:ext uri="{FF2B5EF4-FFF2-40B4-BE49-F238E27FC236}">
                  <a16:creationId xmlns:a16="http://schemas.microsoft.com/office/drawing/2014/main" id="{508E0049-434F-D9E9-7950-3528588B14BF}"/>
                </a:ext>
              </a:extLst>
            </p:cNvPr>
            <p:cNvSpPr/>
            <p:nvPr/>
          </p:nvSpPr>
          <p:spPr>
            <a:xfrm>
              <a:off x="-30328000" y="3184750"/>
              <a:ext cx="258375" cy="120950"/>
            </a:xfrm>
            <a:custGeom>
              <a:avLst/>
              <a:gdLst/>
              <a:ahLst/>
              <a:cxnLst/>
              <a:rect l="l" t="t" r="r" b="b"/>
              <a:pathLst>
                <a:path w="10335" h="4838" extrusionOk="0">
                  <a:moveTo>
                    <a:pt x="1040" y="0"/>
                  </a:moveTo>
                  <a:cubicBezTo>
                    <a:pt x="473" y="0"/>
                    <a:pt x="1" y="473"/>
                    <a:pt x="1" y="1071"/>
                  </a:cubicBezTo>
                  <a:lnTo>
                    <a:pt x="1" y="2458"/>
                  </a:lnTo>
                  <a:cubicBezTo>
                    <a:pt x="1" y="2993"/>
                    <a:pt x="473" y="3466"/>
                    <a:pt x="1040" y="3466"/>
                  </a:cubicBezTo>
                  <a:lnTo>
                    <a:pt x="2048" y="3466"/>
                  </a:lnTo>
                  <a:lnTo>
                    <a:pt x="2048" y="4505"/>
                  </a:lnTo>
                  <a:cubicBezTo>
                    <a:pt x="2048" y="4663"/>
                    <a:pt x="2143" y="4757"/>
                    <a:pt x="2269" y="4820"/>
                  </a:cubicBezTo>
                  <a:cubicBezTo>
                    <a:pt x="2300" y="4831"/>
                    <a:pt x="2339" y="4838"/>
                    <a:pt x="2380" y="4838"/>
                  </a:cubicBezTo>
                  <a:cubicBezTo>
                    <a:pt x="2461" y="4838"/>
                    <a:pt x="2552" y="4810"/>
                    <a:pt x="2615" y="4726"/>
                  </a:cubicBezTo>
                  <a:lnTo>
                    <a:pt x="3876" y="3466"/>
                  </a:lnTo>
                  <a:lnTo>
                    <a:pt x="6365" y="3466"/>
                  </a:lnTo>
                  <a:lnTo>
                    <a:pt x="7625" y="4726"/>
                  </a:lnTo>
                  <a:cubicBezTo>
                    <a:pt x="7688" y="4810"/>
                    <a:pt x="7765" y="4838"/>
                    <a:pt x="7846" y="4838"/>
                  </a:cubicBezTo>
                  <a:cubicBezTo>
                    <a:pt x="7887" y="4838"/>
                    <a:pt x="7929" y="4831"/>
                    <a:pt x="7971" y="4820"/>
                  </a:cubicBezTo>
                  <a:cubicBezTo>
                    <a:pt x="8097" y="4789"/>
                    <a:pt x="8160" y="4631"/>
                    <a:pt x="8160" y="4505"/>
                  </a:cubicBezTo>
                  <a:lnTo>
                    <a:pt x="8160" y="3466"/>
                  </a:lnTo>
                  <a:lnTo>
                    <a:pt x="9231" y="3466"/>
                  </a:lnTo>
                  <a:cubicBezTo>
                    <a:pt x="9862" y="3466"/>
                    <a:pt x="10334" y="2993"/>
                    <a:pt x="10334" y="2458"/>
                  </a:cubicBezTo>
                  <a:lnTo>
                    <a:pt x="10334" y="1071"/>
                  </a:lnTo>
                  <a:cubicBezTo>
                    <a:pt x="10334" y="536"/>
                    <a:pt x="9862" y="0"/>
                    <a:pt x="929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9079;p69">
              <a:extLst>
                <a:ext uri="{FF2B5EF4-FFF2-40B4-BE49-F238E27FC236}">
                  <a16:creationId xmlns:a16="http://schemas.microsoft.com/office/drawing/2014/main" id="{B2682EDC-B9CF-F62D-01BF-0EB4AB9D25F7}"/>
                </a:ext>
              </a:extLst>
            </p:cNvPr>
            <p:cNvSpPr/>
            <p:nvPr/>
          </p:nvSpPr>
          <p:spPr>
            <a:xfrm>
              <a:off x="-30310675" y="3322575"/>
              <a:ext cx="68550" cy="69350"/>
            </a:xfrm>
            <a:custGeom>
              <a:avLst/>
              <a:gdLst/>
              <a:ahLst/>
              <a:cxnLst/>
              <a:rect l="l" t="t" r="r" b="b"/>
              <a:pathLst>
                <a:path w="2742" h="2774" extrusionOk="0">
                  <a:moveTo>
                    <a:pt x="1387" y="1"/>
                  </a:moveTo>
                  <a:cubicBezTo>
                    <a:pt x="599" y="1"/>
                    <a:pt x="1" y="631"/>
                    <a:pt x="1" y="1387"/>
                  </a:cubicBezTo>
                  <a:cubicBezTo>
                    <a:pt x="1" y="2143"/>
                    <a:pt x="599" y="2773"/>
                    <a:pt x="1387" y="2773"/>
                  </a:cubicBezTo>
                  <a:cubicBezTo>
                    <a:pt x="2143" y="2773"/>
                    <a:pt x="2742" y="2143"/>
                    <a:pt x="2742" y="1387"/>
                  </a:cubicBezTo>
                  <a:cubicBezTo>
                    <a:pt x="2742" y="631"/>
                    <a:pt x="2143" y="1"/>
                    <a:pt x="138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9080;p69">
              <a:extLst>
                <a:ext uri="{FF2B5EF4-FFF2-40B4-BE49-F238E27FC236}">
                  <a16:creationId xmlns:a16="http://schemas.microsoft.com/office/drawing/2014/main" id="{F2A43450-0AD1-4212-5288-4FD4AAD20355}"/>
                </a:ext>
              </a:extLst>
            </p:cNvPr>
            <p:cNvSpPr/>
            <p:nvPr/>
          </p:nvSpPr>
          <p:spPr>
            <a:xfrm>
              <a:off x="-30345325" y="3408425"/>
              <a:ext cx="137075" cy="67775"/>
            </a:xfrm>
            <a:custGeom>
              <a:avLst/>
              <a:gdLst/>
              <a:ahLst/>
              <a:cxnLst/>
              <a:rect l="l" t="t" r="r" b="b"/>
              <a:pathLst>
                <a:path w="5483" h="2711" extrusionOk="0">
                  <a:moveTo>
                    <a:pt x="2741" y="1"/>
                  </a:moveTo>
                  <a:cubicBezTo>
                    <a:pt x="1387" y="1"/>
                    <a:pt x="221" y="1040"/>
                    <a:pt x="32" y="2332"/>
                  </a:cubicBezTo>
                  <a:cubicBezTo>
                    <a:pt x="0" y="2521"/>
                    <a:pt x="158" y="2710"/>
                    <a:pt x="378" y="2710"/>
                  </a:cubicBezTo>
                  <a:lnTo>
                    <a:pt x="5104" y="2710"/>
                  </a:lnTo>
                  <a:cubicBezTo>
                    <a:pt x="5325" y="2710"/>
                    <a:pt x="5482" y="2521"/>
                    <a:pt x="5482" y="2332"/>
                  </a:cubicBezTo>
                  <a:cubicBezTo>
                    <a:pt x="5262" y="977"/>
                    <a:pt x="4128" y="1"/>
                    <a:pt x="274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9081;p69">
              <a:extLst>
                <a:ext uri="{FF2B5EF4-FFF2-40B4-BE49-F238E27FC236}">
                  <a16:creationId xmlns:a16="http://schemas.microsoft.com/office/drawing/2014/main" id="{A5764288-6D8C-5EEF-2FCC-78E40FA7BAAE}"/>
                </a:ext>
              </a:extLst>
            </p:cNvPr>
            <p:cNvSpPr/>
            <p:nvPr/>
          </p:nvSpPr>
          <p:spPr>
            <a:xfrm>
              <a:off x="-30156300" y="3322575"/>
              <a:ext cx="68550" cy="69350"/>
            </a:xfrm>
            <a:custGeom>
              <a:avLst/>
              <a:gdLst/>
              <a:ahLst/>
              <a:cxnLst/>
              <a:rect l="l" t="t" r="r" b="b"/>
              <a:pathLst>
                <a:path w="2742" h="2774" extrusionOk="0">
                  <a:moveTo>
                    <a:pt x="1387" y="1"/>
                  </a:moveTo>
                  <a:cubicBezTo>
                    <a:pt x="631" y="1"/>
                    <a:pt x="1" y="631"/>
                    <a:pt x="1" y="1387"/>
                  </a:cubicBezTo>
                  <a:cubicBezTo>
                    <a:pt x="1" y="2143"/>
                    <a:pt x="631" y="2773"/>
                    <a:pt x="1387" y="2773"/>
                  </a:cubicBezTo>
                  <a:cubicBezTo>
                    <a:pt x="2111" y="2773"/>
                    <a:pt x="2742" y="2143"/>
                    <a:pt x="2742" y="1387"/>
                  </a:cubicBezTo>
                  <a:cubicBezTo>
                    <a:pt x="2742" y="631"/>
                    <a:pt x="2111" y="1"/>
                    <a:pt x="138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9082;p69">
              <a:extLst>
                <a:ext uri="{FF2B5EF4-FFF2-40B4-BE49-F238E27FC236}">
                  <a16:creationId xmlns:a16="http://schemas.microsoft.com/office/drawing/2014/main" id="{C522F5CB-F66F-D464-63F0-79B309B6D49D}"/>
                </a:ext>
              </a:extLst>
            </p:cNvPr>
            <p:cNvSpPr/>
            <p:nvPr/>
          </p:nvSpPr>
          <p:spPr>
            <a:xfrm>
              <a:off x="-30190950" y="3408425"/>
              <a:ext cx="137850" cy="67775"/>
            </a:xfrm>
            <a:custGeom>
              <a:avLst/>
              <a:gdLst/>
              <a:ahLst/>
              <a:cxnLst/>
              <a:rect l="l" t="t" r="r" b="b"/>
              <a:pathLst>
                <a:path w="5514" h="2711" extrusionOk="0">
                  <a:moveTo>
                    <a:pt x="2773" y="1"/>
                  </a:moveTo>
                  <a:cubicBezTo>
                    <a:pt x="1387" y="1"/>
                    <a:pt x="252" y="1040"/>
                    <a:pt x="32" y="2332"/>
                  </a:cubicBezTo>
                  <a:cubicBezTo>
                    <a:pt x="0" y="2521"/>
                    <a:pt x="158" y="2710"/>
                    <a:pt x="410" y="2710"/>
                  </a:cubicBezTo>
                  <a:lnTo>
                    <a:pt x="5167" y="2710"/>
                  </a:lnTo>
                  <a:cubicBezTo>
                    <a:pt x="5356" y="2710"/>
                    <a:pt x="5514" y="2521"/>
                    <a:pt x="5514" y="2332"/>
                  </a:cubicBezTo>
                  <a:cubicBezTo>
                    <a:pt x="5293" y="977"/>
                    <a:pt x="4128" y="1"/>
                    <a:pt x="277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1" name="Google Shape;9083;p69">
            <a:extLst>
              <a:ext uri="{FF2B5EF4-FFF2-40B4-BE49-F238E27FC236}">
                <a16:creationId xmlns:a16="http://schemas.microsoft.com/office/drawing/2014/main" id="{33CBF79B-E190-3FE1-D678-966834BA3E76}"/>
              </a:ext>
            </a:extLst>
          </p:cNvPr>
          <p:cNvGrpSpPr/>
          <p:nvPr/>
        </p:nvGrpSpPr>
        <p:grpSpPr>
          <a:xfrm>
            <a:off x="2951991" y="7687662"/>
            <a:ext cx="914429" cy="914429"/>
            <a:chOff x="-35481425" y="3202075"/>
            <a:chExt cx="291450" cy="291450"/>
          </a:xfrm>
          <a:solidFill>
            <a:srgbClr val="555559"/>
          </a:solidFill>
        </p:grpSpPr>
        <p:sp>
          <p:nvSpPr>
            <p:cNvPr id="442" name="Google Shape;9084;p69">
              <a:extLst>
                <a:ext uri="{FF2B5EF4-FFF2-40B4-BE49-F238E27FC236}">
                  <a16:creationId xmlns:a16="http://schemas.microsoft.com/office/drawing/2014/main" id="{93BEA533-E68C-7C07-1EDD-40557A99791D}"/>
                </a:ext>
              </a:extLst>
            </p:cNvPr>
            <p:cNvSpPr/>
            <p:nvPr/>
          </p:nvSpPr>
          <p:spPr>
            <a:xfrm>
              <a:off x="-35414475" y="3304600"/>
              <a:ext cx="154400" cy="85975"/>
            </a:xfrm>
            <a:custGeom>
              <a:avLst/>
              <a:gdLst/>
              <a:ahLst/>
              <a:cxnLst/>
              <a:rect l="l" t="t" r="r" b="b"/>
              <a:pathLst>
                <a:path w="6176" h="3439" extrusionOk="0">
                  <a:moveTo>
                    <a:pt x="4433" y="0"/>
                  </a:moveTo>
                  <a:cubicBezTo>
                    <a:pt x="4393" y="0"/>
                    <a:pt x="4354" y="8"/>
                    <a:pt x="4317" y="26"/>
                  </a:cubicBezTo>
                  <a:cubicBezTo>
                    <a:pt x="4191" y="58"/>
                    <a:pt x="4128" y="216"/>
                    <a:pt x="4128" y="342"/>
                  </a:cubicBezTo>
                  <a:lnTo>
                    <a:pt x="4128" y="1003"/>
                  </a:lnTo>
                  <a:lnTo>
                    <a:pt x="2048" y="1003"/>
                  </a:lnTo>
                  <a:lnTo>
                    <a:pt x="2048" y="342"/>
                  </a:lnTo>
                  <a:cubicBezTo>
                    <a:pt x="2048" y="184"/>
                    <a:pt x="1954" y="58"/>
                    <a:pt x="1828" y="26"/>
                  </a:cubicBezTo>
                  <a:cubicBezTo>
                    <a:pt x="1793" y="15"/>
                    <a:pt x="1750" y="8"/>
                    <a:pt x="1705" y="8"/>
                  </a:cubicBezTo>
                  <a:cubicBezTo>
                    <a:pt x="1626" y="8"/>
                    <a:pt x="1541" y="30"/>
                    <a:pt x="1481" y="89"/>
                  </a:cubicBezTo>
                  <a:lnTo>
                    <a:pt x="95" y="1476"/>
                  </a:lnTo>
                  <a:cubicBezTo>
                    <a:pt x="0" y="1602"/>
                    <a:pt x="0" y="1822"/>
                    <a:pt x="95" y="1948"/>
                  </a:cubicBezTo>
                  <a:lnTo>
                    <a:pt x="1481" y="3334"/>
                  </a:lnTo>
                  <a:cubicBezTo>
                    <a:pt x="1548" y="3379"/>
                    <a:pt x="1646" y="3424"/>
                    <a:pt x="1732" y="3424"/>
                  </a:cubicBezTo>
                  <a:cubicBezTo>
                    <a:pt x="1767" y="3424"/>
                    <a:pt x="1800" y="3416"/>
                    <a:pt x="1828" y="3398"/>
                  </a:cubicBezTo>
                  <a:cubicBezTo>
                    <a:pt x="1954" y="3366"/>
                    <a:pt x="2048" y="3208"/>
                    <a:pt x="2048" y="3082"/>
                  </a:cubicBezTo>
                  <a:lnTo>
                    <a:pt x="2048" y="2421"/>
                  </a:lnTo>
                  <a:lnTo>
                    <a:pt x="4128" y="2421"/>
                  </a:lnTo>
                  <a:lnTo>
                    <a:pt x="4128" y="3082"/>
                  </a:lnTo>
                  <a:cubicBezTo>
                    <a:pt x="4128" y="3240"/>
                    <a:pt x="4191" y="3366"/>
                    <a:pt x="4317" y="3398"/>
                  </a:cubicBezTo>
                  <a:cubicBezTo>
                    <a:pt x="4369" y="3424"/>
                    <a:pt x="4426" y="3439"/>
                    <a:pt x="4483" y="3439"/>
                  </a:cubicBezTo>
                  <a:cubicBezTo>
                    <a:pt x="4562" y="3439"/>
                    <a:pt x="4639" y="3408"/>
                    <a:pt x="4695" y="3334"/>
                  </a:cubicBezTo>
                  <a:lnTo>
                    <a:pt x="6049" y="1948"/>
                  </a:lnTo>
                  <a:cubicBezTo>
                    <a:pt x="6175" y="1822"/>
                    <a:pt x="6175" y="1602"/>
                    <a:pt x="6049" y="1476"/>
                  </a:cubicBezTo>
                  <a:lnTo>
                    <a:pt x="4695" y="89"/>
                  </a:lnTo>
                  <a:cubicBezTo>
                    <a:pt x="4628" y="45"/>
                    <a:pt x="4530" y="0"/>
                    <a:pt x="443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9085;p69">
              <a:extLst>
                <a:ext uri="{FF2B5EF4-FFF2-40B4-BE49-F238E27FC236}">
                  <a16:creationId xmlns:a16="http://schemas.microsoft.com/office/drawing/2014/main" id="{E6DF2F3E-743A-AD13-2684-F59741772950}"/>
                </a:ext>
              </a:extLst>
            </p:cNvPr>
            <p:cNvSpPr/>
            <p:nvPr/>
          </p:nvSpPr>
          <p:spPr>
            <a:xfrm>
              <a:off x="-35413700" y="3202075"/>
              <a:ext cx="34700" cy="103200"/>
            </a:xfrm>
            <a:custGeom>
              <a:avLst/>
              <a:gdLst/>
              <a:ahLst/>
              <a:cxnLst/>
              <a:rect l="l" t="t" r="r" b="b"/>
              <a:pathLst>
                <a:path w="1388" h="4128" extrusionOk="0">
                  <a:moveTo>
                    <a:pt x="1" y="0"/>
                  </a:moveTo>
                  <a:lnTo>
                    <a:pt x="1" y="4127"/>
                  </a:lnTo>
                  <a:lnTo>
                    <a:pt x="348" y="4127"/>
                  </a:lnTo>
                  <a:cubicBezTo>
                    <a:pt x="915" y="4127"/>
                    <a:pt x="1387" y="3655"/>
                    <a:pt x="1387" y="3088"/>
                  </a:cubicBezTo>
                  <a:lnTo>
                    <a:pt x="1387" y="1009"/>
                  </a:lnTo>
                  <a:cubicBezTo>
                    <a:pt x="1387" y="473"/>
                    <a:pt x="915" y="0"/>
                    <a:pt x="34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9086;p69">
              <a:extLst>
                <a:ext uri="{FF2B5EF4-FFF2-40B4-BE49-F238E27FC236}">
                  <a16:creationId xmlns:a16="http://schemas.microsoft.com/office/drawing/2014/main" id="{F1CE8375-F9E8-43E2-8816-701CDE33FBCB}"/>
                </a:ext>
              </a:extLst>
            </p:cNvPr>
            <p:cNvSpPr/>
            <p:nvPr/>
          </p:nvSpPr>
          <p:spPr>
            <a:xfrm>
              <a:off x="-35413700" y="3389525"/>
              <a:ext cx="34700" cy="103250"/>
            </a:xfrm>
            <a:custGeom>
              <a:avLst/>
              <a:gdLst/>
              <a:ahLst/>
              <a:cxnLst/>
              <a:rect l="l" t="t" r="r" b="b"/>
              <a:pathLst>
                <a:path w="1388" h="4130" extrusionOk="0">
                  <a:moveTo>
                    <a:pt x="1" y="1"/>
                  </a:moveTo>
                  <a:lnTo>
                    <a:pt x="1" y="4128"/>
                  </a:lnTo>
                  <a:lnTo>
                    <a:pt x="348" y="4128"/>
                  </a:lnTo>
                  <a:cubicBezTo>
                    <a:pt x="367" y="4129"/>
                    <a:pt x="386" y="4129"/>
                    <a:pt x="405" y="4129"/>
                  </a:cubicBezTo>
                  <a:cubicBezTo>
                    <a:pt x="946" y="4129"/>
                    <a:pt x="1387" y="3698"/>
                    <a:pt x="1387" y="3119"/>
                  </a:cubicBezTo>
                  <a:lnTo>
                    <a:pt x="1387" y="1040"/>
                  </a:lnTo>
                  <a:cubicBezTo>
                    <a:pt x="1387" y="473"/>
                    <a:pt x="915" y="1"/>
                    <a:pt x="34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9087;p69">
              <a:extLst>
                <a:ext uri="{FF2B5EF4-FFF2-40B4-BE49-F238E27FC236}">
                  <a16:creationId xmlns:a16="http://schemas.microsoft.com/office/drawing/2014/main" id="{7EBAD13F-3B1F-2875-F8F2-6835C7E775E8}"/>
                </a:ext>
              </a:extLst>
            </p:cNvPr>
            <p:cNvSpPr/>
            <p:nvPr/>
          </p:nvSpPr>
          <p:spPr>
            <a:xfrm>
              <a:off x="-35292400" y="3202075"/>
              <a:ext cx="33900" cy="103200"/>
            </a:xfrm>
            <a:custGeom>
              <a:avLst/>
              <a:gdLst/>
              <a:ahLst/>
              <a:cxnLst/>
              <a:rect l="l" t="t" r="r" b="b"/>
              <a:pathLst>
                <a:path w="1356" h="4128" extrusionOk="0">
                  <a:moveTo>
                    <a:pt x="1009" y="0"/>
                  </a:moveTo>
                  <a:cubicBezTo>
                    <a:pt x="473" y="0"/>
                    <a:pt x="1" y="473"/>
                    <a:pt x="1" y="1009"/>
                  </a:cubicBezTo>
                  <a:lnTo>
                    <a:pt x="1" y="3088"/>
                  </a:lnTo>
                  <a:cubicBezTo>
                    <a:pt x="1" y="3655"/>
                    <a:pt x="410" y="4127"/>
                    <a:pt x="1009" y="4127"/>
                  </a:cubicBezTo>
                  <a:lnTo>
                    <a:pt x="1355" y="4127"/>
                  </a:lnTo>
                  <a:lnTo>
                    <a:pt x="1355"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9088;p69">
              <a:extLst>
                <a:ext uri="{FF2B5EF4-FFF2-40B4-BE49-F238E27FC236}">
                  <a16:creationId xmlns:a16="http://schemas.microsoft.com/office/drawing/2014/main" id="{F872B020-8A0B-1E85-E0D7-B9AB9951C250}"/>
                </a:ext>
              </a:extLst>
            </p:cNvPr>
            <p:cNvSpPr/>
            <p:nvPr/>
          </p:nvSpPr>
          <p:spPr>
            <a:xfrm>
              <a:off x="-35241200" y="3202850"/>
              <a:ext cx="51225" cy="290675"/>
            </a:xfrm>
            <a:custGeom>
              <a:avLst/>
              <a:gdLst/>
              <a:ahLst/>
              <a:cxnLst/>
              <a:rect l="l" t="t" r="r" b="b"/>
              <a:pathLst>
                <a:path w="2049" h="11627" extrusionOk="0">
                  <a:moveTo>
                    <a:pt x="1" y="1"/>
                  </a:moveTo>
                  <a:lnTo>
                    <a:pt x="1" y="11626"/>
                  </a:lnTo>
                  <a:cubicBezTo>
                    <a:pt x="1135" y="11469"/>
                    <a:pt x="2048" y="10460"/>
                    <a:pt x="2048" y="9263"/>
                  </a:cubicBezTo>
                  <a:lnTo>
                    <a:pt x="2048" y="2395"/>
                  </a:lnTo>
                  <a:cubicBezTo>
                    <a:pt x="2048" y="1167"/>
                    <a:pt x="1135" y="158"/>
                    <a:pt x="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9089;p69">
              <a:extLst>
                <a:ext uri="{FF2B5EF4-FFF2-40B4-BE49-F238E27FC236}">
                  <a16:creationId xmlns:a16="http://schemas.microsoft.com/office/drawing/2014/main" id="{94B1AD7D-9839-D646-0A09-AAE1415B4A29}"/>
                </a:ext>
              </a:extLst>
            </p:cNvPr>
            <p:cNvSpPr/>
            <p:nvPr/>
          </p:nvSpPr>
          <p:spPr>
            <a:xfrm>
              <a:off x="-35292400" y="3389525"/>
              <a:ext cx="33900" cy="104000"/>
            </a:xfrm>
            <a:custGeom>
              <a:avLst/>
              <a:gdLst/>
              <a:ahLst/>
              <a:cxnLst/>
              <a:rect l="l" t="t" r="r" b="b"/>
              <a:pathLst>
                <a:path w="1356" h="4160" extrusionOk="0">
                  <a:moveTo>
                    <a:pt x="1009" y="1"/>
                  </a:moveTo>
                  <a:cubicBezTo>
                    <a:pt x="473" y="1"/>
                    <a:pt x="1" y="473"/>
                    <a:pt x="1" y="1040"/>
                  </a:cubicBezTo>
                  <a:lnTo>
                    <a:pt x="1" y="3119"/>
                  </a:lnTo>
                  <a:cubicBezTo>
                    <a:pt x="1" y="3718"/>
                    <a:pt x="410" y="4159"/>
                    <a:pt x="1009" y="4159"/>
                  </a:cubicBezTo>
                  <a:lnTo>
                    <a:pt x="1355" y="4159"/>
                  </a:lnTo>
                  <a:lnTo>
                    <a:pt x="1355"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9090;p69">
              <a:extLst>
                <a:ext uri="{FF2B5EF4-FFF2-40B4-BE49-F238E27FC236}">
                  <a16:creationId xmlns:a16="http://schemas.microsoft.com/office/drawing/2014/main" id="{2187032A-5035-CAE6-404C-CEC4D3C84234}"/>
                </a:ext>
              </a:extLst>
            </p:cNvPr>
            <p:cNvSpPr/>
            <p:nvPr/>
          </p:nvSpPr>
          <p:spPr>
            <a:xfrm>
              <a:off x="-35481425" y="3202075"/>
              <a:ext cx="51225" cy="289875"/>
            </a:xfrm>
            <a:custGeom>
              <a:avLst/>
              <a:gdLst/>
              <a:ahLst/>
              <a:cxnLst/>
              <a:rect l="l" t="t" r="r" b="b"/>
              <a:pathLst>
                <a:path w="2049" h="11595" extrusionOk="0">
                  <a:moveTo>
                    <a:pt x="2048" y="0"/>
                  </a:moveTo>
                  <a:cubicBezTo>
                    <a:pt x="883" y="158"/>
                    <a:pt x="1" y="1166"/>
                    <a:pt x="1" y="2363"/>
                  </a:cubicBezTo>
                  <a:lnTo>
                    <a:pt x="1" y="9200"/>
                  </a:lnTo>
                  <a:cubicBezTo>
                    <a:pt x="1" y="10460"/>
                    <a:pt x="851" y="11437"/>
                    <a:pt x="2048" y="11594"/>
                  </a:cubicBezTo>
                  <a:lnTo>
                    <a:pt x="2048"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1" name="Google Shape;9091;p69">
            <a:extLst>
              <a:ext uri="{FF2B5EF4-FFF2-40B4-BE49-F238E27FC236}">
                <a16:creationId xmlns:a16="http://schemas.microsoft.com/office/drawing/2014/main" id="{DD1093E1-0AAD-DA80-3858-7F11AFAAFEBF}"/>
              </a:ext>
            </a:extLst>
          </p:cNvPr>
          <p:cNvGrpSpPr/>
          <p:nvPr/>
        </p:nvGrpSpPr>
        <p:grpSpPr>
          <a:xfrm>
            <a:off x="2950775" y="8829325"/>
            <a:ext cx="916860" cy="911919"/>
            <a:chOff x="-35482200" y="3561225"/>
            <a:chExt cx="292225" cy="290650"/>
          </a:xfrm>
          <a:solidFill>
            <a:srgbClr val="555559"/>
          </a:solidFill>
        </p:grpSpPr>
        <p:sp>
          <p:nvSpPr>
            <p:cNvPr id="1922" name="Google Shape;9092;p69">
              <a:extLst>
                <a:ext uri="{FF2B5EF4-FFF2-40B4-BE49-F238E27FC236}">
                  <a16:creationId xmlns:a16="http://schemas.microsoft.com/office/drawing/2014/main" id="{98301550-ED78-2EEA-9DC8-C4CDDBF8F280}"/>
                </a:ext>
              </a:extLst>
            </p:cNvPr>
            <p:cNvSpPr/>
            <p:nvPr/>
          </p:nvSpPr>
          <p:spPr>
            <a:xfrm>
              <a:off x="-35482200" y="3749475"/>
              <a:ext cx="292225" cy="102400"/>
            </a:xfrm>
            <a:custGeom>
              <a:avLst/>
              <a:gdLst/>
              <a:ahLst/>
              <a:cxnLst/>
              <a:rect l="l" t="t" r="r" b="b"/>
              <a:pathLst>
                <a:path w="11689" h="4096" extrusionOk="0">
                  <a:moveTo>
                    <a:pt x="1701" y="0"/>
                  </a:moveTo>
                  <a:cubicBezTo>
                    <a:pt x="1040" y="0"/>
                    <a:pt x="473" y="315"/>
                    <a:pt x="63" y="819"/>
                  </a:cubicBezTo>
                  <a:cubicBezTo>
                    <a:pt x="0" y="945"/>
                    <a:pt x="0" y="1040"/>
                    <a:pt x="32" y="1166"/>
                  </a:cubicBezTo>
                  <a:cubicBezTo>
                    <a:pt x="63" y="1292"/>
                    <a:pt x="189" y="1355"/>
                    <a:pt x="347" y="1355"/>
                  </a:cubicBezTo>
                  <a:lnTo>
                    <a:pt x="1008" y="1355"/>
                  </a:lnTo>
                  <a:cubicBezTo>
                    <a:pt x="1418" y="1355"/>
                    <a:pt x="1670" y="1670"/>
                    <a:pt x="1670" y="2048"/>
                  </a:cubicBezTo>
                  <a:cubicBezTo>
                    <a:pt x="1670" y="2426"/>
                    <a:pt x="1355" y="2710"/>
                    <a:pt x="1008" y="2710"/>
                  </a:cubicBezTo>
                  <a:lnTo>
                    <a:pt x="347" y="2710"/>
                  </a:lnTo>
                  <a:cubicBezTo>
                    <a:pt x="221" y="2710"/>
                    <a:pt x="95" y="2773"/>
                    <a:pt x="32" y="2899"/>
                  </a:cubicBezTo>
                  <a:cubicBezTo>
                    <a:pt x="0" y="3025"/>
                    <a:pt x="0" y="3151"/>
                    <a:pt x="63" y="3245"/>
                  </a:cubicBezTo>
                  <a:cubicBezTo>
                    <a:pt x="410" y="3781"/>
                    <a:pt x="1040" y="4096"/>
                    <a:pt x="1701" y="4096"/>
                  </a:cubicBezTo>
                  <a:cubicBezTo>
                    <a:pt x="2615" y="4096"/>
                    <a:pt x="3371" y="3497"/>
                    <a:pt x="3655" y="2710"/>
                  </a:cubicBezTo>
                  <a:lnTo>
                    <a:pt x="8065" y="2710"/>
                  </a:lnTo>
                  <a:cubicBezTo>
                    <a:pt x="8317" y="3497"/>
                    <a:pt x="9073" y="4096"/>
                    <a:pt x="9987" y="4096"/>
                  </a:cubicBezTo>
                  <a:cubicBezTo>
                    <a:pt x="10649" y="4096"/>
                    <a:pt x="11247" y="3781"/>
                    <a:pt x="11594" y="3245"/>
                  </a:cubicBezTo>
                  <a:cubicBezTo>
                    <a:pt x="11688" y="3119"/>
                    <a:pt x="11688" y="3025"/>
                    <a:pt x="11625" y="2899"/>
                  </a:cubicBezTo>
                  <a:cubicBezTo>
                    <a:pt x="11594" y="2773"/>
                    <a:pt x="11468" y="2710"/>
                    <a:pt x="11310" y="2710"/>
                  </a:cubicBezTo>
                  <a:lnTo>
                    <a:pt x="10649" y="2710"/>
                  </a:lnTo>
                  <a:cubicBezTo>
                    <a:pt x="10271" y="2710"/>
                    <a:pt x="9987" y="2395"/>
                    <a:pt x="9987" y="2048"/>
                  </a:cubicBezTo>
                  <a:cubicBezTo>
                    <a:pt x="9987" y="1670"/>
                    <a:pt x="10302" y="1355"/>
                    <a:pt x="10649" y="1355"/>
                  </a:cubicBezTo>
                  <a:lnTo>
                    <a:pt x="11310" y="1355"/>
                  </a:lnTo>
                  <a:cubicBezTo>
                    <a:pt x="11436" y="1355"/>
                    <a:pt x="11562" y="1292"/>
                    <a:pt x="11625" y="1166"/>
                  </a:cubicBezTo>
                  <a:cubicBezTo>
                    <a:pt x="11688" y="1040"/>
                    <a:pt x="11688" y="945"/>
                    <a:pt x="11594" y="819"/>
                  </a:cubicBezTo>
                  <a:cubicBezTo>
                    <a:pt x="11247" y="315"/>
                    <a:pt x="10649" y="0"/>
                    <a:pt x="9987" y="0"/>
                  </a:cubicBezTo>
                  <a:cubicBezTo>
                    <a:pt x="9073" y="0"/>
                    <a:pt x="8349" y="567"/>
                    <a:pt x="8065" y="1355"/>
                  </a:cubicBezTo>
                  <a:lnTo>
                    <a:pt x="3655" y="1355"/>
                  </a:lnTo>
                  <a:cubicBezTo>
                    <a:pt x="3371" y="567"/>
                    <a:pt x="2615" y="0"/>
                    <a:pt x="170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9093;p69">
              <a:extLst>
                <a:ext uri="{FF2B5EF4-FFF2-40B4-BE49-F238E27FC236}">
                  <a16:creationId xmlns:a16="http://schemas.microsoft.com/office/drawing/2014/main" id="{883D13DF-4526-6821-FF58-C89DBF866A45}"/>
                </a:ext>
              </a:extLst>
            </p:cNvPr>
            <p:cNvSpPr/>
            <p:nvPr/>
          </p:nvSpPr>
          <p:spPr>
            <a:xfrm>
              <a:off x="-35371150" y="3561225"/>
              <a:ext cx="68550" cy="68550"/>
            </a:xfrm>
            <a:custGeom>
              <a:avLst/>
              <a:gdLst/>
              <a:ahLst/>
              <a:cxnLst/>
              <a:rect l="l" t="t" r="r" b="b"/>
              <a:pathLst>
                <a:path w="2742" h="2742" extrusionOk="0">
                  <a:moveTo>
                    <a:pt x="1355" y="1"/>
                  </a:moveTo>
                  <a:cubicBezTo>
                    <a:pt x="630" y="1"/>
                    <a:pt x="0" y="631"/>
                    <a:pt x="0" y="1387"/>
                  </a:cubicBezTo>
                  <a:cubicBezTo>
                    <a:pt x="0" y="2111"/>
                    <a:pt x="630" y="2741"/>
                    <a:pt x="1355" y="2741"/>
                  </a:cubicBezTo>
                  <a:cubicBezTo>
                    <a:pt x="2111" y="2741"/>
                    <a:pt x="2741" y="2111"/>
                    <a:pt x="2741" y="1387"/>
                  </a:cubicBezTo>
                  <a:cubicBezTo>
                    <a:pt x="2741" y="631"/>
                    <a:pt x="2111" y="1"/>
                    <a:pt x="135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9094;p69">
              <a:extLst>
                <a:ext uri="{FF2B5EF4-FFF2-40B4-BE49-F238E27FC236}">
                  <a16:creationId xmlns:a16="http://schemas.microsoft.com/office/drawing/2014/main" id="{C4907526-C201-4E67-EA59-2F915DB56A88}"/>
                </a:ext>
              </a:extLst>
            </p:cNvPr>
            <p:cNvSpPr/>
            <p:nvPr/>
          </p:nvSpPr>
          <p:spPr>
            <a:xfrm>
              <a:off x="-35405025" y="3647075"/>
              <a:ext cx="136275" cy="119750"/>
            </a:xfrm>
            <a:custGeom>
              <a:avLst/>
              <a:gdLst/>
              <a:ahLst/>
              <a:cxnLst/>
              <a:rect l="l" t="t" r="r" b="b"/>
              <a:pathLst>
                <a:path w="5451" h="4790" extrusionOk="0">
                  <a:moveTo>
                    <a:pt x="2710" y="1"/>
                  </a:moveTo>
                  <a:cubicBezTo>
                    <a:pt x="1387" y="1"/>
                    <a:pt x="253" y="1009"/>
                    <a:pt x="32" y="2300"/>
                  </a:cubicBezTo>
                  <a:cubicBezTo>
                    <a:pt x="1" y="2521"/>
                    <a:pt x="158" y="2710"/>
                    <a:pt x="410" y="2710"/>
                  </a:cubicBezTo>
                  <a:lnTo>
                    <a:pt x="2395" y="2710"/>
                  </a:lnTo>
                  <a:lnTo>
                    <a:pt x="2395" y="4789"/>
                  </a:lnTo>
                  <a:lnTo>
                    <a:pt x="3088" y="4789"/>
                  </a:lnTo>
                  <a:lnTo>
                    <a:pt x="3088" y="2710"/>
                  </a:lnTo>
                  <a:lnTo>
                    <a:pt x="5073" y="2710"/>
                  </a:lnTo>
                  <a:cubicBezTo>
                    <a:pt x="5293" y="2710"/>
                    <a:pt x="5451" y="2521"/>
                    <a:pt x="5451" y="2300"/>
                  </a:cubicBezTo>
                  <a:cubicBezTo>
                    <a:pt x="5230" y="977"/>
                    <a:pt x="4096" y="1"/>
                    <a:pt x="271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5" name="Google Shape;9095;p69">
            <a:extLst>
              <a:ext uri="{FF2B5EF4-FFF2-40B4-BE49-F238E27FC236}">
                <a16:creationId xmlns:a16="http://schemas.microsoft.com/office/drawing/2014/main" id="{B5780C9A-04EE-0441-79F0-3D4449B2AB12}"/>
              </a:ext>
            </a:extLst>
          </p:cNvPr>
          <p:cNvGrpSpPr/>
          <p:nvPr/>
        </p:nvGrpSpPr>
        <p:grpSpPr>
          <a:xfrm>
            <a:off x="2951991" y="9953771"/>
            <a:ext cx="914429" cy="914350"/>
            <a:chOff x="-35481425" y="3919600"/>
            <a:chExt cx="291450" cy="291425"/>
          </a:xfrm>
          <a:solidFill>
            <a:srgbClr val="555559"/>
          </a:solidFill>
        </p:grpSpPr>
        <p:sp>
          <p:nvSpPr>
            <p:cNvPr id="1926" name="Google Shape;9096;p69">
              <a:extLst>
                <a:ext uri="{FF2B5EF4-FFF2-40B4-BE49-F238E27FC236}">
                  <a16:creationId xmlns:a16="http://schemas.microsoft.com/office/drawing/2014/main" id="{5ADDE04D-DB11-B9F2-95B1-507A657184BC}"/>
                </a:ext>
              </a:extLst>
            </p:cNvPr>
            <p:cNvSpPr/>
            <p:nvPr/>
          </p:nvSpPr>
          <p:spPr>
            <a:xfrm>
              <a:off x="-35327050" y="4125150"/>
              <a:ext cx="84300" cy="85100"/>
            </a:xfrm>
            <a:custGeom>
              <a:avLst/>
              <a:gdLst/>
              <a:ahLst/>
              <a:cxnLst/>
              <a:rect l="l" t="t" r="r" b="b"/>
              <a:pathLst>
                <a:path w="3372" h="3404" extrusionOk="0">
                  <a:moveTo>
                    <a:pt x="3025" y="1"/>
                  </a:moveTo>
                  <a:cubicBezTo>
                    <a:pt x="2836" y="1"/>
                    <a:pt x="2678" y="159"/>
                    <a:pt x="2678" y="348"/>
                  </a:cubicBezTo>
                  <a:lnTo>
                    <a:pt x="2678" y="1041"/>
                  </a:lnTo>
                  <a:cubicBezTo>
                    <a:pt x="2678" y="1576"/>
                    <a:pt x="2206" y="2049"/>
                    <a:pt x="1639" y="2049"/>
                  </a:cubicBezTo>
                  <a:lnTo>
                    <a:pt x="1103" y="2049"/>
                  </a:lnTo>
                  <a:lnTo>
                    <a:pt x="1229" y="1923"/>
                  </a:lnTo>
                  <a:cubicBezTo>
                    <a:pt x="1387" y="1860"/>
                    <a:pt x="1387" y="1608"/>
                    <a:pt x="1261" y="1513"/>
                  </a:cubicBezTo>
                  <a:cubicBezTo>
                    <a:pt x="1198" y="1450"/>
                    <a:pt x="1111" y="1419"/>
                    <a:pt x="1024" y="1419"/>
                  </a:cubicBezTo>
                  <a:cubicBezTo>
                    <a:pt x="938" y="1419"/>
                    <a:pt x="851" y="1450"/>
                    <a:pt x="788" y="1513"/>
                  </a:cubicBezTo>
                  <a:lnTo>
                    <a:pt x="127" y="2175"/>
                  </a:lnTo>
                  <a:cubicBezTo>
                    <a:pt x="1" y="2301"/>
                    <a:pt x="1" y="2521"/>
                    <a:pt x="127" y="2647"/>
                  </a:cubicBezTo>
                  <a:lnTo>
                    <a:pt x="788" y="3309"/>
                  </a:lnTo>
                  <a:cubicBezTo>
                    <a:pt x="851" y="3372"/>
                    <a:pt x="938" y="3404"/>
                    <a:pt x="1024" y="3404"/>
                  </a:cubicBezTo>
                  <a:cubicBezTo>
                    <a:pt x="1111" y="3404"/>
                    <a:pt x="1198" y="3372"/>
                    <a:pt x="1261" y="3309"/>
                  </a:cubicBezTo>
                  <a:cubicBezTo>
                    <a:pt x="1387" y="3183"/>
                    <a:pt x="1387" y="2962"/>
                    <a:pt x="1261" y="2836"/>
                  </a:cubicBezTo>
                  <a:lnTo>
                    <a:pt x="1135" y="2710"/>
                  </a:lnTo>
                  <a:lnTo>
                    <a:pt x="1702" y="2710"/>
                  </a:lnTo>
                  <a:cubicBezTo>
                    <a:pt x="2647" y="2710"/>
                    <a:pt x="3372" y="1986"/>
                    <a:pt x="3372" y="1041"/>
                  </a:cubicBezTo>
                  <a:lnTo>
                    <a:pt x="3372" y="348"/>
                  </a:lnTo>
                  <a:cubicBezTo>
                    <a:pt x="3372" y="159"/>
                    <a:pt x="3214" y="1"/>
                    <a:pt x="302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9097;p69">
              <a:extLst>
                <a:ext uri="{FF2B5EF4-FFF2-40B4-BE49-F238E27FC236}">
                  <a16:creationId xmlns:a16="http://schemas.microsoft.com/office/drawing/2014/main" id="{33766772-37AB-4D96-C1FC-2844C6700A97}"/>
                </a:ext>
              </a:extLst>
            </p:cNvPr>
            <p:cNvSpPr/>
            <p:nvPr/>
          </p:nvSpPr>
          <p:spPr>
            <a:xfrm>
              <a:off x="-35429450" y="3921175"/>
              <a:ext cx="84300" cy="85075"/>
            </a:xfrm>
            <a:custGeom>
              <a:avLst/>
              <a:gdLst/>
              <a:ahLst/>
              <a:cxnLst/>
              <a:rect l="l" t="t" r="r" b="b"/>
              <a:pathLst>
                <a:path w="3372" h="3403" extrusionOk="0">
                  <a:moveTo>
                    <a:pt x="2360" y="0"/>
                  </a:moveTo>
                  <a:cubicBezTo>
                    <a:pt x="2269" y="0"/>
                    <a:pt x="2175" y="32"/>
                    <a:pt x="2112" y="95"/>
                  </a:cubicBezTo>
                  <a:cubicBezTo>
                    <a:pt x="2017" y="221"/>
                    <a:pt x="2017" y="441"/>
                    <a:pt x="2112" y="567"/>
                  </a:cubicBezTo>
                  <a:lnTo>
                    <a:pt x="2238" y="693"/>
                  </a:lnTo>
                  <a:lnTo>
                    <a:pt x="1702" y="693"/>
                  </a:lnTo>
                  <a:cubicBezTo>
                    <a:pt x="757" y="693"/>
                    <a:pt x="1" y="1418"/>
                    <a:pt x="1" y="2363"/>
                  </a:cubicBezTo>
                  <a:lnTo>
                    <a:pt x="1" y="3056"/>
                  </a:lnTo>
                  <a:cubicBezTo>
                    <a:pt x="1" y="3245"/>
                    <a:pt x="158" y="3403"/>
                    <a:pt x="347" y="3403"/>
                  </a:cubicBezTo>
                  <a:cubicBezTo>
                    <a:pt x="536" y="3403"/>
                    <a:pt x="694" y="3245"/>
                    <a:pt x="694" y="3056"/>
                  </a:cubicBezTo>
                  <a:lnTo>
                    <a:pt x="694" y="2332"/>
                  </a:lnTo>
                  <a:cubicBezTo>
                    <a:pt x="694" y="1796"/>
                    <a:pt x="1167" y="1292"/>
                    <a:pt x="1734" y="1292"/>
                  </a:cubicBezTo>
                  <a:lnTo>
                    <a:pt x="2269" y="1292"/>
                  </a:lnTo>
                  <a:lnTo>
                    <a:pt x="2175" y="1418"/>
                  </a:lnTo>
                  <a:cubicBezTo>
                    <a:pt x="2017" y="1544"/>
                    <a:pt x="2017" y="1733"/>
                    <a:pt x="2112" y="1891"/>
                  </a:cubicBezTo>
                  <a:cubicBezTo>
                    <a:pt x="2175" y="1954"/>
                    <a:pt x="2269" y="1985"/>
                    <a:pt x="2360" y="1985"/>
                  </a:cubicBezTo>
                  <a:cubicBezTo>
                    <a:pt x="2450" y="1985"/>
                    <a:pt x="2537" y="1954"/>
                    <a:pt x="2584" y="1891"/>
                  </a:cubicBezTo>
                  <a:lnTo>
                    <a:pt x="3277" y="1229"/>
                  </a:lnTo>
                  <a:cubicBezTo>
                    <a:pt x="3372" y="1103"/>
                    <a:pt x="3372" y="882"/>
                    <a:pt x="3277" y="756"/>
                  </a:cubicBezTo>
                  <a:lnTo>
                    <a:pt x="2584" y="95"/>
                  </a:lnTo>
                  <a:cubicBezTo>
                    <a:pt x="2537" y="32"/>
                    <a:pt x="2450" y="0"/>
                    <a:pt x="236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9098;p69">
              <a:extLst>
                <a:ext uri="{FF2B5EF4-FFF2-40B4-BE49-F238E27FC236}">
                  <a16:creationId xmlns:a16="http://schemas.microsoft.com/office/drawing/2014/main" id="{D4FF7201-6C14-B790-E156-7D0CB6063D9A}"/>
                </a:ext>
              </a:extLst>
            </p:cNvPr>
            <p:cNvSpPr/>
            <p:nvPr/>
          </p:nvSpPr>
          <p:spPr>
            <a:xfrm>
              <a:off x="-35481425" y="4021975"/>
              <a:ext cx="137075" cy="35475"/>
            </a:xfrm>
            <a:custGeom>
              <a:avLst/>
              <a:gdLst/>
              <a:ahLst/>
              <a:cxnLst/>
              <a:rect l="l" t="t" r="r" b="b"/>
              <a:pathLst>
                <a:path w="5483" h="1419" extrusionOk="0">
                  <a:moveTo>
                    <a:pt x="1009" y="1"/>
                  </a:moveTo>
                  <a:cubicBezTo>
                    <a:pt x="473" y="1"/>
                    <a:pt x="1" y="473"/>
                    <a:pt x="1" y="1072"/>
                  </a:cubicBezTo>
                  <a:lnTo>
                    <a:pt x="1" y="1419"/>
                  </a:lnTo>
                  <a:lnTo>
                    <a:pt x="5482" y="1419"/>
                  </a:lnTo>
                  <a:lnTo>
                    <a:pt x="5482" y="1072"/>
                  </a:lnTo>
                  <a:lnTo>
                    <a:pt x="5451" y="1072"/>
                  </a:lnTo>
                  <a:cubicBezTo>
                    <a:pt x="5451" y="505"/>
                    <a:pt x="5010" y="1"/>
                    <a:pt x="44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9099;p69">
              <a:extLst>
                <a:ext uri="{FF2B5EF4-FFF2-40B4-BE49-F238E27FC236}">
                  <a16:creationId xmlns:a16="http://schemas.microsoft.com/office/drawing/2014/main" id="{63B04454-6874-58C6-39A1-654C9C8634A2}"/>
                </a:ext>
              </a:extLst>
            </p:cNvPr>
            <p:cNvSpPr/>
            <p:nvPr/>
          </p:nvSpPr>
          <p:spPr>
            <a:xfrm>
              <a:off x="-35481425" y="4073975"/>
              <a:ext cx="136275" cy="85875"/>
            </a:xfrm>
            <a:custGeom>
              <a:avLst/>
              <a:gdLst/>
              <a:ahLst/>
              <a:cxnLst/>
              <a:rect l="l" t="t" r="r" b="b"/>
              <a:pathLst>
                <a:path w="5451" h="3435" extrusionOk="0">
                  <a:moveTo>
                    <a:pt x="1" y="0"/>
                  </a:moveTo>
                  <a:lnTo>
                    <a:pt x="1" y="3434"/>
                  </a:lnTo>
                  <a:lnTo>
                    <a:pt x="5451" y="3434"/>
                  </a:lnTo>
                  <a:lnTo>
                    <a:pt x="545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9100;p69">
              <a:extLst>
                <a:ext uri="{FF2B5EF4-FFF2-40B4-BE49-F238E27FC236}">
                  <a16:creationId xmlns:a16="http://schemas.microsoft.com/office/drawing/2014/main" id="{D94CCB25-6ECE-01AC-FF83-E630EB0CA905}"/>
                </a:ext>
              </a:extLst>
            </p:cNvPr>
            <p:cNvSpPr/>
            <p:nvPr/>
          </p:nvSpPr>
          <p:spPr>
            <a:xfrm>
              <a:off x="-35481425" y="4176350"/>
              <a:ext cx="136275" cy="34675"/>
            </a:xfrm>
            <a:custGeom>
              <a:avLst/>
              <a:gdLst/>
              <a:ahLst/>
              <a:cxnLst/>
              <a:rect l="l" t="t" r="r" b="b"/>
              <a:pathLst>
                <a:path w="5451" h="1387" extrusionOk="0">
                  <a:moveTo>
                    <a:pt x="1" y="1"/>
                  </a:moveTo>
                  <a:lnTo>
                    <a:pt x="1" y="347"/>
                  </a:lnTo>
                  <a:cubicBezTo>
                    <a:pt x="1" y="946"/>
                    <a:pt x="410" y="1387"/>
                    <a:pt x="1009" y="1387"/>
                  </a:cubicBezTo>
                  <a:lnTo>
                    <a:pt x="4443" y="1387"/>
                  </a:lnTo>
                  <a:cubicBezTo>
                    <a:pt x="4978" y="1387"/>
                    <a:pt x="5451" y="914"/>
                    <a:pt x="5451" y="347"/>
                  </a:cubicBezTo>
                  <a:lnTo>
                    <a:pt x="545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9101;p69">
              <a:extLst>
                <a:ext uri="{FF2B5EF4-FFF2-40B4-BE49-F238E27FC236}">
                  <a16:creationId xmlns:a16="http://schemas.microsoft.com/office/drawing/2014/main" id="{B17BDCD2-255E-A661-6545-AB9B3C754630}"/>
                </a:ext>
              </a:extLst>
            </p:cNvPr>
            <p:cNvSpPr/>
            <p:nvPr/>
          </p:nvSpPr>
          <p:spPr>
            <a:xfrm>
              <a:off x="-35327050" y="3919600"/>
              <a:ext cx="137075" cy="33875"/>
            </a:xfrm>
            <a:custGeom>
              <a:avLst/>
              <a:gdLst/>
              <a:ahLst/>
              <a:cxnLst/>
              <a:rect l="l" t="t" r="r" b="b"/>
              <a:pathLst>
                <a:path w="5483" h="1355" extrusionOk="0">
                  <a:moveTo>
                    <a:pt x="1009" y="0"/>
                  </a:moveTo>
                  <a:cubicBezTo>
                    <a:pt x="473" y="0"/>
                    <a:pt x="1" y="473"/>
                    <a:pt x="1" y="1008"/>
                  </a:cubicBezTo>
                  <a:lnTo>
                    <a:pt x="1" y="1355"/>
                  </a:lnTo>
                  <a:lnTo>
                    <a:pt x="5482" y="1355"/>
                  </a:lnTo>
                  <a:lnTo>
                    <a:pt x="5482" y="1008"/>
                  </a:lnTo>
                  <a:cubicBezTo>
                    <a:pt x="5482" y="473"/>
                    <a:pt x="5010" y="0"/>
                    <a:pt x="444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9102;p69">
              <a:extLst>
                <a:ext uri="{FF2B5EF4-FFF2-40B4-BE49-F238E27FC236}">
                  <a16:creationId xmlns:a16="http://schemas.microsoft.com/office/drawing/2014/main" id="{CE79BA80-7F6B-8EE6-DD2B-82BAE07255F5}"/>
                </a:ext>
              </a:extLst>
            </p:cNvPr>
            <p:cNvSpPr/>
            <p:nvPr/>
          </p:nvSpPr>
          <p:spPr>
            <a:xfrm>
              <a:off x="-35327825" y="3970800"/>
              <a:ext cx="136275" cy="85875"/>
            </a:xfrm>
            <a:custGeom>
              <a:avLst/>
              <a:gdLst/>
              <a:ahLst/>
              <a:cxnLst/>
              <a:rect l="l" t="t" r="r" b="b"/>
              <a:pathLst>
                <a:path w="5451" h="3435" extrusionOk="0">
                  <a:moveTo>
                    <a:pt x="0" y="0"/>
                  </a:moveTo>
                  <a:lnTo>
                    <a:pt x="0" y="3434"/>
                  </a:lnTo>
                  <a:lnTo>
                    <a:pt x="5450" y="3434"/>
                  </a:lnTo>
                  <a:lnTo>
                    <a:pt x="545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9103;p69">
              <a:extLst>
                <a:ext uri="{FF2B5EF4-FFF2-40B4-BE49-F238E27FC236}">
                  <a16:creationId xmlns:a16="http://schemas.microsoft.com/office/drawing/2014/main" id="{F8F2B850-652E-D4A1-BBF0-1342935F33C3}"/>
                </a:ext>
              </a:extLst>
            </p:cNvPr>
            <p:cNvSpPr/>
            <p:nvPr/>
          </p:nvSpPr>
          <p:spPr>
            <a:xfrm>
              <a:off x="-35327825" y="4073975"/>
              <a:ext cx="136275" cy="35450"/>
            </a:xfrm>
            <a:custGeom>
              <a:avLst/>
              <a:gdLst/>
              <a:ahLst/>
              <a:cxnLst/>
              <a:rect l="l" t="t" r="r" b="b"/>
              <a:pathLst>
                <a:path w="5451" h="1418" extrusionOk="0">
                  <a:moveTo>
                    <a:pt x="0" y="0"/>
                  </a:moveTo>
                  <a:lnTo>
                    <a:pt x="0" y="347"/>
                  </a:lnTo>
                  <a:cubicBezTo>
                    <a:pt x="0" y="914"/>
                    <a:pt x="473" y="1418"/>
                    <a:pt x="1008" y="1418"/>
                  </a:cubicBezTo>
                  <a:lnTo>
                    <a:pt x="4442" y="1418"/>
                  </a:lnTo>
                  <a:cubicBezTo>
                    <a:pt x="4978" y="1418"/>
                    <a:pt x="5450" y="945"/>
                    <a:pt x="5450" y="347"/>
                  </a:cubicBezTo>
                  <a:lnTo>
                    <a:pt x="545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34" name="Google Shape;9104;p69">
            <a:extLst>
              <a:ext uri="{FF2B5EF4-FFF2-40B4-BE49-F238E27FC236}">
                <a16:creationId xmlns:a16="http://schemas.microsoft.com/office/drawing/2014/main" id="{AC8A1B88-901C-DEA0-EC5C-4E5C1C4B0223}"/>
              </a:ext>
            </a:extLst>
          </p:cNvPr>
          <p:cNvGrpSpPr/>
          <p:nvPr/>
        </p:nvGrpSpPr>
        <p:grpSpPr>
          <a:xfrm>
            <a:off x="8732718" y="7688913"/>
            <a:ext cx="924312" cy="911919"/>
            <a:chOff x="-33645475" y="3228075"/>
            <a:chExt cx="294600" cy="290650"/>
          </a:xfrm>
          <a:solidFill>
            <a:srgbClr val="555559"/>
          </a:solidFill>
        </p:grpSpPr>
        <p:sp>
          <p:nvSpPr>
            <p:cNvPr id="1935" name="Google Shape;9105;p69">
              <a:extLst>
                <a:ext uri="{FF2B5EF4-FFF2-40B4-BE49-F238E27FC236}">
                  <a16:creationId xmlns:a16="http://schemas.microsoft.com/office/drawing/2014/main" id="{A7997810-BEC0-ACFD-136D-F91F6E5E75B5}"/>
                </a:ext>
              </a:extLst>
            </p:cNvPr>
            <p:cNvSpPr/>
            <p:nvPr/>
          </p:nvSpPr>
          <p:spPr>
            <a:xfrm>
              <a:off x="-33456450" y="3261925"/>
              <a:ext cx="84300" cy="85100"/>
            </a:xfrm>
            <a:custGeom>
              <a:avLst/>
              <a:gdLst/>
              <a:ahLst/>
              <a:cxnLst/>
              <a:rect l="l" t="t" r="r" b="b"/>
              <a:pathLst>
                <a:path w="3372" h="3404" extrusionOk="0">
                  <a:moveTo>
                    <a:pt x="347" y="1"/>
                  </a:moveTo>
                  <a:cubicBezTo>
                    <a:pt x="158" y="1"/>
                    <a:pt x="1" y="158"/>
                    <a:pt x="1" y="347"/>
                  </a:cubicBezTo>
                  <a:cubicBezTo>
                    <a:pt x="1" y="536"/>
                    <a:pt x="158" y="694"/>
                    <a:pt x="347" y="694"/>
                  </a:cubicBezTo>
                  <a:lnTo>
                    <a:pt x="1009" y="694"/>
                  </a:lnTo>
                  <a:cubicBezTo>
                    <a:pt x="1576" y="694"/>
                    <a:pt x="2049" y="1166"/>
                    <a:pt x="2049" y="1733"/>
                  </a:cubicBezTo>
                  <a:lnTo>
                    <a:pt x="2049" y="2269"/>
                  </a:lnTo>
                  <a:lnTo>
                    <a:pt x="1923" y="2175"/>
                  </a:lnTo>
                  <a:cubicBezTo>
                    <a:pt x="1860" y="2112"/>
                    <a:pt x="1773" y="2080"/>
                    <a:pt x="1686" y="2080"/>
                  </a:cubicBezTo>
                  <a:cubicBezTo>
                    <a:pt x="1600" y="2080"/>
                    <a:pt x="1513" y="2112"/>
                    <a:pt x="1450" y="2175"/>
                  </a:cubicBezTo>
                  <a:cubicBezTo>
                    <a:pt x="1324" y="2269"/>
                    <a:pt x="1324" y="2521"/>
                    <a:pt x="1450" y="2647"/>
                  </a:cubicBezTo>
                  <a:lnTo>
                    <a:pt x="2112" y="3309"/>
                  </a:lnTo>
                  <a:cubicBezTo>
                    <a:pt x="2175" y="3372"/>
                    <a:pt x="2269" y="3403"/>
                    <a:pt x="2360" y="3403"/>
                  </a:cubicBezTo>
                  <a:cubicBezTo>
                    <a:pt x="2450" y="3403"/>
                    <a:pt x="2537" y="3372"/>
                    <a:pt x="2584" y="3309"/>
                  </a:cubicBezTo>
                  <a:lnTo>
                    <a:pt x="3277" y="2647"/>
                  </a:lnTo>
                  <a:cubicBezTo>
                    <a:pt x="3372" y="2521"/>
                    <a:pt x="3372" y="2269"/>
                    <a:pt x="3277" y="2175"/>
                  </a:cubicBezTo>
                  <a:cubicBezTo>
                    <a:pt x="3214" y="2112"/>
                    <a:pt x="3120" y="2080"/>
                    <a:pt x="3029" y="2080"/>
                  </a:cubicBezTo>
                  <a:cubicBezTo>
                    <a:pt x="2939" y="2080"/>
                    <a:pt x="2852" y="2112"/>
                    <a:pt x="2805" y="2175"/>
                  </a:cubicBezTo>
                  <a:lnTo>
                    <a:pt x="2679" y="2269"/>
                  </a:lnTo>
                  <a:lnTo>
                    <a:pt x="2679" y="1733"/>
                  </a:lnTo>
                  <a:cubicBezTo>
                    <a:pt x="2742" y="788"/>
                    <a:pt x="1954" y="1"/>
                    <a:pt x="100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9106;p69">
              <a:extLst>
                <a:ext uri="{FF2B5EF4-FFF2-40B4-BE49-F238E27FC236}">
                  <a16:creationId xmlns:a16="http://schemas.microsoft.com/office/drawing/2014/main" id="{D4344181-CDA9-B317-D08B-4CE94DB6DF43}"/>
                </a:ext>
              </a:extLst>
            </p:cNvPr>
            <p:cNvSpPr/>
            <p:nvPr/>
          </p:nvSpPr>
          <p:spPr>
            <a:xfrm>
              <a:off x="-33575375" y="3433625"/>
              <a:ext cx="85075" cy="85100"/>
            </a:xfrm>
            <a:custGeom>
              <a:avLst/>
              <a:gdLst/>
              <a:ahLst/>
              <a:cxnLst/>
              <a:rect l="l" t="t" r="r" b="b"/>
              <a:pathLst>
                <a:path w="3403" h="3404" extrusionOk="0">
                  <a:moveTo>
                    <a:pt x="1013" y="1"/>
                  </a:moveTo>
                  <a:cubicBezTo>
                    <a:pt x="922" y="1"/>
                    <a:pt x="835" y="32"/>
                    <a:pt x="788" y="95"/>
                  </a:cubicBezTo>
                  <a:lnTo>
                    <a:pt x="127" y="757"/>
                  </a:lnTo>
                  <a:cubicBezTo>
                    <a:pt x="1" y="883"/>
                    <a:pt x="1" y="1135"/>
                    <a:pt x="127" y="1229"/>
                  </a:cubicBezTo>
                  <a:cubicBezTo>
                    <a:pt x="174" y="1292"/>
                    <a:pt x="260" y="1324"/>
                    <a:pt x="351" y="1324"/>
                  </a:cubicBezTo>
                  <a:cubicBezTo>
                    <a:pt x="442" y="1324"/>
                    <a:pt x="536" y="1292"/>
                    <a:pt x="599" y="1229"/>
                  </a:cubicBezTo>
                  <a:lnTo>
                    <a:pt x="694" y="1135"/>
                  </a:lnTo>
                  <a:lnTo>
                    <a:pt x="694" y="1671"/>
                  </a:lnTo>
                  <a:cubicBezTo>
                    <a:pt x="694" y="2616"/>
                    <a:pt x="1450" y="3372"/>
                    <a:pt x="2395" y="3372"/>
                  </a:cubicBezTo>
                  <a:lnTo>
                    <a:pt x="3057" y="3372"/>
                  </a:lnTo>
                  <a:lnTo>
                    <a:pt x="3057" y="3403"/>
                  </a:lnTo>
                  <a:cubicBezTo>
                    <a:pt x="3246" y="3403"/>
                    <a:pt x="3403" y="3246"/>
                    <a:pt x="3403" y="3057"/>
                  </a:cubicBezTo>
                  <a:cubicBezTo>
                    <a:pt x="3403" y="2868"/>
                    <a:pt x="3246" y="2710"/>
                    <a:pt x="3057" y="2710"/>
                  </a:cubicBezTo>
                  <a:lnTo>
                    <a:pt x="2363" y="2710"/>
                  </a:lnTo>
                  <a:cubicBezTo>
                    <a:pt x="1796" y="2710"/>
                    <a:pt x="1324" y="2238"/>
                    <a:pt x="1324" y="1671"/>
                  </a:cubicBezTo>
                  <a:lnTo>
                    <a:pt x="1324" y="1135"/>
                  </a:lnTo>
                  <a:lnTo>
                    <a:pt x="1450" y="1229"/>
                  </a:lnTo>
                  <a:cubicBezTo>
                    <a:pt x="1513" y="1292"/>
                    <a:pt x="1599" y="1324"/>
                    <a:pt x="1686" y="1324"/>
                  </a:cubicBezTo>
                  <a:cubicBezTo>
                    <a:pt x="1773" y="1324"/>
                    <a:pt x="1859" y="1292"/>
                    <a:pt x="1922" y="1229"/>
                  </a:cubicBezTo>
                  <a:cubicBezTo>
                    <a:pt x="2048" y="1135"/>
                    <a:pt x="2048" y="883"/>
                    <a:pt x="1922" y="757"/>
                  </a:cubicBezTo>
                  <a:lnTo>
                    <a:pt x="1261" y="95"/>
                  </a:lnTo>
                  <a:cubicBezTo>
                    <a:pt x="1198" y="32"/>
                    <a:pt x="1103" y="1"/>
                    <a:pt x="101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9107;p69">
              <a:extLst>
                <a:ext uri="{FF2B5EF4-FFF2-40B4-BE49-F238E27FC236}">
                  <a16:creationId xmlns:a16="http://schemas.microsoft.com/office/drawing/2014/main" id="{32939FDF-66BE-44BF-B220-7D4A06DF835F}"/>
                </a:ext>
              </a:extLst>
            </p:cNvPr>
            <p:cNvSpPr/>
            <p:nvPr/>
          </p:nvSpPr>
          <p:spPr>
            <a:xfrm>
              <a:off x="-33645475" y="3228075"/>
              <a:ext cx="206375" cy="153600"/>
            </a:xfrm>
            <a:custGeom>
              <a:avLst/>
              <a:gdLst/>
              <a:ahLst/>
              <a:cxnLst/>
              <a:rect l="l" t="t" r="r" b="b"/>
              <a:pathLst>
                <a:path w="8255" h="6144" extrusionOk="0">
                  <a:moveTo>
                    <a:pt x="4191" y="0"/>
                  </a:moveTo>
                  <a:cubicBezTo>
                    <a:pt x="2300" y="0"/>
                    <a:pt x="757" y="1544"/>
                    <a:pt x="757" y="3434"/>
                  </a:cubicBezTo>
                  <a:lnTo>
                    <a:pt x="757" y="3529"/>
                  </a:lnTo>
                  <a:cubicBezTo>
                    <a:pt x="347" y="3686"/>
                    <a:pt x="95" y="4033"/>
                    <a:pt x="95" y="4474"/>
                  </a:cubicBezTo>
                  <a:lnTo>
                    <a:pt x="95" y="5135"/>
                  </a:lnTo>
                  <a:cubicBezTo>
                    <a:pt x="1" y="5671"/>
                    <a:pt x="473" y="6143"/>
                    <a:pt x="1009" y="6143"/>
                  </a:cubicBezTo>
                  <a:cubicBezTo>
                    <a:pt x="1135" y="6143"/>
                    <a:pt x="1261" y="6112"/>
                    <a:pt x="1387" y="6080"/>
                  </a:cubicBezTo>
                  <a:lnTo>
                    <a:pt x="1387" y="3403"/>
                  </a:lnTo>
                  <a:cubicBezTo>
                    <a:pt x="1387" y="1890"/>
                    <a:pt x="2647" y="630"/>
                    <a:pt x="4128" y="630"/>
                  </a:cubicBezTo>
                  <a:cubicBezTo>
                    <a:pt x="5640" y="630"/>
                    <a:pt x="6900" y="1890"/>
                    <a:pt x="6900" y="3403"/>
                  </a:cubicBezTo>
                  <a:lnTo>
                    <a:pt x="6900" y="6080"/>
                  </a:lnTo>
                  <a:cubicBezTo>
                    <a:pt x="6995" y="6112"/>
                    <a:pt x="7121" y="6143"/>
                    <a:pt x="7247" y="6143"/>
                  </a:cubicBezTo>
                  <a:cubicBezTo>
                    <a:pt x="7782" y="6143"/>
                    <a:pt x="8255" y="5671"/>
                    <a:pt x="8255" y="5135"/>
                  </a:cubicBezTo>
                  <a:lnTo>
                    <a:pt x="8255" y="4474"/>
                  </a:lnTo>
                  <a:cubicBezTo>
                    <a:pt x="8255" y="4033"/>
                    <a:pt x="8003" y="3623"/>
                    <a:pt x="7593" y="3529"/>
                  </a:cubicBezTo>
                  <a:lnTo>
                    <a:pt x="7593" y="3434"/>
                  </a:lnTo>
                  <a:cubicBezTo>
                    <a:pt x="7593" y="1544"/>
                    <a:pt x="6050" y="0"/>
                    <a:pt x="41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9108;p69">
              <a:extLst>
                <a:ext uri="{FF2B5EF4-FFF2-40B4-BE49-F238E27FC236}">
                  <a16:creationId xmlns:a16="http://schemas.microsoft.com/office/drawing/2014/main" id="{ABF08D7E-A74B-E4C2-131B-A00B16AFA383}"/>
                </a:ext>
              </a:extLst>
            </p:cNvPr>
            <p:cNvSpPr/>
            <p:nvPr/>
          </p:nvSpPr>
          <p:spPr>
            <a:xfrm>
              <a:off x="-33593500" y="3279250"/>
              <a:ext cx="104775" cy="52275"/>
            </a:xfrm>
            <a:custGeom>
              <a:avLst/>
              <a:gdLst/>
              <a:ahLst/>
              <a:cxnLst/>
              <a:rect l="l" t="t" r="r" b="b"/>
              <a:pathLst>
                <a:path w="4191" h="2091" extrusionOk="0">
                  <a:moveTo>
                    <a:pt x="1734" y="1"/>
                  </a:moveTo>
                  <a:cubicBezTo>
                    <a:pt x="789" y="1"/>
                    <a:pt x="1" y="757"/>
                    <a:pt x="1" y="1702"/>
                  </a:cubicBezTo>
                  <a:lnTo>
                    <a:pt x="1" y="2049"/>
                  </a:lnTo>
                  <a:lnTo>
                    <a:pt x="1230" y="2049"/>
                  </a:lnTo>
                  <a:cubicBezTo>
                    <a:pt x="1545" y="2049"/>
                    <a:pt x="1891" y="2049"/>
                    <a:pt x="2017" y="1986"/>
                  </a:cubicBezTo>
                  <a:cubicBezTo>
                    <a:pt x="2049" y="1954"/>
                    <a:pt x="2080" y="1828"/>
                    <a:pt x="2080" y="1734"/>
                  </a:cubicBezTo>
                  <a:cubicBezTo>
                    <a:pt x="2080" y="1545"/>
                    <a:pt x="2238" y="1387"/>
                    <a:pt x="2458" y="1387"/>
                  </a:cubicBezTo>
                  <a:cubicBezTo>
                    <a:pt x="2647" y="1387"/>
                    <a:pt x="2805" y="1545"/>
                    <a:pt x="2805" y="1734"/>
                  </a:cubicBezTo>
                  <a:cubicBezTo>
                    <a:pt x="2805" y="1828"/>
                    <a:pt x="2805" y="1954"/>
                    <a:pt x="2868" y="1986"/>
                  </a:cubicBezTo>
                  <a:cubicBezTo>
                    <a:pt x="2942" y="2059"/>
                    <a:pt x="3091" y="2090"/>
                    <a:pt x="3266" y="2090"/>
                  </a:cubicBezTo>
                  <a:cubicBezTo>
                    <a:pt x="3389" y="2090"/>
                    <a:pt x="3525" y="2075"/>
                    <a:pt x="3656" y="2049"/>
                  </a:cubicBezTo>
                  <a:lnTo>
                    <a:pt x="4191" y="2049"/>
                  </a:lnTo>
                  <a:lnTo>
                    <a:pt x="4191" y="1702"/>
                  </a:lnTo>
                  <a:lnTo>
                    <a:pt x="4128" y="1702"/>
                  </a:lnTo>
                  <a:cubicBezTo>
                    <a:pt x="4128" y="757"/>
                    <a:pt x="3340" y="1"/>
                    <a:pt x="239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9109;p69">
              <a:extLst>
                <a:ext uri="{FF2B5EF4-FFF2-40B4-BE49-F238E27FC236}">
                  <a16:creationId xmlns:a16="http://schemas.microsoft.com/office/drawing/2014/main" id="{E76C3816-BE09-9304-E1BC-EF300FB23647}"/>
                </a:ext>
              </a:extLst>
            </p:cNvPr>
            <p:cNvSpPr/>
            <p:nvPr/>
          </p:nvSpPr>
          <p:spPr>
            <a:xfrm>
              <a:off x="-33593500" y="3341475"/>
              <a:ext cx="104775" cy="74075"/>
            </a:xfrm>
            <a:custGeom>
              <a:avLst/>
              <a:gdLst/>
              <a:ahLst/>
              <a:cxnLst/>
              <a:rect l="l" t="t" r="r" b="b"/>
              <a:pathLst>
                <a:path w="4191" h="2963" extrusionOk="0">
                  <a:moveTo>
                    <a:pt x="2395" y="1"/>
                  </a:moveTo>
                  <a:cubicBezTo>
                    <a:pt x="2080" y="253"/>
                    <a:pt x="1671" y="253"/>
                    <a:pt x="1230" y="253"/>
                  </a:cubicBezTo>
                  <a:lnTo>
                    <a:pt x="1" y="253"/>
                  </a:lnTo>
                  <a:lnTo>
                    <a:pt x="1" y="914"/>
                  </a:lnTo>
                  <a:cubicBezTo>
                    <a:pt x="1" y="2049"/>
                    <a:pt x="946" y="2962"/>
                    <a:pt x="2112" y="2962"/>
                  </a:cubicBezTo>
                  <a:cubicBezTo>
                    <a:pt x="3246" y="2962"/>
                    <a:pt x="4191" y="2049"/>
                    <a:pt x="4191" y="914"/>
                  </a:cubicBezTo>
                  <a:lnTo>
                    <a:pt x="4191" y="253"/>
                  </a:lnTo>
                  <a:lnTo>
                    <a:pt x="3466" y="253"/>
                  </a:lnTo>
                  <a:cubicBezTo>
                    <a:pt x="3088" y="253"/>
                    <a:pt x="2679" y="190"/>
                    <a:pt x="239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9110;p69">
              <a:extLst>
                <a:ext uri="{FF2B5EF4-FFF2-40B4-BE49-F238E27FC236}">
                  <a16:creationId xmlns:a16="http://schemas.microsoft.com/office/drawing/2014/main" id="{269F6BE3-D85C-09C4-8FCD-DB551BDE76F2}"/>
                </a:ext>
              </a:extLst>
            </p:cNvPr>
            <p:cNvSpPr/>
            <p:nvPr/>
          </p:nvSpPr>
          <p:spPr>
            <a:xfrm>
              <a:off x="-33455650" y="3381650"/>
              <a:ext cx="104775" cy="52250"/>
            </a:xfrm>
            <a:custGeom>
              <a:avLst/>
              <a:gdLst/>
              <a:ahLst/>
              <a:cxnLst/>
              <a:rect l="l" t="t" r="r" b="b"/>
              <a:pathLst>
                <a:path w="4191" h="2090" extrusionOk="0">
                  <a:moveTo>
                    <a:pt x="1702" y="0"/>
                  </a:moveTo>
                  <a:cubicBezTo>
                    <a:pt x="756" y="0"/>
                    <a:pt x="0" y="757"/>
                    <a:pt x="0" y="1702"/>
                  </a:cubicBezTo>
                  <a:lnTo>
                    <a:pt x="0" y="2048"/>
                  </a:lnTo>
                  <a:lnTo>
                    <a:pt x="1229" y="2048"/>
                  </a:lnTo>
                  <a:cubicBezTo>
                    <a:pt x="1544" y="2048"/>
                    <a:pt x="1891" y="2048"/>
                    <a:pt x="2017" y="1985"/>
                  </a:cubicBezTo>
                  <a:cubicBezTo>
                    <a:pt x="2048" y="1954"/>
                    <a:pt x="2080" y="1828"/>
                    <a:pt x="2080" y="1733"/>
                  </a:cubicBezTo>
                  <a:cubicBezTo>
                    <a:pt x="2080" y="1544"/>
                    <a:pt x="2237" y="1387"/>
                    <a:pt x="2458" y="1387"/>
                  </a:cubicBezTo>
                  <a:cubicBezTo>
                    <a:pt x="2647" y="1387"/>
                    <a:pt x="2804" y="1544"/>
                    <a:pt x="2804" y="1733"/>
                  </a:cubicBezTo>
                  <a:cubicBezTo>
                    <a:pt x="2804" y="1828"/>
                    <a:pt x="2804" y="1954"/>
                    <a:pt x="2867" y="1985"/>
                  </a:cubicBezTo>
                  <a:cubicBezTo>
                    <a:pt x="2941" y="2059"/>
                    <a:pt x="3091" y="2090"/>
                    <a:pt x="3265" y="2090"/>
                  </a:cubicBezTo>
                  <a:cubicBezTo>
                    <a:pt x="3388" y="2090"/>
                    <a:pt x="3524" y="2074"/>
                    <a:pt x="3655" y="2048"/>
                  </a:cubicBezTo>
                  <a:lnTo>
                    <a:pt x="4190" y="2048"/>
                  </a:lnTo>
                  <a:lnTo>
                    <a:pt x="4190" y="1702"/>
                  </a:lnTo>
                  <a:cubicBezTo>
                    <a:pt x="4096" y="757"/>
                    <a:pt x="3308" y="0"/>
                    <a:pt x="236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9111;p69">
              <a:extLst>
                <a:ext uri="{FF2B5EF4-FFF2-40B4-BE49-F238E27FC236}">
                  <a16:creationId xmlns:a16="http://schemas.microsoft.com/office/drawing/2014/main" id="{3D604094-4304-95E4-6880-E65AADC175FA}"/>
                </a:ext>
              </a:extLst>
            </p:cNvPr>
            <p:cNvSpPr/>
            <p:nvPr/>
          </p:nvSpPr>
          <p:spPr>
            <a:xfrm>
              <a:off x="-33456450" y="3443875"/>
              <a:ext cx="102425" cy="74850"/>
            </a:xfrm>
            <a:custGeom>
              <a:avLst/>
              <a:gdLst/>
              <a:ahLst/>
              <a:cxnLst/>
              <a:rect l="l" t="t" r="r" b="b"/>
              <a:pathLst>
                <a:path w="4097" h="2994" extrusionOk="0">
                  <a:moveTo>
                    <a:pt x="2395" y="0"/>
                  </a:moveTo>
                  <a:cubicBezTo>
                    <a:pt x="2080" y="252"/>
                    <a:pt x="1639" y="252"/>
                    <a:pt x="1230" y="252"/>
                  </a:cubicBezTo>
                  <a:lnTo>
                    <a:pt x="1" y="252"/>
                  </a:lnTo>
                  <a:lnTo>
                    <a:pt x="1" y="914"/>
                  </a:lnTo>
                  <a:cubicBezTo>
                    <a:pt x="1" y="2048"/>
                    <a:pt x="914" y="2993"/>
                    <a:pt x="2049" y="2993"/>
                  </a:cubicBezTo>
                  <a:cubicBezTo>
                    <a:pt x="3183" y="2993"/>
                    <a:pt x="4096" y="2048"/>
                    <a:pt x="4096" y="914"/>
                  </a:cubicBezTo>
                  <a:lnTo>
                    <a:pt x="4096" y="252"/>
                  </a:lnTo>
                  <a:lnTo>
                    <a:pt x="3435" y="252"/>
                  </a:lnTo>
                  <a:cubicBezTo>
                    <a:pt x="3025" y="252"/>
                    <a:pt x="2679" y="189"/>
                    <a:pt x="239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2" name="Google Shape;9112;p69">
            <a:extLst>
              <a:ext uri="{FF2B5EF4-FFF2-40B4-BE49-F238E27FC236}">
                <a16:creationId xmlns:a16="http://schemas.microsoft.com/office/drawing/2014/main" id="{B6B28CC0-267A-D89B-B266-8979EEA59C30}"/>
              </a:ext>
            </a:extLst>
          </p:cNvPr>
          <p:cNvGrpSpPr/>
          <p:nvPr/>
        </p:nvGrpSpPr>
        <p:grpSpPr>
          <a:xfrm>
            <a:off x="8735229" y="8826850"/>
            <a:ext cx="919291" cy="916860"/>
            <a:chOff x="-33646250" y="3586425"/>
            <a:chExt cx="293000" cy="292225"/>
          </a:xfrm>
          <a:solidFill>
            <a:srgbClr val="555559"/>
          </a:solidFill>
        </p:grpSpPr>
        <p:sp>
          <p:nvSpPr>
            <p:cNvPr id="1943" name="Google Shape;9113;p69">
              <a:extLst>
                <a:ext uri="{FF2B5EF4-FFF2-40B4-BE49-F238E27FC236}">
                  <a16:creationId xmlns:a16="http://schemas.microsoft.com/office/drawing/2014/main" id="{5936D2D2-5484-D898-953C-7F830899CB1F}"/>
                </a:ext>
              </a:extLst>
            </p:cNvPr>
            <p:cNvSpPr/>
            <p:nvPr/>
          </p:nvSpPr>
          <p:spPr>
            <a:xfrm>
              <a:off x="-33646250" y="3739225"/>
              <a:ext cx="141775" cy="139425"/>
            </a:xfrm>
            <a:custGeom>
              <a:avLst/>
              <a:gdLst/>
              <a:ahLst/>
              <a:cxnLst/>
              <a:rect l="l" t="t" r="r" b="b"/>
              <a:pathLst>
                <a:path w="5671" h="5577" extrusionOk="0">
                  <a:moveTo>
                    <a:pt x="4190" y="1"/>
                  </a:moveTo>
                  <a:cubicBezTo>
                    <a:pt x="4001" y="316"/>
                    <a:pt x="3970" y="725"/>
                    <a:pt x="4127" y="1040"/>
                  </a:cubicBezTo>
                  <a:lnTo>
                    <a:pt x="3497" y="1670"/>
                  </a:lnTo>
                  <a:cubicBezTo>
                    <a:pt x="3345" y="1589"/>
                    <a:pt x="3194" y="1550"/>
                    <a:pt x="3047" y="1550"/>
                  </a:cubicBezTo>
                  <a:cubicBezTo>
                    <a:pt x="2797" y="1550"/>
                    <a:pt x="2561" y="1661"/>
                    <a:pt x="2363" y="1859"/>
                  </a:cubicBezTo>
                  <a:lnTo>
                    <a:pt x="378" y="3813"/>
                  </a:lnTo>
                  <a:cubicBezTo>
                    <a:pt x="0" y="4222"/>
                    <a:pt x="0" y="4884"/>
                    <a:pt x="378" y="5293"/>
                  </a:cubicBezTo>
                  <a:cubicBezTo>
                    <a:pt x="583" y="5482"/>
                    <a:pt x="851" y="5577"/>
                    <a:pt x="1115" y="5577"/>
                  </a:cubicBezTo>
                  <a:cubicBezTo>
                    <a:pt x="1378" y="5577"/>
                    <a:pt x="1638" y="5482"/>
                    <a:pt x="1827" y="5293"/>
                  </a:cubicBezTo>
                  <a:lnTo>
                    <a:pt x="3812" y="3309"/>
                  </a:lnTo>
                  <a:cubicBezTo>
                    <a:pt x="4096" y="3025"/>
                    <a:pt x="4190" y="2553"/>
                    <a:pt x="4001" y="2143"/>
                  </a:cubicBezTo>
                  <a:lnTo>
                    <a:pt x="4631" y="1513"/>
                  </a:lnTo>
                  <a:cubicBezTo>
                    <a:pt x="4789" y="1576"/>
                    <a:pt x="4915" y="1607"/>
                    <a:pt x="5072" y="1607"/>
                  </a:cubicBezTo>
                  <a:cubicBezTo>
                    <a:pt x="5261" y="1607"/>
                    <a:pt x="5450" y="1544"/>
                    <a:pt x="5671" y="1418"/>
                  </a:cubicBezTo>
                  <a:cubicBezTo>
                    <a:pt x="5041" y="1040"/>
                    <a:pt x="4568" y="568"/>
                    <a:pt x="419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9114;p69">
              <a:extLst>
                <a:ext uri="{FF2B5EF4-FFF2-40B4-BE49-F238E27FC236}">
                  <a16:creationId xmlns:a16="http://schemas.microsoft.com/office/drawing/2014/main" id="{AD9B282D-80A6-E68F-5F41-2087518775EC}"/>
                </a:ext>
              </a:extLst>
            </p:cNvPr>
            <p:cNvSpPr/>
            <p:nvPr/>
          </p:nvSpPr>
          <p:spPr>
            <a:xfrm>
              <a:off x="-33541500" y="3586425"/>
              <a:ext cx="188250" cy="187475"/>
            </a:xfrm>
            <a:custGeom>
              <a:avLst/>
              <a:gdLst/>
              <a:ahLst/>
              <a:cxnLst/>
              <a:rect l="l" t="t" r="r" b="b"/>
              <a:pathLst>
                <a:path w="7530" h="7499" extrusionOk="0">
                  <a:moveTo>
                    <a:pt x="3718" y="1387"/>
                  </a:moveTo>
                  <a:cubicBezTo>
                    <a:pt x="4253" y="1387"/>
                    <a:pt x="4726" y="1859"/>
                    <a:pt x="4726" y="2427"/>
                  </a:cubicBezTo>
                  <a:cubicBezTo>
                    <a:pt x="4789" y="2805"/>
                    <a:pt x="4505" y="3214"/>
                    <a:pt x="4096" y="3372"/>
                  </a:cubicBezTo>
                  <a:lnTo>
                    <a:pt x="4096" y="3750"/>
                  </a:lnTo>
                  <a:cubicBezTo>
                    <a:pt x="4096" y="3939"/>
                    <a:pt x="3938" y="4096"/>
                    <a:pt x="3749" y="4096"/>
                  </a:cubicBezTo>
                  <a:cubicBezTo>
                    <a:pt x="3560" y="4096"/>
                    <a:pt x="3403" y="3939"/>
                    <a:pt x="3403" y="3750"/>
                  </a:cubicBezTo>
                  <a:lnTo>
                    <a:pt x="3403" y="3372"/>
                  </a:lnTo>
                  <a:cubicBezTo>
                    <a:pt x="3403" y="3088"/>
                    <a:pt x="3592" y="2805"/>
                    <a:pt x="3875" y="2742"/>
                  </a:cubicBezTo>
                  <a:cubicBezTo>
                    <a:pt x="4001" y="2679"/>
                    <a:pt x="4096" y="2521"/>
                    <a:pt x="4096" y="2427"/>
                  </a:cubicBezTo>
                  <a:cubicBezTo>
                    <a:pt x="4096" y="2206"/>
                    <a:pt x="3938" y="2049"/>
                    <a:pt x="3749" y="2049"/>
                  </a:cubicBezTo>
                  <a:cubicBezTo>
                    <a:pt x="3560" y="2049"/>
                    <a:pt x="3403" y="2206"/>
                    <a:pt x="3403" y="2427"/>
                  </a:cubicBezTo>
                  <a:cubicBezTo>
                    <a:pt x="3403" y="2616"/>
                    <a:pt x="3245" y="2773"/>
                    <a:pt x="3056" y="2773"/>
                  </a:cubicBezTo>
                  <a:cubicBezTo>
                    <a:pt x="2836" y="2773"/>
                    <a:pt x="2678" y="2616"/>
                    <a:pt x="2678" y="2427"/>
                  </a:cubicBezTo>
                  <a:cubicBezTo>
                    <a:pt x="2678" y="1859"/>
                    <a:pt x="3151" y="1387"/>
                    <a:pt x="3718" y="1387"/>
                  </a:cubicBezTo>
                  <a:close/>
                  <a:moveTo>
                    <a:pt x="3749" y="4726"/>
                  </a:moveTo>
                  <a:cubicBezTo>
                    <a:pt x="3938" y="4726"/>
                    <a:pt x="4096" y="4884"/>
                    <a:pt x="4096" y="5104"/>
                  </a:cubicBezTo>
                  <a:cubicBezTo>
                    <a:pt x="4096" y="5294"/>
                    <a:pt x="3938" y="5451"/>
                    <a:pt x="3749" y="5451"/>
                  </a:cubicBezTo>
                  <a:cubicBezTo>
                    <a:pt x="3560" y="5451"/>
                    <a:pt x="3403" y="5294"/>
                    <a:pt x="3403" y="5104"/>
                  </a:cubicBezTo>
                  <a:cubicBezTo>
                    <a:pt x="3403" y="4884"/>
                    <a:pt x="3560" y="4726"/>
                    <a:pt x="3749" y="4726"/>
                  </a:cubicBezTo>
                  <a:close/>
                  <a:moveTo>
                    <a:pt x="3749" y="1"/>
                  </a:moveTo>
                  <a:cubicBezTo>
                    <a:pt x="1670" y="1"/>
                    <a:pt x="0" y="1702"/>
                    <a:pt x="0" y="3750"/>
                  </a:cubicBezTo>
                  <a:cubicBezTo>
                    <a:pt x="0" y="5829"/>
                    <a:pt x="1702" y="7499"/>
                    <a:pt x="3749" y="7499"/>
                  </a:cubicBezTo>
                  <a:cubicBezTo>
                    <a:pt x="5829" y="7499"/>
                    <a:pt x="7498" y="5798"/>
                    <a:pt x="7498" y="3750"/>
                  </a:cubicBezTo>
                  <a:cubicBezTo>
                    <a:pt x="7530" y="1670"/>
                    <a:pt x="5829" y="1"/>
                    <a:pt x="374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5" name="Google Shape;9115;p69">
            <a:extLst>
              <a:ext uri="{FF2B5EF4-FFF2-40B4-BE49-F238E27FC236}">
                <a16:creationId xmlns:a16="http://schemas.microsoft.com/office/drawing/2014/main" id="{34938DBC-5847-DA94-E774-98BB0D0C1040}"/>
              </a:ext>
            </a:extLst>
          </p:cNvPr>
          <p:cNvGrpSpPr/>
          <p:nvPr/>
        </p:nvGrpSpPr>
        <p:grpSpPr>
          <a:xfrm>
            <a:off x="8736444" y="9951258"/>
            <a:ext cx="916860" cy="919370"/>
            <a:chOff x="-33645475" y="3944800"/>
            <a:chExt cx="292225" cy="293025"/>
          </a:xfrm>
          <a:solidFill>
            <a:srgbClr val="555559"/>
          </a:solidFill>
        </p:grpSpPr>
        <p:sp>
          <p:nvSpPr>
            <p:cNvPr id="1946" name="Google Shape;9116;p69">
              <a:extLst>
                <a:ext uri="{FF2B5EF4-FFF2-40B4-BE49-F238E27FC236}">
                  <a16:creationId xmlns:a16="http://schemas.microsoft.com/office/drawing/2014/main" id="{A0F6801B-9FAA-9B06-A065-97480AB20535}"/>
                </a:ext>
              </a:extLst>
            </p:cNvPr>
            <p:cNvSpPr/>
            <p:nvPr/>
          </p:nvSpPr>
          <p:spPr>
            <a:xfrm>
              <a:off x="-33549375" y="3944800"/>
              <a:ext cx="98475" cy="70900"/>
            </a:xfrm>
            <a:custGeom>
              <a:avLst/>
              <a:gdLst/>
              <a:ahLst/>
              <a:cxnLst/>
              <a:rect l="l" t="t" r="r" b="b"/>
              <a:pathLst>
                <a:path w="3939" h="2836" extrusionOk="0">
                  <a:moveTo>
                    <a:pt x="1985" y="0"/>
                  </a:moveTo>
                  <a:cubicBezTo>
                    <a:pt x="1260" y="0"/>
                    <a:pt x="473" y="946"/>
                    <a:pt x="0" y="2521"/>
                  </a:cubicBezTo>
                  <a:cubicBezTo>
                    <a:pt x="158" y="2615"/>
                    <a:pt x="284" y="2710"/>
                    <a:pt x="410" y="2836"/>
                  </a:cubicBezTo>
                  <a:cubicBezTo>
                    <a:pt x="914" y="2773"/>
                    <a:pt x="1481" y="2773"/>
                    <a:pt x="1985" y="2773"/>
                  </a:cubicBezTo>
                  <a:cubicBezTo>
                    <a:pt x="2489" y="2773"/>
                    <a:pt x="3056" y="2804"/>
                    <a:pt x="3560" y="2836"/>
                  </a:cubicBezTo>
                  <a:cubicBezTo>
                    <a:pt x="3623" y="2678"/>
                    <a:pt x="3781" y="2584"/>
                    <a:pt x="3938" y="2521"/>
                  </a:cubicBezTo>
                  <a:cubicBezTo>
                    <a:pt x="3529" y="946"/>
                    <a:pt x="2741" y="0"/>
                    <a:pt x="198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9117;p69">
              <a:extLst>
                <a:ext uri="{FF2B5EF4-FFF2-40B4-BE49-F238E27FC236}">
                  <a16:creationId xmlns:a16="http://schemas.microsoft.com/office/drawing/2014/main" id="{6E9D422F-1DF4-3BDF-7D02-332477B983C0}"/>
                </a:ext>
              </a:extLst>
            </p:cNvPr>
            <p:cNvSpPr/>
            <p:nvPr/>
          </p:nvSpPr>
          <p:spPr>
            <a:xfrm>
              <a:off x="-33645475" y="4041675"/>
              <a:ext cx="70900" cy="98475"/>
            </a:xfrm>
            <a:custGeom>
              <a:avLst/>
              <a:gdLst/>
              <a:ahLst/>
              <a:cxnLst/>
              <a:rect l="l" t="t" r="r" b="b"/>
              <a:pathLst>
                <a:path w="2836" h="3939" extrusionOk="0">
                  <a:moveTo>
                    <a:pt x="2521" y="0"/>
                  </a:moveTo>
                  <a:cubicBezTo>
                    <a:pt x="946" y="473"/>
                    <a:pt x="32" y="1229"/>
                    <a:pt x="32" y="1954"/>
                  </a:cubicBezTo>
                  <a:cubicBezTo>
                    <a:pt x="1" y="2710"/>
                    <a:pt x="946" y="3466"/>
                    <a:pt x="2521" y="3939"/>
                  </a:cubicBezTo>
                  <a:cubicBezTo>
                    <a:pt x="2584" y="3781"/>
                    <a:pt x="2710" y="3655"/>
                    <a:pt x="2836" y="3529"/>
                  </a:cubicBezTo>
                  <a:cubicBezTo>
                    <a:pt x="2773" y="3025"/>
                    <a:pt x="2773" y="2521"/>
                    <a:pt x="2773" y="1954"/>
                  </a:cubicBezTo>
                  <a:cubicBezTo>
                    <a:pt x="2773" y="1418"/>
                    <a:pt x="2805" y="914"/>
                    <a:pt x="2836" y="379"/>
                  </a:cubicBezTo>
                  <a:cubicBezTo>
                    <a:pt x="2679" y="316"/>
                    <a:pt x="2553" y="158"/>
                    <a:pt x="252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9118;p69">
              <a:extLst>
                <a:ext uri="{FF2B5EF4-FFF2-40B4-BE49-F238E27FC236}">
                  <a16:creationId xmlns:a16="http://schemas.microsoft.com/office/drawing/2014/main" id="{A43BDF75-290A-52F8-4761-693AF2D54E6F}"/>
                </a:ext>
              </a:extLst>
            </p:cNvPr>
            <p:cNvSpPr/>
            <p:nvPr/>
          </p:nvSpPr>
          <p:spPr>
            <a:xfrm>
              <a:off x="-33424150" y="4042450"/>
              <a:ext cx="70900" cy="52025"/>
            </a:xfrm>
            <a:custGeom>
              <a:avLst/>
              <a:gdLst/>
              <a:ahLst/>
              <a:cxnLst/>
              <a:rect l="l" t="t" r="r" b="b"/>
              <a:pathLst>
                <a:path w="2836" h="2081" extrusionOk="0">
                  <a:moveTo>
                    <a:pt x="316" y="1"/>
                  </a:moveTo>
                  <a:cubicBezTo>
                    <a:pt x="253" y="159"/>
                    <a:pt x="127" y="285"/>
                    <a:pt x="1" y="379"/>
                  </a:cubicBezTo>
                  <a:cubicBezTo>
                    <a:pt x="32" y="600"/>
                    <a:pt x="32" y="789"/>
                    <a:pt x="32" y="978"/>
                  </a:cubicBezTo>
                  <a:cubicBezTo>
                    <a:pt x="158" y="978"/>
                    <a:pt x="284" y="946"/>
                    <a:pt x="442" y="946"/>
                  </a:cubicBezTo>
                  <a:cubicBezTo>
                    <a:pt x="1387" y="946"/>
                    <a:pt x="2237" y="1387"/>
                    <a:pt x="2804" y="2080"/>
                  </a:cubicBezTo>
                  <a:lnTo>
                    <a:pt x="2804" y="1954"/>
                  </a:lnTo>
                  <a:cubicBezTo>
                    <a:pt x="2836" y="1230"/>
                    <a:pt x="1891" y="474"/>
                    <a:pt x="31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9119;p69">
              <a:extLst>
                <a:ext uri="{FF2B5EF4-FFF2-40B4-BE49-F238E27FC236}">
                  <a16:creationId xmlns:a16="http://schemas.microsoft.com/office/drawing/2014/main" id="{A9762782-DE0D-95F7-3E1C-1113E903D69F}"/>
                </a:ext>
              </a:extLst>
            </p:cNvPr>
            <p:cNvSpPr/>
            <p:nvPr/>
          </p:nvSpPr>
          <p:spPr>
            <a:xfrm>
              <a:off x="-33549375" y="4165325"/>
              <a:ext cx="86650" cy="70925"/>
            </a:xfrm>
            <a:custGeom>
              <a:avLst/>
              <a:gdLst/>
              <a:ahLst/>
              <a:cxnLst/>
              <a:rect l="l" t="t" r="r" b="b"/>
              <a:pathLst>
                <a:path w="3466" h="2837" extrusionOk="0">
                  <a:moveTo>
                    <a:pt x="410" y="1"/>
                  </a:moveTo>
                  <a:cubicBezTo>
                    <a:pt x="315" y="158"/>
                    <a:pt x="158" y="284"/>
                    <a:pt x="0" y="316"/>
                  </a:cubicBezTo>
                  <a:cubicBezTo>
                    <a:pt x="473" y="1891"/>
                    <a:pt x="1260" y="2836"/>
                    <a:pt x="1985" y="2836"/>
                  </a:cubicBezTo>
                  <a:cubicBezTo>
                    <a:pt x="2489" y="2836"/>
                    <a:pt x="3056" y="2364"/>
                    <a:pt x="3466" y="1544"/>
                  </a:cubicBezTo>
                  <a:lnTo>
                    <a:pt x="3119" y="1072"/>
                  </a:lnTo>
                  <a:cubicBezTo>
                    <a:pt x="2836" y="851"/>
                    <a:pt x="2678" y="473"/>
                    <a:pt x="2521" y="95"/>
                  </a:cubicBezTo>
                  <a:lnTo>
                    <a:pt x="1985" y="95"/>
                  </a:lnTo>
                  <a:cubicBezTo>
                    <a:pt x="1418" y="95"/>
                    <a:pt x="882" y="64"/>
                    <a:pt x="41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9120;p69">
              <a:extLst>
                <a:ext uri="{FF2B5EF4-FFF2-40B4-BE49-F238E27FC236}">
                  <a16:creationId xmlns:a16="http://schemas.microsoft.com/office/drawing/2014/main" id="{1FB70A76-8B82-47CB-357B-DDF8E9022A40}"/>
                </a:ext>
              </a:extLst>
            </p:cNvPr>
            <p:cNvSpPr/>
            <p:nvPr/>
          </p:nvSpPr>
          <p:spPr>
            <a:xfrm>
              <a:off x="-33558825" y="4030650"/>
              <a:ext cx="118950" cy="120525"/>
            </a:xfrm>
            <a:custGeom>
              <a:avLst/>
              <a:gdLst/>
              <a:ahLst/>
              <a:cxnLst/>
              <a:rect l="l" t="t" r="r" b="b"/>
              <a:pathLst>
                <a:path w="4758" h="4821" extrusionOk="0">
                  <a:moveTo>
                    <a:pt x="2395" y="0"/>
                  </a:moveTo>
                  <a:cubicBezTo>
                    <a:pt x="1922" y="0"/>
                    <a:pt x="1418" y="32"/>
                    <a:pt x="1008" y="95"/>
                  </a:cubicBezTo>
                  <a:cubicBezTo>
                    <a:pt x="977" y="599"/>
                    <a:pt x="599" y="977"/>
                    <a:pt x="63" y="1040"/>
                  </a:cubicBezTo>
                  <a:cubicBezTo>
                    <a:pt x="32" y="1450"/>
                    <a:pt x="0" y="1922"/>
                    <a:pt x="0" y="2395"/>
                  </a:cubicBezTo>
                  <a:cubicBezTo>
                    <a:pt x="0" y="2867"/>
                    <a:pt x="32" y="3340"/>
                    <a:pt x="63" y="3781"/>
                  </a:cubicBezTo>
                  <a:cubicBezTo>
                    <a:pt x="599" y="3812"/>
                    <a:pt x="977" y="4222"/>
                    <a:pt x="1008" y="4726"/>
                  </a:cubicBezTo>
                  <a:cubicBezTo>
                    <a:pt x="1449" y="4758"/>
                    <a:pt x="1922" y="4821"/>
                    <a:pt x="2395" y="4821"/>
                  </a:cubicBezTo>
                  <a:lnTo>
                    <a:pt x="2804" y="4821"/>
                  </a:lnTo>
                  <a:cubicBezTo>
                    <a:pt x="2804" y="4695"/>
                    <a:pt x="2741" y="4569"/>
                    <a:pt x="2741" y="4506"/>
                  </a:cubicBezTo>
                  <a:cubicBezTo>
                    <a:pt x="2741" y="3151"/>
                    <a:pt x="3592" y="2017"/>
                    <a:pt x="4757" y="1576"/>
                  </a:cubicBezTo>
                  <a:cubicBezTo>
                    <a:pt x="4757" y="1387"/>
                    <a:pt x="4726" y="1229"/>
                    <a:pt x="4726" y="1040"/>
                  </a:cubicBezTo>
                  <a:cubicBezTo>
                    <a:pt x="4222" y="977"/>
                    <a:pt x="3812" y="599"/>
                    <a:pt x="3781" y="95"/>
                  </a:cubicBezTo>
                  <a:cubicBezTo>
                    <a:pt x="3340" y="32"/>
                    <a:pt x="2867" y="0"/>
                    <a:pt x="239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9121;p69">
              <a:extLst>
                <a:ext uri="{FF2B5EF4-FFF2-40B4-BE49-F238E27FC236}">
                  <a16:creationId xmlns:a16="http://schemas.microsoft.com/office/drawing/2014/main" id="{4C074B7C-26AE-090A-A9DE-F8C6924B447F}"/>
                </a:ext>
              </a:extLst>
            </p:cNvPr>
            <p:cNvSpPr/>
            <p:nvPr/>
          </p:nvSpPr>
          <p:spPr>
            <a:xfrm>
              <a:off x="-33639950" y="4129900"/>
              <a:ext cx="100825" cy="100825"/>
            </a:xfrm>
            <a:custGeom>
              <a:avLst/>
              <a:gdLst/>
              <a:ahLst/>
              <a:cxnLst/>
              <a:rect l="l" t="t" r="r" b="b"/>
              <a:pathLst>
                <a:path w="4033" h="4033" extrusionOk="0">
                  <a:moveTo>
                    <a:pt x="0" y="0"/>
                  </a:moveTo>
                  <a:lnTo>
                    <a:pt x="0" y="0"/>
                  </a:lnTo>
                  <a:cubicBezTo>
                    <a:pt x="567" y="1953"/>
                    <a:pt x="2111" y="3466"/>
                    <a:pt x="4033" y="4033"/>
                  </a:cubicBezTo>
                  <a:cubicBezTo>
                    <a:pt x="3592" y="3466"/>
                    <a:pt x="3245" y="2741"/>
                    <a:pt x="2962" y="1827"/>
                  </a:cubicBezTo>
                  <a:cubicBezTo>
                    <a:pt x="2584" y="1733"/>
                    <a:pt x="2300" y="1481"/>
                    <a:pt x="2206" y="1071"/>
                  </a:cubicBezTo>
                  <a:cubicBezTo>
                    <a:pt x="1323" y="851"/>
                    <a:pt x="567" y="441"/>
                    <a:pt x="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9122;p69">
              <a:extLst>
                <a:ext uri="{FF2B5EF4-FFF2-40B4-BE49-F238E27FC236}">
                  <a16:creationId xmlns:a16="http://schemas.microsoft.com/office/drawing/2014/main" id="{B7618D88-7DBE-5509-AFF9-C05CA38E351E}"/>
                </a:ext>
              </a:extLst>
            </p:cNvPr>
            <p:cNvSpPr/>
            <p:nvPr/>
          </p:nvSpPr>
          <p:spPr>
            <a:xfrm>
              <a:off x="-33459600" y="3951875"/>
              <a:ext cx="100850" cy="100075"/>
            </a:xfrm>
            <a:custGeom>
              <a:avLst/>
              <a:gdLst/>
              <a:ahLst/>
              <a:cxnLst/>
              <a:rect l="l" t="t" r="r" b="b"/>
              <a:pathLst>
                <a:path w="4034" h="4003" extrusionOk="0">
                  <a:moveTo>
                    <a:pt x="1" y="1"/>
                  </a:moveTo>
                  <a:lnTo>
                    <a:pt x="1" y="1"/>
                  </a:lnTo>
                  <a:cubicBezTo>
                    <a:pt x="442" y="537"/>
                    <a:pt x="788" y="1293"/>
                    <a:pt x="1072" y="2206"/>
                  </a:cubicBezTo>
                  <a:cubicBezTo>
                    <a:pt x="1419" y="2238"/>
                    <a:pt x="1734" y="2553"/>
                    <a:pt x="1828" y="2962"/>
                  </a:cubicBezTo>
                  <a:cubicBezTo>
                    <a:pt x="2710" y="3183"/>
                    <a:pt x="3466" y="3592"/>
                    <a:pt x="4033" y="4002"/>
                  </a:cubicBezTo>
                  <a:cubicBezTo>
                    <a:pt x="3466" y="2080"/>
                    <a:pt x="1923" y="537"/>
                    <a:pt x="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9123;p69">
              <a:extLst>
                <a:ext uri="{FF2B5EF4-FFF2-40B4-BE49-F238E27FC236}">
                  <a16:creationId xmlns:a16="http://schemas.microsoft.com/office/drawing/2014/main" id="{BDCEC503-2554-6F80-BE27-B76D95B73267}"/>
                </a:ext>
              </a:extLst>
            </p:cNvPr>
            <p:cNvSpPr/>
            <p:nvPr/>
          </p:nvSpPr>
          <p:spPr>
            <a:xfrm>
              <a:off x="-33639950" y="3951100"/>
              <a:ext cx="100825" cy="100050"/>
            </a:xfrm>
            <a:custGeom>
              <a:avLst/>
              <a:gdLst/>
              <a:ahLst/>
              <a:cxnLst/>
              <a:rect l="l" t="t" r="r" b="b"/>
              <a:pathLst>
                <a:path w="4033" h="4002" extrusionOk="0">
                  <a:moveTo>
                    <a:pt x="4033" y="0"/>
                  </a:moveTo>
                  <a:lnTo>
                    <a:pt x="4033" y="0"/>
                  </a:lnTo>
                  <a:cubicBezTo>
                    <a:pt x="2111" y="536"/>
                    <a:pt x="567" y="2080"/>
                    <a:pt x="0" y="4002"/>
                  </a:cubicBezTo>
                  <a:cubicBezTo>
                    <a:pt x="567" y="3592"/>
                    <a:pt x="1323" y="3214"/>
                    <a:pt x="2206" y="2962"/>
                  </a:cubicBezTo>
                  <a:cubicBezTo>
                    <a:pt x="2300" y="2552"/>
                    <a:pt x="2615" y="2269"/>
                    <a:pt x="2962" y="2206"/>
                  </a:cubicBezTo>
                  <a:cubicBezTo>
                    <a:pt x="3214" y="1292"/>
                    <a:pt x="3592" y="505"/>
                    <a:pt x="403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9124;p69">
              <a:extLst>
                <a:ext uri="{FF2B5EF4-FFF2-40B4-BE49-F238E27FC236}">
                  <a16:creationId xmlns:a16="http://schemas.microsoft.com/office/drawing/2014/main" id="{5AF8CBE2-A44A-EE97-F6AB-66AD30748F05}"/>
                </a:ext>
              </a:extLst>
            </p:cNvPr>
            <p:cNvSpPr/>
            <p:nvPr/>
          </p:nvSpPr>
          <p:spPr>
            <a:xfrm>
              <a:off x="-33472975" y="4082625"/>
              <a:ext cx="119725" cy="155200"/>
            </a:xfrm>
            <a:custGeom>
              <a:avLst/>
              <a:gdLst/>
              <a:ahLst/>
              <a:cxnLst/>
              <a:rect l="l" t="t" r="r" b="b"/>
              <a:pathLst>
                <a:path w="4789" h="6208" extrusionOk="0">
                  <a:moveTo>
                    <a:pt x="2395" y="1355"/>
                  </a:moveTo>
                  <a:cubicBezTo>
                    <a:pt x="2930" y="1355"/>
                    <a:pt x="3403" y="1828"/>
                    <a:pt x="3403" y="2364"/>
                  </a:cubicBezTo>
                  <a:cubicBezTo>
                    <a:pt x="3403" y="2962"/>
                    <a:pt x="2930" y="3403"/>
                    <a:pt x="2395" y="3403"/>
                  </a:cubicBezTo>
                  <a:cubicBezTo>
                    <a:pt x="1827" y="3403"/>
                    <a:pt x="1355" y="2931"/>
                    <a:pt x="1355" y="2364"/>
                  </a:cubicBezTo>
                  <a:cubicBezTo>
                    <a:pt x="1355" y="1828"/>
                    <a:pt x="1827" y="1355"/>
                    <a:pt x="2395" y="1355"/>
                  </a:cubicBezTo>
                  <a:close/>
                  <a:moveTo>
                    <a:pt x="2395" y="1"/>
                  </a:moveTo>
                  <a:cubicBezTo>
                    <a:pt x="1040" y="1"/>
                    <a:pt x="0" y="1072"/>
                    <a:pt x="0" y="2427"/>
                  </a:cubicBezTo>
                  <a:cubicBezTo>
                    <a:pt x="0" y="2994"/>
                    <a:pt x="221" y="3592"/>
                    <a:pt x="630" y="4002"/>
                  </a:cubicBezTo>
                  <a:lnTo>
                    <a:pt x="2111" y="6050"/>
                  </a:lnTo>
                  <a:cubicBezTo>
                    <a:pt x="2206" y="6113"/>
                    <a:pt x="2269" y="6207"/>
                    <a:pt x="2395" y="6207"/>
                  </a:cubicBezTo>
                  <a:cubicBezTo>
                    <a:pt x="2521" y="6207"/>
                    <a:pt x="2584" y="6144"/>
                    <a:pt x="2678" y="6050"/>
                  </a:cubicBezTo>
                  <a:lnTo>
                    <a:pt x="4442" y="3592"/>
                  </a:lnTo>
                  <a:cubicBezTo>
                    <a:pt x="4663" y="3246"/>
                    <a:pt x="4757" y="2805"/>
                    <a:pt x="4757" y="2364"/>
                  </a:cubicBezTo>
                  <a:cubicBezTo>
                    <a:pt x="4789" y="1072"/>
                    <a:pt x="3686" y="1"/>
                    <a:pt x="239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9125;p69">
              <a:extLst>
                <a:ext uri="{FF2B5EF4-FFF2-40B4-BE49-F238E27FC236}">
                  <a16:creationId xmlns:a16="http://schemas.microsoft.com/office/drawing/2014/main" id="{85BC9340-73C7-1E2B-6545-053C84402FA9}"/>
                </a:ext>
              </a:extLst>
            </p:cNvPr>
            <p:cNvSpPr/>
            <p:nvPr/>
          </p:nvSpPr>
          <p:spPr>
            <a:xfrm>
              <a:off x="-33421775" y="4133825"/>
              <a:ext cx="17350" cy="18150"/>
            </a:xfrm>
            <a:custGeom>
              <a:avLst/>
              <a:gdLst/>
              <a:ahLst/>
              <a:cxnLst/>
              <a:rect l="l" t="t" r="r" b="b"/>
              <a:pathLst>
                <a:path w="694" h="726" extrusionOk="0">
                  <a:moveTo>
                    <a:pt x="347" y="1"/>
                  </a:moveTo>
                  <a:cubicBezTo>
                    <a:pt x="158" y="1"/>
                    <a:pt x="0" y="158"/>
                    <a:pt x="0" y="379"/>
                  </a:cubicBezTo>
                  <a:cubicBezTo>
                    <a:pt x="0" y="568"/>
                    <a:pt x="158" y="725"/>
                    <a:pt x="347" y="725"/>
                  </a:cubicBezTo>
                  <a:cubicBezTo>
                    <a:pt x="536" y="725"/>
                    <a:pt x="693" y="568"/>
                    <a:pt x="693" y="379"/>
                  </a:cubicBezTo>
                  <a:cubicBezTo>
                    <a:pt x="693"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56" name="Google Shape;9126;p69">
            <a:extLst>
              <a:ext uri="{FF2B5EF4-FFF2-40B4-BE49-F238E27FC236}">
                <a16:creationId xmlns:a16="http://schemas.microsoft.com/office/drawing/2014/main" id="{0A3E408E-5149-19CB-A920-0FDA97D5E011}"/>
              </a:ext>
            </a:extLst>
          </p:cNvPr>
          <p:cNvGrpSpPr/>
          <p:nvPr/>
        </p:nvGrpSpPr>
        <p:grpSpPr>
          <a:xfrm>
            <a:off x="14501913" y="7685428"/>
            <a:ext cx="911919" cy="918899"/>
            <a:chOff x="-31809525" y="3192625"/>
            <a:chExt cx="290650" cy="292875"/>
          </a:xfrm>
          <a:solidFill>
            <a:srgbClr val="555559"/>
          </a:solidFill>
        </p:grpSpPr>
        <p:sp>
          <p:nvSpPr>
            <p:cNvPr id="1957" name="Google Shape;9127;p69">
              <a:extLst>
                <a:ext uri="{FF2B5EF4-FFF2-40B4-BE49-F238E27FC236}">
                  <a16:creationId xmlns:a16="http://schemas.microsoft.com/office/drawing/2014/main" id="{6BFA474F-DE74-4619-579A-7FC68F656E43}"/>
                </a:ext>
              </a:extLst>
            </p:cNvPr>
            <p:cNvSpPr/>
            <p:nvPr/>
          </p:nvSpPr>
          <p:spPr>
            <a:xfrm>
              <a:off x="-31767775" y="3192625"/>
              <a:ext cx="204800" cy="153600"/>
            </a:xfrm>
            <a:custGeom>
              <a:avLst/>
              <a:gdLst/>
              <a:ahLst/>
              <a:cxnLst/>
              <a:rect l="l" t="t" r="r" b="b"/>
              <a:pathLst>
                <a:path w="8192" h="6144" extrusionOk="0">
                  <a:moveTo>
                    <a:pt x="4096" y="0"/>
                  </a:moveTo>
                  <a:cubicBezTo>
                    <a:pt x="2206" y="0"/>
                    <a:pt x="662" y="1544"/>
                    <a:pt x="662" y="3434"/>
                  </a:cubicBezTo>
                  <a:lnTo>
                    <a:pt x="662" y="3497"/>
                  </a:lnTo>
                  <a:cubicBezTo>
                    <a:pt x="252" y="3655"/>
                    <a:pt x="0" y="4033"/>
                    <a:pt x="0" y="4442"/>
                  </a:cubicBezTo>
                  <a:lnTo>
                    <a:pt x="0" y="5136"/>
                  </a:lnTo>
                  <a:cubicBezTo>
                    <a:pt x="0" y="5671"/>
                    <a:pt x="473" y="6144"/>
                    <a:pt x="1009" y="6144"/>
                  </a:cubicBezTo>
                  <a:cubicBezTo>
                    <a:pt x="1135" y="6144"/>
                    <a:pt x="1261" y="6112"/>
                    <a:pt x="1387" y="6081"/>
                  </a:cubicBezTo>
                  <a:lnTo>
                    <a:pt x="1387" y="3403"/>
                  </a:lnTo>
                  <a:cubicBezTo>
                    <a:pt x="1387" y="1891"/>
                    <a:pt x="2584" y="630"/>
                    <a:pt x="4096" y="630"/>
                  </a:cubicBezTo>
                  <a:cubicBezTo>
                    <a:pt x="5577" y="630"/>
                    <a:pt x="6806" y="1891"/>
                    <a:pt x="6806" y="3403"/>
                  </a:cubicBezTo>
                  <a:lnTo>
                    <a:pt x="6806" y="6081"/>
                  </a:lnTo>
                  <a:cubicBezTo>
                    <a:pt x="6932" y="6112"/>
                    <a:pt x="7058" y="6144"/>
                    <a:pt x="7152" y="6144"/>
                  </a:cubicBezTo>
                  <a:cubicBezTo>
                    <a:pt x="7719" y="6144"/>
                    <a:pt x="8192" y="5671"/>
                    <a:pt x="8192" y="5136"/>
                  </a:cubicBezTo>
                  <a:lnTo>
                    <a:pt x="8192" y="4442"/>
                  </a:lnTo>
                  <a:cubicBezTo>
                    <a:pt x="8192" y="4033"/>
                    <a:pt x="7908" y="3623"/>
                    <a:pt x="7530" y="3497"/>
                  </a:cubicBezTo>
                  <a:lnTo>
                    <a:pt x="7530" y="3434"/>
                  </a:lnTo>
                  <a:cubicBezTo>
                    <a:pt x="7467" y="1576"/>
                    <a:pt x="5986" y="0"/>
                    <a:pt x="409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9128;p69">
              <a:extLst>
                <a:ext uri="{FF2B5EF4-FFF2-40B4-BE49-F238E27FC236}">
                  <a16:creationId xmlns:a16="http://schemas.microsoft.com/office/drawing/2014/main" id="{93F3B846-CE76-0A42-A5FB-FCCBE2BC3DD4}"/>
                </a:ext>
              </a:extLst>
            </p:cNvPr>
            <p:cNvSpPr/>
            <p:nvPr/>
          </p:nvSpPr>
          <p:spPr>
            <a:xfrm>
              <a:off x="-31715000" y="3244600"/>
              <a:ext cx="101625" cy="52450"/>
            </a:xfrm>
            <a:custGeom>
              <a:avLst/>
              <a:gdLst/>
              <a:ahLst/>
              <a:cxnLst/>
              <a:rect l="l" t="t" r="r" b="b"/>
              <a:pathLst>
                <a:path w="4065" h="2098" extrusionOk="0">
                  <a:moveTo>
                    <a:pt x="1702" y="1"/>
                  </a:moveTo>
                  <a:cubicBezTo>
                    <a:pt x="756" y="1"/>
                    <a:pt x="0" y="757"/>
                    <a:pt x="0" y="1702"/>
                  </a:cubicBezTo>
                  <a:lnTo>
                    <a:pt x="0" y="2080"/>
                  </a:lnTo>
                  <a:lnTo>
                    <a:pt x="1229" y="2080"/>
                  </a:lnTo>
                  <a:cubicBezTo>
                    <a:pt x="1418" y="2080"/>
                    <a:pt x="1765" y="2080"/>
                    <a:pt x="1891" y="1985"/>
                  </a:cubicBezTo>
                  <a:cubicBezTo>
                    <a:pt x="1922" y="1954"/>
                    <a:pt x="1985" y="1828"/>
                    <a:pt x="1985" y="1765"/>
                  </a:cubicBezTo>
                  <a:cubicBezTo>
                    <a:pt x="1985" y="1544"/>
                    <a:pt x="2143" y="1387"/>
                    <a:pt x="2332" y="1387"/>
                  </a:cubicBezTo>
                  <a:cubicBezTo>
                    <a:pt x="2521" y="1387"/>
                    <a:pt x="2678" y="1544"/>
                    <a:pt x="2678" y="1765"/>
                  </a:cubicBezTo>
                  <a:cubicBezTo>
                    <a:pt x="2678" y="1828"/>
                    <a:pt x="2678" y="1954"/>
                    <a:pt x="2773" y="1985"/>
                  </a:cubicBezTo>
                  <a:cubicBezTo>
                    <a:pt x="2836" y="2069"/>
                    <a:pt x="3025" y="2097"/>
                    <a:pt x="3237" y="2097"/>
                  </a:cubicBezTo>
                  <a:cubicBezTo>
                    <a:pt x="3343" y="2097"/>
                    <a:pt x="3455" y="2090"/>
                    <a:pt x="3560" y="2080"/>
                  </a:cubicBezTo>
                  <a:lnTo>
                    <a:pt x="4064" y="2080"/>
                  </a:lnTo>
                  <a:lnTo>
                    <a:pt x="4064" y="1702"/>
                  </a:lnTo>
                  <a:cubicBezTo>
                    <a:pt x="4064" y="757"/>
                    <a:pt x="3308" y="1"/>
                    <a:pt x="236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9129;p69">
              <a:extLst>
                <a:ext uri="{FF2B5EF4-FFF2-40B4-BE49-F238E27FC236}">
                  <a16:creationId xmlns:a16="http://schemas.microsoft.com/office/drawing/2014/main" id="{864255B0-A7E3-3D32-951E-AECF15A576C9}"/>
                </a:ext>
              </a:extLst>
            </p:cNvPr>
            <p:cNvSpPr/>
            <p:nvPr/>
          </p:nvSpPr>
          <p:spPr>
            <a:xfrm>
              <a:off x="-31716575" y="3308400"/>
              <a:ext cx="102400" cy="73275"/>
            </a:xfrm>
            <a:custGeom>
              <a:avLst/>
              <a:gdLst/>
              <a:ahLst/>
              <a:cxnLst/>
              <a:rect l="l" t="t" r="r" b="b"/>
              <a:pathLst>
                <a:path w="4096" h="2931" extrusionOk="0">
                  <a:moveTo>
                    <a:pt x="2395" y="1"/>
                  </a:moveTo>
                  <a:cubicBezTo>
                    <a:pt x="2080" y="221"/>
                    <a:pt x="1639" y="221"/>
                    <a:pt x="1197" y="221"/>
                  </a:cubicBezTo>
                  <a:lnTo>
                    <a:pt x="0" y="221"/>
                  </a:lnTo>
                  <a:lnTo>
                    <a:pt x="0" y="883"/>
                  </a:lnTo>
                  <a:cubicBezTo>
                    <a:pt x="0" y="2048"/>
                    <a:pt x="914" y="2930"/>
                    <a:pt x="2048" y="2930"/>
                  </a:cubicBezTo>
                  <a:cubicBezTo>
                    <a:pt x="3182" y="2930"/>
                    <a:pt x="4096" y="2048"/>
                    <a:pt x="4096" y="883"/>
                  </a:cubicBezTo>
                  <a:lnTo>
                    <a:pt x="4096" y="221"/>
                  </a:lnTo>
                  <a:lnTo>
                    <a:pt x="3403" y="221"/>
                  </a:lnTo>
                  <a:cubicBezTo>
                    <a:pt x="3025" y="221"/>
                    <a:pt x="2678" y="190"/>
                    <a:pt x="239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9130;p69">
              <a:extLst>
                <a:ext uri="{FF2B5EF4-FFF2-40B4-BE49-F238E27FC236}">
                  <a16:creationId xmlns:a16="http://schemas.microsoft.com/office/drawing/2014/main" id="{1C870401-43F1-131F-ECE3-63F8A2F64CED}"/>
                </a:ext>
              </a:extLst>
            </p:cNvPr>
            <p:cNvSpPr/>
            <p:nvPr/>
          </p:nvSpPr>
          <p:spPr>
            <a:xfrm>
              <a:off x="-31809525" y="3386375"/>
              <a:ext cx="290650" cy="99125"/>
            </a:xfrm>
            <a:custGeom>
              <a:avLst/>
              <a:gdLst/>
              <a:ahLst/>
              <a:cxnLst/>
              <a:rect l="l" t="t" r="r" b="b"/>
              <a:pathLst>
                <a:path w="11626" h="3965" extrusionOk="0">
                  <a:moveTo>
                    <a:pt x="2092" y="0"/>
                  </a:moveTo>
                  <a:cubicBezTo>
                    <a:pt x="1962" y="0"/>
                    <a:pt x="1828" y="63"/>
                    <a:pt x="1765" y="190"/>
                  </a:cubicBezTo>
                  <a:lnTo>
                    <a:pt x="1355" y="1072"/>
                  </a:lnTo>
                  <a:lnTo>
                    <a:pt x="316" y="1229"/>
                  </a:lnTo>
                  <a:cubicBezTo>
                    <a:pt x="190" y="1229"/>
                    <a:pt x="95" y="1355"/>
                    <a:pt x="64" y="1481"/>
                  </a:cubicBezTo>
                  <a:cubicBezTo>
                    <a:pt x="1" y="1607"/>
                    <a:pt x="64" y="1765"/>
                    <a:pt x="127" y="1828"/>
                  </a:cubicBezTo>
                  <a:lnTo>
                    <a:pt x="883" y="2552"/>
                  </a:lnTo>
                  <a:lnTo>
                    <a:pt x="725" y="3561"/>
                  </a:lnTo>
                  <a:cubicBezTo>
                    <a:pt x="694" y="3687"/>
                    <a:pt x="757" y="3844"/>
                    <a:pt x="851" y="3876"/>
                  </a:cubicBezTo>
                  <a:cubicBezTo>
                    <a:pt x="903" y="3928"/>
                    <a:pt x="965" y="3951"/>
                    <a:pt x="1031" y="3951"/>
                  </a:cubicBezTo>
                  <a:cubicBezTo>
                    <a:pt x="1085" y="3951"/>
                    <a:pt x="1141" y="3935"/>
                    <a:pt x="1198" y="3907"/>
                  </a:cubicBezTo>
                  <a:lnTo>
                    <a:pt x="2112" y="3435"/>
                  </a:lnTo>
                  <a:lnTo>
                    <a:pt x="2994" y="3907"/>
                  </a:lnTo>
                  <a:cubicBezTo>
                    <a:pt x="3046" y="3947"/>
                    <a:pt x="3099" y="3964"/>
                    <a:pt x="3152" y="3964"/>
                  </a:cubicBezTo>
                  <a:cubicBezTo>
                    <a:pt x="3225" y="3964"/>
                    <a:pt x="3298" y="3930"/>
                    <a:pt x="3372" y="3876"/>
                  </a:cubicBezTo>
                  <a:cubicBezTo>
                    <a:pt x="3466" y="3813"/>
                    <a:pt x="3529" y="3687"/>
                    <a:pt x="3466" y="3561"/>
                  </a:cubicBezTo>
                  <a:lnTo>
                    <a:pt x="3309" y="2552"/>
                  </a:lnTo>
                  <a:lnTo>
                    <a:pt x="4002" y="1891"/>
                  </a:lnTo>
                  <a:lnTo>
                    <a:pt x="4663" y="2552"/>
                  </a:lnTo>
                  <a:lnTo>
                    <a:pt x="4506" y="3561"/>
                  </a:lnTo>
                  <a:cubicBezTo>
                    <a:pt x="4474" y="3687"/>
                    <a:pt x="4537" y="3844"/>
                    <a:pt x="4632" y="3876"/>
                  </a:cubicBezTo>
                  <a:cubicBezTo>
                    <a:pt x="4684" y="3928"/>
                    <a:pt x="4746" y="3951"/>
                    <a:pt x="4811" y="3951"/>
                  </a:cubicBezTo>
                  <a:cubicBezTo>
                    <a:pt x="4865" y="3951"/>
                    <a:pt x="4922" y="3935"/>
                    <a:pt x="4978" y="3907"/>
                  </a:cubicBezTo>
                  <a:lnTo>
                    <a:pt x="5892" y="3435"/>
                  </a:lnTo>
                  <a:lnTo>
                    <a:pt x="6774" y="3907"/>
                  </a:lnTo>
                  <a:cubicBezTo>
                    <a:pt x="6827" y="3947"/>
                    <a:pt x="6880" y="3964"/>
                    <a:pt x="6933" y="3964"/>
                  </a:cubicBezTo>
                  <a:cubicBezTo>
                    <a:pt x="7006" y="3964"/>
                    <a:pt x="7079" y="3930"/>
                    <a:pt x="7152" y="3876"/>
                  </a:cubicBezTo>
                  <a:cubicBezTo>
                    <a:pt x="7247" y="3813"/>
                    <a:pt x="7310" y="3687"/>
                    <a:pt x="7247" y="3561"/>
                  </a:cubicBezTo>
                  <a:lnTo>
                    <a:pt x="7089" y="2552"/>
                  </a:lnTo>
                  <a:lnTo>
                    <a:pt x="7782" y="1891"/>
                  </a:lnTo>
                  <a:lnTo>
                    <a:pt x="8444" y="2552"/>
                  </a:lnTo>
                  <a:lnTo>
                    <a:pt x="8286" y="3561"/>
                  </a:lnTo>
                  <a:cubicBezTo>
                    <a:pt x="8255" y="3687"/>
                    <a:pt x="8318" y="3844"/>
                    <a:pt x="8413" y="3876"/>
                  </a:cubicBezTo>
                  <a:cubicBezTo>
                    <a:pt x="8465" y="3928"/>
                    <a:pt x="8526" y="3951"/>
                    <a:pt x="8592" y="3951"/>
                  </a:cubicBezTo>
                  <a:cubicBezTo>
                    <a:pt x="8646" y="3951"/>
                    <a:pt x="8702" y="3935"/>
                    <a:pt x="8759" y="3907"/>
                  </a:cubicBezTo>
                  <a:lnTo>
                    <a:pt x="9673" y="3435"/>
                  </a:lnTo>
                  <a:lnTo>
                    <a:pt x="10555" y="3907"/>
                  </a:lnTo>
                  <a:cubicBezTo>
                    <a:pt x="10608" y="3947"/>
                    <a:pt x="10660" y="3964"/>
                    <a:pt x="10713" y="3964"/>
                  </a:cubicBezTo>
                  <a:cubicBezTo>
                    <a:pt x="10786" y="3964"/>
                    <a:pt x="10860" y="3930"/>
                    <a:pt x="10933" y="3876"/>
                  </a:cubicBezTo>
                  <a:cubicBezTo>
                    <a:pt x="11027" y="3813"/>
                    <a:pt x="11090" y="3687"/>
                    <a:pt x="11027" y="3561"/>
                  </a:cubicBezTo>
                  <a:lnTo>
                    <a:pt x="10870" y="2552"/>
                  </a:lnTo>
                  <a:lnTo>
                    <a:pt x="11626" y="1828"/>
                  </a:lnTo>
                  <a:cubicBezTo>
                    <a:pt x="11532" y="1702"/>
                    <a:pt x="11595" y="1607"/>
                    <a:pt x="11532" y="1481"/>
                  </a:cubicBezTo>
                  <a:cubicBezTo>
                    <a:pt x="11500" y="1355"/>
                    <a:pt x="11374" y="1292"/>
                    <a:pt x="11279" y="1229"/>
                  </a:cubicBezTo>
                  <a:lnTo>
                    <a:pt x="10240" y="1072"/>
                  </a:lnTo>
                  <a:lnTo>
                    <a:pt x="9799" y="190"/>
                  </a:lnTo>
                  <a:cubicBezTo>
                    <a:pt x="9751" y="63"/>
                    <a:pt x="9625" y="0"/>
                    <a:pt x="9495" y="0"/>
                  </a:cubicBezTo>
                  <a:cubicBezTo>
                    <a:pt x="9366" y="0"/>
                    <a:pt x="9232" y="63"/>
                    <a:pt x="9169" y="190"/>
                  </a:cubicBezTo>
                  <a:lnTo>
                    <a:pt x="8759" y="1072"/>
                  </a:lnTo>
                  <a:lnTo>
                    <a:pt x="7782" y="1229"/>
                  </a:lnTo>
                  <a:cubicBezTo>
                    <a:pt x="7719" y="1229"/>
                    <a:pt x="7688" y="1292"/>
                    <a:pt x="7656" y="1292"/>
                  </a:cubicBezTo>
                  <a:cubicBezTo>
                    <a:pt x="7593" y="1229"/>
                    <a:pt x="7562" y="1229"/>
                    <a:pt x="7530" y="1229"/>
                  </a:cubicBezTo>
                  <a:lnTo>
                    <a:pt x="6554" y="1072"/>
                  </a:lnTo>
                  <a:lnTo>
                    <a:pt x="6113" y="190"/>
                  </a:lnTo>
                  <a:cubicBezTo>
                    <a:pt x="6050" y="63"/>
                    <a:pt x="5924" y="0"/>
                    <a:pt x="5798" y="0"/>
                  </a:cubicBezTo>
                  <a:cubicBezTo>
                    <a:pt x="5672" y="0"/>
                    <a:pt x="5546" y="63"/>
                    <a:pt x="5483" y="190"/>
                  </a:cubicBezTo>
                  <a:lnTo>
                    <a:pt x="5041" y="1072"/>
                  </a:lnTo>
                  <a:lnTo>
                    <a:pt x="4065" y="1229"/>
                  </a:lnTo>
                  <a:cubicBezTo>
                    <a:pt x="4033" y="1229"/>
                    <a:pt x="4002" y="1292"/>
                    <a:pt x="3939" y="1292"/>
                  </a:cubicBezTo>
                  <a:cubicBezTo>
                    <a:pt x="3907" y="1229"/>
                    <a:pt x="3876" y="1229"/>
                    <a:pt x="3813" y="1229"/>
                  </a:cubicBezTo>
                  <a:lnTo>
                    <a:pt x="2836" y="1072"/>
                  </a:lnTo>
                  <a:lnTo>
                    <a:pt x="2395" y="190"/>
                  </a:lnTo>
                  <a:cubicBezTo>
                    <a:pt x="2348" y="63"/>
                    <a:pt x="2222" y="0"/>
                    <a:pt x="209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1" name="Google Shape;9131;p69">
            <a:extLst>
              <a:ext uri="{FF2B5EF4-FFF2-40B4-BE49-F238E27FC236}">
                <a16:creationId xmlns:a16="http://schemas.microsoft.com/office/drawing/2014/main" id="{D27806E8-E853-30CB-050E-00DF05533D8E}"/>
              </a:ext>
            </a:extLst>
          </p:cNvPr>
          <p:cNvGrpSpPr/>
          <p:nvPr/>
        </p:nvGrpSpPr>
        <p:grpSpPr>
          <a:xfrm>
            <a:off x="14500656" y="8825602"/>
            <a:ext cx="914429" cy="919370"/>
            <a:chOff x="-31811100" y="3550975"/>
            <a:chExt cx="291450" cy="293025"/>
          </a:xfrm>
          <a:solidFill>
            <a:srgbClr val="555559"/>
          </a:solidFill>
        </p:grpSpPr>
        <p:sp>
          <p:nvSpPr>
            <p:cNvPr id="1962" name="Google Shape;9132;p69">
              <a:extLst>
                <a:ext uri="{FF2B5EF4-FFF2-40B4-BE49-F238E27FC236}">
                  <a16:creationId xmlns:a16="http://schemas.microsoft.com/office/drawing/2014/main" id="{F2C2E6EF-0B87-2770-ADAE-9B590B9A226B}"/>
                </a:ext>
              </a:extLst>
            </p:cNvPr>
            <p:cNvSpPr/>
            <p:nvPr/>
          </p:nvSpPr>
          <p:spPr>
            <a:xfrm>
              <a:off x="-31554325" y="3595875"/>
              <a:ext cx="34675" cy="33900"/>
            </a:xfrm>
            <a:custGeom>
              <a:avLst/>
              <a:gdLst/>
              <a:ahLst/>
              <a:cxnLst/>
              <a:rect l="l" t="t" r="r" b="b"/>
              <a:pathLst>
                <a:path w="1387" h="1356" extrusionOk="0">
                  <a:moveTo>
                    <a:pt x="0" y="1"/>
                  </a:moveTo>
                  <a:lnTo>
                    <a:pt x="0" y="1355"/>
                  </a:lnTo>
                  <a:lnTo>
                    <a:pt x="662" y="1355"/>
                  </a:lnTo>
                  <a:cubicBezTo>
                    <a:pt x="1071" y="1355"/>
                    <a:pt x="1324" y="1040"/>
                    <a:pt x="1324" y="694"/>
                  </a:cubicBezTo>
                  <a:cubicBezTo>
                    <a:pt x="1387" y="316"/>
                    <a:pt x="1071" y="1"/>
                    <a:pt x="6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9133;p69">
              <a:extLst>
                <a:ext uri="{FF2B5EF4-FFF2-40B4-BE49-F238E27FC236}">
                  <a16:creationId xmlns:a16="http://schemas.microsoft.com/office/drawing/2014/main" id="{7F7D252F-1BA5-1A67-8F7E-A7CFBCE5DD2A}"/>
                </a:ext>
              </a:extLst>
            </p:cNvPr>
            <p:cNvSpPr/>
            <p:nvPr/>
          </p:nvSpPr>
          <p:spPr>
            <a:xfrm>
              <a:off x="-31659075" y="3628650"/>
              <a:ext cx="139425" cy="71650"/>
            </a:xfrm>
            <a:custGeom>
              <a:avLst/>
              <a:gdLst/>
              <a:ahLst/>
              <a:cxnLst/>
              <a:rect l="l" t="t" r="r" b="b"/>
              <a:pathLst>
                <a:path w="5577" h="2866" extrusionOk="0">
                  <a:moveTo>
                    <a:pt x="1438" y="1"/>
                  </a:moveTo>
                  <a:cubicBezTo>
                    <a:pt x="1338" y="1"/>
                    <a:pt x="1235" y="30"/>
                    <a:pt x="1166" y="76"/>
                  </a:cubicBezTo>
                  <a:lnTo>
                    <a:pt x="126" y="1179"/>
                  </a:lnTo>
                  <a:cubicBezTo>
                    <a:pt x="0" y="1305"/>
                    <a:pt x="0" y="1525"/>
                    <a:pt x="126" y="1651"/>
                  </a:cubicBezTo>
                  <a:lnTo>
                    <a:pt x="1166" y="2754"/>
                  </a:lnTo>
                  <a:cubicBezTo>
                    <a:pt x="1208" y="2838"/>
                    <a:pt x="1292" y="2866"/>
                    <a:pt x="1390" y="2866"/>
                  </a:cubicBezTo>
                  <a:cubicBezTo>
                    <a:pt x="1439" y="2866"/>
                    <a:pt x="1491" y="2859"/>
                    <a:pt x="1544" y="2848"/>
                  </a:cubicBezTo>
                  <a:cubicBezTo>
                    <a:pt x="1670" y="2817"/>
                    <a:pt x="1796" y="2659"/>
                    <a:pt x="1796" y="2533"/>
                  </a:cubicBezTo>
                  <a:lnTo>
                    <a:pt x="1796" y="2124"/>
                  </a:lnTo>
                  <a:lnTo>
                    <a:pt x="4190" y="2124"/>
                  </a:lnTo>
                  <a:cubicBezTo>
                    <a:pt x="4946" y="2124"/>
                    <a:pt x="5577" y="1494"/>
                    <a:pt x="5577" y="769"/>
                  </a:cubicBezTo>
                  <a:lnTo>
                    <a:pt x="5577" y="549"/>
                  </a:lnTo>
                  <a:cubicBezTo>
                    <a:pt x="5356" y="675"/>
                    <a:pt x="5135" y="769"/>
                    <a:pt x="4883" y="769"/>
                  </a:cubicBezTo>
                  <a:cubicBezTo>
                    <a:pt x="3686" y="738"/>
                    <a:pt x="2930" y="738"/>
                    <a:pt x="1796" y="738"/>
                  </a:cubicBezTo>
                  <a:lnTo>
                    <a:pt x="1796" y="328"/>
                  </a:lnTo>
                  <a:cubicBezTo>
                    <a:pt x="1796" y="170"/>
                    <a:pt x="1701" y="44"/>
                    <a:pt x="1544" y="13"/>
                  </a:cubicBezTo>
                  <a:cubicBezTo>
                    <a:pt x="1510" y="5"/>
                    <a:pt x="1474" y="1"/>
                    <a:pt x="143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9134;p69">
              <a:extLst>
                <a:ext uri="{FF2B5EF4-FFF2-40B4-BE49-F238E27FC236}">
                  <a16:creationId xmlns:a16="http://schemas.microsoft.com/office/drawing/2014/main" id="{F8F4CAFA-BC33-A861-4FCE-312394E09242}"/>
                </a:ext>
              </a:extLst>
            </p:cNvPr>
            <p:cNvSpPr/>
            <p:nvPr/>
          </p:nvSpPr>
          <p:spPr>
            <a:xfrm>
              <a:off x="-31811100" y="3647075"/>
              <a:ext cx="33100" cy="33100"/>
            </a:xfrm>
            <a:custGeom>
              <a:avLst/>
              <a:gdLst/>
              <a:ahLst/>
              <a:cxnLst/>
              <a:rect l="l" t="t" r="r" b="b"/>
              <a:pathLst>
                <a:path w="1324" h="1324" extrusionOk="0">
                  <a:moveTo>
                    <a:pt x="662" y="1"/>
                  </a:moveTo>
                  <a:cubicBezTo>
                    <a:pt x="253" y="1"/>
                    <a:pt x="1" y="316"/>
                    <a:pt x="1" y="662"/>
                  </a:cubicBezTo>
                  <a:cubicBezTo>
                    <a:pt x="1" y="1040"/>
                    <a:pt x="316" y="1324"/>
                    <a:pt x="662" y="1324"/>
                  </a:cubicBezTo>
                  <a:lnTo>
                    <a:pt x="1324" y="1324"/>
                  </a:lnTo>
                  <a:lnTo>
                    <a:pt x="1324"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9135;p69">
              <a:extLst>
                <a:ext uri="{FF2B5EF4-FFF2-40B4-BE49-F238E27FC236}">
                  <a16:creationId xmlns:a16="http://schemas.microsoft.com/office/drawing/2014/main" id="{52E1B5DF-CD33-3A24-AF36-CD7772093813}"/>
                </a:ext>
              </a:extLst>
            </p:cNvPr>
            <p:cNvSpPr/>
            <p:nvPr/>
          </p:nvSpPr>
          <p:spPr>
            <a:xfrm>
              <a:off x="-31811100" y="3678325"/>
              <a:ext cx="138650" cy="72250"/>
            </a:xfrm>
            <a:custGeom>
              <a:avLst/>
              <a:gdLst/>
              <a:ahLst/>
              <a:cxnLst/>
              <a:rect l="l" t="t" r="r" b="b"/>
              <a:pathLst>
                <a:path w="5546" h="2890" extrusionOk="0">
                  <a:moveTo>
                    <a:pt x="4193" y="1"/>
                  </a:moveTo>
                  <a:cubicBezTo>
                    <a:pt x="4132" y="1"/>
                    <a:pt x="4067" y="16"/>
                    <a:pt x="4002" y="42"/>
                  </a:cubicBezTo>
                  <a:cubicBezTo>
                    <a:pt x="3876" y="74"/>
                    <a:pt x="3781" y="231"/>
                    <a:pt x="3781" y="357"/>
                  </a:cubicBezTo>
                  <a:lnTo>
                    <a:pt x="3781" y="735"/>
                  </a:lnTo>
                  <a:lnTo>
                    <a:pt x="662" y="735"/>
                  </a:lnTo>
                  <a:cubicBezTo>
                    <a:pt x="410" y="735"/>
                    <a:pt x="190" y="672"/>
                    <a:pt x="1" y="546"/>
                  </a:cubicBezTo>
                  <a:lnTo>
                    <a:pt x="1" y="767"/>
                  </a:lnTo>
                  <a:cubicBezTo>
                    <a:pt x="1" y="1523"/>
                    <a:pt x="631" y="2153"/>
                    <a:pt x="1355" y="2153"/>
                  </a:cubicBezTo>
                  <a:lnTo>
                    <a:pt x="3781" y="2153"/>
                  </a:lnTo>
                  <a:lnTo>
                    <a:pt x="3781" y="2563"/>
                  </a:lnTo>
                  <a:cubicBezTo>
                    <a:pt x="3781" y="2720"/>
                    <a:pt x="3844" y="2815"/>
                    <a:pt x="4002" y="2878"/>
                  </a:cubicBezTo>
                  <a:cubicBezTo>
                    <a:pt x="4033" y="2886"/>
                    <a:pt x="4067" y="2890"/>
                    <a:pt x="4101" y="2890"/>
                  </a:cubicBezTo>
                  <a:cubicBezTo>
                    <a:pt x="4205" y="2890"/>
                    <a:pt x="4317" y="2854"/>
                    <a:pt x="4411" y="2783"/>
                  </a:cubicBezTo>
                  <a:lnTo>
                    <a:pt x="5420" y="1681"/>
                  </a:lnTo>
                  <a:cubicBezTo>
                    <a:pt x="5546" y="1555"/>
                    <a:pt x="5546" y="1365"/>
                    <a:pt x="5420" y="1208"/>
                  </a:cubicBezTo>
                  <a:lnTo>
                    <a:pt x="4411" y="105"/>
                  </a:lnTo>
                  <a:cubicBezTo>
                    <a:pt x="4356" y="31"/>
                    <a:pt x="4279" y="1"/>
                    <a:pt x="419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9136;p69">
              <a:extLst>
                <a:ext uri="{FF2B5EF4-FFF2-40B4-BE49-F238E27FC236}">
                  <a16:creationId xmlns:a16="http://schemas.microsoft.com/office/drawing/2014/main" id="{F4BD8458-B951-1751-5891-5EAA2A433123}"/>
                </a:ext>
              </a:extLst>
            </p:cNvPr>
            <p:cNvSpPr/>
            <p:nvPr/>
          </p:nvSpPr>
          <p:spPr>
            <a:xfrm>
              <a:off x="-31759900" y="3791200"/>
              <a:ext cx="187475" cy="52800"/>
            </a:xfrm>
            <a:custGeom>
              <a:avLst/>
              <a:gdLst/>
              <a:ahLst/>
              <a:cxnLst/>
              <a:rect l="l" t="t" r="r" b="b"/>
              <a:pathLst>
                <a:path w="7499" h="2112" extrusionOk="0">
                  <a:moveTo>
                    <a:pt x="1" y="1"/>
                  </a:moveTo>
                  <a:lnTo>
                    <a:pt x="1" y="1072"/>
                  </a:lnTo>
                  <a:cubicBezTo>
                    <a:pt x="1" y="1639"/>
                    <a:pt x="473" y="2112"/>
                    <a:pt x="1009" y="2112"/>
                  </a:cubicBezTo>
                  <a:lnTo>
                    <a:pt x="6491" y="2112"/>
                  </a:lnTo>
                  <a:cubicBezTo>
                    <a:pt x="7026" y="2112"/>
                    <a:pt x="7499" y="1639"/>
                    <a:pt x="7499" y="1072"/>
                  </a:cubicBezTo>
                  <a:lnTo>
                    <a:pt x="7499"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9137;p69">
              <a:extLst>
                <a:ext uri="{FF2B5EF4-FFF2-40B4-BE49-F238E27FC236}">
                  <a16:creationId xmlns:a16="http://schemas.microsoft.com/office/drawing/2014/main" id="{4004DEEF-023C-34A0-5D86-2CACAA0C2A74}"/>
                </a:ext>
              </a:extLst>
            </p:cNvPr>
            <p:cNvSpPr/>
            <p:nvPr/>
          </p:nvSpPr>
          <p:spPr>
            <a:xfrm>
              <a:off x="-31759900" y="3550975"/>
              <a:ext cx="187475" cy="35475"/>
            </a:xfrm>
            <a:custGeom>
              <a:avLst/>
              <a:gdLst/>
              <a:ahLst/>
              <a:cxnLst/>
              <a:rect l="l" t="t" r="r" b="b"/>
              <a:pathLst>
                <a:path w="7499" h="1419" extrusionOk="0">
                  <a:moveTo>
                    <a:pt x="1009" y="1"/>
                  </a:moveTo>
                  <a:cubicBezTo>
                    <a:pt x="473" y="1"/>
                    <a:pt x="1" y="474"/>
                    <a:pt x="1" y="1072"/>
                  </a:cubicBezTo>
                  <a:lnTo>
                    <a:pt x="1" y="1419"/>
                  </a:lnTo>
                  <a:lnTo>
                    <a:pt x="7499" y="1419"/>
                  </a:lnTo>
                  <a:lnTo>
                    <a:pt x="7499" y="1072"/>
                  </a:lnTo>
                  <a:cubicBezTo>
                    <a:pt x="7499" y="537"/>
                    <a:pt x="7026" y="1"/>
                    <a:pt x="649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9138;p69">
              <a:extLst>
                <a:ext uri="{FF2B5EF4-FFF2-40B4-BE49-F238E27FC236}">
                  <a16:creationId xmlns:a16="http://schemas.microsoft.com/office/drawing/2014/main" id="{2FFF7601-8F23-A95C-5C97-C7A215E43009}"/>
                </a:ext>
              </a:extLst>
            </p:cNvPr>
            <p:cNvSpPr/>
            <p:nvPr/>
          </p:nvSpPr>
          <p:spPr>
            <a:xfrm>
              <a:off x="-31759100" y="3602975"/>
              <a:ext cx="188250" cy="172500"/>
            </a:xfrm>
            <a:custGeom>
              <a:avLst/>
              <a:gdLst/>
              <a:ahLst/>
              <a:cxnLst/>
              <a:rect l="l" t="t" r="r" b="b"/>
              <a:pathLst>
                <a:path w="7530" h="6900" extrusionOk="0">
                  <a:moveTo>
                    <a:pt x="0" y="0"/>
                  </a:moveTo>
                  <a:lnTo>
                    <a:pt x="0" y="3088"/>
                  </a:lnTo>
                  <a:lnTo>
                    <a:pt x="1071" y="3088"/>
                  </a:lnTo>
                  <a:cubicBezTo>
                    <a:pt x="1134" y="2773"/>
                    <a:pt x="1386" y="2552"/>
                    <a:pt x="1701" y="2426"/>
                  </a:cubicBezTo>
                  <a:cubicBezTo>
                    <a:pt x="1822" y="2376"/>
                    <a:pt x="1952" y="2351"/>
                    <a:pt x="2083" y="2351"/>
                  </a:cubicBezTo>
                  <a:cubicBezTo>
                    <a:pt x="2361" y="2351"/>
                    <a:pt x="2642" y="2464"/>
                    <a:pt x="2835" y="2678"/>
                  </a:cubicBezTo>
                  <a:lnTo>
                    <a:pt x="3844" y="3781"/>
                  </a:lnTo>
                  <a:cubicBezTo>
                    <a:pt x="4222" y="4190"/>
                    <a:pt x="4222" y="4789"/>
                    <a:pt x="3844" y="5167"/>
                  </a:cubicBezTo>
                  <a:lnTo>
                    <a:pt x="2835" y="6270"/>
                  </a:lnTo>
                  <a:cubicBezTo>
                    <a:pt x="2635" y="6493"/>
                    <a:pt x="2339" y="6621"/>
                    <a:pt x="2050" y="6621"/>
                  </a:cubicBezTo>
                  <a:cubicBezTo>
                    <a:pt x="1930" y="6621"/>
                    <a:pt x="1812" y="6599"/>
                    <a:pt x="1701" y="6553"/>
                  </a:cubicBezTo>
                  <a:cubicBezTo>
                    <a:pt x="1386" y="6427"/>
                    <a:pt x="1134" y="6144"/>
                    <a:pt x="1071" y="5892"/>
                  </a:cubicBezTo>
                  <a:lnTo>
                    <a:pt x="0" y="5892"/>
                  </a:lnTo>
                  <a:lnTo>
                    <a:pt x="0" y="6900"/>
                  </a:lnTo>
                  <a:lnTo>
                    <a:pt x="7530" y="6900"/>
                  </a:lnTo>
                  <a:lnTo>
                    <a:pt x="7530" y="3844"/>
                  </a:lnTo>
                  <a:lnTo>
                    <a:pt x="6459" y="3844"/>
                  </a:lnTo>
                  <a:cubicBezTo>
                    <a:pt x="6364" y="4159"/>
                    <a:pt x="6143" y="4379"/>
                    <a:pt x="5828" y="4505"/>
                  </a:cubicBezTo>
                  <a:cubicBezTo>
                    <a:pt x="5709" y="4551"/>
                    <a:pt x="5589" y="4573"/>
                    <a:pt x="5472" y="4573"/>
                  </a:cubicBezTo>
                  <a:cubicBezTo>
                    <a:pt x="5188" y="4573"/>
                    <a:pt x="4917" y="4445"/>
                    <a:pt x="4694" y="4222"/>
                  </a:cubicBezTo>
                  <a:lnTo>
                    <a:pt x="3655" y="3119"/>
                  </a:lnTo>
                  <a:cubicBezTo>
                    <a:pt x="3308" y="2741"/>
                    <a:pt x="3308" y="2143"/>
                    <a:pt x="3655" y="1765"/>
                  </a:cubicBezTo>
                  <a:lnTo>
                    <a:pt x="4694" y="630"/>
                  </a:lnTo>
                  <a:cubicBezTo>
                    <a:pt x="4866" y="416"/>
                    <a:pt x="5140" y="304"/>
                    <a:pt x="5427" y="304"/>
                  </a:cubicBezTo>
                  <a:cubicBezTo>
                    <a:pt x="5561" y="304"/>
                    <a:pt x="5698" y="328"/>
                    <a:pt x="5828" y="378"/>
                  </a:cubicBezTo>
                  <a:cubicBezTo>
                    <a:pt x="6143" y="504"/>
                    <a:pt x="6364" y="756"/>
                    <a:pt x="6459" y="1040"/>
                  </a:cubicBezTo>
                  <a:lnTo>
                    <a:pt x="7530" y="1040"/>
                  </a:lnTo>
                  <a:lnTo>
                    <a:pt x="753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9" name="Google Shape;9139;p69">
            <a:extLst>
              <a:ext uri="{FF2B5EF4-FFF2-40B4-BE49-F238E27FC236}">
                <a16:creationId xmlns:a16="http://schemas.microsoft.com/office/drawing/2014/main" id="{282636E2-FEE6-B021-5D54-2C1BA97C1C4C}"/>
              </a:ext>
            </a:extLst>
          </p:cNvPr>
          <p:cNvGrpSpPr/>
          <p:nvPr/>
        </p:nvGrpSpPr>
        <p:grpSpPr>
          <a:xfrm>
            <a:off x="14484617" y="9949615"/>
            <a:ext cx="946510" cy="922664"/>
            <a:chOff x="-31817400" y="3910025"/>
            <a:chExt cx="301675" cy="294075"/>
          </a:xfrm>
          <a:solidFill>
            <a:srgbClr val="555559"/>
          </a:solidFill>
        </p:grpSpPr>
        <p:sp>
          <p:nvSpPr>
            <p:cNvPr id="1970" name="Google Shape;9140;p69">
              <a:extLst>
                <a:ext uri="{FF2B5EF4-FFF2-40B4-BE49-F238E27FC236}">
                  <a16:creationId xmlns:a16="http://schemas.microsoft.com/office/drawing/2014/main" id="{EE582294-22DB-8237-2EA0-1A6E2B9E64FA}"/>
                </a:ext>
              </a:extLst>
            </p:cNvPr>
            <p:cNvSpPr/>
            <p:nvPr/>
          </p:nvSpPr>
          <p:spPr>
            <a:xfrm>
              <a:off x="-31817400" y="3911550"/>
              <a:ext cx="301675" cy="292550"/>
            </a:xfrm>
            <a:custGeom>
              <a:avLst/>
              <a:gdLst/>
              <a:ahLst/>
              <a:cxnLst/>
              <a:rect l="l" t="t" r="r" b="b"/>
              <a:pathLst>
                <a:path w="12067" h="11702" extrusionOk="0">
                  <a:moveTo>
                    <a:pt x="2558" y="0"/>
                  </a:moveTo>
                  <a:cubicBezTo>
                    <a:pt x="2357" y="0"/>
                    <a:pt x="2155" y="24"/>
                    <a:pt x="1954" y="70"/>
                  </a:cubicBezTo>
                  <a:cubicBezTo>
                    <a:pt x="1828" y="102"/>
                    <a:pt x="1733" y="196"/>
                    <a:pt x="1702" y="322"/>
                  </a:cubicBezTo>
                  <a:cubicBezTo>
                    <a:pt x="1670" y="448"/>
                    <a:pt x="1702" y="543"/>
                    <a:pt x="1796" y="637"/>
                  </a:cubicBezTo>
                  <a:lnTo>
                    <a:pt x="2679" y="1551"/>
                  </a:lnTo>
                  <a:cubicBezTo>
                    <a:pt x="2962" y="1803"/>
                    <a:pt x="2962" y="2244"/>
                    <a:pt x="2679" y="2528"/>
                  </a:cubicBezTo>
                  <a:cubicBezTo>
                    <a:pt x="2553" y="2669"/>
                    <a:pt x="2379" y="2740"/>
                    <a:pt x="2202" y="2740"/>
                  </a:cubicBezTo>
                  <a:cubicBezTo>
                    <a:pt x="2025" y="2740"/>
                    <a:pt x="1844" y="2669"/>
                    <a:pt x="1702" y="2528"/>
                  </a:cubicBezTo>
                  <a:lnTo>
                    <a:pt x="788" y="1614"/>
                  </a:lnTo>
                  <a:cubicBezTo>
                    <a:pt x="744" y="1569"/>
                    <a:pt x="668" y="1525"/>
                    <a:pt x="582" y="1525"/>
                  </a:cubicBezTo>
                  <a:cubicBezTo>
                    <a:pt x="547" y="1525"/>
                    <a:pt x="510" y="1532"/>
                    <a:pt x="473" y="1551"/>
                  </a:cubicBezTo>
                  <a:cubicBezTo>
                    <a:pt x="347" y="1582"/>
                    <a:pt x="284" y="1645"/>
                    <a:pt x="253" y="1771"/>
                  </a:cubicBezTo>
                  <a:cubicBezTo>
                    <a:pt x="1" y="2591"/>
                    <a:pt x="253" y="3473"/>
                    <a:pt x="883" y="4103"/>
                  </a:cubicBezTo>
                  <a:cubicBezTo>
                    <a:pt x="1366" y="4494"/>
                    <a:pt x="1932" y="4750"/>
                    <a:pt x="2619" y="4750"/>
                  </a:cubicBezTo>
                  <a:cubicBezTo>
                    <a:pt x="2874" y="4750"/>
                    <a:pt x="3145" y="4715"/>
                    <a:pt x="3435" y="4638"/>
                  </a:cubicBezTo>
                  <a:lnTo>
                    <a:pt x="7247" y="8482"/>
                  </a:lnTo>
                  <a:cubicBezTo>
                    <a:pt x="6963" y="9522"/>
                    <a:pt x="7215" y="10372"/>
                    <a:pt x="7814" y="10971"/>
                  </a:cubicBezTo>
                  <a:cubicBezTo>
                    <a:pt x="8291" y="11472"/>
                    <a:pt x="8895" y="11702"/>
                    <a:pt x="9516" y="11702"/>
                  </a:cubicBezTo>
                  <a:cubicBezTo>
                    <a:pt x="9714" y="11702"/>
                    <a:pt x="9915" y="11678"/>
                    <a:pt x="10114" y="11632"/>
                  </a:cubicBezTo>
                  <a:cubicBezTo>
                    <a:pt x="10240" y="11569"/>
                    <a:pt x="10334" y="11506"/>
                    <a:pt x="10366" y="11380"/>
                  </a:cubicBezTo>
                  <a:cubicBezTo>
                    <a:pt x="10397" y="11254"/>
                    <a:pt x="10366" y="11128"/>
                    <a:pt x="10271" y="11065"/>
                  </a:cubicBezTo>
                  <a:lnTo>
                    <a:pt x="9389" y="10152"/>
                  </a:lnTo>
                  <a:cubicBezTo>
                    <a:pt x="9106" y="9868"/>
                    <a:pt x="9106" y="9459"/>
                    <a:pt x="9389" y="9175"/>
                  </a:cubicBezTo>
                  <a:cubicBezTo>
                    <a:pt x="9515" y="9033"/>
                    <a:pt x="9688" y="8962"/>
                    <a:pt x="9866" y="8962"/>
                  </a:cubicBezTo>
                  <a:cubicBezTo>
                    <a:pt x="10043" y="8962"/>
                    <a:pt x="10224" y="9033"/>
                    <a:pt x="10366" y="9175"/>
                  </a:cubicBezTo>
                  <a:lnTo>
                    <a:pt x="11279" y="10089"/>
                  </a:lnTo>
                  <a:cubicBezTo>
                    <a:pt x="11326" y="10135"/>
                    <a:pt x="11405" y="10164"/>
                    <a:pt x="11494" y="10164"/>
                  </a:cubicBezTo>
                  <a:cubicBezTo>
                    <a:pt x="11527" y="10164"/>
                    <a:pt x="11561" y="10160"/>
                    <a:pt x="11594" y="10152"/>
                  </a:cubicBezTo>
                  <a:cubicBezTo>
                    <a:pt x="11720" y="10120"/>
                    <a:pt x="11783" y="10026"/>
                    <a:pt x="11815" y="9931"/>
                  </a:cubicBezTo>
                  <a:cubicBezTo>
                    <a:pt x="12067" y="9081"/>
                    <a:pt x="11815" y="8230"/>
                    <a:pt x="11185" y="7600"/>
                  </a:cubicBezTo>
                  <a:cubicBezTo>
                    <a:pt x="10778" y="7170"/>
                    <a:pt x="10224" y="6903"/>
                    <a:pt x="9537" y="6903"/>
                  </a:cubicBezTo>
                  <a:cubicBezTo>
                    <a:pt x="9266" y="6903"/>
                    <a:pt x="8975" y="6944"/>
                    <a:pt x="8665" y="7033"/>
                  </a:cubicBezTo>
                  <a:lnTo>
                    <a:pt x="4852" y="3221"/>
                  </a:lnTo>
                  <a:lnTo>
                    <a:pt x="4884" y="3032"/>
                  </a:lnTo>
                  <a:cubicBezTo>
                    <a:pt x="5136" y="2213"/>
                    <a:pt x="4884" y="1330"/>
                    <a:pt x="4254" y="700"/>
                  </a:cubicBezTo>
                  <a:cubicBezTo>
                    <a:pt x="3778" y="225"/>
                    <a:pt x="3177" y="0"/>
                    <a:pt x="255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9141;p69">
              <a:extLst>
                <a:ext uri="{FF2B5EF4-FFF2-40B4-BE49-F238E27FC236}">
                  <a16:creationId xmlns:a16="http://schemas.microsoft.com/office/drawing/2014/main" id="{A2DDA57C-EA08-6555-7A64-5F91A6F2F86E}"/>
                </a:ext>
              </a:extLst>
            </p:cNvPr>
            <p:cNvSpPr/>
            <p:nvPr/>
          </p:nvSpPr>
          <p:spPr>
            <a:xfrm>
              <a:off x="-31816600" y="4062950"/>
              <a:ext cx="144150" cy="140600"/>
            </a:xfrm>
            <a:custGeom>
              <a:avLst/>
              <a:gdLst/>
              <a:ahLst/>
              <a:cxnLst/>
              <a:rect l="l" t="t" r="r" b="b"/>
              <a:pathLst>
                <a:path w="5766" h="5624" extrusionOk="0">
                  <a:moveTo>
                    <a:pt x="4080" y="1504"/>
                  </a:moveTo>
                  <a:cubicBezTo>
                    <a:pt x="4167" y="1504"/>
                    <a:pt x="4253" y="1528"/>
                    <a:pt x="4316" y="1575"/>
                  </a:cubicBezTo>
                  <a:cubicBezTo>
                    <a:pt x="4442" y="1701"/>
                    <a:pt x="4442" y="1953"/>
                    <a:pt x="4316" y="2048"/>
                  </a:cubicBezTo>
                  <a:lnTo>
                    <a:pt x="2205" y="4159"/>
                  </a:lnTo>
                  <a:cubicBezTo>
                    <a:pt x="2158" y="4206"/>
                    <a:pt x="2072" y="4230"/>
                    <a:pt x="1985" y="4230"/>
                  </a:cubicBezTo>
                  <a:cubicBezTo>
                    <a:pt x="1898" y="4230"/>
                    <a:pt x="1812" y="4206"/>
                    <a:pt x="1764" y="4159"/>
                  </a:cubicBezTo>
                  <a:cubicBezTo>
                    <a:pt x="1638" y="4033"/>
                    <a:pt x="1638" y="3781"/>
                    <a:pt x="1764" y="3686"/>
                  </a:cubicBezTo>
                  <a:lnTo>
                    <a:pt x="3844" y="1575"/>
                  </a:lnTo>
                  <a:cubicBezTo>
                    <a:pt x="3907" y="1528"/>
                    <a:pt x="3993" y="1504"/>
                    <a:pt x="4080" y="1504"/>
                  </a:cubicBezTo>
                  <a:close/>
                  <a:moveTo>
                    <a:pt x="3844" y="0"/>
                  </a:moveTo>
                  <a:lnTo>
                    <a:pt x="567" y="3277"/>
                  </a:lnTo>
                  <a:cubicBezTo>
                    <a:pt x="0" y="3844"/>
                    <a:pt x="0" y="4694"/>
                    <a:pt x="567" y="5198"/>
                  </a:cubicBezTo>
                  <a:cubicBezTo>
                    <a:pt x="835" y="5482"/>
                    <a:pt x="1189" y="5624"/>
                    <a:pt x="1540" y="5624"/>
                  </a:cubicBezTo>
                  <a:cubicBezTo>
                    <a:pt x="1890" y="5624"/>
                    <a:pt x="2237" y="5482"/>
                    <a:pt x="2489" y="5198"/>
                  </a:cubicBezTo>
                  <a:lnTo>
                    <a:pt x="5766" y="1953"/>
                  </a:lnTo>
                  <a:lnTo>
                    <a:pt x="3844"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9142;p69">
              <a:extLst>
                <a:ext uri="{FF2B5EF4-FFF2-40B4-BE49-F238E27FC236}">
                  <a16:creationId xmlns:a16="http://schemas.microsoft.com/office/drawing/2014/main" id="{0B55374D-7DB7-E9BA-1667-DE7F80A103EC}"/>
                </a:ext>
              </a:extLst>
            </p:cNvPr>
            <p:cNvSpPr/>
            <p:nvPr/>
          </p:nvSpPr>
          <p:spPr>
            <a:xfrm>
              <a:off x="-31648050" y="3910025"/>
              <a:ext cx="129175" cy="127725"/>
            </a:xfrm>
            <a:custGeom>
              <a:avLst/>
              <a:gdLst/>
              <a:ahLst/>
              <a:cxnLst/>
              <a:rect l="l" t="t" r="r" b="b"/>
              <a:pathLst>
                <a:path w="5167" h="5109" extrusionOk="0">
                  <a:moveTo>
                    <a:pt x="4249" y="1"/>
                  </a:moveTo>
                  <a:cubicBezTo>
                    <a:pt x="4179" y="1"/>
                    <a:pt x="4106" y="24"/>
                    <a:pt x="4033" y="68"/>
                  </a:cubicBezTo>
                  <a:lnTo>
                    <a:pt x="2206" y="1171"/>
                  </a:lnTo>
                  <a:cubicBezTo>
                    <a:pt x="2017" y="1265"/>
                    <a:pt x="1985" y="1549"/>
                    <a:pt x="2143" y="1706"/>
                  </a:cubicBezTo>
                  <a:lnTo>
                    <a:pt x="2300" y="1864"/>
                  </a:lnTo>
                  <a:lnTo>
                    <a:pt x="0" y="4164"/>
                  </a:lnTo>
                  <a:lnTo>
                    <a:pt x="945" y="5109"/>
                  </a:lnTo>
                  <a:lnTo>
                    <a:pt x="3245" y="2809"/>
                  </a:lnTo>
                  <a:lnTo>
                    <a:pt x="3434" y="2998"/>
                  </a:lnTo>
                  <a:cubicBezTo>
                    <a:pt x="3502" y="3066"/>
                    <a:pt x="3594" y="3099"/>
                    <a:pt x="3684" y="3099"/>
                  </a:cubicBezTo>
                  <a:cubicBezTo>
                    <a:pt x="3802" y="3099"/>
                    <a:pt x="3916" y="3042"/>
                    <a:pt x="3970" y="2935"/>
                  </a:cubicBezTo>
                  <a:lnTo>
                    <a:pt x="5073" y="1108"/>
                  </a:lnTo>
                  <a:cubicBezTo>
                    <a:pt x="5167" y="1013"/>
                    <a:pt x="5167" y="793"/>
                    <a:pt x="5041" y="698"/>
                  </a:cubicBezTo>
                  <a:lnTo>
                    <a:pt x="4474" y="100"/>
                  </a:lnTo>
                  <a:cubicBezTo>
                    <a:pt x="4406" y="32"/>
                    <a:pt x="4330" y="1"/>
                    <a:pt x="424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73" name="Google Shape;9143;p69">
            <a:extLst>
              <a:ext uri="{FF2B5EF4-FFF2-40B4-BE49-F238E27FC236}">
                <a16:creationId xmlns:a16="http://schemas.microsoft.com/office/drawing/2014/main" id="{9C94D5CB-4BA5-4C6C-D7F0-8BB4469F0624}"/>
              </a:ext>
            </a:extLst>
          </p:cNvPr>
          <p:cNvGrpSpPr/>
          <p:nvPr/>
        </p:nvGrpSpPr>
        <p:grpSpPr>
          <a:xfrm>
            <a:off x="19117268" y="8826853"/>
            <a:ext cx="916939" cy="916860"/>
            <a:chOff x="-30354000" y="3569100"/>
            <a:chExt cx="292250" cy="292225"/>
          </a:xfrm>
          <a:solidFill>
            <a:srgbClr val="555559"/>
          </a:solidFill>
        </p:grpSpPr>
        <p:sp>
          <p:nvSpPr>
            <p:cNvPr id="1974" name="Google Shape;9144;p69">
              <a:extLst>
                <a:ext uri="{FF2B5EF4-FFF2-40B4-BE49-F238E27FC236}">
                  <a16:creationId xmlns:a16="http://schemas.microsoft.com/office/drawing/2014/main" id="{05AEFBBB-C082-413D-61BC-E8F73ACCA464}"/>
                </a:ext>
              </a:extLst>
            </p:cNvPr>
            <p:cNvSpPr/>
            <p:nvPr/>
          </p:nvSpPr>
          <p:spPr>
            <a:xfrm>
              <a:off x="-30354000" y="3604550"/>
              <a:ext cx="137875" cy="256000"/>
            </a:xfrm>
            <a:custGeom>
              <a:avLst/>
              <a:gdLst/>
              <a:ahLst/>
              <a:cxnLst/>
              <a:rect l="l" t="t" r="r" b="b"/>
              <a:pathLst>
                <a:path w="5515" h="10240" extrusionOk="0">
                  <a:moveTo>
                    <a:pt x="662" y="0"/>
                  </a:moveTo>
                  <a:cubicBezTo>
                    <a:pt x="284" y="0"/>
                    <a:pt x="1" y="315"/>
                    <a:pt x="1" y="662"/>
                  </a:cubicBezTo>
                  <a:lnTo>
                    <a:pt x="1" y="4411"/>
                  </a:lnTo>
                  <a:cubicBezTo>
                    <a:pt x="1" y="4632"/>
                    <a:pt x="64" y="4884"/>
                    <a:pt x="190" y="5073"/>
                  </a:cubicBezTo>
                  <a:lnTo>
                    <a:pt x="1639" y="7467"/>
                  </a:lnTo>
                  <a:cubicBezTo>
                    <a:pt x="1891" y="7877"/>
                    <a:pt x="2049" y="8097"/>
                    <a:pt x="2049" y="8538"/>
                  </a:cubicBezTo>
                  <a:lnTo>
                    <a:pt x="2049" y="9861"/>
                  </a:lnTo>
                  <a:cubicBezTo>
                    <a:pt x="2049" y="10082"/>
                    <a:pt x="2206" y="10239"/>
                    <a:pt x="2395" y="10239"/>
                  </a:cubicBezTo>
                  <a:lnTo>
                    <a:pt x="5514" y="10239"/>
                  </a:lnTo>
                  <a:lnTo>
                    <a:pt x="5514" y="6364"/>
                  </a:lnTo>
                  <a:cubicBezTo>
                    <a:pt x="5514" y="5986"/>
                    <a:pt x="5357" y="5671"/>
                    <a:pt x="5168" y="5419"/>
                  </a:cubicBezTo>
                  <a:cubicBezTo>
                    <a:pt x="5167" y="5420"/>
                    <a:pt x="5165" y="5421"/>
                    <a:pt x="5163" y="5421"/>
                  </a:cubicBezTo>
                  <a:cubicBezTo>
                    <a:pt x="5042" y="5421"/>
                    <a:pt x="3214" y="3623"/>
                    <a:pt x="3183" y="3592"/>
                  </a:cubicBezTo>
                  <a:cubicBezTo>
                    <a:pt x="3041" y="3432"/>
                    <a:pt x="2828" y="3332"/>
                    <a:pt x="2613" y="3332"/>
                  </a:cubicBezTo>
                  <a:cubicBezTo>
                    <a:pt x="2448" y="3332"/>
                    <a:pt x="2280" y="3392"/>
                    <a:pt x="2143" y="3529"/>
                  </a:cubicBezTo>
                  <a:cubicBezTo>
                    <a:pt x="1891" y="3812"/>
                    <a:pt x="1923" y="4285"/>
                    <a:pt x="2112" y="4442"/>
                  </a:cubicBezTo>
                  <a:lnTo>
                    <a:pt x="3970" y="6301"/>
                  </a:lnTo>
                  <a:cubicBezTo>
                    <a:pt x="4097" y="6427"/>
                    <a:pt x="4097" y="6648"/>
                    <a:pt x="3970" y="6774"/>
                  </a:cubicBezTo>
                  <a:cubicBezTo>
                    <a:pt x="3907" y="6821"/>
                    <a:pt x="3821" y="6845"/>
                    <a:pt x="3734" y="6845"/>
                  </a:cubicBezTo>
                  <a:cubicBezTo>
                    <a:pt x="3648" y="6845"/>
                    <a:pt x="3561" y="6821"/>
                    <a:pt x="3498" y="6774"/>
                  </a:cubicBezTo>
                  <a:lnTo>
                    <a:pt x="1639" y="4915"/>
                  </a:lnTo>
                  <a:cubicBezTo>
                    <a:pt x="1450" y="4726"/>
                    <a:pt x="1324" y="4442"/>
                    <a:pt x="1324" y="4190"/>
                  </a:cubicBezTo>
                  <a:lnTo>
                    <a:pt x="1324" y="662"/>
                  </a:lnTo>
                  <a:cubicBezTo>
                    <a:pt x="1324" y="252"/>
                    <a:pt x="1009" y="0"/>
                    <a:pt x="66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9145;p69">
              <a:extLst>
                <a:ext uri="{FF2B5EF4-FFF2-40B4-BE49-F238E27FC236}">
                  <a16:creationId xmlns:a16="http://schemas.microsoft.com/office/drawing/2014/main" id="{EAF6933B-BBD8-7B91-95C4-9BCE5DBF7E21}"/>
                </a:ext>
              </a:extLst>
            </p:cNvPr>
            <p:cNvSpPr/>
            <p:nvPr/>
          </p:nvSpPr>
          <p:spPr>
            <a:xfrm>
              <a:off x="-30198825" y="3604550"/>
              <a:ext cx="137075" cy="256775"/>
            </a:xfrm>
            <a:custGeom>
              <a:avLst/>
              <a:gdLst/>
              <a:ahLst/>
              <a:cxnLst/>
              <a:rect l="l" t="t" r="r" b="b"/>
              <a:pathLst>
                <a:path w="5483" h="10271" extrusionOk="0">
                  <a:moveTo>
                    <a:pt x="4758" y="0"/>
                  </a:moveTo>
                  <a:cubicBezTo>
                    <a:pt x="4380" y="0"/>
                    <a:pt x="4096" y="315"/>
                    <a:pt x="4096" y="662"/>
                  </a:cubicBezTo>
                  <a:lnTo>
                    <a:pt x="4096" y="4190"/>
                  </a:lnTo>
                  <a:cubicBezTo>
                    <a:pt x="4096" y="4474"/>
                    <a:pt x="3970" y="4758"/>
                    <a:pt x="3781" y="4915"/>
                  </a:cubicBezTo>
                  <a:lnTo>
                    <a:pt x="1922" y="6774"/>
                  </a:lnTo>
                  <a:cubicBezTo>
                    <a:pt x="1875" y="6821"/>
                    <a:pt x="1788" y="6845"/>
                    <a:pt x="1698" y="6845"/>
                  </a:cubicBezTo>
                  <a:cubicBezTo>
                    <a:pt x="1607" y="6845"/>
                    <a:pt x="1513" y="6821"/>
                    <a:pt x="1450" y="6774"/>
                  </a:cubicBezTo>
                  <a:cubicBezTo>
                    <a:pt x="1355" y="6648"/>
                    <a:pt x="1355" y="6427"/>
                    <a:pt x="1450" y="6301"/>
                  </a:cubicBezTo>
                  <a:lnTo>
                    <a:pt x="3308" y="4442"/>
                  </a:lnTo>
                  <a:cubicBezTo>
                    <a:pt x="3497" y="4285"/>
                    <a:pt x="3560" y="3812"/>
                    <a:pt x="3277" y="3529"/>
                  </a:cubicBezTo>
                  <a:cubicBezTo>
                    <a:pt x="3140" y="3392"/>
                    <a:pt x="2972" y="3332"/>
                    <a:pt x="2807" y="3332"/>
                  </a:cubicBezTo>
                  <a:cubicBezTo>
                    <a:pt x="2592" y="3332"/>
                    <a:pt x="2379" y="3432"/>
                    <a:pt x="2237" y="3592"/>
                  </a:cubicBezTo>
                  <a:cubicBezTo>
                    <a:pt x="2237" y="3592"/>
                    <a:pt x="347" y="5419"/>
                    <a:pt x="347" y="5482"/>
                  </a:cubicBezTo>
                  <a:cubicBezTo>
                    <a:pt x="158" y="5671"/>
                    <a:pt x="0" y="6018"/>
                    <a:pt x="0" y="6427"/>
                  </a:cubicBezTo>
                  <a:lnTo>
                    <a:pt x="0" y="8129"/>
                  </a:lnTo>
                  <a:lnTo>
                    <a:pt x="0" y="8412"/>
                  </a:lnTo>
                  <a:lnTo>
                    <a:pt x="0" y="10271"/>
                  </a:lnTo>
                  <a:lnTo>
                    <a:pt x="3088" y="10271"/>
                  </a:lnTo>
                  <a:cubicBezTo>
                    <a:pt x="3277" y="10271"/>
                    <a:pt x="3434" y="10113"/>
                    <a:pt x="3434" y="9924"/>
                  </a:cubicBezTo>
                  <a:lnTo>
                    <a:pt x="3434" y="8570"/>
                  </a:lnTo>
                  <a:cubicBezTo>
                    <a:pt x="3434" y="8129"/>
                    <a:pt x="3623" y="7908"/>
                    <a:pt x="3812" y="7530"/>
                  </a:cubicBezTo>
                  <a:lnTo>
                    <a:pt x="5293" y="5104"/>
                  </a:lnTo>
                  <a:cubicBezTo>
                    <a:pt x="5388" y="4915"/>
                    <a:pt x="5482" y="4663"/>
                    <a:pt x="5482" y="4411"/>
                  </a:cubicBezTo>
                  <a:lnTo>
                    <a:pt x="5482" y="662"/>
                  </a:lnTo>
                  <a:cubicBezTo>
                    <a:pt x="5451" y="284"/>
                    <a:pt x="5136" y="0"/>
                    <a:pt x="475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9146;p69">
              <a:extLst>
                <a:ext uri="{FF2B5EF4-FFF2-40B4-BE49-F238E27FC236}">
                  <a16:creationId xmlns:a16="http://schemas.microsoft.com/office/drawing/2014/main" id="{B0089D82-27C2-7642-2571-5AEFCA16A28D}"/>
                </a:ext>
              </a:extLst>
            </p:cNvPr>
            <p:cNvSpPr/>
            <p:nvPr/>
          </p:nvSpPr>
          <p:spPr>
            <a:xfrm>
              <a:off x="-30139750" y="3636850"/>
              <a:ext cx="26000" cy="37825"/>
            </a:xfrm>
            <a:custGeom>
              <a:avLst/>
              <a:gdLst/>
              <a:ahLst/>
              <a:cxnLst/>
              <a:rect l="l" t="t" r="r" b="b"/>
              <a:pathLst>
                <a:path w="1040" h="1513" extrusionOk="0">
                  <a:moveTo>
                    <a:pt x="504" y="0"/>
                  </a:moveTo>
                  <a:cubicBezTo>
                    <a:pt x="252" y="32"/>
                    <a:pt x="0" y="284"/>
                    <a:pt x="0" y="567"/>
                  </a:cubicBezTo>
                  <a:lnTo>
                    <a:pt x="0" y="1418"/>
                  </a:lnTo>
                  <a:cubicBezTo>
                    <a:pt x="126" y="1386"/>
                    <a:pt x="252" y="1355"/>
                    <a:pt x="410" y="1355"/>
                  </a:cubicBezTo>
                  <a:cubicBezTo>
                    <a:pt x="630" y="1355"/>
                    <a:pt x="819" y="1386"/>
                    <a:pt x="1040" y="1512"/>
                  </a:cubicBezTo>
                  <a:lnTo>
                    <a:pt x="1040" y="504"/>
                  </a:lnTo>
                  <a:cubicBezTo>
                    <a:pt x="1040" y="252"/>
                    <a:pt x="788" y="0"/>
                    <a:pt x="50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9147;p69">
              <a:extLst>
                <a:ext uri="{FF2B5EF4-FFF2-40B4-BE49-F238E27FC236}">
                  <a16:creationId xmlns:a16="http://schemas.microsoft.com/office/drawing/2014/main" id="{209628D1-CA73-3417-73D2-C47397B4874A}"/>
                </a:ext>
              </a:extLst>
            </p:cNvPr>
            <p:cNvSpPr/>
            <p:nvPr/>
          </p:nvSpPr>
          <p:spPr>
            <a:xfrm>
              <a:off x="-30302800" y="3638950"/>
              <a:ext cx="25225" cy="36500"/>
            </a:xfrm>
            <a:custGeom>
              <a:avLst/>
              <a:gdLst/>
              <a:ahLst/>
              <a:cxnLst/>
              <a:rect l="l" t="t" r="r" b="b"/>
              <a:pathLst>
                <a:path w="1009" h="1460" extrusionOk="0">
                  <a:moveTo>
                    <a:pt x="418" y="1"/>
                  </a:moveTo>
                  <a:cubicBezTo>
                    <a:pt x="177" y="1"/>
                    <a:pt x="1" y="229"/>
                    <a:pt x="1" y="483"/>
                  </a:cubicBezTo>
                  <a:lnTo>
                    <a:pt x="1" y="1460"/>
                  </a:lnTo>
                  <a:cubicBezTo>
                    <a:pt x="190" y="1334"/>
                    <a:pt x="379" y="1302"/>
                    <a:pt x="631" y="1302"/>
                  </a:cubicBezTo>
                  <a:cubicBezTo>
                    <a:pt x="725" y="1302"/>
                    <a:pt x="883" y="1334"/>
                    <a:pt x="1009" y="1365"/>
                  </a:cubicBezTo>
                  <a:lnTo>
                    <a:pt x="1009" y="515"/>
                  </a:lnTo>
                  <a:cubicBezTo>
                    <a:pt x="1009" y="231"/>
                    <a:pt x="788" y="11"/>
                    <a:pt x="505" y="11"/>
                  </a:cubicBezTo>
                  <a:cubicBezTo>
                    <a:pt x="475" y="4"/>
                    <a:pt x="446" y="1"/>
                    <a:pt x="41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9148;p69">
              <a:extLst>
                <a:ext uri="{FF2B5EF4-FFF2-40B4-BE49-F238E27FC236}">
                  <a16:creationId xmlns:a16="http://schemas.microsoft.com/office/drawing/2014/main" id="{DB53FF62-C944-543D-C955-0CD88694739A}"/>
                </a:ext>
              </a:extLst>
            </p:cNvPr>
            <p:cNvSpPr/>
            <p:nvPr/>
          </p:nvSpPr>
          <p:spPr>
            <a:xfrm>
              <a:off x="-30242925" y="3569100"/>
              <a:ext cx="68525" cy="68550"/>
            </a:xfrm>
            <a:custGeom>
              <a:avLst/>
              <a:gdLst/>
              <a:ahLst/>
              <a:cxnLst/>
              <a:rect l="l" t="t" r="r" b="b"/>
              <a:pathLst>
                <a:path w="2741" h="2742" extrusionOk="0">
                  <a:moveTo>
                    <a:pt x="1386" y="1"/>
                  </a:moveTo>
                  <a:cubicBezTo>
                    <a:pt x="630" y="1"/>
                    <a:pt x="0" y="631"/>
                    <a:pt x="0" y="1387"/>
                  </a:cubicBezTo>
                  <a:cubicBezTo>
                    <a:pt x="0" y="2174"/>
                    <a:pt x="630" y="2742"/>
                    <a:pt x="1386" y="2742"/>
                  </a:cubicBezTo>
                  <a:cubicBezTo>
                    <a:pt x="2111" y="2742"/>
                    <a:pt x="2741" y="2111"/>
                    <a:pt x="2741" y="1387"/>
                  </a:cubicBezTo>
                  <a:cubicBezTo>
                    <a:pt x="2741" y="631"/>
                    <a:pt x="2111" y="1"/>
                    <a:pt x="138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9149;p69">
              <a:extLst>
                <a:ext uri="{FF2B5EF4-FFF2-40B4-BE49-F238E27FC236}">
                  <a16:creationId xmlns:a16="http://schemas.microsoft.com/office/drawing/2014/main" id="{3F47B074-C746-C052-2875-D5CEAFAADF68}"/>
                </a:ext>
              </a:extLst>
            </p:cNvPr>
            <p:cNvSpPr/>
            <p:nvPr/>
          </p:nvSpPr>
          <p:spPr>
            <a:xfrm>
              <a:off x="-30262625" y="3654950"/>
              <a:ext cx="107925" cy="68550"/>
            </a:xfrm>
            <a:custGeom>
              <a:avLst/>
              <a:gdLst/>
              <a:ahLst/>
              <a:cxnLst/>
              <a:rect l="l" t="t" r="r" b="b"/>
              <a:pathLst>
                <a:path w="4317" h="2742" extrusionOk="0">
                  <a:moveTo>
                    <a:pt x="2174" y="1"/>
                  </a:moveTo>
                  <a:cubicBezTo>
                    <a:pt x="1292" y="1"/>
                    <a:pt x="505" y="379"/>
                    <a:pt x="0" y="1040"/>
                  </a:cubicBezTo>
                  <a:lnTo>
                    <a:pt x="32" y="1103"/>
                  </a:lnTo>
                  <a:cubicBezTo>
                    <a:pt x="946" y="1985"/>
                    <a:pt x="1450" y="2458"/>
                    <a:pt x="1702" y="2742"/>
                  </a:cubicBezTo>
                  <a:lnTo>
                    <a:pt x="2647" y="2742"/>
                  </a:lnTo>
                  <a:lnTo>
                    <a:pt x="4254" y="1135"/>
                  </a:lnTo>
                  <a:lnTo>
                    <a:pt x="4317" y="1040"/>
                  </a:lnTo>
                  <a:cubicBezTo>
                    <a:pt x="3813" y="410"/>
                    <a:pt x="3025" y="1"/>
                    <a:pt x="217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0" name="Google Shape;9150;p69">
            <a:extLst>
              <a:ext uri="{FF2B5EF4-FFF2-40B4-BE49-F238E27FC236}">
                <a16:creationId xmlns:a16="http://schemas.microsoft.com/office/drawing/2014/main" id="{9AB04298-C021-32D2-B4FA-261475FF62DC}"/>
              </a:ext>
            </a:extLst>
          </p:cNvPr>
          <p:cNvGrpSpPr/>
          <p:nvPr/>
        </p:nvGrpSpPr>
        <p:grpSpPr>
          <a:xfrm>
            <a:off x="4125417" y="7687662"/>
            <a:ext cx="884702" cy="914429"/>
            <a:chOff x="-35118325" y="3202075"/>
            <a:chExt cx="281975" cy="291450"/>
          </a:xfrm>
          <a:solidFill>
            <a:srgbClr val="555559"/>
          </a:solidFill>
        </p:grpSpPr>
        <p:sp>
          <p:nvSpPr>
            <p:cNvPr id="1981" name="Google Shape;9151;p69">
              <a:extLst>
                <a:ext uri="{FF2B5EF4-FFF2-40B4-BE49-F238E27FC236}">
                  <a16:creationId xmlns:a16="http://schemas.microsoft.com/office/drawing/2014/main" id="{7974F0CB-10A4-685A-16EA-15BFCEB41620}"/>
                </a:ext>
              </a:extLst>
            </p:cNvPr>
            <p:cNvSpPr/>
            <p:nvPr/>
          </p:nvSpPr>
          <p:spPr>
            <a:xfrm>
              <a:off x="-35008050" y="3202075"/>
              <a:ext cx="171700" cy="171250"/>
            </a:xfrm>
            <a:custGeom>
              <a:avLst/>
              <a:gdLst/>
              <a:ahLst/>
              <a:cxnLst/>
              <a:rect l="l" t="t" r="r" b="b"/>
              <a:pathLst>
                <a:path w="6868" h="6850" extrusionOk="0">
                  <a:moveTo>
                    <a:pt x="3466" y="1355"/>
                  </a:moveTo>
                  <a:cubicBezTo>
                    <a:pt x="4222" y="1355"/>
                    <a:pt x="4852" y="1985"/>
                    <a:pt x="4852" y="2741"/>
                  </a:cubicBezTo>
                  <a:lnTo>
                    <a:pt x="4852" y="4127"/>
                  </a:lnTo>
                  <a:cubicBezTo>
                    <a:pt x="4852" y="4348"/>
                    <a:pt x="4757" y="4600"/>
                    <a:pt x="4631" y="4821"/>
                  </a:cubicBezTo>
                  <a:lnTo>
                    <a:pt x="4726" y="4915"/>
                  </a:lnTo>
                  <a:cubicBezTo>
                    <a:pt x="4852" y="5041"/>
                    <a:pt x="4852" y="5262"/>
                    <a:pt x="4726" y="5388"/>
                  </a:cubicBezTo>
                  <a:cubicBezTo>
                    <a:pt x="4663" y="5451"/>
                    <a:pt x="4576" y="5482"/>
                    <a:pt x="4489" y="5482"/>
                  </a:cubicBezTo>
                  <a:cubicBezTo>
                    <a:pt x="4403" y="5482"/>
                    <a:pt x="4316" y="5451"/>
                    <a:pt x="4253" y="5388"/>
                  </a:cubicBezTo>
                  <a:lnTo>
                    <a:pt x="4190" y="5293"/>
                  </a:lnTo>
                  <a:cubicBezTo>
                    <a:pt x="3970" y="5419"/>
                    <a:pt x="3749" y="5514"/>
                    <a:pt x="3466" y="5514"/>
                  </a:cubicBezTo>
                  <a:cubicBezTo>
                    <a:pt x="2709" y="5514"/>
                    <a:pt x="2079" y="4884"/>
                    <a:pt x="2079" y="4127"/>
                  </a:cubicBezTo>
                  <a:lnTo>
                    <a:pt x="2079" y="2741"/>
                  </a:lnTo>
                  <a:cubicBezTo>
                    <a:pt x="2079" y="1985"/>
                    <a:pt x="2709" y="1355"/>
                    <a:pt x="3466" y="1355"/>
                  </a:cubicBezTo>
                  <a:close/>
                  <a:moveTo>
                    <a:pt x="3466" y="0"/>
                  </a:moveTo>
                  <a:cubicBezTo>
                    <a:pt x="1575" y="0"/>
                    <a:pt x="32" y="1576"/>
                    <a:pt x="32" y="3403"/>
                  </a:cubicBezTo>
                  <a:cubicBezTo>
                    <a:pt x="32" y="4001"/>
                    <a:pt x="189" y="4569"/>
                    <a:pt x="473" y="5104"/>
                  </a:cubicBezTo>
                  <a:lnTo>
                    <a:pt x="32" y="6396"/>
                  </a:lnTo>
                  <a:cubicBezTo>
                    <a:pt x="0" y="6522"/>
                    <a:pt x="32" y="6679"/>
                    <a:pt x="126" y="6774"/>
                  </a:cubicBezTo>
                  <a:cubicBezTo>
                    <a:pt x="172" y="6820"/>
                    <a:pt x="269" y="6849"/>
                    <a:pt x="367" y="6849"/>
                  </a:cubicBezTo>
                  <a:cubicBezTo>
                    <a:pt x="403" y="6849"/>
                    <a:pt x="439" y="6845"/>
                    <a:pt x="473" y="6837"/>
                  </a:cubicBezTo>
                  <a:lnTo>
                    <a:pt x="1764" y="6396"/>
                  </a:lnTo>
                  <a:cubicBezTo>
                    <a:pt x="2300" y="6679"/>
                    <a:pt x="2867" y="6837"/>
                    <a:pt x="3466" y="6837"/>
                  </a:cubicBezTo>
                  <a:cubicBezTo>
                    <a:pt x="5356" y="6837"/>
                    <a:pt x="6868" y="5293"/>
                    <a:pt x="6868" y="3403"/>
                  </a:cubicBezTo>
                  <a:cubicBezTo>
                    <a:pt x="6868" y="1513"/>
                    <a:pt x="5356" y="0"/>
                    <a:pt x="346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9152;p69">
              <a:extLst>
                <a:ext uri="{FF2B5EF4-FFF2-40B4-BE49-F238E27FC236}">
                  <a16:creationId xmlns:a16="http://schemas.microsoft.com/office/drawing/2014/main" id="{39BCEE30-D60A-EA28-24F7-9C6C567FFEBB}"/>
                </a:ext>
              </a:extLst>
            </p:cNvPr>
            <p:cNvSpPr/>
            <p:nvPr/>
          </p:nvSpPr>
          <p:spPr>
            <a:xfrm>
              <a:off x="-34937975" y="3254050"/>
              <a:ext cx="33125" cy="67775"/>
            </a:xfrm>
            <a:custGeom>
              <a:avLst/>
              <a:gdLst/>
              <a:ahLst/>
              <a:cxnLst/>
              <a:rect l="l" t="t" r="r" b="b"/>
              <a:pathLst>
                <a:path w="1325" h="2711" extrusionOk="0">
                  <a:moveTo>
                    <a:pt x="663" y="1"/>
                  </a:moveTo>
                  <a:cubicBezTo>
                    <a:pt x="253" y="1"/>
                    <a:pt x="1" y="316"/>
                    <a:pt x="1" y="662"/>
                  </a:cubicBezTo>
                  <a:lnTo>
                    <a:pt x="1" y="2048"/>
                  </a:lnTo>
                  <a:cubicBezTo>
                    <a:pt x="1" y="2427"/>
                    <a:pt x="316" y="2710"/>
                    <a:pt x="663" y="2710"/>
                  </a:cubicBezTo>
                  <a:cubicBezTo>
                    <a:pt x="694" y="2710"/>
                    <a:pt x="789" y="2710"/>
                    <a:pt x="820" y="2679"/>
                  </a:cubicBezTo>
                  <a:lnTo>
                    <a:pt x="757" y="2584"/>
                  </a:lnTo>
                  <a:cubicBezTo>
                    <a:pt x="631" y="2490"/>
                    <a:pt x="631" y="2238"/>
                    <a:pt x="757" y="2111"/>
                  </a:cubicBezTo>
                  <a:cubicBezTo>
                    <a:pt x="804" y="2064"/>
                    <a:pt x="891" y="2041"/>
                    <a:pt x="978" y="2041"/>
                  </a:cubicBezTo>
                  <a:cubicBezTo>
                    <a:pt x="1064" y="2041"/>
                    <a:pt x="1151" y="2064"/>
                    <a:pt x="1198" y="2111"/>
                  </a:cubicBezTo>
                  <a:lnTo>
                    <a:pt x="1293" y="2206"/>
                  </a:lnTo>
                  <a:cubicBezTo>
                    <a:pt x="1293" y="2175"/>
                    <a:pt x="1324" y="2080"/>
                    <a:pt x="1324" y="2048"/>
                  </a:cubicBezTo>
                  <a:lnTo>
                    <a:pt x="1324" y="662"/>
                  </a:lnTo>
                  <a:cubicBezTo>
                    <a:pt x="1324" y="284"/>
                    <a:pt x="1041" y="1"/>
                    <a:pt x="66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9153;p69">
              <a:extLst>
                <a:ext uri="{FF2B5EF4-FFF2-40B4-BE49-F238E27FC236}">
                  <a16:creationId xmlns:a16="http://schemas.microsoft.com/office/drawing/2014/main" id="{166F17E2-7393-A014-3B81-3ED69DFD2A62}"/>
                </a:ext>
              </a:extLst>
            </p:cNvPr>
            <p:cNvSpPr/>
            <p:nvPr/>
          </p:nvSpPr>
          <p:spPr>
            <a:xfrm>
              <a:off x="-35085250" y="3338325"/>
              <a:ext cx="69325" cy="69350"/>
            </a:xfrm>
            <a:custGeom>
              <a:avLst/>
              <a:gdLst/>
              <a:ahLst/>
              <a:cxnLst/>
              <a:rect l="l" t="t" r="r" b="b"/>
              <a:pathLst>
                <a:path w="2773" h="2774" extrusionOk="0">
                  <a:moveTo>
                    <a:pt x="1387" y="1"/>
                  </a:moveTo>
                  <a:cubicBezTo>
                    <a:pt x="631" y="1"/>
                    <a:pt x="1" y="631"/>
                    <a:pt x="1" y="1387"/>
                  </a:cubicBezTo>
                  <a:cubicBezTo>
                    <a:pt x="64" y="2143"/>
                    <a:pt x="631" y="2773"/>
                    <a:pt x="1387" y="2773"/>
                  </a:cubicBezTo>
                  <a:cubicBezTo>
                    <a:pt x="2143" y="2773"/>
                    <a:pt x="2773" y="2143"/>
                    <a:pt x="2773" y="1387"/>
                  </a:cubicBezTo>
                  <a:cubicBezTo>
                    <a:pt x="2773" y="631"/>
                    <a:pt x="2143" y="1"/>
                    <a:pt x="138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9154;p69">
              <a:extLst>
                <a:ext uri="{FF2B5EF4-FFF2-40B4-BE49-F238E27FC236}">
                  <a16:creationId xmlns:a16="http://schemas.microsoft.com/office/drawing/2014/main" id="{F49D81B3-3824-6B36-EBD8-3CE860BD0AA6}"/>
                </a:ext>
              </a:extLst>
            </p:cNvPr>
            <p:cNvSpPr/>
            <p:nvPr/>
          </p:nvSpPr>
          <p:spPr>
            <a:xfrm>
              <a:off x="-35118325" y="3424175"/>
              <a:ext cx="137075" cy="69350"/>
            </a:xfrm>
            <a:custGeom>
              <a:avLst/>
              <a:gdLst/>
              <a:ahLst/>
              <a:cxnLst/>
              <a:rect l="l" t="t" r="r" b="b"/>
              <a:pathLst>
                <a:path w="5483" h="2774" extrusionOk="0">
                  <a:moveTo>
                    <a:pt x="2741" y="1"/>
                  </a:moveTo>
                  <a:cubicBezTo>
                    <a:pt x="1387" y="1"/>
                    <a:pt x="221" y="1040"/>
                    <a:pt x="32" y="2364"/>
                  </a:cubicBezTo>
                  <a:cubicBezTo>
                    <a:pt x="0" y="2553"/>
                    <a:pt x="158" y="2773"/>
                    <a:pt x="347" y="2773"/>
                  </a:cubicBezTo>
                  <a:lnTo>
                    <a:pt x="5104" y="2773"/>
                  </a:lnTo>
                  <a:cubicBezTo>
                    <a:pt x="5325" y="2773"/>
                    <a:pt x="5482" y="2553"/>
                    <a:pt x="5482" y="2364"/>
                  </a:cubicBezTo>
                  <a:cubicBezTo>
                    <a:pt x="5262" y="1040"/>
                    <a:pt x="4127" y="1"/>
                    <a:pt x="274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5" name="Google Shape;9155;p69">
            <a:extLst>
              <a:ext uri="{FF2B5EF4-FFF2-40B4-BE49-F238E27FC236}">
                <a16:creationId xmlns:a16="http://schemas.microsoft.com/office/drawing/2014/main" id="{700B8E9E-44B8-B5CD-6DD1-4D5F21C56D1B}"/>
              </a:ext>
            </a:extLst>
          </p:cNvPr>
          <p:cNvGrpSpPr/>
          <p:nvPr/>
        </p:nvGrpSpPr>
        <p:grpSpPr>
          <a:xfrm>
            <a:off x="4109340" y="8828618"/>
            <a:ext cx="916860" cy="913331"/>
            <a:chOff x="-35123050" y="3561225"/>
            <a:chExt cx="292225" cy="291100"/>
          </a:xfrm>
          <a:solidFill>
            <a:srgbClr val="555559"/>
          </a:solidFill>
        </p:grpSpPr>
        <p:sp>
          <p:nvSpPr>
            <p:cNvPr id="1986" name="Google Shape;9156;p69">
              <a:extLst>
                <a:ext uri="{FF2B5EF4-FFF2-40B4-BE49-F238E27FC236}">
                  <a16:creationId xmlns:a16="http://schemas.microsoft.com/office/drawing/2014/main" id="{BEDE3189-BA8E-9657-165C-A53139A8BAD8}"/>
                </a:ext>
              </a:extLst>
            </p:cNvPr>
            <p:cNvSpPr/>
            <p:nvPr/>
          </p:nvSpPr>
          <p:spPr>
            <a:xfrm>
              <a:off x="-35123050" y="3629750"/>
              <a:ext cx="205575" cy="222575"/>
            </a:xfrm>
            <a:custGeom>
              <a:avLst/>
              <a:gdLst/>
              <a:ahLst/>
              <a:cxnLst/>
              <a:rect l="l" t="t" r="r" b="b"/>
              <a:pathLst>
                <a:path w="8223" h="8903" extrusionOk="0">
                  <a:moveTo>
                    <a:pt x="2080" y="2710"/>
                  </a:moveTo>
                  <a:cubicBezTo>
                    <a:pt x="2458" y="2710"/>
                    <a:pt x="2741" y="3056"/>
                    <a:pt x="2741" y="3403"/>
                  </a:cubicBezTo>
                  <a:cubicBezTo>
                    <a:pt x="2741" y="3781"/>
                    <a:pt x="2426" y="4065"/>
                    <a:pt x="2080" y="4065"/>
                  </a:cubicBezTo>
                  <a:cubicBezTo>
                    <a:pt x="1733" y="4065"/>
                    <a:pt x="1418" y="3750"/>
                    <a:pt x="1418" y="3403"/>
                  </a:cubicBezTo>
                  <a:cubicBezTo>
                    <a:pt x="1418" y="3056"/>
                    <a:pt x="1670" y="2710"/>
                    <a:pt x="2080" y="2710"/>
                  </a:cubicBezTo>
                  <a:close/>
                  <a:moveTo>
                    <a:pt x="4127" y="2710"/>
                  </a:moveTo>
                  <a:cubicBezTo>
                    <a:pt x="4506" y="2710"/>
                    <a:pt x="4789" y="3056"/>
                    <a:pt x="4789" y="3403"/>
                  </a:cubicBezTo>
                  <a:cubicBezTo>
                    <a:pt x="4789" y="3781"/>
                    <a:pt x="4474" y="4065"/>
                    <a:pt x="4127" y="4065"/>
                  </a:cubicBezTo>
                  <a:cubicBezTo>
                    <a:pt x="3718" y="4065"/>
                    <a:pt x="3466" y="3750"/>
                    <a:pt x="3466" y="3403"/>
                  </a:cubicBezTo>
                  <a:cubicBezTo>
                    <a:pt x="3466" y="3056"/>
                    <a:pt x="3718" y="2710"/>
                    <a:pt x="4127" y="2710"/>
                  </a:cubicBezTo>
                  <a:close/>
                  <a:moveTo>
                    <a:pt x="6207" y="2710"/>
                  </a:moveTo>
                  <a:cubicBezTo>
                    <a:pt x="6616" y="2710"/>
                    <a:pt x="6868" y="3056"/>
                    <a:pt x="6868" y="3403"/>
                  </a:cubicBezTo>
                  <a:cubicBezTo>
                    <a:pt x="6868" y="3781"/>
                    <a:pt x="6553" y="4065"/>
                    <a:pt x="6207" y="4065"/>
                  </a:cubicBezTo>
                  <a:cubicBezTo>
                    <a:pt x="5829" y="4065"/>
                    <a:pt x="5545" y="3750"/>
                    <a:pt x="5545" y="3403"/>
                  </a:cubicBezTo>
                  <a:cubicBezTo>
                    <a:pt x="5514" y="3056"/>
                    <a:pt x="5829" y="2710"/>
                    <a:pt x="6207" y="2710"/>
                  </a:cubicBezTo>
                  <a:close/>
                  <a:moveTo>
                    <a:pt x="1733" y="0"/>
                  </a:moveTo>
                  <a:cubicBezTo>
                    <a:pt x="788" y="0"/>
                    <a:pt x="0" y="757"/>
                    <a:pt x="0" y="1702"/>
                  </a:cubicBezTo>
                  <a:lnTo>
                    <a:pt x="0" y="5136"/>
                  </a:lnTo>
                  <a:cubicBezTo>
                    <a:pt x="0" y="5955"/>
                    <a:pt x="630" y="6616"/>
                    <a:pt x="1418" y="6774"/>
                  </a:cubicBezTo>
                  <a:lnTo>
                    <a:pt x="1418" y="8570"/>
                  </a:lnTo>
                  <a:cubicBezTo>
                    <a:pt x="1418" y="8696"/>
                    <a:pt x="1481" y="8822"/>
                    <a:pt x="1607" y="8885"/>
                  </a:cubicBezTo>
                  <a:cubicBezTo>
                    <a:pt x="1649" y="8895"/>
                    <a:pt x="1695" y="8902"/>
                    <a:pt x="1739" y="8902"/>
                  </a:cubicBezTo>
                  <a:cubicBezTo>
                    <a:pt x="1828" y="8902"/>
                    <a:pt x="1912" y="8874"/>
                    <a:pt x="1954" y="8790"/>
                  </a:cubicBezTo>
                  <a:lnTo>
                    <a:pt x="3938" y="6837"/>
                  </a:lnTo>
                  <a:lnTo>
                    <a:pt x="6522" y="6837"/>
                  </a:lnTo>
                  <a:cubicBezTo>
                    <a:pt x="7467" y="6837"/>
                    <a:pt x="8223" y="6081"/>
                    <a:pt x="8223" y="5136"/>
                  </a:cubicBezTo>
                  <a:lnTo>
                    <a:pt x="8223" y="1702"/>
                  </a:lnTo>
                  <a:cubicBezTo>
                    <a:pt x="8223" y="757"/>
                    <a:pt x="7467" y="0"/>
                    <a:pt x="652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9157;p69">
              <a:extLst>
                <a:ext uri="{FF2B5EF4-FFF2-40B4-BE49-F238E27FC236}">
                  <a16:creationId xmlns:a16="http://schemas.microsoft.com/office/drawing/2014/main" id="{F01B8AC2-5334-25C7-55E0-2BA488005617}"/>
                </a:ext>
              </a:extLst>
            </p:cNvPr>
            <p:cNvSpPr/>
            <p:nvPr/>
          </p:nvSpPr>
          <p:spPr>
            <a:xfrm>
              <a:off x="-35053750" y="3561225"/>
              <a:ext cx="222925" cy="221825"/>
            </a:xfrm>
            <a:custGeom>
              <a:avLst/>
              <a:gdLst/>
              <a:ahLst/>
              <a:cxnLst/>
              <a:rect l="l" t="t" r="r" b="b"/>
              <a:pathLst>
                <a:path w="8917" h="8873" extrusionOk="0">
                  <a:moveTo>
                    <a:pt x="1702" y="1"/>
                  </a:moveTo>
                  <a:cubicBezTo>
                    <a:pt x="757" y="1"/>
                    <a:pt x="1" y="725"/>
                    <a:pt x="1" y="1702"/>
                  </a:cubicBezTo>
                  <a:lnTo>
                    <a:pt x="1" y="2048"/>
                  </a:lnTo>
                  <a:lnTo>
                    <a:pt x="3781" y="2048"/>
                  </a:lnTo>
                  <a:cubicBezTo>
                    <a:pt x="5136" y="2048"/>
                    <a:pt x="6207" y="3088"/>
                    <a:pt x="6207" y="4443"/>
                  </a:cubicBezTo>
                  <a:lnTo>
                    <a:pt x="6207" y="7877"/>
                  </a:lnTo>
                  <a:lnTo>
                    <a:pt x="6207" y="8003"/>
                  </a:lnTo>
                  <a:lnTo>
                    <a:pt x="6995" y="8790"/>
                  </a:lnTo>
                  <a:cubicBezTo>
                    <a:pt x="7055" y="8850"/>
                    <a:pt x="7127" y="8872"/>
                    <a:pt x="7205" y="8872"/>
                  </a:cubicBezTo>
                  <a:cubicBezTo>
                    <a:pt x="7249" y="8872"/>
                    <a:pt x="7295" y="8865"/>
                    <a:pt x="7341" y="8853"/>
                  </a:cubicBezTo>
                  <a:cubicBezTo>
                    <a:pt x="7467" y="8822"/>
                    <a:pt x="7530" y="8664"/>
                    <a:pt x="7530" y="8538"/>
                  </a:cubicBezTo>
                  <a:lnTo>
                    <a:pt x="7530" y="6806"/>
                  </a:lnTo>
                  <a:cubicBezTo>
                    <a:pt x="8318" y="6648"/>
                    <a:pt x="8917" y="5955"/>
                    <a:pt x="8917" y="5104"/>
                  </a:cubicBezTo>
                  <a:lnTo>
                    <a:pt x="8917" y="1702"/>
                  </a:lnTo>
                  <a:cubicBezTo>
                    <a:pt x="8917" y="725"/>
                    <a:pt x="8129" y="1"/>
                    <a:pt x="718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8" name="Google Shape;9158;p69">
            <a:extLst>
              <a:ext uri="{FF2B5EF4-FFF2-40B4-BE49-F238E27FC236}">
                <a16:creationId xmlns:a16="http://schemas.microsoft.com/office/drawing/2014/main" id="{676F39DB-3832-67EB-CE57-E75B2769574D}"/>
              </a:ext>
            </a:extLst>
          </p:cNvPr>
          <p:cNvGrpSpPr/>
          <p:nvPr/>
        </p:nvGrpSpPr>
        <p:grpSpPr>
          <a:xfrm>
            <a:off x="4218092" y="9953771"/>
            <a:ext cx="699353" cy="914350"/>
            <a:chOff x="-35089175" y="3919600"/>
            <a:chExt cx="222900" cy="291425"/>
          </a:xfrm>
          <a:solidFill>
            <a:srgbClr val="555559"/>
          </a:solidFill>
        </p:grpSpPr>
        <p:sp>
          <p:nvSpPr>
            <p:cNvPr id="1989" name="Google Shape;9159;p69">
              <a:extLst>
                <a:ext uri="{FF2B5EF4-FFF2-40B4-BE49-F238E27FC236}">
                  <a16:creationId xmlns:a16="http://schemas.microsoft.com/office/drawing/2014/main" id="{011605C3-3A57-84CE-4874-640E488DF3BF}"/>
                </a:ext>
              </a:extLst>
            </p:cNvPr>
            <p:cNvSpPr/>
            <p:nvPr/>
          </p:nvSpPr>
          <p:spPr>
            <a:xfrm>
              <a:off x="-35089175" y="3919600"/>
              <a:ext cx="222900" cy="291425"/>
            </a:xfrm>
            <a:custGeom>
              <a:avLst/>
              <a:gdLst/>
              <a:ahLst/>
              <a:cxnLst/>
              <a:rect l="l" t="t" r="r" b="b"/>
              <a:pathLst>
                <a:path w="8916" h="11657" extrusionOk="0">
                  <a:moveTo>
                    <a:pt x="4474" y="1418"/>
                  </a:moveTo>
                  <a:cubicBezTo>
                    <a:pt x="6143" y="1418"/>
                    <a:pt x="7530" y="2804"/>
                    <a:pt x="7530" y="4474"/>
                  </a:cubicBezTo>
                  <a:cubicBezTo>
                    <a:pt x="7561" y="6175"/>
                    <a:pt x="6143" y="7561"/>
                    <a:pt x="4474" y="7561"/>
                  </a:cubicBezTo>
                  <a:cubicBezTo>
                    <a:pt x="2772" y="7561"/>
                    <a:pt x="1386" y="6175"/>
                    <a:pt x="1386" y="4474"/>
                  </a:cubicBezTo>
                  <a:cubicBezTo>
                    <a:pt x="1386" y="2804"/>
                    <a:pt x="2772" y="1418"/>
                    <a:pt x="4474" y="1418"/>
                  </a:cubicBezTo>
                  <a:close/>
                  <a:moveTo>
                    <a:pt x="4474" y="0"/>
                  </a:moveTo>
                  <a:cubicBezTo>
                    <a:pt x="2016" y="0"/>
                    <a:pt x="0" y="2017"/>
                    <a:pt x="0" y="4442"/>
                  </a:cubicBezTo>
                  <a:cubicBezTo>
                    <a:pt x="0" y="5419"/>
                    <a:pt x="315" y="6333"/>
                    <a:pt x="914" y="7120"/>
                  </a:cubicBezTo>
                  <a:lnTo>
                    <a:pt x="4190" y="11531"/>
                  </a:lnTo>
                  <a:cubicBezTo>
                    <a:pt x="4253" y="11626"/>
                    <a:pt x="4348" y="11657"/>
                    <a:pt x="4474" y="11657"/>
                  </a:cubicBezTo>
                  <a:cubicBezTo>
                    <a:pt x="4568" y="11657"/>
                    <a:pt x="4663" y="11626"/>
                    <a:pt x="4726" y="11531"/>
                  </a:cubicBezTo>
                  <a:lnTo>
                    <a:pt x="8002" y="7120"/>
                  </a:lnTo>
                  <a:cubicBezTo>
                    <a:pt x="8601" y="6333"/>
                    <a:pt x="8916" y="5419"/>
                    <a:pt x="8916" y="4442"/>
                  </a:cubicBezTo>
                  <a:cubicBezTo>
                    <a:pt x="8916" y="2017"/>
                    <a:pt x="6931" y="0"/>
                    <a:pt x="447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9160;p69">
              <a:extLst>
                <a:ext uri="{FF2B5EF4-FFF2-40B4-BE49-F238E27FC236}">
                  <a16:creationId xmlns:a16="http://schemas.microsoft.com/office/drawing/2014/main" id="{FA9EFE13-3C59-642A-DD7B-BA2A8D586B64}"/>
                </a:ext>
              </a:extLst>
            </p:cNvPr>
            <p:cNvSpPr/>
            <p:nvPr/>
          </p:nvSpPr>
          <p:spPr>
            <a:xfrm>
              <a:off x="-35038000" y="3971575"/>
              <a:ext cx="120525" cy="120525"/>
            </a:xfrm>
            <a:custGeom>
              <a:avLst/>
              <a:gdLst/>
              <a:ahLst/>
              <a:cxnLst/>
              <a:rect l="l" t="t" r="r" b="b"/>
              <a:pathLst>
                <a:path w="4821" h="4821" extrusionOk="0">
                  <a:moveTo>
                    <a:pt x="2427" y="662"/>
                  </a:moveTo>
                  <a:cubicBezTo>
                    <a:pt x="2616" y="662"/>
                    <a:pt x="2773" y="820"/>
                    <a:pt x="2773" y="1040"/>
                  </a:cubicBezTo>
                  <a:cubicBezTo>
                    <a:pt x="2773" y="1229"/>
                    <a:pt x="2616" y="1387"/>
                    <a:pt x="2427" y="1387"/>
                  </a:cubicBezTo>
                  <a:cubicBezTo>
                    <a:pt x="2206" y="1387"/>
                    <a:pt x="2049" y="1229"/>
                    <a:pt x="2049" y="1040"/>
                  </a:cubicBezTo>
                  <a:cubicBezTo>
                    <a:pt x="2049" y="820"/>
                    <a:pt x="2206" y="662"/>
                    <a:pt x="2427" y="662"/>
                  </a:cubicBezTo>
                  <a:close/>
                  <a:moveTo>
                    <a:pt x="2427" y="2017"/>
                  </a:moveTo>
                  <a:cubicBezTo>
                    <a:pt x="2616" y="2017"/>
                    <a:pt x="2773" y="2174"/>
                    <a:pt x="2773" y="2363"/>
                  </a:cubicBezTo>
                  <a:lnTo>
                    <a:pt x="2773" y="3750"/>
                  </a:lnTo>
                  <a:cubicBezTo>
                    <a:pt x="2773" y="3939"/>
                    <a:pt x="2616" y="4096"/>
                    <a:pt x="2427" y="4096"/>
                  </a:cubicBezTo>
                  <a:cubicBezTo>
                    <a:pt x="2206" y="4096"/>
                    <a:pt x="2049" y="3939"/>
                    <a:pt x="2049" y="3750"/>
                  </a:cubicBezTo>
                  <a:lnTo>
                    <a:pt x="2049" y="2363"/>
                  </a:lnTo>
                  <a:cubicBezTo>
                    <a:pt x="2049" y="2174"/>
                    <a:pt x="2206" y="2017"/>
                    <a:pt x="2427" y="2017"/>
                  </a:cubicBezTo>
                  <a:close/>
                  <a:moveTo>
                    <a:pt x="2427" y="1"/>
                  </a:moveTo>
                  <a:cubicBezTo>
                    <a:pt x="1072" y="1"/>
                    <a:pt x="1" y="1072"/>
                    <a:pt x="1" y="2395"/>
                  </a:cubicBezTo>
                  <a:cubicBezTo>
                    <a:pt x="1" y="3750"/>
                    <a:pt x="1072" y="4821"/>
                    <a:pt x="2427" y="4821"/>
                  </a:cubicBezTo>
                  <a:cubicBezTo>
                    <a:pt x="3750" y="4821"/>
                    <a:pt x="4821" y="3750"/>
                    <a:pt x="4821" y="2395"/>
                  </a:cubicBezTo>
                  <a:cubicBezTo>
                    <a:pt x="4821" y="1072"/>
                    <a:pt x="3750" y="1"/>
                    <a:pt x="242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91" name="Google Shape;9161;p69">
            <a:extLst>
              <a:ext uri="{FF2B5EF4-FFF2-40B4-BE49-F238E27FC236}">
                <a16:creationId xmlns:a16="http://schemas.microsoft.com/office/drawing/2014/main" id="{74D01FA9-863C-D117-B530-1E81BADE31BF}"/>
              </a:ext>
            </a:extLst>
          </p:cNvPr>
          <p:cNvGrpSpPr/>
          <p:nvPr/>
        </p:nvGrpSpPr>
        <p:grpSpPr>
          <a:xfrm>
            <a:off x="9898912" y="7687030"/>
            <a:ext cx="869955" cy="915683"/>
            <a:chOff x="-33277650" y="3226875"/>
            <a:chExt cx="277275" cy="291850"/>
          </a:xfrm>
          <a:solidFill>
            <a:srgbClr val="555559"/>
          </a:solidFill>
        </p:grpSpPr>
        <p:sp>
          <p:nvSpPr>
            <p:cNvPr id="1992" name="Google Shape;9162;p69">
              <a:extLst>
                <a:ext uri="{FF2B5EF4-FFF2-40B4-BE49-F238E27FC236}">
                  <a16:creationId xmlns:a16="http://schemas.microsoft.com/office/drawing/2014/main" id="{DB812248-3D8D-A055-AEFD-169B5C4DD05E}"/>
                </a:ext>
              </a:extLst>
            </p:cNvPr>
            <p:cNvSpPr/>
            <p:nvPr/>
          </p:nvSpPr>
          <p:spPr>
            <a:xfrm>
              <a:off x="-33071300" y="3440725"/>
              <a:ext cx="33100" cy="33900"/>
            </a:xfrm>
            <a:custGeom>
              <a:avLst/>
              <a:gdLst/>
              <a:ahLst/>
              <a:cxnLst/>
              <a:rect l="l" t="t" r="r" b="b"/>
              <a:pathLst>
                <a:path w="1324" h="1356" extrusionOk="0">
                  <a:moveTo>
                    <a:pt x="662" y="0"/>
                  </a:moveTo>
                  <a:cubicBezTo>
                    <a:pt x="284" y="0"/>
                    <a:pt x="1" y="315"/>
                    <a:pt x="1" y="693"/>
                  </a:cubicBezTo>
                  <a:cubicBezTo>
                    <a:pt x="1" y="1040"/>
                    <a:pt x="284" y="1355"/>
                    <a:pt x="662" y="1355"/>
                  </a:cubicBezTo>
                  <a:cubicBezTo>
                    <a:pt x="1040" y="1355"/>
                    <a:pt x="1324" y="1040"/>
                    <a:pt x="1324" y="693"/>
                  </a:cubicBezTo>
                  <a:cubicBezTo>
                    <a:pt x="1324" y="315"/>
                    <a:pt x="1040" y="0"/>
                    <a:pt x="66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9163;p69">
              <a:extLst>
                <a:ext uri="{FF2B5EF4-FFF2-40B4-BE49-F238E27FC236}">
                  <a16:creationId xmlns:a16="http://schemas.microsoft.com/office/drawing/2014/main" id="{3959F53E-1CB3-3864-FBD2-9DB291D87601}"/>
                </a:ext>
              </a:extLst>
            </p:cNvPr>
            <p:cNvSpPr/>
            <p:nvPr/>
          </p:nvSpPr>
          <p:spPr>
            <a:xfrm>
              <a:off x="-33157925" y="3227275"/>
              <a:ext cx="17350" cy="103200"/>
            </a:xfrm>
            <a:custGeom>
              <a:avLst/>
              <a:gdLst/>
              <a:ahLst/>
              <a:cxnLst/>
              <a:rect l="l" t="t" r="r" b="b"/>
              <a:pathLst>
                <a:path w="694" h="4128" extrusionOk="0">
                  <a:moveTo>
                    <a:pt x="347" y="1"/>
                  </a:moveTo>
                  <a:cubicBezTo>
                    <a:pt x="158" y="1"/>
                    <a:pt x="0" y="158"/>
                    <a:pt x="0" y="347"/>
                  </a:cubicBezTo>
                  <a:lnTo>
                    <a:pt x="0" y="4128"/>
                  </a:lnTo>
                  <a:cubicBezTo>
                    <a:pt x="95" y="4096"/>
                    <a:pt x="221" y="4096"/>
                    <a:pt x="347" y="4096"/>
                  </a:cubicBezTo>
                  <a:cubicBezTo>
                    <a:pt x="473" y="4096"/>
                    <a:pt x="567" y="4096"/>
                    <a:pt x="693" y="4128"/>
                  </a:cubicBezTo>
                  <a:lnTo>
                    <a:pt x="693" y="347"/>
                  </a:lnTo>
                  <a:cubicBezTo>
                    <a:pt x="693"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9164;p69">
              <a:extLst>
                <a:ext uri="{FF2B5EF4-FFF2-40B4-BE49-F238E27FC236}">
                  <a16:creationId xmlns:a16="http://schemas.microsoft.com/office/drawing/2014/main" id="{EA1B8A09-1A6B-D59D-D94C-85B685732E6D}"/>
                </a:ext>
              </a:extLst>
            </p:cNvPr>
            <p:cNvSpPr/>
            <p:nvPr/>
          </p:nvSpPr>
          <p:spPr>
            <a:xfrm>
              <a:off x="-33175250" y="3347650"/>
              <a:ext cx="51200" cy="51350"/>
            </a:xfrm>
            <a:custGeom>
              <a:avLst/>
              <a:gdLst/>
              <a:ahLst/>
              <a:cxnLst/>
              <a:rect l="l" t="t" r="r" b="b"/>
              <a:pathLst>
                <a:path w="2048" h="2054" extrusionOk="0">
                  <a:moveTo>
                    <a:pt x="938" y="0"/>
                  </a:moveTo>
                  <a:cubicBezTo>
                    <a:pt x="417" y="0"/>
                    <a:pt x="0" y="451"/>
                    <a:pt x="0" y="1014"/>
                  </a:cubicBezTo>
                  <a:cubicBezTo>
                    <a:pt x="0" y="1549"/>
                    <a:pt x="473" y="2054"/>
                    <a:pt x="1040" y="2054"/>
                  </a:cubicBezTo>
                  <a:cubicBezTo>
                    <a:pt x="1575" y="2054"/>
                    <a:pt x="2048" y="1581"/>
                    <a:pt x="2048" y="1014"/>
                  </a:cubicBezTo>
                  <a:cubicBezTo>
                    <a:pt x="2048" y="447"/>
                    <a:pt x="1575" y="6"/>
                    <a:pt x="1040" y="6"/>
                  </a:cubicBezTo>
                  <a:cubicBezTo>
                    <a:pt x="1006" y="2"/>
                    <a:pt x="972" y="0"/>
                    <a:pt x="93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9165;p69">
              <a:extLst>
                <a:ext uri="{FF2B5EF4-FFF2-40B4-BE49-F238E27FC236}">
                  <a16:creationId xmlns:a16="http://schemas.microsoft.com/office/drawing/2014/main" id="{CCFDA846-7F54-4DE1-8D3B-2FA6021B64F9}"/>
                </a:ext>
              </a:extLst>
            </p:cNvPr>
            <p:cNvSpPr/>
            <p:nvPr/>
          </p:nvSpPr>
          <p:spPr>
            <a:xfrm>
              <a:off x="-33224875" y="3404500"/>
              <a:ext cx="159900" cy="114225"/>
            </a:xfrm>
            <a:custGeom>
              <a:avLst/>
              <a:gdLst/>
              <a:ahLst/>
              <a:cxnLst/>
              <a:rect l="l" t="t" r="r" b="b"/>
              <a:pathLst>
                <a:path w="6396" h="4569" extrusionOk="0">
                  <a:moveTo>
                    <a:pt x="1954" y="0"/>
                  </a:moveTo>
                  <a:lnTo>
                    <a:pt x="0" y="2520"/>
                  </a:lnTo>
                  <a:lnTo>
                    <a:pt x="0" y="4222"/>
                  </a:lnTo>
                  <a:cubicBezTo>
                    <a:pt x="0" y="4411"/>
                    <a:pt x="158" y="4568"/>
                    <a:pt x="347" y="4568"/>
                  </a:cubicBezTo>
                  <a:lnTo>
                    <a:pt x="3781" y="4568"/>
                  </a:lnTo>
                  <a:cubicBezTo>
                    <a:pt x="3970" y="4568"/>
                    <a:pt x="4127" y="4411"/>
                    <a:pt x="4127" y="4222"/>
                  </a:cubicBezTo>
                  <a:lnTo>
                    <a:pt x="4127" y="3875"/>
                  </a:lnTo>
                  <a:lnTo>
                    <a:pt x="5136" y="3875"/>
                  </a:lnTo>
                  <a:cubicBezTo>
                    <a:pt x="5577" y="3844"/>
                    <a:pt x="6018" y="3718"/>
                    <a:pt x="6396" y="3434"/>
                  </a:cubicBezTo>
                  <a:cubicBezTo>
                    <a:pt x="5986" y="3277"/>
                    <a:pt x="5608" y="2930"/>
                    <a:pt x="5514" y="2489"/>
                  </a:cubicBezTo>
                  <a:lnTo>
                    <a:pt x="4442" y="2489"/>
                  </a:lnTo>
                  <a:cubicBezTo>
                    <a:pt x="3497" y="2489"/>
                    <a:pt x="2741" y="1733"/>
                    <a:pt x="2741" y="788"/>
                  </a:cubicBezTo>
                  <a:lnTo>
                    <a:pt x="2741" y="410"/>
                  </a:lnTo>
                  <a:cubicBezTo>
                    <a:pt x="2426" y="315"/>
                    <a:pt x="2206" y="189"/>
                    <a:pt x="195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9166;p69">
              <a:extLst>
                <a:ext uri="{FF2B5EF4-FFF2-40B4-BE49-F238E27FC236}">
                  <a16:creationId xmlns:a16="http://schemas.microsoft.com/office/drawing/2014/main" id="{0F7EB8F6-2819-58B4-8917-6CEDCEA5A11D}"/>
                </a:ext>
              </a:extLst>
            </p:cNvPr>
            <p:cNvSpPr/>
            <p:nvPr/>
          </p:nvSpPr>
          <p:spPr>
            <a:xfrm>
              <a:off x="-33141400" y="3312350"/>
              <a:ext cx="127625" cy="138625"/>
            </a:xfrm>
            <a:custGeom>
              <a:avLst/>
              <a:gdLst/>
              <a:ahLst/>
              <a:cxnLst/>
              <a:rect l="l" t="t" r="r" b="b"/>
              <a:pathLst>
                <a:path w="5105" h="5545" extrusionOk="0">
                  <a:moveTo>
                    <a:pt x="4128" y="0"/>
                  </a:moveTo>
                  <a:lnTo>
                    <a:pt x="694" y="662"/>
                  </a:lnTo>
                  <a:lnTo>
                    <a:pt x="694" y="1040"/>
                  </a:lnTo>
                  <a:cubicBezTo>
                    <a:pt x="1103" y="1355"/>
                    <a:pt x="1387" y="1827"/>
                    <a:pt x="1387" y="2426"/>
                  </a:cubicBezTo>
                  <a:cubicBezTo>
                    <a:pt x="1387" y="3245"/>
                    <a:pt x="788" y="3938"/>
                    <a:pt x="1" y="4127"/>
                  </a:cubicBezTo>
                  <a:lnTo>
                    <a:pt x="1" y="4505"/>
                  </a:lnTo>
                  <a:cubicBezTo>
                    <a:pt x="1" y="5072"/>
                    <a:pt x="473" y="5545"/>
                    <a:pt x="1009" y="5545"/>
                  </a:cubicBezTo>
                  <a:lnTo>
                    <a:pt x="2080" y="5545"/>
                  </a:lnTo>
                  <a:cubicBezTo>
                    <a:pt x="2238" y="4946"/>
                    <a:pt x="2742" y="4505"/>
                    <a:pt x="3372" y="4505"/>
                  </a:cubicBezTo>
                  <a:cubicBezTo>
                    <a:pt x="3624" y="4505"/>
                    <a:pt x="3844" y="4600"/>
                    <a:pt x="4065" y="4726"/>
                  </a:cubicBezTo>
                  <a:lnTo>
                    <a:pt x="4065" y="4127"/>
                  </a:lnTo>
                  <a:lnTo>
                    <a:pt x="4128" y="4127"/>
                  </a:lnTo>
                  <a:cubicBezTo>
                    <a:pt x="4443" y="4064"/>
                    <a:pt x="4758" y="3938"/>
                    <a:pt x="4916" y="3655"/>
                  </a:cubicBezTo>
                  <a:cubicBezTo>
                    <a:pt x="5105" y="3340"/>
                    <a:pt x="5105" y="2993"/>
                    <a:pt x="4947" y="2678"/>
                  </a:cubicBezTo>
                  <a:lnTo>
                    <a:pt x="4128" y="1008"/>
                  </a:lnTo>
                  <a:lnTo>
                    <a:pt x="4128"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9167;p69">
              <a:extLst>
                <a:ext uri="{FF2B5EF4-FFF2-40B4-BE49-F238E27FC236}">
                  <a16:creationId xmlns:a16="http://schemas.microsoft.com/office/drawing/2014/main" id="{F159E7EA-8C2C-8726-BD71-0FABA5921E1B}"/>
                </a:ext>
              </a:extLst>
            </p:cNvPr>
            <p:cNvSpPr/>
            <p:nvPr/>
          </p:nvSpPr>
          <p:spPr>
            <a:xfrm>
              <a:off x="-33122500" y="3226875"/>
              <a:ext cx="122125" cy="83925"/>
            </a:xfrm>
            <a:custGeom>
              <a:avLst/>
              <a:gdLst/>
              <a:ahLst/>
              <a:cxnLst/>
              <a:rect l="l" t="t" r="r" b="b"/>
              <a:pathLst>
                <a:path w="4885" h="3357" extrusionOk="0">
                  <a:moveTo>
                    <a:pt x="3376" y="1"/>
                  </a:moveTo>
                  <a:cubicBezTo>
                    <a:pt x="3025" y="1"/>
                    <a:pt x="2679" y="143"/>
                    <a:pt x="2427" y="426"/>
                  </a:cubicBezTo>
                  <a:lnTo>
                    <a:pt x="2143" y="678"/>
                  </a:lnTo>
                  <a:lnTo>
                    <a:pt x="1" y="678"/>
                  </a:lnTo>
                  <a:lnTo>
                    <a:pt x="1" y="3356"/>
                  </a:lnTo>
                  <a:lnTo>
                    <a:pt x="4191" y="2537"/>
                  </a:lnTo>
                  <a:lnTo>
                    <a:pt x="4349" y="2379"/>
                  </a:lnTo>
                  <a:cubicBezTo>
                    <a:pt x="4884" y="1844"/>
                    <a:pt x="4884" y="962"/>
                    <a:pt x="4349" y="426"/>
                  </a:cubicBezTo>
                  <a:cubicBezTo>
                    <a:pt x="4081" y="143"/>
                    <a:pt x="3726" y="1"/>
                    <a:pt x="337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9168;p69">
              <a:extLst>
                <a:ext uri="{FF2B5EF4-FFF2-40B4-BE49-F238E27FC236}">
                  <a16:creationId xmlns:a16="http://schemas.microsoft.com/office/drawing/2014/main" id="{9D7AE437-CFC0-6587-4293-5909A40EF669}"/>
                </a:ext>
              </a:extLst>
            </p:cNvPr>
            <p:cNvSpPr/>
            <p:nvPr/>
          </p:nvSpPr>
          <p:spPr>
            <a:xfrm>
              <a:off x="-33277650" y="3245400"/>
              <a:ext cx="102400" cy="198500"/>
            </a:xfrm>
            <a:custGeom>
              <a:avLst/>
              <a:gdLst/>
              <a:ahLst/>
              <a:cxnLst/>
              <a:rect l="l" t="t" r="r" b="b"/>
              <a:pathLst>
                <a:path w="4096" h="7940" extrusionOk="0">
                  <a:moveTo>
                    <a:pt x="4096" y="0"/>
                  </a:moveTo>
                  <a:cubicBezTo>
                    <a:pt x="1828" y="95"/>
                    <a:pt x="0" y="1985"/>
                    <a:pt x="0" y="4316"/>
                  </a:cubicBezTo>
                  <a:cubicBezTo>
                    <a:pt x="0" y="5766"/>
                    <a:pt x="757" y="7120"/>
                    <a:pt x="1954" y="7939"/>
                  </a:cubicBezTo>
                  <a:lnTo>
                    <a:pt x="3592" y="5829"/>
                  </a:lnTo>
                  <a:cubicBezTo>
                    <a:pt x="3466" y="5576"/>
                    <a:pt x="3434" y="5356"/>
                    <a:pt x="3434" y="5104"/>
                  </a:cubicBezTo>
                  <a:cubicBezTo>
                    <a:pt x="3434" y="4568"/>
                    <a:pt x="3718" y="4033"/>
                    <a:pt x="4096" y="3718"/>
                  </a:cubicBezTo>
                  <a:lnTo>
                    <a:pt x="4096"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99" name="Google Shape;9169;p69">
            <a:extLst>
              <a:ext uri="{FF2B5EF4-FFF2-40B4-BE49-F238E27FC236}">
                <a16:creationId xmlns:a16="http://schemas.microsoft.com/office/drawing/2014/main" id="{9EDBD570-63A0-D6C3-F496-FCE53574F7C2}"/>
              </a:ext>
            </a:extLst>
          </p:cNvPr>
          <p:cNvGrpSpPr/>
          <p:nvPr/>
        </p:nvGrpSpPr>
        <p:grpSpPr>
          <a:xfrm>
            <a:off x="9876675" y="8828068"/>
            <a:ext cx="914429" cy="914429"/>
            <a:chOff x="-33286325" y="3586425"/>
            <a:chExt cx="291450" cy="291450"/>
          </a:xfrm>
          <a:solidFill>
            <a:srgbClr val="555559"/>
          </a:solidFill>
        </p:grpSpPr>
        <p:sp>
          <p:nvSpPr>
            <p:cNvPr id="2000" name="Google Shape;9170;p69">
              <a:extLst>
                <a:ext uri="{FF2B5EF4-FFF2-40B4-BE49-F238E27FC236}">
                  <a16:creationId xmlns:a16="http://schemas.microsoft.com/office/drawing/2014/main" id="{9DDCF070-A446-6ABE-15BA-E311AD3ADFEA}"/>
                </a:ext>
              </a:extLst>
            </p:cNvPr>
            <p:cNvSpPr/>
            <p:nvPr/>
          </p:nvSpPr>
          <p:spPr>
            <a:xfrm>
              <a:off x="-33114625" y="3586425"/>
              <a:ext cx="119750" cy="120525"/>
            </a:xfrm>
            <a:custGeom>
              <a:avLst/>
              <a:gdLst/>
              <a:ahLst/>
              <a:cxnLst/>
              <a:rect l="l" t="t" r="r" b="b"/>
              <a:pathLst>
                <a:path w="4790" h="4821" extrusionOk="0">
                  <a:moveTo>
                    <a:pt x="2395" y="631"/>
                  </a:moveTo>
                  <a:cubicBezTo>
                    <a:pt x="2584" y="631"/>
                    <a:pt x="2742" y="788"/>
                    <a:pt x="2742" y="1009"/>
                  </a:cubicBezTo>
                  <a:lnTo>
                    <a:pt x="2742" y="2017"/>
                  </a:lnTo>
                  <a:lnTo>
                    <a:pt x="3782" y="2017"/>
                  </a:lnTo>
                  <a:cubicBezTo>
                    <a:pt x="3971" y="2017"/>
                    <a:pt x="4128" y="2175"/>
                    <a:pt x="4128" y="2364"/>
                  </a:cubicBezTo>
                  <a:cubicBezTo>
                    <a:pt x="4128" y="2584"/>
                    <a:pt x="3971" y="2742"/>
                    <a:pt x="3782" y="2742"/>
                  </a:cubicBezTo>
                  <a:lnTo>
                    <a:pt x="2395" y="2742"/>
                  </a:lnTo>
                  <a:cubicBezTo>
                    <a:pt x="2206" y="2742"/>
                    <a:pt x="2049" y="2584"/>
                    <a:pt x="2049" y="2364"/>
                  </a:cubicBezTo>
                  <a:lnTo>
                    <a:pt x="2049" y="1009"/>
                  </a:lnTo>
                  <a:cubicBezTo>
                    <a:pt x="2049" y="788"/>
                    <a:pt x="2206" y="631"/>
                    <a:pt x="2395" y="631"/>
                  </a:cubicBezTo>
                  <a:close/>
                  <a:moveTo>
                    <a:pt x="2395" y="1"/>
                  </a:moveTo>
                  <a:cubicBezTo>
                    <a:pt x="1041" y="1"/>
                    <a:pt x="1" y="1072"/>
                    <a:pt x="1" y="2427"/>
                  </a:cubicBezTo>
                  <a:cubicBezTo>
                    <a:pt x="1" y="3750"/>
                    <a:pt x="1041" y="4821"/>
                    <a:pt x="2395" y="4821"/>
                  </a:cubicBezTo>
                  <a:cubicBezTo>
                    <a:pt x="3719" y="4821"/>
                    <a:pt x="4790" y="3750"/>
                    <a:pt x="4790" y="2427"/>
                  </a:cubicBezTo>
                  <a:cubicBezTo>
                    <a:pt x="4790" y="1072"/>
                    <a:pt x="3719" y="1"/>
                    <a:pt x="239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9171;p69">
              <a:extLst>
                <a:ext uri="{FF2B5EF4-FFF2-40B4-BE49-F238E27FC236}">
                  <a16:creationId xmlns:a16="http://schemas.microsoft.com/office/drawing/2014/main" id="{DC0751E2-B873-B76A-0AAC-C20558EEECD6}"/>
                </a:ext>
              </a:extLst>
            </p:cNvPr>
            <p:cNvSpPr/>
            <p:nvPr/>
          </p:nvSpPr>
          <p:spPr>
            <a:xfrm>
              <a:off x="-33286325" y="3825875"/>
              <a:ext cx="241050" cy="52000"/>
            </a:xfrm>
            <a:custGeom>
              <a:avLst/>
              <a:gdLst/>
              <a:ahLst/>
              <a:cxnLst/>
              <a:rect l="l" t="t" r="r" b="b"/>
              <a:pathLst>
                <a:path w="9642" h="2080" extrusionOk="0">
                  <a:moveTo>
                    <a:pt x="32" y="0"/>
                  </a:moveTo>
                  <a:lnTo>
                    <a:pt x="32" y="1764"/>
                  </a:lnTo>
                  <a:cubicBezTo>
                    <a:pt x="1" y="1922"/>
                    <a:pt x="158" y="2079"/>
                    <a:pt x="347" y="2079"/>
                  </a:cubicBezTo>
                  <a:lnTo>
                    <a:pt x="9295" y="2079"/>
                  </a:lnTo>
                  <a:cubicBezTo>
                    <a:pt x="9484" y="2079"/>
                    <a:pt x="9641" y="1922"/>
                    <a:pt x="9641" y="1733"/>
                  </a:cubicBezTo>
                  <a:lnTo>
                    <a:pt x="9641" y="1040"/>
                  </a:lnTo>
                  <a:cubicBezTo>
                    <a:pt x="9641" y="473"/>
                    <a:pt x="9169" y="0"/>
                    <a:pt x="863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9172;p69">
              <a:extLst>
                <a:ext uri="{FF2B5EF4-FFF2-40B4-BE49-F238E27FC236}">
                  <a16:creationId xmlns:a16="http://schemas.microsoft.com/office/drawing/2014/main" id="{7C86927A-7314-70ED-9493-10FFE18E0A7A}"/>
                </a:ext>
              </a:extLst>
            </p:cNvPr>
            <p:cNvSpPr/>
            <p:nvPr/>
          </p:nvSpPr>
          <p:spPr>
            <a:xfrm>
              <a:off x="-33183925" y="3756550"/>
              <a:ext cx="103200" cy="52025"/>
            </a:xfrm>
            <a:custGeom>
              <a:avLst/>
              <a:gdLst/>
              <a:ahLst/>
              <a:cxnLst/>
              <a:rect l="l" t="t" r="r" b="b"/>
              <a:pathLst>
                <a:path w="4128" h="2081" extrusionOk="0">
                  <a:moveTo>
                    <a:pt x="1040" y="1"/>
                  </a:moveTo>
                  <a:cubicBezTo>
                    <a:pt x="473" y="1"/>
                    <a:pt x="1" y="505"/>
                    <a:pt x="1" y="1040"/>
                  </a:cubicBezTo>
                  <a:lnTo>
                    <a:pt x="1" y="2080"/>
                  </a:lnTo>
                  <a:lnTo>
                    <a:pt x="4128" y="2080"/>
                  </a:lnTo>
                  <a:lnTo>
                    <a:pt x="4128" y="1040"/>
                  </a:lnTo>
                  <a:cubicBezTo>
                    <a:pt x="4128" y="505"/>
                    <a:pt x="3687" y="1"/>
                    <a:pt x="312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9173;p69">
              <a:extLst>
                <a:ext uri="{FF2B5EF4-FFF2-40B4-BE49-F238E27FC236}">
                  <a16:creationId xmlns:a16="http://schemas.microsoft.com/office/drawing/2014/main" id="{FF8ED5A9-AC81-AD87-F041-07571C08D355}"/>
                </a:ext>
              </a:extLst>
            </p:cNvPr>
            <p:cNvSpPr/>
            <p:nvPr/>
          </p:nvSpPr>
          <p:spPr>
            <a:xfrm>
              <a:off x="-33252450" y="3636850"/>
              <a:ext cx="68550" cy="69325"/>
            </a:xfrm>
            <a:custGeom>
              <a:avLst/>
              <a:gdLst/>
              <a:ahLst/>
              <a:cxnLst/>
              <a:rect l="l" t="t" r="r" b="b"/>
              <a:pathLst>
                <a:path w="2742" h="2773" extrusionOk="0">
                  <a:moveTo>
                    <a:pt x="1387" y="0"/>
                  </a:moveTo>
                  <a:cubicBezTo>
                    <a:pt x="599" y="0"/>
                    <a:pt x="1" y="630"/>
                    <a:pt x="1" y="1386"/>
                  </a:cubicBezTo>
                  <a:cubicBezTo>
                    <a:pt x="1" y="2142"/>
                    <a:pt x="599" y="2772"/>
                    <a:pt x="1387" y="2772"/>
                  </a:cubicBezTo>
                  <a:cubicBezTo>
                    <a:pt x="2143" y="2772"/>
                    <a:pt x="2742" y="2142"/>
                    <a:pt x="2742" y="1386"/>
                  </a:cubicBezTo>
                  <a:cubicBezTo>
                    <a:pt x="2742" y="630"/>
                    <a:pt x="2143" y="0"/>
                    <a:pt x="138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9174;p69">
              <a:extLst>
                <a:ext uri="{FF2B5EF4-FFF2-40B4-BE49-F238E27FC236}">
                  <a16:creationId xmlns:a16="http://schemas.microsoft.com/office/drawing/2014/main" id="{8D95B2EA-590B-A4AA-5EF8-0743C3550B79}"/>
                </a:ext>
              </a:extLst>
            </p:cNvPr>
            <p:cNvSpPr/>
            <p:nvPr/>
          </p:nvSpPr>
          <p:spPr>
            <a:xfrm>
              <a:off x="-33286325" y="3723050"/>
              <a:ext cx="116600" cy="85525"/>
            </a:xfrm>
            <a:custGeom>
              <a:avLst/>
              <a:gdLst/>
              <a:ahLst/>
              <a:cxnLst/>
              <a:rect l="l" t="t" r="r" b="b"/>
              <a:pathLst>
                <a:path w="4664" h="3421" extrusionOk="0">
                  <a:moveTo>
                    <a:pt x="2788" y="1"/>
                  </a:moveTo>
                  <a:cubicBezTo>
                    <a:pt x="2690" y="1"/>
                    <a:pt x="2591" y="6"/>
                    <a:pt x="2490" y="18"/>
                  </a:cubicBezTo>
                  <a:cubicBezTo>
                    <a:pt x="1072" y="144"/>
                    <a:pt x="1" y="1435"/>
                    <a:pt x="1" y="2853"/>
                  </a:cubicBezTo>
                  <a:lnTo>
                    <a:pt x="1" y="3105"/>
                  </a:lnTo>
                  <a:cubicBezTo>
                    <a:pt x="1" y="3263"/>
                    <a:pt x="158" y="3420"/>
                    <a:pt x="347" y="3420"/>
                  </a:cubicBezTo>
                  <a:lnTo>
                    <a:pt x="3435" y="3420"/>
                  </a:lnTo>
                  <a:lnTo>
                    <a:pt x="3435" y="2380"/>
                  </a:lnTo>
                  <a:cubicBezTo>
                    <a:pt x="3435" y="1624"/>
                    <a:pt x="3939" y="963"/>
                    <a:pt x="4664" y="774"/>
                  </a:cubicBezTo>
                  <a:cubicBezTo>
                    <a:pt x="4164" y="302"/>
                    <a:pt x="3517" y="1"/>
                    <a:pt x="278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05" name="Google Shape;9175;p69">
            <a:extLst>
              <a:ext uri="{FF2B5EF4-FFF2-40B4-BE49-F238E27FC236}">
                <a16:creationId xmlns:a16="http://schemas.microsoft.com/office/drawing/2014/main" id="{73A7B1A4-FDE6-570F-596F-4069E4F9D4B8}"/>
              </a:ext>
            </a:extLst>
          </p:cNvPr>
          <p:cNvGrpSpPr/>
          <p:nvPr/>
        </p:nvGrpSpPr>
        <p:grpSpPr>
          <a:xfrm>
            <a:off x="9876675" y="9951258"/>
            <a:ext cx="914429" cy="919370"/>
            <a:chOff x="-33286325" y="3944800"/>
            <a:chExt cx="291450" cy="293025"/>
          </a:xfrm>
          <a:solidFill>
            <a:srgbClr val="555559"/>
          </a:solidFill>
        </p:grpSpPr>
        <p:sp>
          <p:nvSpPr>
            <p:cNvPr id="2006" name="Google Shape;9176;p69">
              <a:extLst>
                <a:ext uri="{FF2B5EF4-FFF2-40B4-BE49-F238E27FC236}">
                  <a16:creationId xmlns:a16="http://schemas.microsoft.com/office/drawing/2014/main" id="{35085D78-F8A6-DFCC-05AF-C10C288A9841}"/>
                </a:ext>
              </a:extLst>
            </p:cNvPr>
            <p:cNvSpPr/>
            <p:nvPr/>
          </p:nvSpPr>
          <p:spPr>
            <a:xfrm>
              <a:off x="-33194950" y="3996000"/>
              <a:ext cx="200075" cy="241825"/>
            </a:xfrm>
            <a:custGeom>
              <a:avLst/>
              <a:gdLst/>
              <a:ahLst/>
              <a:cxnLst/>
              <a:rect l="l" t="t" r="r" b="b"/>
              <a:pathLst>
                <a:path w="8003" h="9673" extrusionOk="0">
                  <a:moveTo>
                    <a:pt x="2300" y="0"/>
                  </a:moveTo>
                  <a:cubicBezTo>
                    <a:pt x="2017" y="0"/>
                    <a:pt x="1796" y="252"/>
                    <a:pt x="1796" y="536"/>
                  </a:cubicBezTo>
                  <a:lnTo>
                    <a:pt x="1796" y="2962"/>
                  </a:lnTo>
                  <a:lnTo>
                    <a:pt x="694" y="4064"/>
                  </a:lnTo>
                  <a:cubicBezTo>
                    <a:pt x="95" y="4663"/>
                    <a:pt x="0" y="5640"/>
                    <a:pt x="536" y="6301"/>
                  </a:cubicBezTo>
                  <a:lnTo>
                    <a:pt x="1576" y="7719"/>
                  </a:lnTo>
                  <a:cubicBezTo>
                    <a:pt x="1702" y="7876"/>
                    <a:pt x="1796" y="8128"/>
                    <a:pt x="1796" y="8349"/>
                  </a:cubicBezTo>
                  <a:lnTo>
                    <a:pt x="1796" y="9294"/>
                  </a:lnTo>
                  <a:cubicBezTo>
                    <a:pt x="1796" y="9515"/>
                    <a:pt x="1954" y="9672"/>
                    <a:pt x="2143" y="9672"/>
                  </a:cubicBezTo>
                  <a:lnTo>
                    <a:pt x="6932" y="9672"/>
                  </a:lnTo>
                  <a:cubicBezTo>
                    <a:pt x="7152" y="9672"/>
                    <a:pt x="7310" y="9515"/>
                    <a:pt x="7310" y="9294"/>
                  </a:cubicBezTo>
                  <a:lnTo>
                    <a:pt x="7310" y="8349"/>
                  </a:lnTo>
                  <a:cubicBezTo>
                    <a:pt x="7310" y="8128"/>
                    <a:pt x="7373" y="7939"/>
                    <a:pt x="7530" y="7782"/>
                  </a:cubicBezTo>
                  <a:cubicBezTo>
                    <a:pt x="7814" y="7498"/>
                    <a:pt x="7971" y="7089"/>
                    <a:pt x="7971" y="6711"/>
                  </a:cubicBezTo>
                  <a:lnTo>
                    <a:pt x="7971" y="3938"/>
                  </a:lnTo>
                  <a:cubicBezTo>
                    <a:pt x="8003" y="3686"/>
                    <a:pt x="7782" y="3434"/>
                    <a:pt x="7499" y="3434"/>
                  </a:cubicBezTo>
                  <a:cubicBezTo>
                    <a:pt x="7215" y="3434"/>
                    <a:pt x="6995" y="3686"/>
                    <a:pt x="6995" y="3938"/>
                  </a:cubicBezTo>
                  <a:lnTo>
                    <a:pt x="6995" y="4474"/>
                  </a:lnTo>
                  <a:cubicBezTo>
                    <a:pt x="6995" y="4663"/>
                    <a:pt x="6837" y="4820"/>
                    <a:pt x="6617" y="4820"/>
                  </a:cubicBezTo>
                  <a:cubicBezTo>
                    <a:pt x="6427" y="4820"/>
                    <a:pt x="6270" y="4663"/>
                    <a:pt x="6270" y="4474"/>
                  </a:cubicBezTo>
                  <a:lnTo>
                    <a:pt x="6270" y="3277"/>
                  </a:lnTo>
                  <a:cubicBezTo>
                    <a:pt x="6270" y="2993"/>
                    <a:pt x="6049" y="2773"/>
                    <a:pt x="5766" y="2773"/>
                  </a:cubicBezTo>
                  <a:cubicBezTo>
                    <a:pt x="5482" y="2773"/>
                    <a:pt x="5262" y="2993"/>
                    <a:pt x="5262" y="3277"/>
                  </a:cubicBezTo>
                  <a:lnTo>
                    <a:pt x="5262" y="4474"/>
                  </a:lnTo>
                  <a:cubicBezTo>
                    <a:pt x="5262" y="4663"/>
                    <a:pt x="5104" y="4820"/>
                    <a:pt x="4884" y="4820"/>
                  </a:cubicBezTo>
                  <a:cubicBezTo>
                    <a:pt x="4695" y="4820"/>
                    <a:pt x="4537" y="4663"/>
                    <a:pt x="4537" y="4474"/>
                  </a:cubicBezTo>
                  <a:lnTo>
                    <a:pt x="4537" y="1890"/>
                  </a:lnTo>
                  <a:cubicBezTo>
                    <a:pt x="4537" y="1638"/>
                    <a:pt x="4317" y="1386"/>
                    <a:pt x="4033" y="1386"/>
                  </a:cubicBezTo>
                  <a:cubicBezTo>
                    <a:pt x="3750" y="1386"/>
                    <a:pt x="3529" y="1638"/>
                    <a:pt x="3529" y="1890"/>
                  </a:cubicBezTo>
                  <a:lnTo>
                    <a:pt x="3529" y="4474"/>
                  </a:lnTo>
                  <a:cubicBezTo>
                    <a:pt x="3529" y="4663"/>
                    <a:pt x="3371" y="4820"/>
                    <a:pt x="3151" y="4820"/>
                  </a:cubicBezTo>
                  <a:cubicBezTo>
                    <a:pt x="2962" y="4820"/>
                    <a:pt x="2804" y="4663"/>
                    <a:pt x="2804" y="4474"/>
                  </a:cubicBezTo>
                  <a:lnTo>
                    <a:pt x="2804" y="4159"/>
                  </a:lnTo>
                  <a:lnTo>
                    <a:pt x="2804" y="536"/>
                  </a:lnTo>
                  <a:cubicBezTo>
                    <a:pt x="2804" y="252"/>
                    <a:pt x="2584" y="0"/>
                    <a:pt x="230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9177;p69">
              <a:extLst>
                <a:ext uri="{FF2B5EF4-FFF2-40B4-BE49-F238E27FC236}">
                  <a16:creationId xmlns:a16="http://schemas.microsoft.com/office/drawing/2014/main" id="{6CDD9E09-2D24-5722-B2DC-F99A04692641}"/>
                </a:ext>
              </a:extLst>
            </p:cNvPr>
            <p:cNvSpPr/>
            <p:nvPr/>
          </p:nvSpPr>
          <p:spPr>
            <a:xfrm>
              <a:off x="-33027975" y="3962900"/>
              <a:ext cx="33100" cy="105575"/>
            </a:xfrm>
            <a:custGeom>
              <a:avLst/>
              <a:gdLst/>
              <a:ahLst/>
              <a:cxnLst/>
              <a:rect l="l" t="t" r="r" b="b"/>
              <a:pathLst>
                <a:path w="1324" h="4223" extrusionOk="0">
                  <a:moveTo>
                    <a:pt x="1" y="1"/>
                  </a:moveTo>
                  <a:lnTo>
                    <a:pt x="1" y="3782"/>
                  </a:lnTo>
                  <a:cubicBezTo>
                    <a:pt x="95" y="3908"/>
                    <a:pt x="221" y="4065"/>
                    <a:pt x="253" y="4223"/>
                  </a:cubicBezTo>
                  <a:cubicBezTo>
                    <a:pt x="410" y="4128"/>
                    <a:pt x="631" y="4065"/>
                    <a:pt x="820" y="4065"/>
                  </a:cubicBezTo>
                  <a:cubicBezTo>
                    <a:pt x="1009" y="4065"/>
                    <a:pt x="1166" y="4097"/>
                    <a:pt x="1324" y="4160"/>
                  </a:cubicBezTo>
                  <a:lnTo>
                    <a:pt x="1324" y="285"/>
                  </a:lnTo>
                  <a:cubicBezTo>
                    <a:pt x="1324" y="127"/>
                    <a:pt x="1166" y="1"/>
                    <a:pt x="100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9178;p69">
              <a:extLst>
                <a:ext uri="{FF2B5EF4-FFF2-40B4-BE49-F238E27FC236}">
                  <a16:creationId xmlns:a16="http://schemas.microsoft.com/office/drawing/2014/main" id="{D8A2D721-51FE-6AEE-093D-7F3114AD5F34}"/>
                </a:ext>
              </a:extLst>
            </p:cNvPr>
            <p:cNvSpPr/>
            <p:nvPr/>
          </p:nvSpPr>
          <p:spPr>
            <a:xfrm>
              <a:off x="-33286325" y="3962125"/>
              <a:ext cx="96125" cy="205600"/>
            </a:xfrm>
            <a:custGeom>
              <a:avLst/>
              <a:gdLst/>
              <a:ahLst/>
              <a:cxnLst/>
              <a:rect l="l" t="t" r="r" b="b"/>
              <a:pathLst>
                <a:path w="3845" h="8224" extrusionOk="0">
                  <a:moveTo>
                    <a:pt x="379" y="0"/>
                  </a:moveTo>
                  <a:cubicBezTo>
                    <a:pt x="158" y="0"/>
                    <a:pt x="1" y="127"/>
                    <a:pt x="1" y="347"/>
                  </a:cubicBezTo>
                  <a:lnTo>
                    <a:pt x="1" y="7877"/>
                  </a:lnTo>
                  <a:cubicBezTo>
                    <a:pt x="1" y="8066"/>
                    <a:pt x="158" y="8223"/>
                    <a:pt x="347" y="8223"/>
                  </a:cubicBezTo>
                  <a:lnTo>
                    <a:pt x="3844" y="8223"/>
                  </a:lnTo>
                  <a:lnTo>
                    <a:pt x="3718" y="8066"/>
                  </a:lnTo>
                  <a:cubicBezTo>
                    <a:pt x="3435" y="7719"/>
                    <a:pt x="3277" y="7278"/>
                    <a:pt x="3246" y="6837"/>
                  </a:cubicBezTo>
                  <a:lnTo>
                    <a:pt x="2458" y="6837"/>
                  </a:lnTo>
                  <a:cubicBezTo>
                    <a:pt x="1891" y="6837"/>
                    <a:pt x="1419" y="6364"/>
                    <a:pt x="1419" y="5829"/>
                  </a:cubicBezTo>
                  <a:lnTo>
                    <a:pt x="1419"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9179;p69">
              <a:extLst>
                <a:ext uri="{FF2B5EF4-FFF2-40B4-BE49-F238E27FC236}">
                  <a16:creationId xmlns:a16="http://schemas.microsoft.com/office/drawing/2014/main" id="{E66B0C47-8997-DC1C-13B5-DAB2149BB370}"/>
                </a:ext>
              </a:extLst>
            </p:cNvPr>
            <p:cNvSpPr/>
            <p:nvPr/>
          </p:nvSpPr>
          <p:spPr>
            <a:xfrm>
              <a:off x="-33235125" y="3944800"/>
              <a:ext cx="189050" cy="171725"/>
            </a:xfrm>
            <a:custGeom>
              <a:avLst/>
              <a:gdLst/>
              <a:ahLst/>
              <a:cxnLst/>
              <a:rect l="l" t="t" r="r" b="b"/>
              <a:pathLst>
                <a:path w="7562" h="6869" extrusionOk="0">
                  <a:moveTo>
                    <a:pt x="379" y="0"/>
                  </a:moveTo>
                  <a:cubicBezTo>
                    <a:pt x="158" y="0"/>
                    <a:pt x="1" y="158"/>
                    <a:pt x="1" y="347"/>
                  </a:cubicBezTo>
                  <a:lnTo>
                    <a:pt x="1" y="6522"/>
                  </a:lnTo>
                  <a:cubicBezTo>
                    <a:pt x="1" y="6711"/>
                    <a:pt x="158" y="6868"/>
                    <a:pt x="379" y="6868"/>
                  </a:cubicBezTo>
                  <a:lnTo>
                    <a:pt x="1198" y="6868"/>
                  </a:lnTo>
                  <a:cubicBezTo>
                    <a:pt x="1261" y="6427"/>
                    <a:pt x="1513" y="5986"/>
                    <a:pt x="1828" y="5640"/>
                  </a:cubicBezTo>
                  <a:lnTo>
                    <a:pt x="2742" y="4726"/>
                  </a:lnTo>
                  <a:lnTo>
                    <a:pt x="2742" y="2584"/>
                  </a:lnTo>
                  <a:cubicBezTo>
                    <a:pt x="2742" y="1891"/>
                    <a:pt x="3277" y="1387"/>
                    <a:pt x="3907" y="1387"/>
                  </a:cubicBezTo>
                  <a:cubicBezTo>
                    <a:pt x="4537" y="1387"/>
                    <a:pt x="5105" y="1922"/>
                    <a:pt x="5105" y="2584"/>
                  </a:cubicBezTo>
                  <a:lnTo>
                    <a:pt x="5105" y="2836"/>
                  </a:lnTo>
                  <a:cubicBezTo>
                    <a:pt x="5262" y="2773"/>
                    <a:pt x="5420" y="2710"/>
                    <a:pt x="5609" y="2710"/>
                  </a:cubicBezTo>
                  <a:cubicBezTo>
                    <a:pt x="6270" y="2710"/>
                    <a:pt x="6774" y="3277"/>
                    <a:pt x="6774" y="3907"/>
                  </a:cubicBezTo>
                  <a:lnTo>
                    <a:pt x="6774" y="4191"/>
                  </a:lnTo>
                  <a:cubicBezTo>
                    <a:pt x="7058" y="4159"/>
                    <a:pt x="7215" y="4096"/>
                    <a:pt x="7404" y="4096"/>
                  </a:cubicBezTo>
                  <a:cubicBezTo>
                    <a:pt x="7499" y="4096"/>
                    <a:pt x="7530" y="4096"/>
                    <a:pt x="7562" y="4159"/>
                  </a:cubicBezTo>
                  <a:lnTo>
                    <a:pt x="7562" y="347"/>
                  </a:lnTo>
                  <a:cubicBezTo>
                    <a:pt x="7562" y="158"/>
                    <a:pt x="7404" y="0"/>
                    <a:pt x="7215" y="0"/>
                  </a:cubicBezTo>
                  <a:lnTo>
                    <a:pt x="5168" y="0"/>
                  </a:lnTo>
                  <a:cubicBezTo>
                    <a:pt x="4600" y="0"/>
                    <a:pt x="4096" y="284"/>
                    <a:pt x="3781" y="725"/>
                  </a:cubicBezTo>
                  <a:cubicBezTo>
                    <a:pt x="3466" y="284"/>
                    <a:pt x="2994" y="0"/>
                    <a:pt x="239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10" name="Google Shape;9180;p69">
            <a:extLst>
              <a:ext uri="{FF2B5EF4-FFF2-40B4-BE49-F238E27FC236}">
                <a16:creationId xmlns:a16="http://schemas.microsoft.com/office/drawing/2014/main" id="{25EE1631-6F42-B289-F1C0-9754B60D3363}"/>
              </a:ext>
            </a:extLst>
          </p:cNvPr>
          <p:cNvGrpSpPr/>
          <p:nvPr/>
        </p:nvGrpSpPr>
        <p:grpSpPr>
          <a:xfrm>
            <a:off x="15655533" y="7683936"/>
            <a:ext cx="914429" cy="921881"/>
            <a:chOff x="-31452725" y="3191825"/>
            <a:chExt cx="291450" cy="293825"/>
          </a:xfrm>
          <a:solidFill>
            <a:srgbClr val="555559"/>
          </a:solidFill>
        </p:grpSpPr>
        <p:sp>
          <p:nvSpPr>
            <p:cNvPr id="2011" name="Google Shape;9181;p69">
              <a:extLst>
                <a:ext uri="{FF2B5EF4-FFF2-40B4-BE49-F238E27FC236}">
                  <a16:creationId xmlns:a16="http://schemas.microsoft.com/office/drawing/2014/main" id="{A71CD4DE-EAE1-3933-B09B-DE3F7D18EC73}"/>
                </a:ext>
              </a:extLst>
            </p:cNvPr>
            <p:cNvSpPr/>
            <p:nvPr/>
          </p:nvSpPr>
          <p:spPr>
            <a:xfrm>
              <a:off x="-31314900" y="3278475"/>
              <a:ext cx="103200" cy="18125"/>
            </a:xfrm>
            <a:custGeom>
              <a:avLst/>
              <a:gdLst/>
              <a:ahLst/>
              <a:cxnLst/>
              <a:rect l="l" t="t" r="r" b="b"/>
              <a:pathLst>
                <a:path w="4128" h="725" extrusionOk="0">
                  <a:moveTo>
                    <a:pt x="1" y="0"/>
                  </a:moveTo>
                  <a:lnTo>
                    <a:pt x="1" y="725"/>
                  </a:lnTo>
                  <a:lnTo>
                    <a:pt x="4128" y="725"/>
                  </a:lnTo>
                  <a:lnTo>
                    <a:pt x="4128"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9182;p69">
              <a:extLst>
                <a:ext uri="{FF2B5EF4-FFF2-40B4-BE49-F238E27FC236}">
                  <a16:creationId xmlns:a16="http://schemas.microsoft.com/office/drawing/2014/main" id="{B44B2F7D-19CF-9660-72A6-524327BC171D}"/>
                </a:ext>
              </a:extLst>
            </p:cNvPr>
            <p:cNvSpPr/>
            <p:nvPr/>
          </p:nvSpPr>
          <p:spPr>
            <a:xfrm>
              <a:off x="-31367675" y="3227275"/>
              <a:ext cx="206400" cy="221350"/>
            </a:xfrm>
            <a:custGeom>
              <a:avLst/>
              <a:gdLst/>
              <a:ahLst/>
              <a:cxnLst/>
              <a:rect l="l" t="t" r="r" b="b"/>
              <a:pathLst>
                <a:path w="8256" h="8854" extrusionOk="0">
                  <a:moveTo>
                    <a:pt x="6554" y="1387"/>
                  </a:moveTo>
                  <a:cubicBezTo>
                    <a:pt x="6743" y="1387"/>
                    <a:pt x="6901" y="1544"/>
                    <a:pt x="6901" y="1733"/>
                  </a:cubicBezTo>
                  <a:lnTo>
                    <a:pt x="6901" y="3119"/>
                  </a:lnTo>
                  <a:cubicBezTo>
                    <a:pt x="6901" y="3309"/>
                    <a:pt x="6743" y="3466"/>
                    <a:pt x="6554" y="3466"/>
                  </a:cubicBezTo>
                  <a:lnTo>
                    <a:pt x="1734" y="3466"/>
                  </a:lnTo>
                  <a:cubicBezTo>
                    <a:pt x="1545" y="3466"/>
                    <a:pt x="1387" y="3309"/>
                    <a:pt x="1387" y="3119"/>
                  </a:cubicBezTo>
                  <a:lnTo>
                    <a:pt x="1387" y="1733"/>
                  </a:lnTo>
                  <a:cubicBezTo>
                    <a:pt x="1387" y="1544"/>
                    <a:pt x="1545" y="1387"/>
                    <a:pt x="1734" y="1387"/>
                  </a:cubicBezTo>
                  <a:close/>
                  <a:moveTo>
                    <a:pt x="2427" y="4096"/>
                  </a:moveTo>
                  <a:cubicBezTo>
                    <a:pt x="2616" y="4096"/>
                    <a:pt x="2773" y="4254"/>
                    <a:pt x="2773" y="4443"/>
                  </a:cubicBezTo>
                  <a:cubicBezTo>
                    <a:pt x="2773" y="4663"/>
                    <a:pt x="2616" y="4821"/>
                    <a:pt x="2427" y="4821"/>
                  </a:cubicBezTo>
                  <a:lnTo>
                    <a:pt x="1734" y="4821"/>
                  </a:lnTo>
                  <a:cubicBezTo>
                    <a:pt x="1545" y="4821"/>
                    <a:pt x="1387" y="4663"/>
                    <a:pt x="1387" y="4443"/>
                  </a:cubicBezTo>
                  <a:cubicBezTo>
                    <a:pt x="1387" y="4254"/>
                    <a:pt x="1545" y="4096"/>
                    <a:pt x="1734" y="4096"/>
                  </a:cubicBezTo>
                  <a:close/>
                  <a:moveTo>
                    <a:pt x="4475" y="4096"/>
                  </a:moveTo>
                  <a:cubicBezTo>
                    <a:pt x="4664" y="4096"/>
                    <a:pt x="4821" y="4254"/>
                    <a:pt x="4821" y="4443"/>
                  </a:cubicBezTo>
                  <a:cubicBezTo>
                    <a:pt x="4821" y="4663"/>
                    <a:pt x="4664" y="4821"/>
                    <a:pt x="4475" y="4821"/>
                  </a:cubicBezTo>
                  <a:lnTo>
                    <a:pt x="3782" y="4821"/>
                  </a:lnTo>
                  <a:cubicBezTo>
                    <a:pt x="3593" y="4821"/>
                    <a:pt x="3435" y="4663"/>
                    <a:pt x="3435" y="4443"/>
                  </a:cubicBezTo>
                  <a:cubicBezTo>
                    <a:pt x="3435" y="4254"/>
                    <a:pt x="3593" y="4096"/>
                    <a:pt x="3782" y="4096"/>
                  </a:cubicBezTo>
                  <a:close/>
                  <a:moveTo>
                    <a:pt x="6554" y="4096"/>
                  </a:moveTo>
                  <a:cubicBezTo>
                    <a:pt x="6743" y="4096"/>
                    <a:pt x="6901" y="4254"/>
                    <a:pt x="6901" y="4443"/>
                  </a:cubicBezTo>
                  <a:cubicBezTo>
                    <a:pt x="6901" y="4663"/>
                    <a:pt x="6743" y="4821"/>
                    <a:pt x="6554" y="4821"/>
                  </a:cubicBezTo>
                  <a:lnTo>
                    <a:pt x="5892" y="4821"/>
                  </a:lnTo>
                  <a:cubicBezTo>
                    <a:pt x="5672" y="4821"/>
                    <a:pt x="5514" y="4663"/>
                    <a:pt x="5514" y="4443"/>
                  </a:cubicBezTo>
                  <a:cubicBezTo>
                    <a:pt x="5514" y="4254"/>
                    <a:pt x="5672" y="4096"/>
                    <a:pt x="5892" y="4096"/>
                  </a:cubicBezTo>
                  <a:close/>
                  <a:moveTo>
                    <a:pt x="2427" y="5482"/>
                  </a:moveTo>
                  <a:cubicBezTo>
                    <a:pt x="2616" y="5482"/>
                    <a:pt x="2773" y="5640"/>
                    <a:pt x="2773" y="5829"/>
                  </a:cubicBezTo>
                  <a:cubicBezTo>
                    <a:pt x="2773" y="6018"/>
                    <a:pt x="2616" y="6175"/>
                    <a:pt x="2427" y="6175"/>
                  </a:cubicBezTo>
                  <a:lnTo>
                    <a:pt x="1734" y="6175"/>
                  </a:lnTo>
                  <a:cubicBezTo>
                    <a:pt x="1545" y="6175"/>
                    <a:pt x="1387" y="6018"/>
                    <a:pt x="1387" y="5829"/>
                  </a:cubicBezTo>
                  <a:cubicBezTo>
                    <a:pt x="1387" y="5640"/>
                    <a:pt x="1545" y="5482"/>
                    <a:pt x="1734" y="5482"/>
                  </a:cubicBezTo>
                  <a:close/>
                  <a:moveTo>
                    <a:pt x="4475" y="5482"/>
                  </a:moveTo>
                  <a:cubicBezTo>
                    <a:pt x="4664" y="5482"/>
                    <a:pt x="4821" y="5640"/>
                    <a:pt x="4821" y="5829"/>
                  </a:cubicBezTo>
                  <a:cubicBezTo>
                    <a:pt x="4821" y="6018"/>
                    <a:pt x="4664" y="6175"/>
                    <a:pt x="4475" y="6175"/>
                  </a:cubicBezTo>
                  <a:lnTo>
                    <a:pt x="3782" y="6175"/>
                  </a:lnTo>
                  <a:cubicBezTo>
                    <a:pt x="3593" y="6175"/>
                    <a:pt x="3435" y="6018"/>
                    <a:pt x="3435" y="5829"/>
                  </a:cubicBezTo>
                  <a:cubicBezTo>
                    <a:pt x="3435" y="5640"/>
                    <a:pt x="3593" y="5482"/>
                    <a:pt x="3782" y="5482"/>
                  </a:cubicBezTo>
                  <a:close/>
                  <a:moveTo>
                    <a:pt x="6554" y="5482"/>
                  </a:moveTo>
                  <a:cubicBezTo>
                    <a:pt x="6743" y="5482"/>
                    <a:pt x="6901" y="5640"/>
                    <a:pt x="6901" y="5829"/>
                  </a:cubicBezTo>
                  <a:cubicBezTo>
                    <a:pt x="6901" y="6018"/>
                    <a:pt x="6743" y="6175"/>
                    <a:pt x="6554" y="6175"/>
                  </a:cubicBezTo>
                  <a:lnTo>
                    <a:pt x="5892" y="6175"/>
                  </a:lnTo>
                  <a:cubicBezTo>
                    <a:pt x="5672" y="6175"/>
                    <a:pt x="5514" y="6018"/>
                    <a:pt x="5514" y="5829"/>
                  </a:cubicBezTo>
                  <a:cubicBezTo>
                    <a:pt x="5514" y="5640"/>
                    <a:pt x="5672" y="5482"/>
                    <a:pt x="5892" y="5482"/>
                  </a:cubicBezTo>
                  <a:close/>
                  <a:moveTo>
                    <a:pt x="2427" y="6869"/>
                  </a:moveTo>
                  <a:cubicBezTo>
                    <a:pt x="2616" y="6869"/>
                    <a:pt x="2773" y="7026"/>
                    <a:pt x="2773" y="7215"/>
                  </a:cubicBezTo>
                  <a:cubicBezTo>
                    <a:pt x="2773" y="7404"/>
                    <a:pt x="2616" y="7562"/>
                    <a:pt x="2427" y="7562"/>
                  </a:cubicBezTo>
                  <a:lnTo>
                    <a:pt x="1734" y="7562"/>
                  </a:lnTo>
                  <a:cubicBezTo>
                    <a:pt x="1545" y="7562"/>
                    <a:pt x="1387" y="7404"/>
                    <a:pt x="1387" y="7215"/>
                  </a:cubicBezTo>
                  <a:cubicBezTo>
                    <a:pt x="1387" y="7026"/>
                    <a:pt x="1545" y="6869"/>
                    <a:pt x="1734" y="6869"/>
                  </a:cubicBezTo>
                  <a:close/>
                  <a:moveTo>
                    <a:pt x="4475" y="6869"/>
                  </a:moveTo>
                  <a:cubicBezTo>
                    <a:pt x="4664" y="6869"/>
                    <a:pt x="4821" y="7026"/>
                    <a:pt x="4821" y="7215"/>
                  </a:cubicBezTo>
                  <a:cubicBezTo>
                    <a:pt x="4821" y="7404"/>
                    <a:pt x="4664" y="7562"/>
                    <a:pt x="4475" y="7562"/>
                  </a:cubicBezTo>
                  <a:lnTo>
                    <a:pt x="3782" y="7562"/>
                  </a:lnTo>
                  <a:cubicBezTo>
                    <a:pt x="3593" y="7562"/>
                    <a:pt x="3435" y="7404"/>
                    <a:pt x="3435" y="7215"/>
                  </a:cubicBezTo>
                  <a:cubicBezTo>
                    <a:pt x="3435" y="7026"/>
                    <a:pt x="3593" y="6869"/>
                    <a:pt x="3782" y="6869"/>
                  </a:cubicBezTo>
                  <a:close/>
                  <a:moveTo>
                    <a:pt x="6554" y="6869"/>
                  </a:moveTo>
                  <a:cubicBezTo>
                    <a:pt x="6743" y="6869"/>
                    <a:pt x="6901" y="7026"/>
                    <a:pt x="6901" y="7215"/>
                  </a:cubicBezTo>
                  <a:cubicBezTo>
                    <a:pt x="6901" y="7404"/>
                    <a:pt x="6743" y="7562"/>
                    <a:pt x="6554" y="7562"/>
                  </a:cubicBezTo>
                  <a:lnTo>
                    <a:pt x="5892" y="7562"/>
                  </a:lnTo>
                  <a:cubicBezTo>
                    <a:pt x="5672" y="7562"/>
                    <a:pt x="5514" y="7404"/>
                    <a:pt x="5514" y="7215"/>
                  </a:cubicBezTo>
                  <a:cubicBezTo>
                    <a:pt x="5514" y="7026"/>
                    <a:pt x="5672" y="6869"/>
                    <a:pt x="5892" y="6869"/>
                  </a:cubicBezTo>
                  <a:close/>
                  <a:moveTo>
                    <a:pt x="694" y="1"/>
                  </a:moveTo>
                  <a:lnTo>
                    <a:pt x="694" y="95"/>
                  </a:lnTo>
                  <a:cubicBezTo>
                    <a:pt x="694" y="631"/>
                    <a:pt x="442" y="1198"/>
                    <a:pt x="64" y="1576"/>
                  </a:cubicBezTo>
                  <a:lnTo>
                    <a:pt x="1" y="1607"/>
                  </a:lnTo>
                  <a:lnTo>
                    <a:pt x="1" y="5860"/>
                  </a:lnTo>
                  <a:lnTo>
                    <a:pt x="64" y="5923"/>
                  </a:lnTo>
                  <a:cubicBezTo>
                    <a:pt x="442" y="6301"/>
                    <a:pt x="694" y="6869"/>
                    <a:pt x="694" y="7404"/>
                  </a:cubicBezTo>
                  <a:cubicBezTo>
                    <a:pt x="694" y="7971"/>
                    <a:pt x="442" y="8475"/>
                    <a:pt x="95" y="8853"/>
                  </a:cubicBezTo>
                  <a:lnTo>
                    <a:pt x="7184" y="8853"/>
                  </a:lnTo>
                  <a:cubicBezTo>
                    <a:pt x="7720" y="8853"/>
                    <a:pt x="8192" y="8381"/>
                    <a:pt x="8192" y="7845"/>
                  </a:cubicBezTo>
                  <a:lnTo>
                    <a:pt x="8192" y="946"/>
                  </a:lnTo>
                  <a:cubicBezTo>
                    <a:pt x="8255" y="473"/>
                    <a:pt x="7814" y="1"/>
                    <a:pt x="721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9183;p69">
              <a:extLst>
                <a:ext uri="{FF2B5EF4-FFF2-40B4-BE49-F238E27FC236}">
                  <a16:creationId xmlns:a16="http://schemas.microsoft.com/office/drawing/2014/main" id="{EED1F2C9-0E88-3725-812A-6FB23349FAA3}"/>
                </a:ext>
              </a:extLst>
            </p:cNvPr>
            <p:cNvSpPr/>
            <p:nvPr/>
          </p:nvSpPr>
          <p:spPr>
            <a:xfrm>
              <a:off x="-31452725" y="3191825"/>
              <a:ext cx="86650" cy="259150"/>
            </a:xfrm>
            <a:custGeom>
              <a:avLst/>
              <a:gdLst/>
              <a:ahLst/>
              <a:cxnLst/>
              <a:rect l="l" t="t" r="r" b="b"/>
              <a:pathLst>
                <a:path w="3466" h="10366" extrusionOk="0">
                  <a:moveTo>
                    <a:pt x="1450" y="1"/>
                  </a:moveTo>
                  <a:cubicBezTo>
                    <a:pt x="662" y="1"/>
                    <a:pt x="0" y="662"/>
                    <a:pt x="0" y="1450"/>
                  </a:cubicBezTo>
                  <a:cubicBezTo>
                    <a:pt x="0" y="1860"/>
                    <a:pt x="158" y="2206"/>
                    <a:pt x="410" y="2490"/>
                  </a:cubicBezTo>
                  <a:lnTo>
                    <a:pt x="694" y="2773"/>
                  </a:lnTo>
                  <a:lnTo>
                    <a:pt x="694" y="7593"/>
                  </a:lnTo>
                  <a:lnTo>
                    <a:pt x="410" y="7877"/>
                  </a:lnTo>
                  <a:cubicBezTo>
                    <a:pt x="158" y="8161"/>
                    <a:pt x="0" y="8507"/>
                    <a:pt x="0" y="8917"/>
                  </a:cubicBezTo>
                  <a:cubicBezTo>
                    <a:pt x="0" y="9704"/>
                    <a:pt x="662" y="10366"/>
                    <a:pt x="1450" y="10366"/>
                  </a:cubicBezTo>
                  <a:lnTo>
                    <a:pt x="1985" y="10366"/>
                  </a:lnTo>
                  <a:cubicBezTo>
                    <a:pt x="2773" y="10366"/>
                    <a:pt x="3466" y="9704"/>
                    <a:pt x="3466" y="8917"/>
                  </a:cubicBezTo>
                  <a:cubicBezTo>
                    <a:pt x="3466" y="8507"/>
                    <a:pt x="3308" y="8161"/>
                    <a:pt x="3025" y="7877"/>
                  </a:cubicBezTo>
                  <a:lnTo>
                    <a:pt x="2741" y="7593"/>
                  </a:lnTo>
                  <a:lnTo>
                    <a:pt x="2741" y="2773"/>
                  </a:lnTo>
                  <a:lnTo>
                    <a:pt x="3025" y="2490"/>
                  </a:lnTo>
                  <a:cubicBezTo>
                    <a:pt x="3308" y="2206"/>
                    <a:pt x="3466" y="1860"/>
                    <a:pt x="3466" y="1450"/>
                  </a:cubicBezTo>
                  <a:cubicBezTo>
                    <a:pt x="3466" y="662"/>
                    <a:pt x="2773" y="1"/>
                    <a:pt x="198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9184;p69">
              <a:extLst>
                <a:ext uri="{FF2B5EF4-FFF2-40B4-BE49-F238E27FC236}">
                  <a16:creationId xmlns:a16="http://schemas.microsoft.com/office/drawing/2014/main" id="{9949B75C-FFD0-D609-8E3A-2F5A04BAD735}"/>
                </a:ext>
              </a:extLst>
            </p:cNvPr>
            <p:cNvSpPr/>
            <p:nvPr/>
          </p:nvSpPr>
          <p:spPr>
            <a:xfrm>
              <a:off x="-31409400" y="3468275"/>
              <a:ext cx="92950" cy="17375"/>
            </a:xfrm>
            <a:custGeom>
              <a:avLst/>
              <a:gdLst/>
              <a:ahLst/>
              <a:cxnLst/>
              <a:rect l="l" t="t" r="r" b="b"/>
              <a:pathLst>
                <a:path w="3718" h="695" extrusionOk="0">
                  <a:moveTo>
                    <a:pt x="0" y="1"/>
                  </a:moveTo>
                  <a:cubicBezTo>
                    <a:pt x="0" y="379"/>
                    <a:pt x="315" y="694"/>
                    <a:pt x="662" y="694"/>
                  </a:cubicBezTo>
                  <a:lnTo>
                    <a:pt x="3056" y="694"/>
                  </a:lnTo>
                  <a:cubicBezTo>
                    <a:pt x="3466" y="694"/>
                    <a:pt x="3718" y="379"/>
                    <a:pt x="371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15" name="Google Shape;9185;p69">
            <a:extLst>
              <a:ext uri="{FF2B5EF4-FFF2-40B4-BE49-F238E27FC236}">
                <a16:creationId xmlns:a16="http://schemas.microsoft.com/office/drawing/2014/main" id="{52E51AD4-1C2F-3903-408C-A873BDA825CB}"/>
              </a:ext>
            </a:extLst>
          </p:cNvPr>
          <p:cNvGrpSpPr/>
          <p:nvPr/>
        </p:nvGrpSpPr>
        <p:grpSpPr>
          <a:xfrm>
            <a:off x="15654318" y="8826855"/>
            <a:ext cx="916860" cy="916860"/>
            <a:chOff x="-31452725" y="3551775"/>
            <a:chExt cx="292225" cy="292225"/>
          </a:xfrm>
          <a:solidFill>
            <a:srgbClr val="555559"/>
          </a:solidFill>
        </p:grpSpPr>
        <p:sp>
          <p:nvSpPr>
            <p:cNvPr id="2016" name="Google Shape;9186;p69">
              <a:extLst>
                <a:ext uri="{FF2B5EF4-FFF2-40B4-BE49-F238E27FC236}">
                  <a16:creationId xmlns:a16="http://schemas.microsoft.com/office/drawing/2014/main" id="{A27D1E67-B1BF-5DD6-1CFA-C6A4BD731B01}"/>
                </a:ext>
              </a:extLst>
            </p:cNvPr>
            <p:cNvSpPr/>
            <p:nvPr/>
          </p:nvSpPr>
          <p:spPr>
            <a:xfrm>
              <a:off x="-31452725" y="3756550"/>
              <a:ext cx="155175" cy="34675"/>
            </a:xfrm>
            <a:custGeom>
              <a:avLst/>
              <a:gdLst/>
              <a:ahLst/>
              <a:cxnLst/>
              <a:rect l="l" t="t" r="r" b="b"/>
              <a:pathLst>
                <a:path w="6207" h="1387" extrusionOk="0">
                  <a:moveTo>
                    <a:pt x="32" y="1"/>
                  </a:moveTo>
                  <a:lnTo>
                    <a:pt x="32" y="1040"/>
                  </a:lnTo>
                  <a:cubicBezTo>
                    <a:pt x="0" y="1292"/>
                    <a:pt x="158" y="1387"/>
                    <a:pt x="347" y="1387"/>
                  </a:cubicBezTo>
                  <a:lnTo>
                    <a:pt x="6207" y="1387"/>
                  </a:lnTo>
                  <a:lnTo>
                    <a:pt x="6207"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9187;p69">
              <a:extLst>
                <a:ext uri="{FF2B5EF4-FFF2-40B4-BE49-F238E27FC236}">
                  <a16:creationId xmlns:a16="http://schemas.microsoft.com/office/drawing/2014/main" id="{99EA902B-7AA6-B5D6-774B-C9F6CCD85E4C}"/>
                </a:ext>
              </a:extLst>
            </p:cNvPr>
            <p:cNvSpPr/>
            <p:nvPr/>
          </p:nvSpPr>
          <p:spPr>
            <a:xfrm>
              <a:off x="-31452725" y="3551775"/>
              <a:ext cx="183525" cy="188275"/>
            </a:xfrm>
            <a:custGeom>
              <a:avLst/>
              <a:gdLst/>
              <a:ahLst/>
              <a:cxnLst/>
              <a:rect l="l" t="t" r="r" b="b"/>
              <a:pathLst>
                <a:path w="7341" h="7531" extrusionOk="0">
                  <a:moveTo>
                    <a:pt x="4474" y="0"/>
                  </a:moveTo>
                  <a:cubicBezTo>
                    <a:pt x="3939" y="0"/>
                    <a:pt x="3466" y="473"/>
                    <a:pt x="3466" y="1040"/>
                  </a:cubicBezTo>
                  <a:cubicBezTo>
                    <a:pt x="3466" y="1576"/>
                    <a:pt x="3939" y="2080"/>
                    <a:pt x="4474" y="2080"/>
                  </a:cubicBezTo>
                  <a:cubicBezTo>
                    <a:pt x="4600" y="2080"/>
                    <a:pt x="4726" y="2017"/>
                    <a:pt x="4852" y="1985"/>
                  </a:cubicBezTo>
                  <a:lnTo>
                    <a:pt x="4852" y="2773"/>
                  </a:lnTo>
                  <a:lnTo>
                    <a:pt x="2741" y="2773"/>
                  </a:lnTo>
                  <a:cubicBezTo>
                    <a:pt x="1261" y="2773"/>
                    <a:pt x="0" y="4002"/>
                    <a:pt x="0" y="5482"/>
                  </a:cubicBezTo>
                  <a:lnTo>
                    <a:pt x="0" y="7530"/>
                  </a:lnTo>
                  <a:lnTo>
                    <a:pt x="6175" y="7530"/>
                  </a:lnTo>
                  <a:lnTo>
                    <a:pt x="6175" y="5167"/>
                  </a:lnTo>
                  <a:cubicBezTo>
                    <a:pt x="6175" y="4191"/>
                    <a:pt x="6648" y="3372"/>
                    <a:pt x="7341" y="2773"/>
                  </a:cubicBezTo>
                  <a:lnTo>
                    <a:pt x="5514" y="2773"/>
                  </a:lnTo>
                  <a:lnTo>
                    <a:pt x="5514" y="1040"/>
                  </a:lnTo>
                  <a:cubicBezTo>
                    <a:pt x="5514" y="505"/>
                    <a:pt x="5041" y="0"/>
                    <a:pt x="447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9188;p69">
              <a:extLst>
                <a:ext uri="{FF2B5EF4-FFF2-40B4-BE49-F238E27FC236}">
                  <a16:creationId xmlns:a16="http://schemas.microsoft.com/office/drawing/2014/main" id="{4DCAD3A8-6BC4-7F2B-A63A-28D380B17FC9}"/>
                </a:ext>
              </a:extLst>
            </p:cNvPr>
            <p:cNvSpPr/>
            <p:nvPr/>
          </p:nvSpPr>
          <p:spPr>
            <a:xfrm>
              <a:off x="-31366100" y="3808550"/>
              <a:ext cx="52025" cy="35450"/>
            </a:xfrm>
            <a:custGeom>
              <a:avLst/>
              <a:gdLst/>
              <a:ahLst/>
              <a:cxnLst/>
              <a:rect l="l" t="t" r="r" b="b"/>
              <a:pathLst>
                <a:path w="2081" h="1418" extrusionOk="0">
                  <a:moveTo>
                    <a:pt x="32" y="0"/>
                  </a:moveTo>
                  <a:lnTo>
                    <a:pt x="32" y="1040"/>
                  </a:lnTo>
                  <a:lnTo>
                    <a:pt x="1" y="1040"/>
                  </a:lnTo>
                  <a:cubicBezTo>
                    <a:pt x="1" y="1260"/>
                    <a:pt x="159" y="1418"/>
                    <a:pt x="348" y="1418"/>
                  </a:cubicBezTo>
                  <a:lnTo>
                    <a:pt x="1734" y="1418"/>
                  </a:lnTo>
                  <a:cubicBezTo>
                    <a:pt x="1923" y="1418"/>
                    <a:pt x="2080" y="1260"/>
                    <a:pt x="2080" y="1040"/>
                  </a:cubicBezTo>
                  <a:lnTo>
                    <a:pt x="208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9189;p69">
              <a:extLst>
                <a:ext uri="{FF2B5EF4-FFF2-40B4-BE49-F238E27FC236}">
                  <a16:creationId xmlns:a16="http://schemas.microsoft.com/office/drawing/2014/main" id="{081504A0-9C06-FC9B-D3F8-C49D4BABD734}"/>
                </a:ext>
              </a:extLst>
            </p:cNvPr>
            <p:cNvSpPr/>
            <p:nvPr/>
          </p:nvSpPr>
          <p:spPr>
            <a:xfrm>
              <a:off x="-31281025" y="3621075"/>
              <a:ext cx="120525" cy="171725"/>
            </a:xfrm>
            <a:custGeom>
              <a:avLst/>
              <a:gdLst/>
              <a:ahLst/>
              <a:cxnLst/>
              <a:rect l="l" t="t" r="r" b="b"/>
              <a:pathLst>
                <a:path w="4821" h="6869" extrusionOk="0">
                  <a:moveTo>
                    <a:pt x="3435" y="2017"/>
                  </a:moveTo>
                  <a:cubicBezTo>
                    <a:pt x="3624" y="2017"/>
                    <a:pt x="3781" y="2175"/>
                    <a:pt x="3781" y="2364"/>
                  </a:cubicBezTo>
                  <a:cubicBezTo>
                    <a:pt x="3750" y="2553"/>
                    <a:pt x="3592" y="2710"/>
                    <a:pt x="3435" y="2710"/>
                  </a:cubicBezTo>
                  <a:lnTo>
                    <a:pt x="1387" y="2710"/>
                  </a:lnTo>
                  <a:cubicBezTo>
                    <a:pt x="1198" y="2710"/>
                    <a:pt x="1040" y="2553"/>
                    <a:pt x="1040" y="2364"/>
                  </a:cubicBezTo>
                  <a:cubicBezTo>
                    <a:pt x="1040" y="2175"/>
                    <a:pt x="1198" y="2017"/>
                    <a:pt x="1387" y="2017"/>
                  </a:cubicBezTo>
                  <a:close/>
                  <a:moveTo>
                    <a:pt x="3088" y="4128"/>
                  </a:moveTo>
                  <a:cubicBezTo>
                    <a:pt x="3466" y="4128"/>
                    <a:pt x="3750" y="4443"/>
                    <a:pt x="3750" y="4821"/>
                  </a:cubicBezTo>
                  <a:cubicBezTo>
                    <a:pt x="3750" y="5168"/>
                    <a:pt x="3466" y="5483"/>
                    <a:pt x="3088" y="5483"/>
                  </a:cubicBezTo>
                  <a:lnTo>
                    <a:pt x="1702" y="5483"/>
                  </a:lnTo>
                  <a:cubicBezTo>
                    <a:pt x="1324" y="5483"/>
                    <a:pt x="1040" y="5168"/>
                    <a:pt x="1040" y="4821"/>
                  </a:cubicBezTo>
                  <a:cubicBezTo>
                    <a:pt x="1040" y="4412"/>
                    <a:pt x="1355" y="4128"/>
                    <a:pt x="1702" y="4128"/>
                  </a:cubicBezTo>
                  <a:close/>
                  <a:moveTo>
                    <a:pt x="2426" y="1"/>
                  </a:moveTo>
                  <a:cubicBezTo>
                    <a:pt x="1072" y="1"/>
                    <a:pt x="1" y="1072"/>
                    <a:pt x="1" y="2395"/>
                  </a:cubicBezTo>
                  <a:lnTo>
                    <a:pt x="1" y="6869"/>
                  </a:lnTo>
                  <a:lnTo>
                    <a:pt x="4474" y="6869"/>
                  </a:lnTo>
                  <a:cubicBezTo>
                    <a:pt x="4663" y="6869"/>
                    <a:pt x="4821" y="6711"/>
                    <a:pt x="4821" y="6491"/>
                  </a:cubicBezTo>
                  <a:lnTo>
                    <a:pt x="4821" y="2395"/>
                  </a:lnTo>
                  <a:cubicBezTo>
                    <a:pt x="4789" y="1072"/>
                    <a:pt x="3718" y="1"/>
                    <a:pt x="242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20" name="Google Shape;9190;p69">
            <a:extLst>
              <a:ext uri="{FF2B5EF4-FFF2-40B4-BE49-F238E27FC236}">
                <a16:creationId xmlns:a16="http://schemas.microsoft.com/office/drawing/2014/main" id="{3FBDA7AC-8397-B6A0-5E86-9ED9B5D17846}"/>
              </a:ext>
            </a:extLst>
          </p:cNvPr>
          <p:cNvGrpSpPr/>
          <p:nvPr/>
        </p:nvGrpSpPr>
        <p:grpSpPr>
          <a:xfrm>
            <a:off x="15650592" y="9950045"/>
            <a:ext cx="924312" cy="921801"/>
            <a:chOff x="-31455100" y="3909350"/>
            <a:chExt cx="294600" cy="293800"/>
          </a:xfrm>
          <a:solidFill>
            <a:srgbClr val="555559"/>
          </a:solidFill>
        </p:grpSpPr>
        <p:sp>
          <p:nvSpPr>
            <p:cNvPr id="2021" name="Google Shape;9191;p69">
              <a:extLst>
                <a:ext uri="{FF2B5EF4-FFF2-40B4-BE49-F238E27FC236}">
                  <a16:creationId xmlns:a16="http://schemas.microsoft.com/office/drawing/2014/main" id="{C0A6732A-302A-378A-2B3D-73C7EEA6B21C}"/>
                </a:ext>
              </a:extLst>
            </p:cNvPr>
            <p:cNvSpPr/>
            <p:nvPr/>
          </p:nvSpPr>
          <p:spPr>
            <a:xfrm>
              <a:off x="-31455100" y="3909350"/>
              <a:ext cx="294600" cy="293800"/>
            </a:xfrm>
            <a:custGeom>
              <a:avLst/>
              <a:gdLst/>
              <a:ahLst/>
              <a:cxnLst/>
              <a:rect l="l" t="t" r="r" b="b"/>
              <a:pathLst>
                <a:path w="11784" h="11752" extrusionOk="0">
                  <a:moveTo>
                    <a:pt x="5199" y="1"/>
                  </a:moveTo>
                  <a:cubicBezTo>
                    <a:pt x="5042" y="1"/>
                    <a:pt x="4916" y="127"/>
                    <a:pt x="4884" y="284"/>
                  </a:cubicBezTo>
                  <a:lnTo>
                    <a:pt x="4727" y="883"/>
                  </a:lnTo>
                  <a:cubicBezTo>
                    <a:pt x="4191" y="977"/>
                    <a:pt x="3655" y="1229"/>
                    <a:pt x="3151" y="1513"/>
                  </a:cubicBezTo>
                  <a:lnTo>
                    <a:pt x="2647" y="1229"/>
                  </a:lnTo>
                  <a:cubicBezTo>
                    <a:pt x="2599" y="1205"/>
                    <a:pt x="2542" y="1195"/>
                    <a:pt x="2482" y="1195"/>
                  </a:cubicBezTo>
                  <a:cubicBezTo>
                    <a:pt x="2386" y="1195"/>
                    <a:pt x="2284" y="1222"/>
                    <a:pt x="2206" y="1261"/>
                  </a:cubicBezTo>
                  <a:lnTo>
                    <a:pt x="1261" y="2206"/>
                  </a:lnTo>
                  <a:cubicBezTo>
                    <a:pt x="1135" y="2332"/>
                    <a:pt x="1135" y="2490"/>
                    <a:pt x="1230" y="2647"/>
                  </a:cubicBezTo>
                  <a:lnTo>
                    <a:pt x="1513" y="3151"/>
                  </a:lnTo>
                  <a:cubicBezTo>
                    <a:pt x="1198" y="3624"/>
                    <a:pt x="978" y="4191"/>
                    <a:pt x="883" y="4726"/>
                  </a:cubicBezTo>
                  <a:lnTo>
                    <a:pt x="284" y="4884"/>
                  </a:lnTo>
                  <a:cubicBezTo>
                    <a:pt x="127" y="4947"/>
                    <a:pt x="1" y="5041"/>
                    <a:pt x="1" y="5199"/>
                  </a:cubicBezTo>
                  <a:lnTo>
                    <a:pt x="1" y="6585"/>
                  </a:lnTo>
                  <a:cubicBezTo>
                    <a:pt x="1" y="6743"/>
                    <a:pt x="127" y="6869"/>
                    <a:pt x="284" y="6900"/>
                  </a:cubicBezTo>
                  <a:lnTo>
                    <a:pt x="883" y="7058"/>
                  </a:lnTo>
                  <a:cubicBezTo>
                    <a:pt x="946" y="7404"/>
                    <a:pt x="1072" y="7782"/>
                    <a:pt x="1230" y="8129"/>
                  </a:cubicBezTo>
                  <a:cubicBezTo>
                    <a:pt x="1504" y="7854"/>
                    <a:pt x="2843" y="6486"/>
                    <a:pt x="2841" y="6486"/>
                  </a:cubicBezTo>
                  <a:lnTo>
                    <a:pt x="2841" y="6486"/>
                  </a:lnTo>
                  <a:cubicBezTo>
                    <a:pt x="2841" y="6486"/>
                    <a:pt x="2839" y="6488"/>
                    <a:pt x="2836" y="6491"/>
                  </a:cubicBezTo>
                  <a:cubicBezTo>
                    <a:pt x="2836" y="6459"/>
                    <a:pt x="2805" y="6050"/>
                    <a:pt x="2805" y="5955"/>
                  </a:cubicBezTo>
                  <a:cubicBezTo>
                    <a:pt x="2773" y="4222"/>
                    <a:pt x="4191" y="2836"/>
                    <a:pt x="5861" y="2836"/>
                  </a:cubicBezTo>
                  <a:cubicBezTo>
                    <a:pt x="7562" y="2836"/>
                    <a:pt x="8948" y="4222"/>
                    <a:pt x="8948" y="5924"/>
                  </a:cubicBezTo>
                  <a:cubicBezTo>
                    <a:pt x="8948" y="7499"/>
                    <a:pt x="7751" y="8822"/>
                    <a:pt x="6113" y="8948"/>
                  </a:cubicBezTo>
                  <a:cubicBezTo>
                    <a:pt x="6066" y="8948"/>
                    <a:pt x="5963" y="8956"/>
                    <a:pt x="5821" y="8956"/>
                  </a:cubicBezTo>
                  <a:cubicBezTo>
                    <a:pt x="5680" y="8956"/>
                    <a:pt x="5499" y="8948"/>
                    <a:pt x="5294" y="8917"/>
                  </a:cubicBezTo>
                  <a:lnTo>
                    <a:pt x="3655" y="10523"/>
                  </a:lnTo>
                  <a:cubicBezTo>
                    <a:pt x="4034" y="10681"/>
                    <a:pt x="4349" y="10807"/>
                    <a:pt x="4727" y="10870"/>
                  </a:cubicBezTo>
                  <a:lnTo>
                    <a:pt x="4884" y="11468"/>
                  </a:lnTo>
                  <a:cubicBezTo>
                    <a:pt x="4916" y="11626"/>
                    <a:pt x="5042" y="11752"/>
                    <a:pt x="5199" y="11752"/>
                  </a:cubicBezTo>
                  <a:lnTo>
                    <a:pt x="6585" y="11752"/>
                  </a:lnTo>
                  <a:cubicBezTo>
                    <a:pt x="6743" y="11752"/>
                    <a:pt x="6869" y="11626"/>
                    <a:pt x="6901" y="11468"/>
                  </a:cubicBezTo>
                  <a:lnTo>
                    <a:pt x="7058" y="10870"/>
                  </a:lnTo>
                  <a:cubicBezTo>
                    <a:pt x="7594" y="10775"/>
                    <a:pt x="8129" y="10523"/>
                    <a:pt x="8633" y="10240"/>
                  </a:cubicBezTo>
                  <a:lnTo>
                    <a:pt x="9137" y="10523"/>
                  </a:lnTo>
                  <a:cubicBezTo>
                    <a:pt x="9185" y="10547"/>
                    <a:pt x="9243" y="10558"/>
                    <a:pt x="9302" y="10558"/>
                  </a:cubicBezTo>
                  <a:cubicBezTo>
                    <a:pt x="9399" y="10558"/>
                    <a:pt x="9501" y="10531"/>
                    <a:pt x="9578" y="10492"/>
                  </a:cubicBezTo>
                  <a:lnTo>
                    <a:pt x="10524" y="9547"/>
                  </a:lnTo>
                  <a:cubicBezTo>
                    <a:pt x="10650" y="9421"/>
                    <a:pt x="10650" y="9263"/>
                    <a:pt x="10555" y="9106"/>
                  </a:cubicBezTo>
                  <a:lnTo>
                    <a:pt x="10303" y="8601"/>
                  </a:lnTo>
                  <a:cubicBezTo>
                    <a:pt x="10618" y="8129"/>
                    <a:pt x="10807" y="7562"/>
                    <a:pt x="10933" y="7026"/>
                  </a:cubicBezTo>
                  <a:lnTo>
                    <a:pt x="11500" y="6869"/>
                  </a:lnTo>
                  <a:cubicBezTo>
                    <a:pt x="11658" y="6806"/>
                    <a:pt x="11784" y="6711"/>
                    <a:pt x="11784" y="6554"/>
                  </a:cubicBezTo>
                  <a:lnTo>
                    <a:pt x="11784" y="5167"/>
                  </a:lnTo>
                  <a:cubicBezTo>
                    <a:pt x="11752" y="5041"/>
                    <a:pt x="11658" y="4915"/>
                    <a:pt x="11500" y="4884"/>
                  </a:cubicBezTo>
                  <a:lnTo>
                    <a:pt x="10902" y="4726"/>
                  </a:lnTo>
                  <a:cubicBezTo>
                    <a:pt x="10807" y="4191"/>
                    <a:pt x="10555" y="3687"/>
                    <a:pt x="10272" y="3151"/>
                  </a:cubicBezTo>
                  <a:lnTo>
                    <a:pt x="10555" y="2647"/>
                  </a:lnTo>
                  <a:cubicBezTo>
                    <a:pt x="10650" y="2521"/>
                    <a:pt x="10587" y="2332"/>
                    <a:pt x="10524" y="2206"/>
                  </a:cubicBezTo>
                  <a:lnTo>
                    <a:pt x="9578" y="1261"/>
                  </a:lnTo>
                  <a:cubicBezTo>
                    <a:pt x="9509" y="1209"/>
                    <a:pt x="9430" y="1185"/>
                    <a:pt x="9347" y="1185"/>
                  </a:cubicBezTo>
                  <a:cubicBezTo>
                    <a:pt x="9279" y="1185"/>
                    <a:pt x="9208" y="1201"/>
                    <a:pt x="9137" y="1229"/>
                  </a:cubicBezTo>
                  <a:lnTo>
                    <a:pt x="8633" y="1513"/>
                  </a:lnTo>
                  <a:cubicBezTo>
                    <a:pt x="8161" y="1198"/>
                    <a:pt x="7594" y="977"/>
                    <a:pt x="7058" y="883"/>
                  </a:cubicBezTo>
                  <a:lnTo>
                    <a:pt x="6901" y="284"/>
                  </a:lnTo>
                  <a:cubicBezTo>
                    <a:pt x="6869" y="127"/>
                    <a:pt x="6743" y="1"/>
                    <a:pt x="658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9192;p69">
              <a:extLst>
                <a:ext uri="{FF2B5EF4-FFF2-40B4-BE49-F238E27FC236}">
                  <a16:creationId xmlns:a16="http://schemas.microsoft.com/office/drawing/2014/main" id="{81039E6E-71FC-6BC1-806E-5988547EBFEC}"/>
                </a:ext>
              </a:extLst>
            </p:cNvPr>
            <p:cNvSpPr/>
            <p:nvPr/>
          </p:nvSpPr>
          <p:spPr>
            <a:xfrm>
              <a:off x="-31455100" y="3997350"/>
              <a:ext cx="215050" cy="205025"/>
            </a:xfrm>
            <a:custGeom>
              <a:avLst/>
              <a:gdLst/>
              <a:ahLst/>
              <a:cxnLst/>
              <a:rect l="l" t="t" r="r" b="b"/>
              <a:pathLst>
                <a:path w="8602" h="8201" extrusionOk="0">
                  <a:moveTo>
                    <a:pt x="5939" y="0"/>
                  </a:moveTo>
                  <a:cubicBezTo>
                    <a:pt x="4729" y="0"/>
                    <a:pt x="3750" y="854"/>
                    <a:pt x="3561" y="1963"/>
                  </a:cubicBezTo>
                  <a:cubicBezTo>
                    <a:pt x="3466" y="2404"/>
                    <a:pt x="3498" y="2813"/>
                    <a:pt x="3624" y="3223"/>
                  </a:cubicBezTo>
                  <a:lnTo>
                    <a:pt x="410" y="6468"/>
                  </a:lnTo>
                  <a:cubicBezTo>
                    <a:pt x="1" y="6846"/>
                    <a:pt x="1" y="7507"/>
                    <a:pt x="410" y="7917"/>
                  </a:cubicBezTo>
                  <a:cubicBezTo>
                    <a:pt x="600" y="8106"/>
                    <a:pt x="852" y="8200"/>
                    <a:pt x="1111" y="8200"/>
                  </a:cubicBezTo>
                  <a:cubicBezTo>
                    <a:pt x="1371" y="8200"/>
                    <a:pt x="1639" y="8106"/>
                    <a:pt x="1860" y="7917"/>
                  </a:cubicBezTo>
                  <a:lnTo>
                    <a:pt x="5136" y="4640"/>
                  </a:lnTo>
                  <a:cubicBezTo>
                    <a:pt x="5388" y="4735"/>
                    <a:pt x="5664" y="4782"/>
                    <a:pt x="5947" y="4782"/>
                  </a:cubicBezTo>
                  <a:cubicBezTo>
                    <a:pt x="6231" y="4782"/>
                    <a:pt x="6522" y="4735"/>
                    <a:pt x="6806" y="4640"/>
                  </a:cubicBezTo>
                  <a:cubicBezTo>
                    <a:pt x="7846" y="4294"/>
                    <a:pt x="8602" y="3065"/>
                    <a:pt x="8224" y="1773"/>
                  </a:cubicBezTo>
                  <a:cubicBezTo>
                    <a:pt x="8192" y="1647"/>
                    <a:pt x="8129" y="1553"/>
                    <a:pt x="8003" y="1521"/>
                  </a:cubicBezTo>
                  <a:cubicBezTo>
                    <a:pt x="7972" y="1514"/>
                    <a:pt x="7942" y="1510"/>
                    <a:pt x="7914" y="1510"/>
                  </a:cubicBezTo>
                  <a:cubicBezTo>
                    <a:pt x="7830" y="1510"/>
                    <a:pt x="7759" y="1545"/>
                    <a:pt x="7688" y="1616"/>
                  </a:cubicBezTo>
                  <a:lnTo>
                    <a:pt x="6901" y="2404"/>
                  </a:lnTo>
                  <a:cubicBezTo>
                    <a:pt x="6759" y="2530"/>
                    <a:pt x="6578" y="2593"/>
                    <a:pt x="6400" y="2593"/>
                  </a:cubicBezTo>
                  <a:cubicBezTo>
                    <a:pt x="6223" y="2593"/>
                    <a:pt x="6050" y="2530"/>
                    <a:pt x="5924" y="2404"/>
                  </a:cubicBezTo>
                  <a:cubicBezTo>
                    <a:pt x="5640" y="2120"/>
                    <a:pt x="5640" y="1679"/>
                    <a:pt x="5924" y="1395"/>
                  </a:cubicBezTo>
                  <a:lnTo>
                    <a:pt x="6711" y="608"/>
                  </a:lnTo>
                  <a:cubicBezTo>
                    <a:pt x="6774" y="545"/>
                    <a:pt x="6806" y="419"/>
                    <a:pt x="6774" y="293"/>
                  </a:cubicBezTo>
                  <a:cubicBezTo>
                    <a:pt x="6743" y="198"/>
                    <a:pt x="6648" y="104"/>
                    <a:pt x="6554" y="72"/>
                  </a:cubicBezTo>
                  <a:cubicBezTo>
                    <a:pt x="6344" y="23"/>
                    <a:pt x="6139" y="0"/>
                    <a:pt x="593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23" name="Google Shape;9193;p69">
            <a:extLst>
              <a:ext uri="{FF2B5EF4-FFF2-40B4-BE49-F238E27FC236}">
                <a16:creationId xmlns:a16="http://schemas.microsoft.com/office/drawing/2014/main" id="{2A8FD6F7-9A36-9E1E-3D7F-AF35FB71C84A}"/>
              </a:ext>
            </a:extLst>
          </p:cNvPr>
          <p:cNvGrpSpPr/>
          <p:nvPr/>
        </p:nvGrpSpPr>
        <p:grpSpPr>
          <a:xfrm>
            <a:off x="19118521" y="9952517"/>
            <a:ext cx="914429" cy="916860"/>
            <a:chOff x="-30345325" y="3918800"/>
            <a:chExt cx="291450" cy="292225"/>
          </a:xfrm>
          <a:solidFill>
            <a:srgbClr val="555559"/>
          </a:solidFill>
        </p:grpSpPr>
        <p:sp>
          <p:nvSpPr>
            <p:cNvPr id="2024" name="Google Shape;9194;p69">
              <a:extLst>
                <a:ext uri="{FF2B5EF4-FFF2-40B4-BE49-F238E27FC236}">
                  <a16:creationId xmlns:a16="http://schemas.microsoft.com/office/drawing/2014/main" id="{2AE6A68E-9EA6-D487-4E8A-F98FFF99A98A}"/>
                </a:ext>
              </a:extLst>
            </p:cNvPr>
            <p:cNvSpPr/>
            <p:nvPr/>
          </p:nvSpPr>
          <p:spPr>
            <a:xfrm>
              <a:off x="-30174425" y="3988125"/>
              <a:ext cx="120550" cy="120175"/>
            </a:xfrm>
            <a:custGeom>
              <a:avLst/>
              <a:gdLst/>
              <a:ahLst/>
              <a:cxnLst/>
              <a:rect l="l" t="t" r="r" b="b"/>
              <a:pathLst>
                <a:path w="4822" h="4807" extrusionOk="0">
                  <a:moveTo>
                    <a:pt x="1041" y="0"/>
                  </a:moveTo>
                  <a:cubicBezTo>
                    <a:pt x="474" y="0"/>
                    <a:pt x="1" y="473"/>
                    <a:pt x="1" y="1040"/>
                  </a:cubicBezTo>
                  <a:lnTo>
                    <a:pt x="1" y="2426"/>
                  </a:lnTo>
                  <a:cubicBezTo>
                    <a:pt x="1" y="2962"/>
                    <a:pt x="474" y="3434"/>
                    <a:pt x="1041" y="3434"/>
                  </a:cubicBezTo>
                  <a:lnTo>
                    <a:pt x="1387" y="3434"/>
                  </a:lnTo>
                  <a:lnTo>
                    <a:pt x="1387" y="4474"/>
                  </a:lnTo>
                  <a:cubicBezTo>
                    <a:pt x="1387" y="4631"/>
                    <a:pt x="1482" y="4726"/>
                    <a:pt x="1576" y="4789"/>
                  </a:cubicBezTo>
                  <a:cubicBezTo>
                    <a:pt x="1618" y="4799"/>
                    <a:pt x="1664" y="4806"/>
                    <a:pt x="1709" y="4806"/>
                  </a:cubicBezTo>
                  <a:cubicBezTo>
                    <a:pt x="1800" y="4806"/>
                    <a:pt x="1891" y="4778"/>
                    <a:pt x="1954" y="4694"/>
                  </a:cubicBezTo>
                  <a:lnTo>
                    <a:pt x="3214" y="3434"/>
                  </a:lnTo>
                  <a:lnTo>
                    <a:pt x="3750" y="3434"/>
                  </a:lnTo>
                  <a:cubicBezTo>
                    <a:pt x="4317" y="3434"/>
                    <a:pt x="4790" y="2962"/>
                    <a:pt x="4790" y="2426"/>
                  </a:cubicBezTo>
                  <a:lnTo>
                    <a:pt x="4790" y="1040"/>
                  </a:lnTo>
                  <a:cubicBezTo>
                    <a:pt x="4821" y="473"/>
                    <a:pt x="4380" y="0"/>
                    <a:pt x="378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9195;p69">
              <a:extLst>
                <a:ext uri="{FF2B5EF4-FFF2-40B4-BE49-F238E27FC236}">
                  <a16:creationId xmlns:a16="http://schemas.microsoft.com/office/drawing/2014/main" id="{E37C0DEB-2CCF-E9D7-7086-329ADB19FE7F}"/>
                </a:ext>
              </a:extLst>
            </p:cNvPr>
            <p:cNvSpPr/>
            <p:nvPr/>
          </p:nvSpPr>
          <p:spPr>
            <a:xfrm>
              <a:off x="-30345325" y="3988125"/>
              <a:ext cx="119750" cy="120175"/>
            </a:xfrm>
            <a:custGeom>
              <a:avLst/>
              <a:gdLst/>
              <a:ahLst/>
              <a:cxnLst/>
              <a:rect l="l" t="t" r="r" b="b"/>
              <a:pathLst>
                <a:path w="4790" h="4807" extrusionOk="0">
                  <a:moveTo>
                    <a:pt x="1009" y="0"/>
                  </a:moveTo>
                  <a:cubicBezTo>
                    <a:pt x="473" y="0"/>
                    <a:pt x="0" y="473"/>
                    <a:pt x="0" y="1040"/>
                  </a:cubicBezTo>
                  <a:lnTo>
                    <a:pt x="0" y="2395"/>
                  </a:lnTo>
                  <a:cubicBezTo>
                    <a:pt x="0" y="2962"/>
                    <a:pt x="473" y="3434"/>
                    <a:pt x="1009" y="3434"/>
                  </a:cubicBezTo>
                  <a:lnTo>
                    <a:pt x="1576" y="3434"/>
                  </a:lnTo>
                  <a:lnTo>
                    <a:pt x="2836" y="4694"/>
                  </a:lnTo>
                  <a:cubicBezTo>
                    <a:pt x="2920" y="4778"/>
                    <a:pt x="3018" y="4806"/>
                    <a:pt x="3102" y="4806"/>
                  </a:cubicBezTo>
                  <a:cubicBezTo>
                    <a:pt x="3144" y="4806"/>
                    <a:pt x="3182" y="4799"/>
                    <a:pt x="3214" y="4789"/>
                  </a:cubicBezTo>
                  <a:cubicBezTo>
                    <a:pt x="3340" y="4726"/>
                    <a:pt x="3434" y="4568"/>
                    <a:pt x="3434" y="4474"/>
                  </a:cubicBezTo>
                  <a:lnTo>
                    <a:pt x="3434" y="3434"/>
                  </a:lnTo>
                  <a:lnTo>
                    <a:pt x="3781" y="3434"/>
                  </a:lnTo>
                  <a:cubicBezTo>
                    <a:pt x="4348" y="3434"/>
                    <a:pt x="4789" y="2962"/>
                    <a:pt x="4789" y="2395"/>
                  </a:cubicBezTo>
                  <a:lnTo>
                    <a:pt x="4789" y="1040"/>
                  </a:lnTo>
                  <a:cubicBezTo>
                    <a:pt x="4789" y="473"/>
                    <a:pt x="4348" y="0"/>
                    <a:pt x="378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9196;p69">
              <a:extLst>
                <a:ext uri="{FF2B5EF4-FFF2-40B4-BE49-F238E27FC236}">
                  <a16:creationId xmlns:a16="http://schemas.microsoft.com/office/drawing/2014/main" id="{48A8864A-65B8-686E-E43C-BF03BBB4A2D3}"/>
                </a:ext>
              </a:extLst>
            </p:cNvPr>
            <p:cNvSpPr/>
            <p:nvPr/>
          </p:nvSpPr>
          <p:spPr>
            <a:xfrm>
              <a:off x="-30293350" y="4159025"/>
              <a:ext cx="188275" cy="52000"/>
            </a:xfrm>
            <a:custGeom>
              <a:avLst/>
              <a:gdLst/>
              <a:ahLst/>
              <a:cxnLst/>
              <a:rect l="l" t="t" r="r" b="b"/>
              <a:pathLst>
                <a:path w="7531" h="2080" extrusionOk="0">
                  <a:moveTo>
                    <a:pt x="1" y="1"/>
                  </a:moveTo>
                  <a:lnTo>
                    <a:pt x="1" y="1040"/>
                  </a:lnTo>
                  <a:cubicBezTo>
                    <a:pt x="1" y="1607"/>
                    <a:pt x="473" y="2080"/>
                    <a:pt x="1040" y="2080"/>
                  </a:cubicBezTo>
                  <a:lnTo>
                    <a:pt x="6491" y="2080"/>
                  </a:lnTo>
                  <a:cubicBezTo>
                    <a:pt x="7058" y="2080"/>
                    <a:pt x="7530" y="1607"/>
                    <a:pt x="7530" y="1040"/>
                  </a:cubicBezTo>
                  <a:lnTo>
                    <a:pt x="753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9197;p69">
              <a:extLst>
                <a:ext uri="{FF2B5EF4-FFF2-40B4-BE49-F238E27FC236}">
                  <a16:creationId xmlns:a16="http://schemas.microsoft.com/office/drawing/2014/main" id="{09FFCD67-2B5C-5635-658D-3D4156DA5BEC}"/>
                </a:ext>
              </a:extLst>
            </p:cNvPr>
            <p:cNvSpPr/>
            <p:nvPr/>
          </p:nvSpPr>
          <p:spPr>
            <a:xfrm>
              <a:off x="-30293350" y="3918800"/>
              <a:ext cx="188275" cy="34675"/>
            </a:xfrm>
            <a:custGeom>
              <a:avLst/>
              <a:gdLst/>
              <a:ahLst/>
              <a:cxnLst/>
              <a:rect l="l" t="t" r="r" b="b"/>
              <a:pathLst>
                <a:path w="7531" h="1387" extrusionOk="0">
                  <a:moveTo>
                    <a:pt x="1040" y="1"/>
                  </a:moveTo>
                  <a:cubicBezTo>
                    <a:pt x="473" y="1"/>
                    <a:pt x="1" y="473"/>
                    <a:pt x="1" y="1040"/>
                  </a:cubicBezTo>
                  <a:lnTo>
                    <a:pt x="1" y="1387"/>
                  </a:lnTo>
                  <a:lnTo>
                    <a:pt x="7530" y="1387"/>
                  </a:lnTo>
                  <a:lnTo>
                    <a:pt x="7530" y="1040"/>
                  </a:lnTo>
                  <a:cubicBezTo>
                    <a:pt x="7530" y="505"/>
                    <a:pt x="7058" y="1"/>
                    <a:pt x="649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9198;p69">
              <a:extLst>
                <a:ext uri="{FF2B5EF4-FFF2-40B4-BE49-F238E27FC236}">
                  <a16:creationId xmlns:a16="http://schemas.microsoft.com/office/drawing/2014/main" id="{0FB279DE-CBA1-396B-6A9D-B1C5F5C026C6}"/>
                </a:ext>
              </a:extLst>
            </p:cNvPr>
            <p:cNvSpPr/>
            <p:nvPr/>
          </p:nvSpPr>
          <p:spPr>
            <a:xfrm>
              <a:off x="-30294125" y="3970800"/>
              <a:ext cx="188250" cy="170925"/>
            </a:xfrm>
            <a:custGeom>
              <a:avLst/>
              <a:gdLst/>
              <a:ahLst/>
              <a:cxnLst/>
              <a:rect l="l" t="t" r="r" b="b"/>
              <a:pathLst>
                <a:path w="7530" h="6837" extrusionOk="0">
                  <a:moveTo>
                    <a:pt x="1733" y="0"/>
                  </a:moveTo>
                  <a:cubicBezTo>
                    <a:pt x="2678" y="0"/>
                    <a:pt x="3434" y="756"/>
                    <a:pt x="3434" y="1701"/>
                  </a:cubicBezTo>
                  <a:lnTo>
                    <a:pt x="3434" y="3056"/>
                  </a:lnTo>
                  <a:cubicBezTo>
                    <a:pt x="3434" y="3907"/>
                    <a:pt x="2836" y="4568"/>
                    <a:pt x="2048" y="4757"/>
                  </a:cubicBezTo>
                  <a:lnTo>
                    <a:pt x="2048" y="5167"/>
                  </a:lnTo>
                  <a:cubicBezTo>
                    <a:pt x="2048" y="5576"/>
                    <a:pt x="1828" y="5954"/>
                    <a:pt x="1418" y="6112"/>
                  </a:cubicBezTo>
                  <a:cubicBezTo>
                    <a:pt x="1307" y="6162"/>
                    <a:pt x="1184" y="6187"/>
                    <a:pt x="1058" y="6187"/>
                  </a:cubicBezTo>
                  <a:cubicBezTo>
                    <a:pt x="789" y="6187"/>
                    <a:pt x="508" y="6075"/>
                    <a:pt x="315" y="5860"/>
                  </a:cubicBezTo>
                  <a:lnTo>
                    <a:pt x="0" y="5545"/>
                  </a:lnTo>
                  <a:lnTo>
                    <a:pt x="0" y="6837"/>
                  </a:lnTo>
                  <a:lnTo>
                    <a:pt x="7530" y="6837"/>
                  </a:lnTo>
                  <a:lnTo>
                    <a:pt x="7530" y="5545"/>
                  </a:lnTo>
                  <a:lnTo>
                    <a:pt x="7215" y="5860"/>
                  </a:lnTo>
                  <a:cubicBezTo>
                    <a:pt x="7022" y="6075"/>
                    <a:pt x="6756" y="6187"/>
                    <a:pt x="6496" y="6187"/>
                  </a:cubicBezTo>
                  <a:cubicBezTo>
                    <a:pt x="6374" y="6187"/>
                    <a:pt x="6254" y="6162"/>
                    <a:pt x="6144" y="6112"/>
                  </a:cubicBezTo>
                  <a:cubicBezTo>
                    <a:pt x="5734" y="5954"/>
                    <a:pt x="5514" y="5576"/>
                    <a:pt x="5514" y="5167"/>
                  </a:cubicBezTo>
                  <a:lnTo>
                    <a:pt x="5514" y="4757"/>
                  </a:lnTo>
                  <a:cubicBezTo>
                    <a:pt x="4726" y="4600"/>
                    <a:pt x="4127" y="3907"/>
                    <a:pt x="4127" y="3056"/>
                  </a:cubicBezTo>
                  <a:lnTo>
                    <a:pt x="4127" y="1701"/>
                  </a:lnTo>
                  <a:cubicBezTo>
                    <a:pt x="4127" y="756"/>
                    <a:pt x="4884" y="0"/>
                    <a:pt x="582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29" name="Google Shape;9199;p69">
            <a:extLst>
              <a:ext uri="{FF2B5EF4-FFF2-40B4-BE49-F238E27FC236}">
                <a16:creationId xmlns:a16="http://schemas.microsoft.com/office/drawing/2014/main" id="{F229E050-1D31-F8B2-BA26-04008CD901F9}"/>
              </a:ext>
            </a:extLst>
          </p:cNvPr>
          <p:cNvGrpSpPr/>
          <p:nvPr/>
        </p:nvGrpSpPr>
        <p:grpSpPr>
          <a:xfrm>
            <a:off x="5293905" y="7687662"/>
            <a:ext cx="859993" cy="914429"/>
            <a:chOff x="-34755225" y="3202075"/>
            <a:chExt cx="274100" cy="291450"/>
          </a:xfrm>
          <a:solidFill>
            <a:srgbClr val="555559"/>
          </a:solidFill>
        </p:grpSpPr>
        <p:sp>
          <p:nvSpPr>
            <p:cNvPr id="2030" name="Google Shape;9200;p69">
              <a:extLst>
                <a:ext uri="{FF2B5EF4-FFF2-40B4-BE49-F238E27FC236}">
                  <a16:creationId xmlns:a16="http://schemas.microsoft.com/office/drawing/2014/main" id="{C34BD95E-2C55-FC4E-A828-4CC0B5D2931B}"/>
                </a:ext>
              </a:extLst>
            </p:cNvPr>
            <p:cNvSpPr/>
            <p:nvPr/>
          </p:nvSpPr>
          <p:spPr>
            <a:xfrm>
              <a:off x="-34703250" y="3389525"/>
              <a:ext cx="84300" cy="34675"/>
            </a:xfrm>
            <a:custGeom>
              <a:avLst/>
              <a:gdLst/>
              <a:ahLst/>
              <a:cxnLst/>
              <a:rect l="l" t="t" r="r" b="b"/>
              <a:pathLst>
                <a:path w="3372" h="1387" extrusionOk="0">
                  <a:moveTo>
                    <a:pt x="1670" y="1"/>
                  </a:moveTo>
                  <a:cubicBezTo>
                    <a:pt x="883" y="1"/>
                    <a:pt x="158" y="599"/>
                    <a:pt x="0" y="1387"/>
                  </a:cubicBezTo>
                  <a:lnTo>
                    <a:pt x="3371" y="1387"/>
                  </a:lnTo>
                  <a:cubicBezTo>
                    <a:pt x="3214" y="599"/>
                    <a:pt x="2489" y="1"/>
                    <a:pt x="167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9201;p69">
              <a:extLst>
                <a:ext uri="{FF2B5EF4-FFF2-40B4-BE49-F238E27FC236}">
                  <a16:creationId xmlns:a16="http://schemas.microsoft.com/office/drawing/2014/main" id="{936534F9-B510-095B-14B7-C0E924D3A6DE}"/>
                </a:ext>
              </a:extLst>
            </p:cNvPr>
            <p:cNvSpPr/>
            <p:nvPr/>
          </p:nvSpPr>
          <p:spPr>
            <a:xfrm>
              <a:off x="-34636300" y="3348575"/>
              <a:ext cx="69325" cy="75625"/>
            </a:xfrm>
            <a:custGeom>
              <a:avLst/>
              <a:gdLst/>
              <a:ahLst/>
              <a:cxnLst/>
              <a:rect l="l" t="t" r="r" b="b"/>
              <a:pathLst>
                <a:path w="2773" h="3025" extrusionOk="0">
                  <a:moveTo>
                    <a:pt x="2111" y="0"/>
                  </a:moveTo>
                  <a:lnTo>
                    <a:pt x="1387" y="221"/>
                  </a:lnTo>
                  <a:cubicBezTo>
                    <a:pt x="1298" y="265"/>
                    <a:pt x="1179" y="290"/>
                    <a:pt x="1049" y="290"/>
                  </a:cubicBezTo>
                  <a:cubicBezTo>
                    <a:pt x="808" y="290"/>
                    <a:pt x="531" y="205"/>
                    <a:pt x="347" y="0"/>
                  </a:cubicBezTo>
                  <a:lnTo>
                    <a:pt x="347" y="0"/>
                  </a:lnTo>
                  <a:cubicBezTo>
                    <a:pt x="378" y="63"/>
                    <a:pt x="378" y="189"/>
                    <a:pt x="378" y="315"/>
                  </a:cubicBezTo>
                  <a:cubicBezTo>
                    <a:pt x="378" y="662"/>
                    <a:pt x="221" y="977"/>
                    <a:pt x="0" y="1229"/>
                  </a:cubicBezTo>
                  <a:cubicBezTo>
                    <a:pt x="725" y="1575"/>
                    <a:pt x="1229" y="2237"/>
                    <a:pt x="1355" y="3025"/>
                  </a:cubicBezTo>
                  <a:lnTo>
                    <a:pt x="2773" y="3025"/>
                  </a:lnTo>
                  <a:lnTo>
                    <a:pt x="2773" y="221"/>
                  </a:lnTo>
                  <a:cubicBezTo>
                    <a:pt x="2521" y="189"/>
                    <a:pt x="2300" y="126"/>
                    <a:pt x="211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9202;p69">
              <a:extLst>
                <a:ext uri="{FF2B5EF4-FFF2-40B4-BE49-F238E27FC236}">
                  <a16:creationId xmlns:a16="http://schemas.microsoft.com/office/drawing/2014/main" id="{EB02C5FF-3C24-46CE-71A4-67C7FF3F6530}"/>
                </a:ext>
              </a:extLst>
            </p:cNvPr>
            <p:cNvSpPr/>
            <p:nvPr/>
          </p:nvSpPr>
          <p:spPr>
            <a:xfrm>
              <a:off x="-34752875" y="3253275"/>
              <a:ext cx="126050" cy="170925"/>
            </a:xfrm>
            <a:custGeom>
              <a:avLst/>
              <a:gdLst/>
              <a:ahLst/>
              <a:cxnLst/>
              <a:rect l="l" t="t" r="r" b="b"/>
              <a:pathLst>
                <a:path w="5042" h="6837" extrusionOk="0">
                  <a:moveTo>
                    <a:pt x="1" y="0"/>
                  </a:moveTo>
                  <a:lnTo>
                    <a:pt x="1" y="6837"/>
                  </a:lnTo>
                  <a:lnTo>
                    <a:pt x="1418" y="6837"/>
                  </a:lnTo>
                  <a:cubicBezTo>
                    <a:pt x="1450" y="6018"/>
                    <a:pt x="1954" y="5356"/>
                    <a:pt x="2679" y="4978"/>
                  </a:cubicBezTo>
                  <a:cubicBezTo>
                    <a:pt x="2427" y="4757"/>
                    <a:pt x="2301" y="4442"/>
                    <a:pt x="2301" y="4064"/>
                  </a:cubicBezTo>
                  <a:cubicBezTo>
                    <a:pt x="2301" y="3340"/>
                    <a:pt x="2931" y="2710"/>
                    <a:pt x="3687" y="2710"/>
                  </a:cubicBezTo>
                  <a:cubicBezTo>
                    <a:pt x="4128" y="2710"/>
                    <a:pt x="4474" y="2899"/>
                    <a:pt x="4758" y="3214"/>
                  </a:cubicBezTo>
                  <a:cubicBezTo>
                    <a:pt x="4726" y="3056"/>
                    <a:pt x="4758" y="2899"/>
                    <a:pt x="4789" y="2741"/>
                  </a:cubicBezTo>
                  <a:lnTo>
                    <a:pt x="5041" y="2016"/>
                  </a:lnTo>
                  <a:cubicBezTo>
                    <a:pt x="4821" y="1607"/>
                    <a:pt x="4758" y="1134"/>
                    <a:pt x="4758" y="662"/>
                  </a:cubicBezTo>
                  <a:cubicBezTo>
                    <a:pt x="4758" y="410"/>
                    <a:pt x="4789" y="189"/>
                    <a:pt x="482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9203;p69">
              <a:extLst>
                <a:ext uri="{FF2B5EF4-FFF2-40B4-BE49-F238E27FC236}">
                  <a16:creationId xmlns:a16="http://schemas.microsoft.com/office/drawing/2014/main" id="{AF0B628D-33DB-664A-8CC8-858AAE68B545}"/>
                </a:ext>
              </a:extLst>
            </p:cNvPr>
            <p:cNvSpPr/>
            <p:nvPr/>
          </p:nvSpPr>
          <p:spPr>
            <a:xfrm>
              <a:off x="-34677250" y="3338325"/>
              <a:ext cx="33875" cy="33900"/>
            </a:xfrm>
            <a:custGeom>
              <a:avLst/>
              <a:gdLst/>
              <a:ahLst/>
              <a:cxnLst/>
              <a:rect l="l" t="t" r="r" b="b"/>
              <a:pathLst>
                <a:path w="1355" h="1356" extrusionOk="0">
                  <a:moveTo>
                    <a:pt x="662" y="1"/>
                  </a:moveTo>
                  <a:cubicBezTo>
                    <a:pt x="315" y="1"/>
                    <a:pt x="0" y="316"/>
                    <a:pt x="0" y="694"/>
                  </a:cubicBezTo>
                  <a:cubicBezTo>
                    <a:pt x="0" y="1040"/>
                    <a:pt x="315" y="1355"/>
                    <a:pt x="662" y="1355"/>
                  </a:cubicBezTo>
                  <a:cubicBezTo>
                    <a:pt x="1040" y="1355"/>
                    <a:pt x="1355" y="1040"/>
                    <a:pt x="1355" y="694"/>
                  </a:cubicBezTo>
                  <a:cubicBezTo>
                    <a:pt x="1355" y="316"/>
                    <a:pt x="1040" y="1"/>
                    <a:pt x="6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9204;p69">
              <a:extLst>
                <a:ext uri="{FF2B5EF4-FFF2-40B4-BE49-F238E27FC236}">
                  <a16:creationId xmlns:a16="http://schemas.microsoft.com/office/drawing/2014/main" id="{F3729492-952A-044C-3234-C181562D3CBE}"/>
                </a:ext>
              </a:extLst>
            </p:cNvPr>
            <p:cNvSpPr/>
            <p:nvPr/>
          </p:nvSpPr>
          <p:spPr>
            <a:xfrm>
              <a:off x="-34618200" y="3202500"/>
              <a:ext cx="137075" cy="135850"/>
            </a:xfrm>
            <a:custGeom>
              <a:avLst/>
              <a:gdLst/>
              <a:ahLst/>
              <a:cxnLst/>
              <a:rect l="l" t="t" r="r" b="b"/>
              <a:pathLst>
                <a:path w="5483" h="5434" extrusionOk="0">
                  <a:moveTo>
                    <a:pt x="2710" y="992"/>
                  </a:moveTo>
                  <a:cubicBezTo>
                    <a:pt x="2899" y="992"/>
                    <a:pt x="3057" y="1149"/>
                    <a:pt x="3057" y="1338"/>
                  </a:cubicBezTo>
                  <a:cubicBezTo>
                    <a:pt x="3057" y="1559"/>
                    <a:pt x="2899" y="1716"/>
                    <a:pt x="2710" y="1716"/>
                  </a:cubicBezTo>
                  <a:cubicBezTo>
                    <a:pt x="2521" y="1716"/>
                    <a:pt x="2364" y="1559"/>
                    <a:pt x="2364" y="1338"/>
                  </a:cubicBezTo>
                  <a:cubicBezTo>
                    <a:pt x="2395" y="1149"/>
                    <a:pt x="2553" y="992"/>
                    <a:pt x="2710" y="992"/>
                  </a:cubicBezTo>
                  <a:close/>
                  <a:moveTo>
                    <a:pt x="2742" y="2346"/>
                  </a:moveTo>
                  <a:cubicBezTo>
                    <a:pt x="2962" y="2346"/>
                    <a:pt x="3120" y="2504"/>
                    <a:pt x="3120" y="2693"/>
                  </a:cubicBezTo>
                  <a:lnTo>
                    <a:pt x="3120" y="4079"/>
                  </a:lnTo>
                  <a:cubicBezTo>
                    <a:pt x="3120" y="4268"/>
                    <a:pt x="2962" y="4426"/>
                    <a:pt x="2742" y="4426"/>
                  </a:cubicBezTo>
                  <a:cubicBezTo>
                    <a:pt x="2553" y="4426"/>
                    <a:pt x="2395" y="4268"/>
                    <a:pt x="2395" y="4079"/>
                  </a:cubicBezTo>
                  <a:lnTo>
                    <a:pt x="2395" y="2693"/>
                  </a:lnTo>
                  <a:cubicBezTo>
                    <a:pt x="2395" y="2504"/>
                    <a:pt x="2553" y="2346"/>
                    <a:pt x="2742" y="2346"/>
                  </a:cubicBezTo>
                  <a:close/>
                  <a:moveTo>
                    <a:pt x="2646" y="0"/>
                  </a:moveTo>
                  <a:cubicBezTo>
                    <a:pt x="1359" y="0"/>
                    <a:pt x="1" y="1099"/>
                    <a:pt x="1" y="2724"/>
                  </a:cubicBezTo>
                  <a:cubicBezTo>
                    <a:pt x="1" y="3197"/>
                    <a:pt x="127" y="3638"/>
                    <a:pt x="348" y="4016"/>
                  </a:cubicBezTo>
                  <a:lnTo>
                    <a:pt x="33" y="4961"/>
                  </a:lnTo>
                  <a:cubicBezTo>
                    <a:pt x="1" y="5087"/>
                    <a:pt x="33" y="5245"/>
                    <a:pt x="127" y="5339"/>
                  </a:cubicBezTo>
                  <a:cubicBezTo>
                    <a:pt x="167" y="5399"/>
                    <a:pt x="245" y="5421"/>
                    <a:pt x="329" y="5421"/>
                  </a:cubicBezTo>
                  <a:cubicBezTo>
                    <a:pt x="377" y="5421"/>
                    <a:pt x="427" y="5414"/>
                    <a:pt x="474" y="5402"/>
                  </a:cubicBezTo>
                  <a:lnTo>
                    <a:pt x="1419" y="5087"/>
                  </a:lnTo>
                  <a:cubicBezTo>
                    <a:pt x="1797" y="5339"/>
                    <a:pt x="2238" y="5434"/>
                    <a:pt x="2742" y="5434"/>
                  </a:cubicBezTo>
                  <a:cubicBezTo>
                    <a:pt x="4254" y="5434"/>
                    <a:pt x="5483" y="4237"/>
                    <a:pt x="5483" y="2724"/>
                  </a:cubicBezTo>
                  <a:cubicBezTo>
                    <a:pt x="5483" y="1275"/>
                    <a:pt x="4317" y="78"/>
                    <a:pt x="2899" y="15"/>
                  </a:cubicBezTo>
                  <a:cubicBezTo>
                    <a:pt x="2815" y="5"/>
                    <a:pt x="2731" y="0"/>
                    <a:pt x="264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9205;p69">
              <a:extLst>
                <a:ext uri="{FF2B5EF4-FFF2-40B4-BE49-F238E27FC236}">
                  <a16:creationId xmlns:a16="http://schemas.microsoft.com/office/drawing/2014/main" id="{2CC1B786-6BDA-7CA4-66D3-E96B08E4468B}"/>
                </a:ext>
              </a:extLst>
            </p:cNvPr>
            <p:cNvSpPr/>
            <p:nvPr/>
          </p:nvSpPr>
          <p:spPr>
            <a:xfrm>
              <a:off x="-34755225" y="3440725"/>
              <a:ext cx="188250" cy="52800"/>
            </a:xfrm>
            <a:custGeom>
              <a:avLst/>
              <a:gdLst/>
              <a:ahLst/>
              <a:cxnLst/>
              <a:rect l="l" t="t" r="r" b="b"/>
              <a:pathLst>
                <a:path w="7530" h="2112" extrusionOk="0">
                  <a:moveTo>
                    <a:pt x="0" y="0"/>
                  </a:moveTo>
                  <a:lnTo>
                    <a:pt x="0" y="1071"/>
                  </a:lnTo>
                  <a:cubicBezTo>
                    <a:pt x="0" y="1670"/>
                    <a:pt x="473" y="2111"/>
                    <a:pt x="1040" y="2111"/>
                  </a:cubicBezTo>
                  <a:lnTo>
                    <a:pt x="6490" y="2111"/>
                  </a:lnTo>
                  <a:cubicBezTo>
                    <a:pt x="7057" y="2111"/>
                    <a:pt x="7530" y="1639"/>
                    <a:pt x="7530" y="1071"/>
                  </a:cubicBezTo>
                  <a:lnTo>
                    <a:pt x="753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9206;p69">
              <a:extLst>
                <a:ext uri="{FF2B5EF4-FFF2-40B4-BE49-F238E27FC236}">
                  <a16:creationId xmlns:a16="http://schemas.microsoft.com/office/drawing/2014/main" id="{9F32D766-5E8F-F909-1F5C-DFD7ED35F410}"/>
                </a:ext>
              </a:extLst>
            </p:cNvPr>
            <p:cNvSpPr/>
            <p:nvPr/>
          </p:nvSpPr>
          <p:spPr>
            <a:xfrm>
              <a:off x="-34754450" y="3202075"/>
              <a:ext cx="153600" cy="33900"/>
            </a:xfrm>
            <a:custGeom>
              <a:avLst/>
              <a:gdLst/>
              <a:ahLst/>
              <a:cxnLst/>
              <a:rect l="l" t="t" r="r" b="b"/>
              <a:pathLst>
                <a:path w="6144" h="1356" extrusionOk="0">
                  <a:moveTo>
                    <a:pt x="1040" y="0"/>
                  </a:moveTo>
                  <a:cubicBezTo>
                    <a:pt x="473" y="0"/>
                    <a:pt x="1" y="473"/>
                    <a:pt x="1" y="1009"/>
                  </a:cubicBezTo>
                  <a:lnTo>
                    <a:pt x="1" y="1355"/>
                  </a:lnTo>
                  <a:lnTo>
                    <a:pt x="5104" y="1355"/>
                  </a:lnTo>
                  <a:cubicBezTo>
                    <a:pt x="5293" y="819"/>
                    <a:pt x="5672" y="347"/>
                    <a:pt x="614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7" name="Google Shape;9207;p69">
            <a:extLst>
              <a:ext uri="{FF2B5EF4-FFF2-40B4-BE49-F238E27FC236}">
                <a16:creationId xmlns:a16="http://schemas.microsoft.com/office/drawing/2014/main" id="{A4E74C34-3C68-1892-89E5-49625CE9D94F}"/>
              </a:ext>
            </a:extLst>
          </p:cNvPr>
          <p:cNvGrpSpPr/>
          <p:nvPr/>
        </p:nvGrpSpPr>
        <p:grpSpPr>
          <a:xfrm>
            <a:off x="5266686" y="8828071"/>
            <a:ext cx="914429" cy="914429"/>
            <a:chOff x="-34763900" y="3561225"/>
            <a:chExt cx="291450" cy="291450"/>
          </a:xfrm>
          <a:solidFill>
            <a:srgbClr val="555559"/>
          </a:solidFill>
        </p:grpSpPr>
        <p:sp>
          <p:nvSpPr>
            <p:cNvPr id="2038" name="Google Shape;9208;p69">
              <a:extLst>
                <a:ext uri="{FF2B5EF4-FFF2-40B4-BE49-F238E27FC236}">
                  <a16:creationId xmlns:a16="http://schemas.microsoft.com/office/drawing/2014/main" id="{98D3AAA5-2D27-9635-0CC4-B8151DBBD303}"/>
                </a:ext>
              </a:extLst>
            </p:cNvPr>
            <p:cNvSpPr/>
            <p:nvPr/>
          </p:nvSpPr>
          <p:spPr>
            <a:xfrm>
              <a:off x="-34693800" y="3629750"/>
              <a:ext cx="152025" cy="152825"/>
            </a:xfrm>
            <a:custGeom>
              <a:avLst/>
              <a:gdLst/>
              <a:ahLst/>
              <a:cxnLst/>
              <a:rect l="l" t="t" r="r" b="b"/>
              <a:pathLst>
                <a:path w="6081" h="6113" extrusionOk="0">
                  <a:moveTo>
                    <a:pt x="3025" y="1387"/>
                  </a:moveTo>
                  <a:cubicBezTo>
                    <a:pt x="3970" y="1387"/>
                    <a:pt x="4726" y="2143"/>
                    <a:pt x="4726" y="3088"/>
                  </a:cubicBezTo>
                  <a:cubicBezTo>
                    <a:pt x="4726" y="4033"/>
                    <a:pt x="3970" y="4789"/>
                    <a:pt x="3025" y="4789"/>
                  </a:cubicBezTo>
                  <a:cubicBezTo>
                    <a:pt x="2080" y="4789"/>
                    <a:pt x="1324" y="4033"/>
                    <a:pt x="1324" y="3088"/>
                  </a:cubicBezTo>
                  <a:cubicBezTo>
                    <a:pt x="1324" y="2143"/>
                    <a:pt x="2080" y="1387"/>
                    <a:pt x="3025" y="1387"/>
                  </a:cubicBezTo>
                  <a:close/>
                  <a:moveTo>
                    <a:pt x="2710" y="0"/>
                  </a:moveTo>
                  <a:lnTo>
                    <a:pt x="2710" y="442"/>
                  </a:lnTo>
                  <a:cubicBezTo>
                    <a:pt x="2710" y="599"/>
                    <a:pt x="2584" y="725"/>
                    <a:pt x="2426" y="757"/>
                  </a:cubicBezTo>
                  <a:cubicBezTo>
                    <a:pt x="2237" y="788"/>
                    <a:pt x="2017" y="914"/>
                    <a:pt x="1859" y="1009"/>
                  </a:cubicBezTo>
                  <a:cubicBezTo>
                    <a:pt x="1815" y="1031"/>
                    <a:pt x="1762" y="1041"/>
                    <a:pt x="1707" y="1041"/>
                  </a:cubicBezTo>
                  <a:cubicBezTo>
                    <a:pt x="1607" y="1041"/>
                    <a:pt x="1500" y="1007"/>
                    <a:pt x="1418" y="946"/>
                  </a:cubicBezTo>
                  <a:lnTo>
                    <a:pt x="1103" y="631"/>
                  </a:lnTo>
                  <a:lnTo>
                    <a:pt x="631" y="1103"/>
                  </a:lnTo>
                  <a:lnTo>
                    <a:pt x="946" y="1418"/>
                  </a:lnTo>
                  <a:cubicBezTo>
                    <a:pt x="1072" y="1544"/>
                    <a:pt x="1072" y="1702"/>
                    <a:pt x="977" y="1859"/>
                  </a:cubicBezTo>
                  <a:cubicBezTo>
                    <a:pt x="851" y="2048"/>
                    <a:pt x="788" y="2269"/>
                    <a:pt x="757" y="2458"/>
                  </a:cubicBezTo>
                  <a:cubicBezTo>
                    <a:pt x="694" y="2615"/>
                    <a:pt x="599" y="2710"/>
                    <a:pt x="442" y="2710"/>
                  </a:cubicBezTo>
                  <a:lnTo>
                    <a:pt x="1" y="2710"/>
                  </a:lnTo>
                  <a:lnTo>
                    <a:pt x="1" y="3403"/>
                  </a:lnTo>
                  <a:lnTo>
                    <a:pt x="442" y="3403"/>
                  </a:lnTo>
                  <a:cubicBezTo>
                    <a:pt x="599" y="3403"/>
                    <a:pt x="694" y="3498"/>
                    <a:pt x="757" y="3655"/>
                  </a:cubicBezTo>
                  <a:cubicBezTo>
                    <a:pt x="788" y="3876"/>
                    <a:pt x="914" y="4096"/>
                    <a:pt x="977" y="4254"/>
                  </a:cubicBezTo>
                  <a:cubicBezTo>
                    <a:pt x="1072" y="4380"/>
                    <a:pt x="1009" y="4569"/>
                    <a:pt x="946" y="4695"/>
                  </a:cubicBezTo>
                  <a:lnTo>
                    <a:pt x="631" y="5010"/>
                  </a:lnTo>
                  <a:lnTo>
                    <a:pt x="1103" y="5482"/>
                  </a:lnTo>
                  <a:lnTo>
                    <a:pt x="1418" y="5167"/>
                  </a:lnTo>
                  <a:cubicBezTo>
                    <a:pt x="1486" y="5100"/>
                    <a:pt x="1562" y="5068"/>
                    <a:pt x="1643" y="5068"/>
                  </a:cubicBezTo>
                  <a:cubicBezTo>
                    <a:pt x="1713" y="5068"/>
                    <a:pt x="1786" y="5092"/>
                    <a:pt x="1859" y="5136"/>
                  </a:cubicBezTo>
                  <a:cubicBezTo>
                    <a:pt x="2048" y="5230"/>
                    <a:pt x="2237" y="5325"/>
                    <a:pt x="2426" y="5356"/>
                  </a:cubicBezTo>
                  <a:cubicBezTo>
                    <a:pt x="2584" y="5419"/>
                    <a:pt x="2710" y="5514"/>
                    <a:pt x="2710" y="5671"/>
                  </a:cubicBezTo>
                  <a:lnTo>
                    <a:pt x="2710" y="6112"/>
                  </a:lnTo>
                  <a:lnTo>
                    <a:pt x="3372" y="6112"/>
                  </a:lnTo>
                  <a:lnTo>
                    <a:pt x="3372" y="5734"/>
                  </a:lnTo>
                  <a:cubicBezTo>
                    <a:pt x="3372" y="5577"/>
                    <a:pt x="3498" y="5451"/>
                    <a:pt x="3655" y="5419"/>
                  </a:cubicBezTo>
                  <a:cubicBezTo>
                    <a:pt x="3844" y="5356"/>
                    <a:pt x="4096" y="5262"/>
                    <a:pt x="4254" y="5167"/>
                  </a:cubicBezTo>
                  <a:cubicBezTo>
                    <a:pt x="4300" y="5133"/>
                    <a:pt x="4355" y="5119"/>
                    <a:pt x="4410" y="5119"/>
                  </a:cubicBezTo>
                  <a:cubicBezTo>
                    <a:pt x="4506" y="5119"/>
                    <a:pt x="4603" y="5159"/>
                    <a:pt x="4663" y="5199"/>
                  </a:cubicBezTo>
                  <a:lnTo>
                    <a:pt x="5010" y="5514"/>
                  </a:lnTo>
                  <a:lnTo>
                    <a:pt x="5451" y="5041"/>
                  </a:lnTo>
                  <a:lnTo>
                    <a:pt x="5136" y="4726"/>
                  </a:lnTo>
                  <a:cubicBezTo>
                    <a:pt x="5041" y="4632"/>
                    <a:pt x="5041" y="4474"/>
                    <a:pt x="5104" y="4285"/>
                  </a:cubicBezTo>
                  <a:cubicBezTo>
                    <a:pt x="5230" y="4096"/>
                    <a:pt x="5293" y="3907"/>
                    <a:pt x="5356" y="3718"/>
                  </a:cubicBezTo>
                  <a:cubicBezTo>
                    <a:pt x="5388" y="3561"/>
                    <a:pt x="5514" y="3434"/>
                    <a:pt x="5671" y="3434"/>
                  </a:cubicBezTo>
                  <a:lnTo>
                    <a:pt x="6081" y="3434"/>
                  </a:lnTo>
                  <a:lnTo>
                    <a:pt x="6081" y="2773"/>
                  </a:lnTo>
                  <a:lnTo>
                    <a:pt x="5671" y="2773"/>
                  </a:lnTo>
                  <a:cubicBezTo>
                    <a:pt x="5514" y="2710"/>
                    <a:pt x="5388" y="2615"/>
                    <a:pt x="5356" y="2458"/>
                  </a:cubicBezTo>
                  <a:cubicBezTo>
                    <a:pt x="5293" y="2269"/>
                    <a:pt x="5199" y="2017"/>
                    <a:pt x="5104" y="1859"/>
                  </a:cubicBezTo>
                  <a:cubicBezTo>
                    <a:pt x="5041" y="1733"/>
                    <a:pt x="5073" y="1544"/>
                    <a:pt x="5136" y="1418"/>
                  </a:cubicBezTo>
                  <a:lnTo>
                    <a:pt x="5451" y="1103"/>
                  </a:lnTo>
                  <a:lnTo>
                    <a:pt x="5010" y="631"/>
                  </a:lnTo>
                  <a:lnTo>
                    <a:pt x="4663" y="946"/>
                  </a:lnTo>
                  <a:cubicBezTo>
                    <a:pt x="4608" y="1019"/>
                    <a:pt x="4531" y="1050"/>
                    <a:pt x="4445" y="1050"/>
                  </a:cubicBezTo>
                  <a:cubicBezTo>
                    <a:pt x="4384" y="1050"/>
                    <a:pt x="4319" y="1035"/>
                    <a:pt x="4254" y="1009"/>
                  </a:cubicBezTo>
                  <a:cubicBezTo>
                    <a:pt x="4033" y="883"/>
                    <a:pt x="3844" y="788"/>
                    <a:pt x="3655" y="757"/>
                  </a:cubicBezTo>
                  <a:cubicBezTo>
                    <a:pt x="3498" y="725"/>
                    <a:pt x="3372" y="599"/>
                    <a:pt x="3372" y="442"/>
                  </a:cubicBezTo>
                  <a:lnTo>
                    <a:pt x="337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9209;p69">
              <a:extLst>
                <a:ext uri="{FF2B5EF4-FFF2-40B4-BE49-F238E27FC236}">
                  <a16:creationId xmlns:a16="http://schemas.microsoft.com/office/drawing/2014/main" id="{4B74EB8E-B722-9663-49A7-EC78671F9312}"/>
                </a:ext>
              </a:extLst>
            </p:cNvPr>
            <p:cNvSpPr/>
            <p:nvPr/>
          </p:nvSpPr>
          <p:spPr>
            <a:xfrm>
              <a:off x="-34763900" y="3561225"/>
              <a:ext cx="291450" cy="291450"/>
            </a:xfrm>
            <a:custGeom>
              <a:avLst/>
              <a:gdLst/>
              <a:ahLst/>
              <a:cxnLst/>
              <a:rect l="l" t="t" r="r" b="b"/>
              <a:pathLst>
                <a:path w="11658" h="11658" extrusionOk="0">
                  <a:moveTo>
                    <a:pt x="6522" y="2048"/>
                  </a:moveTo>
                  <a:cubicBezTo>
                    <a:pt x="6743" y="2048"/>
                    <a:pt x="6900" y="2206"/>
                    <a:pt x="6900" y="2395"/>
                  </a:cubicBezTo>
                  <a:lnTo>
                    <a:pt x="6900" y="2899"/>
                  </a:lnTo>
                  <a:cubicBezTo>
                    <a:pt x="6995" y="2962"/>
                    <a:pt x="7089" y="2994"/>
                    <a:pt x="7152" y="3025"/>
                  </a:cubicBezTo>
                  <a:lnTo>
                    <a:pt x="7530" y="2678"/>
                  </a:lnTo>
                  <a:cubicBezTo>
                    <a:pt x="7578" y="2615"/>
                    <a:pt x="7664" y="2584"/>
                    <a:pt x="7755" y="2584"/>
                  </a:cubicBezTo>
                  <a:cubicBezTo>
                    <a:pt x="7845" y="2584"/>
                    <a:pt x="7940" y="2615"/>
                    <a:pt x="8003" y="2678"/>
                  </a:cubicBezTo>
                  <a:lnTo>
                    <a:pt x="8979" y="3655"/>
                  </a:lnTo>
                  <a:cubicBezTo>
                    <a:pt x="9106" y="3781"/>
                    <a:pt x="9106" y="4002"/>
                    <a:pt x="8979" y="4128"/>
                  </a:cubicBezTo>
                  <a:lnTo>
                    <a:pt x="8633" y="4474"/>
                  </a:lnTo>
                  <a:cubicBezTo>
                    <a:pt x="8664" y="4569"/>
                    <a:pt x="8696" y="4695"/>
                    <a:pt x="8727" y="4758"/>
                  </a:cubicBezTo>
                  <a:lnTo>
                    <a:pt x="9263" y="4758"/>
                  </a:lnTo>
                  <a:cubicBezTo>
                    <a:pt x="9452" y="4758"/>
                    <a:pt x="9610" y="4915"/>
                    <a:pt x="9610" y="5104"/>
                  </a:cubicBezTo>
                  <a:lnTo>
                    <a:pt x="9610" y="6491"/>
                  </a:lnTo>
                  <a:cubicBezTo>
                    <a:pt x="9610" y="6680"/>
                    <a:pt x="9452" y="6837"/>
                    <a:pt x="9263" y="6837"/>
                  </a:cubicBezTo>
                  <a:lnTo>
                    <a:pt x="8727" y="6837"/>
                  </a:lnTo>
                  <a:cubicBezTo>
                    <a:pt x="8696" y="6963"/>
                    <a:pt x="8664" y="7026"/>
                    <a:pt x="8633" y="7121"/>
                  </a:cubicBezTo>
                  <a:lnTo>
                    <a:pt x="8979" y="7467"/>
                  </a:lnTo>
                  <a:cubicBezTo>
                    <a:pt x="9106" y="7593"/>
                    <a:pt x="9106" y="7814"/>
                    <a:pt x="8979" y="7940"/>
                  </a:cubicBezTo>
                  <a:lnTo>
                    <a:pt x="8003" y="8916"/>
                  </a:lnTo>
                  <a:cubicBezTo>
                    <a:pt x="7940" y="8979"/>
                    <a:pt x="7845" y="9011"/>
                    <a:pt x="7755" y="9011"/>
                  </a:cubicBezTo>
                  <a:cubicBezTo>
                    <a:pt x="7664" y="9011"/>
                    <a:pt x="7578" y="8979"/>
                    <a:pt x="7530" y="8916"/>
                  </a:cubicBezTo>
                  <a:lnTo>
                    <a:pt x="7152" y="8570"/>
                  </a:lnTo>
                  <a:cubicBezTo>
                    <a:pt x="7089" y="8601"/>
                    <a:pt x="6963" y="8664"/>
                    <a:pt x="6900" y="8696"/>
                  </a:cubicBezTo>
                  <a:lnTo>
                    <a:pt x="6900" y="9200"/>
                  </a:lnTo>
                  <a:cubicBezTo>
                    <a:pt x="6900" y="9389"/>
                    <a:pt x="6743" y="9547"/>
                    <a:pt x="6522" y="9547"/>
                  </a:cubicBezTo>
                  <a:lnTo>
                    <a:pt x="5167" y="9547"/>
                  </a:lnTo>
                  <a:cubicBezTo>
                    <a:pt x="4947" y="9547"/>
                    <a:pt x="4789" y="9389"/>
                    <a:pt x="4789" y="9200"/>
                  </a:cubicBezTo>
                  <a:lnTo>
                    <a:pt x="4789" y="8696"/>
                  </a:lnTo>
                  <a:cubicBezTo>
                    <a:pt x="4695" y="8664"/>
                    <a:pt x="4600" y="8601"/>
                    <a:pt x="4537" y="8570"/>
                  </a:cubicBezTo>
                  <a:lnTo>
                    <a:pt x="4159" y="8916"/>
                  </a:lnTo>
                  <a:cubicBezTo>
                    <a:pt x="4112" y="8979"/>
                    <a:pt x="4025" y="9011"/>
                    <a:pt x="3935" y="9011"/>
                  </a:cubicBezTo>
                  <a:cubicBezTo>
                    <a:pt x="3844" y="9011"/>
                    <a:pt x="3750" y="8979"/>
                    <a:pt x="3687" y="8916"/>
                  </a:cubicBezTo>
                  <a:lnTo>
                    <a:pt x="2710" y="7940"/>
                  </a:lnTo>
                  <a:cubicBezTo>
                    <a:pt x="2584" y="7814"/>
                    <a:pt x="2584" y="7593"/>
                    <a:pt x="2710" y="7467"/>
                  </a:cubicBezTo>
                  <a:lnTo>
                    <a:pt x="3057" y="7121"/>
                  </a:lnTo>
                  <a:cubicBezTo>
                    <a:pt x="3025" y="7026"/>
                    <a:pt x="2994" y="6932"/>
                    <a:pt x="2962" y="6837"/>
                  </a:cubicBezTo>
                  <a:lnTo>
                    <a:pt x="2426" y="6837"/>
                  </a:lnTo>
                  <a:cubicBezTo>
                    <a:pt x="2237" y="6837"/>
                    <a:pt x="2080" y="6680"/>
                    <a:pt x="2080" y="6491"/>
                  </a:cubicBezTo>
                  <a:lnTo>
                    <a:pt x="2080" y="5104"/>
                  </a:lnTo>
                  <a:cubicBezTo>
                    <a:pt x="2080" y="4915"/>
                    <a:pt x="2237" y="4758"/>
                    <a:pt x="2426" y="4758"/>
                  </a:cubicBezTo>
                  <a:lnTo>
                    <a:pt x="2962" y="4758"/>
                  </a:lnTo>
                  <a:cubicBezTo>
                    <a:pt x="2994" y="4632"/>
                    <a:pt x="3025" y="4569"/>
                    <a:pt x="3057" y="4474"/>
                  </a:cubicBezTo>
                  <a:lnTo>
                    <a:pt x="2710" y="4128"/>
                  </a:lnTo>
                  <a:cubicBezTo>
                    <a:pt x="2584" y="4002"/>
                    <a:pt x="2584" y="3781"/>
                    <a:pt x="2710" y="3655"/>
                  </a:cubicBezTo>
                  <a:lnTo>
                    <a:pt x="3687" y="2678"/>
                  </a:lnTo>
                  <a:cubicBezTo>
                    <a:pt x="3750" y="2615"/>
                    <a:pt x="3844" y="2584"/>
                    <a:pt x="3935" y="2584"/>
                  </a:cubicBezTo>
                  <a:cubicBezTo>
                    <a:pt x="4025" y="2584"/>
                    <a:pt x="4112" y="2615"/>
                    <a:pt x="4159" y="2678"/>
                  </a:cubicBezTo>
                  <a:lnTo>
                    <a:pt x="4537" y="3025"/>
                  </a:lnTo>
                  <a:cubicBezTo>
                    <a:pt x="4600" y="2994"/>
                    <a:pt x="4726" y="2962"/>
                    <a:pt x="4789" y="2899"/>
                  </a:cubicBezTo>
                  <a:lnTo>
                    <a:pt x="4789" y="2395"/>
                  </a:lnTo>
                  <a:cubicBezTo>
                    <a:pt x="4789" y="2206"/>
                    <a:pt x="4947" y="2048"/>
                    <a:pt x="5167" y="2048"/>
                  </a:cubicBezTo>
                  <a:close/>
                  <a:moveTo>
                    <a:pt x="5829" y="1"/>
                  </a:moveTo>
                  <a:cubicBezTo>
                    <a:pt x="2647" y="1"/>
                    <a:pt x="1" y="2647"/>
                    <a:pt x="1" y="5829"/>
                  </a:cubicBezTo>
                  <a:cubicBezTo>
                    <a:pt x="1" y="6837"/>
                    <a:pt x="284" y="7877"/>
                    <a:pt x="820" y="8790"/>
                  </a:cubicBezTo>
                  <a:lnTo>
                    <a:pt x="32" y="11185"/>
                  </a:lnTo>
                  <a:cubicBezTo>
                    <a:pt x="1" y="11311"/>
                    <a:pt x="32" y="11468"/>
                    <a:pt x="127" y="11531"/>
                  </a:cubicBezTo>
                  <a:cubicBezTo>
                    <a:pt x="174" y="11602"/>
                    <a:pt x="274" y="11638"/>
                    <a:pt x="375" y="11638"/>
                  </a:cubicBezTo>
                  <a:cubicBezTo>
                    <a:pt x="408" y="11638"/>
                    <a:pt x="442" y="11634"/>
                    <a:pt x="473" y="11626"/>
                  </a:cubicBezTo>
                  <a:lnTo>
                    <a:pt x="2868" y="10838"/>
                  </a:lnTo>
                  <a:cubicBezTo>
                    <a:pt x="3781" y="11374"/>
                    <a:pt x="4789" y="11657"/>
                    <a:pt x="5829" y="11657"/>
                  </a:cubicBezTo>
                  <a:cubicBezTo>
                    <a:pt x="9011" y="11657"/>
                    <a:pt x="11657" y="9011"/>
                    <a:pt x="11657" y="5829"/>
                  </a:cubicBezTo>
                  <a:cubicBezTo>
                    <a:pt x="11657" y="2584"/>
                    <a:pt x="9011" y="1"/>
                    <a:pt x="582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9210;p69">
              <a:extLst>
                <a:ext uri="{FF2B5EF4-FFF2-40B4-BE49-F238E27FC236}">
                  <a16:creationId xmlns:a16="http://schemas.microsoft.com/office/drawing/2014/main" id="{A0DBF935-29D3-C6C3-B030-67ACF2ECEA54}"/>
                </a:ext>
              </a:extLst>
            </p:cNvPr>
            <p:cNvSpPr/>
            <p:nvPr/>
          </p:nvSpPr>
          <p:spPr>
            <a:xfrm>
              <a:off x="-34644175" y="3680950"/>
              <a:ext cx="51225" cy="51225"/>
            </a:xfrm>
            <a:custGeom>
              <a:avLst/>
              <a:gdLst/>
              <a:ahLst/>
              <a:cxnLst/>
              <a:rect l="l" t="t" r="r" b="b"/>
              <a:pathLst>
                <a:path w="2049" h="2049" extrusionOk="0">
                  <a:moveTo>
                    <a:pt x="1040" y="0"/>
                  </a:moveTo>
                  <a:cubicBezTo>
                    <a:pt x="473" y="0"/>
                    <a:pt x="0" y="473"/>
                    <a:pt x="0" y="1040"/>
                  </a:cubicBezTo>
                  <a:cubicBezTo>
                    <a:pt x="0" y="1576"/>
                    <a:pt x="473" y="2048"/>
                    <a:pt x="1040" y="2048"/>
                  </a:cubicBezTo>
                  <a:cubicBezTo>
                    <a:pt x="1576" y="2048"/>
                    <a:pt x="2048" y="1576"/>
                    <a:pt x="2048" y="1040"/>
                  </a:cubicBezTo>
                  <a:cubicBezTo>
                    <a:pt x="2048" y="441"/>
                    <a:pt x="1576" y="0"/>
                    <a:pt x="104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41" name="Google Shape;9211;p69">
            <a:extLst>
              <a:ext uri="{FF2B5EF4-FFF2-40B4-BE49-F238E27FC236}">
                <a16:creationId xmlns:a16="http://schemas.microsoft.com/office/drawing/2014/main" id="{2E67A9DD-80CB-6610-5069-13CD81397001}"/>
              </a:ext>
            </a:extLst>
          </p:cNvPr>
          <p:cNvSpPr/>
          <p:nvPr/>
        </p:nvSpPr>
        <p:spPr>
          <a:xfrm>
            <a:off x="5261775" y="9954256"/>
            <a:ext cx="914429" cy="914350"/>
          </a:xfrm>
          <a:custGeom>
            <a:avLst/>
            <a:gdLst/>
            <a:ahLst/>
            <a:cxnLst/>
            <a:rect l="l" t="t" r="r" b="b"/>
            <a:pathLst>
              <a:path w="11658" h="11657" extrusionOk="0">
                <a:moveTo>
                  <a:pt x="5955" y="1733"/>
                </a:moveTo>
                <a:cubicBezTo>
                  <a:pt x="7089" y="1733"/>
                  <a:pt x="8003" y="2647"/>
                  <a:pt x="8003" y="3781"/>
                </a:cubicBezTo>
                <a:cubicBezTo>
                  <a:pt x="7877" y="4442"/>
                  <a:pt x="7562" y="5041"/>
                  <a:pt x="7058" y="5419"/>
                </a:cubicBezTo>
                <a:cubicBezTo>
                  <a:pt x="6837" y="5577"/>
                  <a:pt x="6522" y="5892"/>
                  <a:pt x="6522" y="6333"/>
                </a:cubicBezTo>
                <a:lnTo>
                  <a:pt x="6522" y="6522"/>
                </a:lnTo>
                <a:cubicBezTo>
                  <a:pt x="6522" y="6931"/>
                  <a:pt x="6207" y="7215"/>
                  <a:pt x="5861" y="7215"/>
                </a:cubicBezTo>
                <a:cubicBezTo>
                  <a:pt x="5482" y="7215"/>
                  <a:pt x="5199" y="6900"/>
                  <a:pt x="5199" y="6522"/>
                </a:cubicBezTo>
                <a:lnTo>
                  <a:pt x="5199" y="6333"/>
                </a:lnTo>
                <a:cubicBezTo>
                  <a:pt x="5199" y="5577"/>
                  <a:pt x="5577" y="4852"/>
                  <a:pt x="6302" y="4316"/>
                </a:cubicBezTo>
                <a:cubicBezTo>
                  <a:pt x="6491" y="4190"/>
                  <a:pt x="6585" y="4001"/>
                  <a:pt x="6585" y="3781"/>
                </a:cubicBezTo>
                <a:cubicBezTo>
                  <a:pt x="6585" y="3371"/>
                  <a:pt x="6270" y="3119"/>
                  <a:pt x="5892" y="3119"/>
                </a:cubicBezTo>
                <a:cubicBezTo>
                  <a:pt x="5514" y="3119"/>
                  <a:pt x="5230" y="3434"/>
                  <a:pt x="5230" y="3781"/>
                </a:cubicBezTo>
                <a:cubicBezTo>
                  <a:pt x="5230" y="4159"/>
                  <a:pt x="4915" y="4442"/>
                  <a:pt x="4569" y="4442"/>
                </a:cubicBezTo>
                <a:cubicBezTo>
                  <a:pt x="4191" y="4442"/>
                  <a:pt x="3907" y="4127"/>
                  <a:pt x="3907" y="3781"/>
                </a:cubicBezTo>
                <a:cubicBezTo>
                  <a:pt x="3907" y="2647"/>
                  <a:pt x="4821" y="1733"/>
                  <a:pt x="5955" y="1733"/>
                </a:cubicBezTo>
                <a:close/>
                <a:moveTo>
                  <a:pt x="5829" y="8570"/>
                </a:moveTo>
                <a:cubicBezTo>
                  <a:pt x="6176" y="8570"/>
                  <a:pt x="6491" y="8885"/>
                  <a:pt x="6491" y="9263"/>
                </a:cubicBezTo>
                <a:cubicBezTo>
                  <a:pt x="6491" y="9641"/>
                  <a:pt x="6207" y="9924"/>
                  <a:pt x="5829" y="9924"/>
                </a:cubicBezTo>
                <a:cubicBezTo>
                  <a:pt x="5419" y="9924"/>
                  <a:pt x="5167" y="9609"/>
                  <a:pt x="5167" y="9263"/>
                </a:cubicBezTo>
                <a:cubicBezTo>
                  <a:pt x="5167" y="8853"/>
                  <a:pt x="5482" y="8570"/>
                  <a:pt x="5829" y="8570"/>
                </a:cubicBezTo>
                <a:close/>
                <a:moveTo>
                  <a:pt x="5829" y="0"/>
                </a:moveTo>
                <a:cubicBezTo>
                  <a:pt x="2647" y="0"/>
                  <a:pt x="1" y="2615"/>
                  <a:pt x="1" y="5829"/>
                </a:cubicBezTo>
                <a:cubicBezTo>
                  <a:pt x="1" y="9011"/>
                  <a:pt x="2647" y="11657"/>
                  <a:pt x="5829" y="11657"/>
                </a:cubicBezTo>
                <a:cubicBezTo>
                  <a:pt x="9011" y="11657"/>
                  <a:pt x="11657" y="9011"/>
                  <a:pt x="11657" y="5829"/>
                </a:cubicBezTo>
                <a:cubicBezTo>
                  <a:pt x="11657" y="2647"/>
                  <a:pt x="9011" y="0"/>
                  <a:pt x="5829"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42" name="Google Shape;9212;p69">
            <a:extLst>
              <a:ext uri="{FF2B5EF4-FFF2-40B4-BE49-F238E27FC236}">
                <a16:creationId xmlns:a16="http://schemas.microsoft.com/office/drawing/2014/main" id="{E54CC85C-E20A-FB18-34A5-6346AA71F9B5}"/>
              </a:ext>
            </a:extLst>
          </p:cNvPr>
          <p:cNvGrpSpPr/>
          <p:nvPr/>
        </p:nvGrpSpPr>
        <p:grpSpPr>
          <a:xfrm>
            <a:off x="11036493" y="7686441"/>
            <a:ext cx="916860" cy="916860"/>
            <a:chOff x="-32927950" y="3227275"/>
            <a:chExt cx="292225" cy="292225"/>
          </a:xfrm>
          <a:solidFill>
            <a:srgbClr val="555559"/>
          </a:solidFill>
        </p:grpSpPr>
        <p:sp>
          <p:nvSpPr>
            <p:cNvPr id="2043" name="Google Shape;9213;p69">
              <a:extLst>
                <a:ext uri="{FF2B5EF4-FFF2-40B4-BE49-F238E27FC236}">
                  <a16:creationId xmlns:a16="http://schemas.microsoft.com/office/drawing/2014/main" id="{3744E4E9-5126-8717-B1E9-CBD4C059C672}"/>
                </a:ext>
              </a:extLst>
            </p:cNvPr>
            <p:cNvSpPr/>
            <p:nvPr/>
          </p:nvSpPr>
          <p:spPr>
            <a:xfrm>
              <a:off x="-32927950" y="3228075"/>
              <a:ext cx="69325" cy="291425"/>
            </a:xfrm>
            <a:custGeom>
              <a:avLst/>
              <a:gdLst/>
              <a:ahLst/>
              <a:cxnLst/>
              <a:rect l="l" t="t" r="r" b="b"/>
              <a:pathLst>
                <a:path w="2773" h="11657" extrusionOk="0">
                  <a:moveTo>
                    <a:pt x="1733" y="0"/>
                  </a:moveTo>
                  <a:cubicBezTo>
                    <a:pt x="1198" y="0"/>
                    <a:pt x="725" y="473"/>
                    <a:pt x="725" y="1040"/>
                  </a:cubicBezTo>
                  <a:lnTo>
                    <a:pt x="725" y="1386"/>
                  </a:lnTo>
                  <a:lnTo>
                    <a:pt x="347" y="1386"/>
                  </a:lnTo>
                  <a:cubicBezTo>
                    <a:pt x="158" y="1386"/>
                    <a:pt x="1" y="1544"/>
                    <a:pt x="1" y="1733"/>
                  </a:cubicBezTo>
                  <a:cubicBezTo>
                    <a:pt x="1" y="1922"/>
                    <a:pt x="158" y="2079"/>
                    <a:pt x="347" y="2079"/>
                  </a:cubicBezTo>
                  <a:lnTo>
                    <a:pt x="725" y="2079"/>
                  </a:lnTo>
                  <a:lnTo>
                    <a:pt x="725" y="3466"/>
                  </a:lnTo>
                  <a:lnTo>
                    <a:pt x="347" y="3466"/>
                  </a:lnTo>
                  <a:cubicBezTo>
                    <a:pt x="158" y="3466"/>
                    <a:pt x="1" y="3623"/>
                    <a:pt x="1" y="3812"/>
                  </a:cubicBezTo>
                  <a:cubicBezTo>
                    <a:pt x="1" y="4033"/>
                    <a:pt x="158" y="4190"/>
                    <a:pt x="347" y="4190"/>
                  </a:cubicBezTo>
                  <a:lnTo>
                    <a:pt x="725" y="4190"/>
                  </a:lnTo>
                  <a:lnTo>
                    <a:pt x="725" y="5608"/>
                  </a:lnTo>
                  <a:lnTo>
                    <a:pt x="347" y="5608"/>
                  </a:lnTo>
                  <a:cubicBezTo>
                    <a:pt x="158" y="5608"/>
                    <a:pt x="1" y="5765"/>
                    <a:pt x="1" y="5954"/>
                  </a:cubicBezTo>
                  <a:cubicBezTo>
                    <a:pt x="1" y="6143"/>
                    <a:pt x="158" y="6301"/>
                    <a:pt x="347" y="6301"/>
                  </a:cubicBezTo>
                  <a:lnTo>
                    <a:pt x="725" y="6301"/>
                  </a:lnTo>
                  <a:lnTo>
                    <a:pt x="725" y="7687"/>
                  </a:lnTo>
                  <a:lnTo>
                    <a:pt x="347" y="7687"/>
                  </a:lnTo>
                  <a:cubicBezTo>
                    <a:pt x="158" y="7687"/>
                    <a:pt x="1" y="7845"/>
                    <a:pt x="1" y="8034"/>
                  </a:cubicBezTo>
                  <a:cubicBezTo>
                    <a:pt x="1" y="8223"/>
                    <a:pt x="158" y="8380"/>
                    <a:pt x="347" y="8380"/>
                  </a:cubicBezTo>
                  <a:lnTo>
                    <a:pt x="725" y="8380"/>
                  </a:lnTo>
                  <a:lnTo>
                    <a:pt x="725" y="9767"/>
                  </a:lnTo>
                  <a:lnTo>
                    <a:pt x="347" y="9767"/>
                  </a:lnTo>
                  <a:lnTo>
                    <a:pt x="347" y="9577"/>
                  </a:lnTo>
                  <a:cubicBezTo>
                    <a:pt x="158" y="9577"/>
                    <a:pt x="1" y="9735"/>
                    <a:pt x="1" y="9924"/>
                  </a:cubicBezTo>
                  <a:cubicBezTo>
                    <a:pt x="1" y="10113"/>
                    <a:pt x="158" y="10271"/>
                    <a:pt x="347" y="10271"/>
                  </a:cubicBezTo>
                  <a:lnTo>
                    <a:pt x="725" y="10271"/>
                  </a:lnTo>
                  <a:lnTo>
                    <a:pt x="725" y="10649"/>
                  </a:lnTo>
                  <a:cubicBezTo>
                    <a:pt x="725" y="11184"/>
                    <a:pt x="1198" y="11657"/>
                    <a:pt x="1733" y="11657"/>
                  </a:cubicBezTo>
                  <a:lnTo>
                    <a:pt x="2773" y="11657"/>
                  </a:lnTo>
                  <a:lnTo>
                    <a:pt x="2773"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9214;p69">
              <a:extLst>
                <a:ext uri="{FF2B5EF4-FFF2-40B4-BE49-F238E27FC236}">
                  <a16:creationId xmlns:a16="http://schemas.microsoft.com/office/drawing/2014/main" id="{E751004E-1EE2-57FC-6279-B98BD107C145}"/>
                </a:ext>
              </a:extLst>
            </p:cNvPr>
            <p:cNvSpPr/>
            <p:nvPr/>
          </p:nvSpPr>
          <p:spPr>
            <a:xfrm>
              <a:off x="-32841300" y="3227275"/>
              <a:ext cx="154400" cy="291450"/>
            </a:xfrm>
            <a:custGeom>
              <a:avLst/>
              <a:gdLst/>
              <a:ahLst/>
              <a:cxnLst/>
              <a:rect l="l" t="t" r="r" b="b"/>
              <a:pathLst>
                <a:path w="6176" h="11658" extrusionOk="0">
                  <a:moveTo>
                    <a:pt x="4096" y="2048"/>
                  </a:moveTo>
                  <a:cubicBezTo>
                    <a:pt x="4285" y="2048"/>
                    <a:pt x="4442" y="2206"/>
                    <a:pt x="4442" y="2395"/>
                  </a:cubicBezTo>
                  <a:lnTo>
                    <a:pt x="4442" y="3750"/>
                  </a:lnTo>
                  <a:cubicBezTo>
                    <a:pt x="4442" y="3939"/>
                    <a:pt x="4285" y="4096"/>
                    <a:pt x="4096" y="4096"/>
                  </a:cubicBezTo>
                  <a:lnTo>
                    <a:pt x="3088" y="4096"/>
                  </a:lnTo>
                  <a:lnTo>
                    <a:pt x="3088" y="7562"/>
                  </a:lnTo>
                  <a:lnTo>
                    <a:pt x="4096" y="7562"/>
                  </a:lnTo>
                  <a:cubicBezTo>
                    <a:pt x="4285" y="7562"/>
                    <a:pt x="4442" y="7719"/>
                    <a:pt x="4442" y="7908"/>
                  </a:cubicBezTo>
                  <a:lnTo>
                    <a:pt x="4442" y="9294"/>
                  </a:lnTo>
                  <a:cubicBezTo>
                    <a:pt x="4442" y="9483"/>
                    <a:pt x="4285" y="9641"/>
                    <a:pt x="4096" y="9641"/>
                  </a:cubicBezTo>
                  <a:lnTo>
                    <a:pt x="3088" y="9641"/>
                  </a:lnTo>
                  <a:cubicBezTo>
                    <a:pt x="2332" y="9641"/>
                    <a:pt x="1701" y="9011"/>
                    <a:pt x="1701" y="8255"/>
                  </a:cubicBezTo>
                  <a:lnTo>
                    <a:pt x="1701" y="3435"/>
                  </a:lnTo>
                  <a:cubicBezTo>
                    <a:pt x="1701" y="2678"/>
                    <a:pt x="2332" y="2048"/>
                    <a:pt x="3088" y="2048"/>
                  </a:cubicBezTo>
                  <a:close/>
                  <a:moveTo>
                    <a:pt x="0" y="1"/>
                  </a:moveTo>
                  <a:lnTo>
                    <a:pt x="0" y="11657"/>
                  </a:lnTo>
                  <a:lnTo>
                    <a:pt x="5167" y="11657"/>
                  </a:lnTo>
                  <a:cubicBezTo>
                    <a:pt x="5703" y="11657"/>
                    <a:pt x="6175" y="11185"/>
                    <a:pt x="6175" y="10618"/>
                  </a:cubicBezTo>
                  <a:lnTo>
                    <a:pt x="6175" y="1009"/>
                  </a:lnTo>
                  <a:cubicBezTo>
                    <a:pt x="6175" y="473"/>
                    <a:pt x="5703" y="1"/>
                    <a:pt x="51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9215;p69">
              <a:extLst>
                <a:ext uri="{FF2B5EF4-FFF2-40B4-BE49-F238E27FC236}">
                  <a16:creationId xmlns:a16="http://schemas.microsoft.com/office/drawing/2014/main" id="{79E2CD00-743A-6992-E6B2-39D9627E37E7}"/>
                </a:ext>
              </a:extLst>
            </p:cNvPr>
            <p:cNvSpPr/>
            <p:nvPr/>
          </p:nvSpPr>
          <p:spPr>
            <a:xfrm>
              <a:off x="-32669600" y="3261925"/>
              <a:ext cx="33875" cy="51225"/>
            </a:xfrm>
            <a:custGeom>
              <a:avLst/>
              <a:gdLst/>
              <a:ahLst/>
              <a:cxnLst/>
              <a:rect l="l" t="t" r="r" b="b"/>
              <a:pathLst>
                <a:path w="1355" h="2049" extrusionOk="0">
                  <a:moveTo>
                    <a:pt x="0" y="1"/>
                  </a:moveTo>
                  <a:lnTo>
                    <a:pt x="0" y="2049"/>
                  </a:lnTo>
                  <a:lnTo>
                    <a:pt x="1355" y="2049"/>
                  </a:lnTo>
                  <a:lnTo>
                    <a:pt x="1355" y="347"/>
                  </a:lnTo>
                  <a:cubicBezTo>
                    <a:pt x="1355" y="158"/>
                    <a:pt x="1197" y="1"/>
                    <a:pt x="100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9216;p69">
              <a:extLst>
                <a:ext uri="{FF2B5EF4-FFF2-40B4-BE49-F238E27FC236}">
                  <a16:creationId xmlns:a16="http://schemas.microsoft.com/office/drawing/2014/main" id="{F036AFFE-29A1-A26B-9508-2AC0D8BE3547}"/>
                </a:ext>
              </a:extLst>
            </p:cNvPr>
            <p:cNvSpPr/>
            <p:nvPr/>
          </p:nvSpPr>
          <p:spPr>
            <a:xfrm>
              <a:off x="-32669600" y="3329675"/>
              <a:ext cx="33875" cy="35450"/>
            </a:xfrm>
            <a:custGeom>
              <a:avLst/>
              <a:gdLst/>
              <a:ahLst/>
              <a:cxnLst/>
              <a:rect l="l" t="t" r="r" b="b"/>
              <a:pathLst>
                <a:path w="1355" h="1418" extrusionOk="0">
                  <a:moveTo>
                    <a:pt x="0" y="0"/>
                  </a:moveTo>
                  <a:lnTo>
                    <a:pt x="0" y="1418"/>
                  </a:lnTo>
                  <a:lnTo>
                    <a:pt x="1355" y="1418"/>
                  </a:lnTo>
                  <a:lnTo>
                    <a:pt x="1355"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9217;p69">
              <a:extLst>
                <a:ext uri="{FF2B5EF4-FFF2-40B4-BE49-F238E27FC236}">
                  <a16:creationId xmlns:a16="http://schemas.microsoft.com/office/drawing/2014/main" id="{15C8013D-F1D3-93C3-C09A-DE052A790174}"/>
                </a:ext>
              </a:extLst>
            </p:cNvPr>
            <p:cNvSpPr/>
            <p:nvPr/>
          </p:nvSpPr>
          <p:spPr>
            <a:xfrm>
              <a:off x="-32669600" y="3381650"/>
              <a:ext cx="33875" cy="51225"/>
            </a:xfrm>
            <a:custGeom>
              <a:avLst/>
              <a:gdLst/>
              <a:ahLst/>
              <a:cxnLst/>
              <a:rect l="l" t="t" r="r" b="b"/>
              <a:pathLst>
                <a:path w="1355" h="2049" extrusionOk="0">
                  <a:moveTo>
                    <a:pt x="0" y="0"/>
                  </a:moveTo>
                  <a:lnTo>
                    <a:pt x="0" y="2048"/>
                  </a:lnTo>
                  <a:lnTo>
                    <a:pt x="1008" y="2048"/>
                  </a:lnTo>
                  <a:cubicBezTo>
                    <a:pt x="1197" y="2048"/>
                    <a:pt x="1355" y="1891"/>
                    <a:pt x="1355" y="1702"/>
                  </a:cubicBezTo>
                  <a:lnTo>
                    <a:pt x="1355"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48" name="Google Shape;9218;p69">
            <a:extLst>
              <a:ext uri="{FF2B5EF4-FFF2-40B4-BE49-F238E27FC236}">
                <a16:creationId xmlns:a16="http://schemas.microsoft.com/office/drawing/2014/main" id="{ED66464E-57A0-F081-4EC6-4AF7F4ED00C8}"/>
              </a:ext>
            </a:extLst>
          </p:cNvPr>
          <p:cNvGrpSpPr/>
          <p:nvPr/>
        </p:nvGrpSpPr>
        <p:grpSpPr>
          <a:xfrm>
            <a:off x="11035240" y="8828068"/>
            <a:ext cx="919370" cy="914429"/>
            <a:chOff x="-32927950" y="3586425"/>
            <a:chExt cx="293025" cy="291450"/>
          </a:xfrm>
          <a:solidFill>
            <a:srgbClr val="555559"/>
          </a:solidFill>
        </p:grpSpPr>
        <p:sp>
          <p:nvSpPr>
            <p:cNvPr id="2049" name="Google Shape;9219;p69">
              <a:extLst>
                <a:ext uri="{FF2B5EF4-FFF2-40B4-BE49-F238E27FC236}">
                  <a16:creationId xmlns:a16="http://schemas.microsoft.com/office/drawing/2014/main" id="{C70D783B-F521-6BC9-EC47-114ACBFFADF5}"/>
                </a:ext>
              </a:extLst>
            </p:cNvPr>
            <p:cNvSpPr/>
            <p:nvPr/>
          </p:nvSpPr>
          <p:spPr>
            <a:xfrm>
              <a:off x="-32927950" y="3843975"/>
              <a:ext cx="293025" cy="33900"/>
            </a:xfrm>
            <a:custGeom>
              <a:avLst/>
              <a:gdLst/>
              <a:ahLst/>
              <a:cxnLst/>
              <a:rect l="l" t="t" r="r" b="b"/>
              <a:pathLst>
                <a:path w="11721" h="1356" extrusionOk="0">
                  <a:moveTo>
                    <a:pt x="662" y="1"/>
                  </a:moveTo>
                  <a:cubicBezTo>
                    <a:pt x="284" y="1"/>
                    <a:pt x="1" y="316"/>
                    <a:pt x="1" y="662"/>
                  </a:cubicBezTo>
                  <a:lnTo>
                    <a:pt x="1" y="1009"/>
                  </a:lnTo>
                  <a:cubicBezTo>
                    <a:pt x="1" y="1198"/>
                    <a:pt x="158" y="1355"/>
                    <a:pt x="347" y="1355"/>
                  </a:cubicBezTo>
                  <a:lnTo>
                    <a:pt x="11342" y="1355"/>
                  </a:lnTo>
                  <a:cubicBezTo>
                    <a:pt x="11563" y="1355"/>
                    <a:pt x="11720" y="1198"/>
                    <a:pt x="11720" y="1009"/>
                  </a:cubicBezTo>
                  <a:lnTo>
                    <a:pt x="11720" y="694"/>
                  </a:lnTo>
                  <a:cubicBezTo>
                    <a:pt x="11689" y="316"/>
                    <a:pt x="11374" y="1"/>
                    <a:pt x="1099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9220;p69">
              <a:extLst>
                <a:ext uri="{FF2B5EF4-FFF2-40B4-BE49-F238E27FC236}">
                  <a16:creationId xmlns:a16="http://schemas.microsoft.com/office/drawing/2014/main" id="{380927B7-5EA7-DA97-285B-6FF12188E307}"/>
                </a:ext>
              </a:extLst>
            </p:cNvPr>
            <p:cNvSpPr/>
            <p:nvPr/>
          </p:nvSpPr>
          <p:spPr>
            <a:xfrm>
              <a:off x="-32872025" y="3723475"/>
              <a:ext cx="180400" cy="52000"/>
            </a:xfrm>
            <a:custGeom>
              <a:avLst/>
              <a:gdLst/>
              <a:ahLst/>
              <a:cxnLst/>
              <a:rect l="l" t="t" r="r" b="b"/>
              <a:pathLst>
                <a:path w="7216" h="2080" extrusionOk="0">
                  <a:moveTo>
                    <a:pt x="757" y="1"/>
                  </a:moveTo>
                  <a:lnTo>
                    <a:pt x="0" y="2080"/>
                  </a:lnTo>
                  <a:lnTo>
                    <a:pt x="7215" y="2080"/>
                  </a:lnTo>
                  <a:lnTo>
                    <a:pt x="6522"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9221;p69">
              <a:extLst>
                <a:ext uri="{FF2B5EF4-FFF2-40B4-BE49-F238E27FC236}">
                  <a16:creationId xmlns:a16="http://schemas.microsoft.com/office/drawing/2014/main" id="{C3E81694-9FBA-F4E6-E2FC-24458CAAB1BC}"/>
                </a:ext>
              </a:extLst>
            </p:cNvPr>
            <p:cNvSpPr/>
            <p:nvPr/>
          </p:nvSpPr>
          <p:spPr>
            <a:xfrm>
              <a:off x="-32890150" y="3792775"/>
              <a:ext cx="217425" cy="33900"/>
            </a:xfrm>
            <a:custGeom>
              <a:avLst/>
              <a:gdLst/>
              <a:ahLst/>
              <a:cxnLst/>
              <a:rect l="l" t="t" r="r" b="b"/>
              <a:pathLst>
                <a:path w="8697" h="1356" extrusionOk="0">
                  <a:moveTo>
                    <a:pt x="505" y="1"/>
                  </a:moveTo>
                  <a:lnTo>
                    <a:pt x="1" y="1356"/>
                  </a:lnTo>
                  <a:lnTo>
                    <a:pt x="8696" y="1356"/>
                  </a:lnTo>
                  <a:lnTo>
                    <a:pt x="8224"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9222;p69">
              <a:extLst>
                <a:ext uri="{FF2B5EF4-FFF2-40B4-BE49-F238E27FC236}">
                  <a16:creationId xmlns:a16="http://schemas.microsoft.com/office/drawing/2014/main" id="{755955A8-1353-5C17-3A7B-799FFE7BB370}"/>
                </a:ext>
              </a:extLst>
            </p:cNvPr>
            <p:cNvSpPr/>
            <p:nvPr/>
          </p:nvSpPr>
          <p:spPr>
            <a:xfrm>
              <a:off x="-32822400" y="3586425"/>
              <a:ext cx="82725" cy="52800"/>
            </a:xfrm>
            <a:custGeom>
              <a:avLst/>
              <a:gdLst/>
              <a:ahLst/>
              <a:cxnLst/>
              <a:rect l="l" t="t" r="r" b="b"/>
              <a:pathLst>
                <a:path w="3309" h="2112" extrusionOk="0">
                  <a:moveTo>
                    <a:pt x="1639" y="1"/>
                  </a:moveTo>
                  <a:cubicBezTo>
                    <a:pt x="1103" y="1"/>
                    <a:pt x="599" y="379"/>
                    <a:pt x="441" y="883"/>
                  </a:cubicBezTo>
                  <a:lnTo>
                    <a:pt x="0" y="2112"/>
                  </a:lnTo>
                  <a:lnTo>
                    <a:pt x="3308" y="2112"/>
                  </a:lnTo>
                  <a:lnTo>
                    <a:pt x="2867" y="883"/>
                  </a:lnTo>
                  <a:cubicBezTo>
                    <a:pt x="2678" y="316"/>
                    <a:pt x="2206" y="1"/>
                    <a:pt x="163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9223;p69">
              <a:extLst>
                <a:ext uri="{FF2B5EF4-FFF2-40B4-BE49-F238E27FC236}">
                  <a16:creationId xmlns:a16="http://schemas.microsoft.com/office/drawing/2014/main" id="{8C175EEF-BA4B-7E0A-2922-853C14762DB4}"/>
                </a:ext>
              </a:extLst>
            </p:cNvPr>
            <p:cNvSpPr/>
            <p:nvPr/>
          </p:nvSpPr>
          <p:spPr>
            <a:xfrm>
              <a:off x="-32846825" y="3655750"/>
              <a:ext cx="131550" cy="51200"/>
            </a:xfrm>
            <a:custGeom>
              <a:avLst/>
              <a:gdLst/>
              <a:ahLst/>
              <a:cxnLst/>
              <a:rect l="l" t="t" r="r" b="b"/>
              <a:pathLst>
                <a:path w="5262" h="2048" extrusionOk="0">
                  <a:moveTo>
                    <a:pt x="694" y="0"/>
                  </a:moveTo>
                  <a:lnTo>
                    <a:pt x="1" y="2048"/>
                  </a:lnTo>
                  <a:lnTo>
                    <a:pt x="5262" y="2048"/>
                  </a:lnTo>
                  <a:lnTo>
                    <a:pt x="4506"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54" name="Google Shape;9224;p69">
            <a:extLst>
              <a:ext uri="{FF2B5EF4-FFF2-40B4-BE49-F238E27FC236}">
                <a16:creationId xmlns:a16="http://schemas.microsoft.com/office/drawing/2014/main" id="{63A7FFCB-C29B-8CA7-7679-49DE5A5026F8}"/>
              </a:ext>
            </a:extLst>
          </p:cNvPr>
          <p:cNvGrpSpPr/>
          <p:nvPr/>
        </p:nvGrpSpPr>
        <p:grpSpPr>
          <a:xfrm>
            <a:off x="11036493" y="9951258"/>
            <a:ext cx="916860" cy="919370"/>
            <a:chOff x="-32927950" y="3944800"/>
            <a:chExt cx="292225" cy="293025"/>
          </a:xfrm>
          <a:solidFill>
            <a:srgbClr val="555559"/>
          </a:solidFill>
        </p:grpSpPr>
        <p:sp>
          <p:nvSpPr>
            <p:cNvPr id="2055" name="Google Shape;9225;p69">
              <a:extLst>
                <a:ext uri="{FF2B5EF4-FFF2-40B4-BE49-F238E27FC236}">
                  <a16:creationId xmlns:a16="http://schemas.microsoft.com/office/drawing/2014/main" id="{0AAF3100-8217-F199-2680-719E2D34140F}"/>
                </a:ext>
              </a:extLst>
            </p:cNvPr>
            <p:cNvSpPr/>
            <p:nvPr/>
          </p:nvSpPr>
          <p:spPr>
            <a:xfrm>
              <a:off x="-32927950" y="3944800"/>
              <a:ext cx="69325" cy="292225"/>
            </a:xfrm>
            <a:custGeom>
              <a:avLst/>
              <a:gdLst/>
              <a:ahLst/>
              <a:cxnLst/>
              <a:rect l="l" t="t" r="r" b="b"/>
              <a:pathLst>
                <a:path w="2773" h="11689" extrusionOk="0">
                  <a:moveTo>
                    <a:pt x="1418" y="0"/>
                  </a:moveTo>
                  <a:cubicBezTo>
                    <a:pt x="1072" y="0"/>
                    <a:pt x="757" y="315"/>
                    <a:pt x="757" y="662"/>
                  </a:cubicBezTo>
                  <a:lnTo>
                    <a:pt x="757" y="9578"/>
                  </a:lnTo>
                  <a:cubicBezTo>
                    <a:pt x="757" y="9830"/>
                    <a:pt x="914" y="10050"/>
                    <a:pt x="1103" y="10176"/>
                  </a:cubicBezTo>
                  <a:lnTo>
                    <a:pt x="1103" y="10996"/>
                  </a:lnTo>
                  <a:lnTo>
                    <a:pt x="347" y="10996"/>
                  </a:lnTo>
                  <a:cubicBezTo>
                    <a:pt x="158" y="10996"/>
                    <a:pt x="1" y="11153"/>
                    <a:pt x="1" y="11342"/>
                  </a:cubicBezTo>
                  <a:cubicBezTo>
                    <a:pt x="1" y="11531"/>
                    <a:pt x="158" y="11689"/>
                    <a:pt x="347" y="11689"/>
                  </a:cubicBezTo>
                  <a:lnTo>
                    <a:pt x="2395" y="11689"/>
                  </a:lnTo>
                  <a:cubicBezTo>
                    <a:pt x="2616" y="11689"/>
                    <a:pt x="2773" y="11531"/>
                    <a:pt x="2773" y="11342"/>
                  </a:cubicBezTo>
                  <a:cubicBezTo>
                    <a:pt x="2773" y="11153"/>
                    <a:pt x="2616" y="10996"/>
                    <a:pt x="2395" y="10996"/>
                  </a:cubicBezTo>
                  <a:lnTo>
                    <a:pt x="1733" y="10996"/>
                  </a:lnTo>
                  <a:lnTo>
                    <a:pt x="1733" y="10176"/>
                  </a:lnTo>
                  <a:cubicBezTo>
                    <a:pt x="1922" y="10050"/>
                    <a:pt x="2080" y="9861"/>
                    <a:pt x="2080" y="9578"/>
                  </a:cubicBezTo>
                  <a:lnTo>
                    <a:pt x="2080" y="662"/>
                  </a:lnTo>
                  <a:cubicBezTo>
                    <a:pt x="2080" y="284"/>
                    <a:pt x="1765" y="0"/>
                    <a:pt x="141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9226;p69">
              <a:extLst>
                <a:ext uri="{FF2B5EF4-FFF2-40B4-BE49-F238E27FC236}">
                  <a16:creationId xmlns:a16="http://schemas.microsoft.com/office/drawing/2014/main" id="{9C29A2D7-A9DD-DF64-5B99-03F456AD7D47}"/>
                </a:ext>
              </a:extLst>
            </p:cNvPr>
            <p:cNvSpPr/>
            <p:nvPr/>
          </p:nvSpPr>
          <p:spPr>
            <a:xfrm>
              <a:off x="-32720800" y="4057425"/>
              <a:ext cx="85075" cy="25225"/>
            </a:xfrm>
            <a:custGeom>
              <a:avLst/>
              <a:gdLst/>
              <a:ahLst/>
              <a:cxnLst/>
              <a:rect l="l" t="t" r="r" b="b"/>
              <a:pathLst>
                <a:path w="3403" h="1009" extrusionOk="0">
                  <a:moveTo>
                    <a:pt x="505" y="1"/>
                  </a:moveTo>
                  <a:cubicBezTo>
                    <a:pt x="221" y="1"/>
                    <a:pt x="0" y="221"/>
                    <a:pt x="0" y="505"/>
                  </a:cubicBezTo>
                  <a:cubicBezTo>
                    <a:pt x="0" y="788"/>
                    <a:pt x="221" y="1009"/>
                    <a:pt x="505" y="1009"/>
                  </a:cubicBezTo>
                  <a:lnTo>
                    <a:pt x="2899" y="1009"/>
                  </a:lnTo>
                  <a:cubicBezTo>
                    <a:pt x="3182" y="1009"/>
                    <a:pt x="3403" y="788"/>
                    <a:pt x="3403" y="505"/>
                  </a:cubicBezTo>
                  <a:cubicBezTo>
                    <a:pt x="3403" y="190"/>
                    <a:pt x="3182" y="1"/>
                    <a:pt x="289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9227;p69">
              <a:extLst>
                <a:ext uri="{FF2B5EF4-FFF2-40B4-BE49-F238E27FC236}">
                  <a16:creationId xmlns:a16="http://schemas.microsoft.com/office/drawing/2014/main" id="{3DFFF829-4EAD-3DE7-8228-AB980B4E5ABF}"/>
                </a:ext>
              </a:extLst>
            </p:cNvPr>
            <p:cNvSpPr/>
            <p:nvPr/>
          </p:nvSpPr>
          <p:spPr>
            <a:xfrm>
              <a:off x="-32720800" y="4099950"/>
              <a:ext cx="85075" cy="25225"/>
            </a:xfrm>
            <a:custGeom>
              <a:avLst/>
              <a:gdLst/>
              <a:ahLst/>
              <a:cxnLst/>
              <a:rect l="l" t="t" r="r" b="b"/>
              <a:pathLst>
                <a:path w="3403" h="1009" extrusionOk="0">
                  <a:moveTo>
                    <a:pt x="505" y="1"/>
                  </a:moveTo>
                  <a:cubicBezTo>
                    <a:pt x="221" y="1"/>
                    <a:pt x="0" y="221"/>
                    <a:pt x="0" y="505"/>
                  </a:cubicBezTo>
                  <a:cubicBezTo>
                    <a:pt x="0" y="788"/>
                    <a:pt x="221" y="1009"/>
                    <a:pt x="505" y="1009"/>
                  </a:cubicBezTo>
                  <a:lnTo>
                    <a:pt x="2899" y="1009"/>
                  </a:lnTo>
                  <a:cubicBezTo>
                    <a:pt x="3182" y="1009"/>
                    <a:pt x="3403" y="788"/>
                    <a:pt x="3403" y="505"/>
                  </a:cubicBezTo>
                  <a:cubicBezTo>
                    <a:pt x="3403" y="221"/>
                    <a:pt x="3182" y="1"/>
                    <a:pt x="289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9228;p69">
              <a:extLst>
                <a:ext uri="{FF2B5EF4-FFF2-40B4-BE49-F238E27FC236}">
                  <a16:creationId xmlns:a16="http://schemas.microsoft.com/office/drawing/2014/main" id="{2917E7EC-C4AC-95DE-0D16-8366B432AE34}"/>
                </a:ext>
              </a:extLst>
            </p:cNvPr>
            <p:cNvSpPr/>
            <p:nvPr/>
          </p:nvSpPr>
          <p:spPr>
            <a:xfrm>
              <a:off x="-32720800" y="4141700"/>
              <a:ext cx="67750" cy="26025"/>
            </a:xfrm>
            <a:custGeom>
              <a:avLst/>
              <a:gdLst/>
              <a:ahLst/>
              <a:cxnLst/>
              <a:rect l="l" t="t" r="r" b="b"/>
              <a:pathLst>
                <a:path w="2710" h="1041" extrusionOk="0">
                  <a:moveTo>
                    <a:pt x="505" y="1"/>
                  </a:moveTo>
                  <a:cubicBezTo>
                    <a:pt x="221" y="1"/>
                    <a:pt x="0" y="253"/>
                    <a:pt x="0" y="536"/>
                  </a:cubicBezTo>
                  <a:cubicBezTo>
                    <a:pt x="0" y="788"/>
                    <a:pt x="221" y="1040"/>
                    <a:pt x="505" y="1040"/>
                  </a:cubicBezTo>
                  <a:lnTo>
                    <a:pt x="2206" y="1040"/>
                  </a:lnTo>
                  <a:cubicBezTo>
                    <a:pt x="2458" y="1040"/>
                    <a:pt x="2710" y="788"/>
                    <a:pt x="2710" y="536"/>
                  </a:cubicBezTo>
                  <a:cubicBezTo>
                    <a:pt x="2710" y="253"/>
                    <a:pt x="2521" y="1"/>
                    <a:pt x="220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9229;p69">
              <a:extLst>
                <a:ext uri="{FF2B5EF4-FFF2-40B4-BE49-F238E27FC236}">
                  <a16:creationId xmlns:a16="http://schemas.microsoft.com/office/drawing/2014/main" id="{467184D1-A5D8-623D-8510-5BF9853012D8}"/>
                </a:ext>
              </a:extLst>
            </p:cNvPr>
            <p:cNvSpPr/>
            <p:nvPr/>
          </p:nvSpPr>
          <p:spPr>
            <a:xfrm>
              <a:off x="-32754675" y="3944800"/>
              <a:ext cx="51225" cy="52000"/>
            </a:xfrm>
            <a:custGeom>
              <a:avLst/>
              <a:gdLst/>
              <a:ahLst/>
              <a:cxnLst/>
              <a:rect l="l" t="t" r="r" b="b"/>
              <a:pathLst>
                <a:path w="2049" h="2080" extrusionOk="0">
                  <a:moveTo>
                    <a:pt x="1702" y="0"/>
                  </a:moveTo>
                  <a:cubicBezTo>
                    <a:pt x="757" y="0"/>
                    <a:pt x="1" y="788"/>
                    <a:pt x="1" y="1733"/>
                  </a:cubicBezTo>
                  <a:lnTo>
                    <a:pt x="1" y="2080"/>
                  </a:lnTo>
                  <a:lnTo>
                    <a:pt x="2049" y="2080"/>
                  </a:lnTo>
                  <a:lnTo>
                    <a:pt x="2049"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9230;p69">
              <a:extLst>
                <a:ext uri="{FF2B5EF4-FFF2-40B4-BE49-F238E27FC236}">
                  <a16:creationId xmlns:a16="http://schemas.microsoft.com/office/drawing/2014/main" id="{0000AB60-5037-9605-8E03-65555795ADE0}"/>
                </a:ext>
              </a:extLst>
            </p:cNvPr>
            <p:cNvSpPr/>
            <p:nvPr/>
          </p:nvSpPr>
          <p:spPr>
            <a:xfrm>
              <a:off x="-32687725" y="3944800"/>
              <a:ext cx="34675" cy="55150"/>
            </a:xfrm>
            <a:custGeom>
              <a:avLst/>
              <a:gdLst/>
              <a:ahLst/>
              <a:cxnLst/>
              <a:rect l="l" t="t" r="r" b="b"/>
              <a:pathLst>
                <a:path w="1387" h="2206" extrusionOk="0">
                  <a:moveTo>
                    <a:pt x="1" y="0"/>
                  </a:moveTo>
                  <a:lnTo>
                    <a:pt x="1" y="2111"/>
                  </a:lnTo>
                  <a:lnTo>
                    <a:pt x="883" y="2111"/>
                  </a:lnTo>
                  <a:cubicBezTo>
                    <a:pt x="1072" y="2111"/>
                    <a:pt x="1261" y="2143"/>
                    <a:pt x="1387" y="2206"/>
                  </a:cubicBezTo>
                  <a:lnTo>
                    <a:pt x="1387" y="1040"/>
                  </a:lnTo>
                  <a:cubicBezTo>
                    <a:pt x="1387" y="473"/>
                    <a:pt x="914"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9231;p69">
              <a:extLst>
                <a:ext uri="{FF2B5EF4-FFF2-40B4-BE49-F238E27FC236}">
                  <a16:creationId xmlns:a16="http://schemas.microsoft.com/office/drawing/2014/main" id="{0621F1F2-69E1-7D9F-52FF-78E36D50DFFF}"/>
                </a:ext>
              </a:extLst>
            </p:cNvPr>
            <p:cNvSpPr/>
            <p:nvPr/>
          </p:nvSpPr>
          <p:spPr>
            <a:xfrm>
              <a:off x="-32860200" y="4014100"/>
              <a:ext cx="207150" cy="153625"/>
            </a:xfrm>
            <a:custGeom>
              <a:avLst/>
              <a:gdLst/>
              <a:ahLst/>
              <a:cxnLst/>
              <a:rect l="l" t="t" r="r" b="b"/>
              <a:pathLst>
                <a:path w="8286" h="6145" extrusionOk="0">
                  <a:moveTo>
                    <a:pt x="0" y="1"/>
                  </a:moveTo>
                  <a:lnTo>
                    <a:pt x="0" y="6144"/>
                  </a:lnTo>
                  <a:lnTo>
                    <a:pt x="378" y="6144"/>
                  </a:lnTo>
                  <a:cubicBezTo>
                    <a:pt x="756" y="6144"/>
                    <a:pt x="1071" y="5892"/>
                    <a:pt x="1260" y="5577"/>
                  </a:cubicBezTo>
                  <a:lnTo>
                    <a:pt x="2016" y="5955"/>
                  </a:lnTo>
                  <a:cubicBezTo>
                    <a:pt x="2268" y="6050"/>
                    <a:pt x="2552" y="6144"/>
                    <a:pt x="2773" y="6144"/>
                  </a:cubicBezTo>
                  <a:lnTo>
                    <a:pt x="3497" y="6144"/>
                  </a:lnTo>
                  <a:lnTo>
                    <a:pt x="3497" y="3057"/>
                  </a:lnTo>
                  <a:cubicBezTo>
                    <a:pt x="3214" y="3309"/>
                    <a:pt x="2867" y="3435"/>
                    <a:pt x="2457" y="3435"/>
                  </a:cubicBezTo>
                  <a:cubicBezTo>
                    <a:pt x="2268" y="3435"/>
                    <a:pt x="2111" y="3277"/>
                    <a:pt x="2111" y="3057"/>
                  </a:cubicBezTo>
                  <a:cubicBezTo>
                    <a:pt x="2111" y="2868"/>
                    <a:pt x="2268" y="2710"/>
                    <a:pt x="2457" y="2710"/>
                  </a:cubicBezTo>
                  <a:cubicBezTo>
                    <a:pt x="3025" y="2710"/>
                    <a:pt x="3497" y="2238"/>
                    <a:pt x="3497" y="1702"/>
                  </a:cubicBezTo>
                  <a:lnTo>
                    <a:pt x="3497" y="1009"/>
                  </a:lnTo>
                  <a:lnTo>
                    <a:pt x="7782" y="1009"/>
                  </a:lnTo>
                  <a:cubicBezTo>
                    <a:pt x="8065" y="1009"/>
                    <a:pt x="8286" y="788"/>
                    <a:pt x="8286" y="505"/>
                  </a:cubicBezTo>
                  <a:cubicBezTo>
                    <a:pt x="8286" y="221"/>
                    <a:pt x="8065" y="1"/>
                    <a:pt x="7782" y="1"/>
                  </a:cubicBezTo>
                  <a:lnTo>
                    <a:pt x="3560" y="1"/>
                  </a:lnTo>
                  <a:cubicBezTo>
                    <a:pt x="3308" y="1"/>
                    <a:pt x="2899" y="158"/>
                    <a:pt x="2583" y="442"/>
                  </a:cubicBezTo>
                  <a:cubicBezTo>
                    <a:pt x="2426" y="599"/>
                    <a:pt x="2205" y="662"/>
                    <a:pt x="1985" y="662"/>
                  </a:cubicBezTo>
                  <a:lnTo>
                    <a:pt x="1323" y="662"/>
                  </a:lnTo>
                  <a:cubicBezTo>
                    <a:pt x="1166" y="284"/>
                    <a:pt x="788" y="1"/>
                    <a:pt x="37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9232;p69">
              <a:extLst>
                <a:ext uri="{FF2B5EF4-FFF2-40B4-BE49-F238E27FC236}">
                  <a16:creationId xmlns:a16="http://schemas.microsoft.com/office/drawing/2014/main" id="{072244AD-91C6-CB58-3D0B-96281DD6AB7D}"/>
                </a:ext>
              </a:extLst>
            </p:cNvPr>
            <p:cNvSpPr/>
            <p:nvPr/>
          </p:nvSpPr>
          <p:spPr>
            <a:xfrm>
              <a:off x="-32755450" y="4055850"/>
              <a:ext cx="51200" cy="181175"/>
            </a:xfrm>
            <a:custGeom>
              <a:avLst/>
              <a:gdLst/>
              <a:ahLst/>
              <a:cxnLst/>
              <a:rect l="l" t="t" r="r" b="b"/>
              <a:pathLst>
                <a:path w="2048" h="7247" extrusionOk="0">
                  <a:moveTo>
                    <a:pt x="0" y="1"/>
                  </a:moveTo>
                  <a:lnTo>
                    <a:pt x="0" y="64"/>
                  </a:lnTo>
                  <a:lnTo>
                    <a:pt x="0" y="5514"/>
                  </a:lnTo>
                  <a:cubicBezTo>
                    <a:pt x="0" y="6459"/>
                    <a:pt x="756" y="7247"/>
                    <a:pt x="1701" y="7247"/>
                  </a:cubicBezTo>
                  <a:lnTo>
                    <a:pt x="2048" y="7247"/>
                  </a:lnTo>
                  <a:lnTo>
                    <a:pt x="2048" y="5167"/>
                  </a:lnTo>
                  <a:lnTo>
                    <a:pt x="1891" y="5167"/>
                  </a:lnTo>
                  <a:cubicBezTo>
                    <a:pt x="1229" y="5167"/>
                    <a:pt x="725" y="4632"/>
                    <a:pt x="725" y="4002"/>
                  </a:cubicBezTo>
                  <a:cubicBezTo>
                    <a:pt x="725" y="3624"/>
                    <a:pt x="882" y="3372"/>
                    <a:pt x="1071" y="3120"/>
                  </a:cubicBezTo>
                  <a:cubicBezTo>
                    <a:pt x="819" y="2899"/>
                    <a:pt x="725" y="2615"/>
                    <a:pt x="725" y="2269"/>
                  </a:cubicBezTo>
                  <a:cubicBezTo>
                    <a:pt x="725" y="1922"/>
                    <a:pt x="882" y="1639"/>
                    <a:pt x="1071" y="1387"/>
                  </a:cubicBezTo>
                  <a:cubicBezTo>
                    <a:pt x="819" y="1166"/>
                    <a:pt x="725" y="883"/>
                    <a:pt x="725" y="536"/>
                  </a:cubicBezTo>
                  <a:cubicBezTo>
                    <a:pt x="725" y="316"/>
                    <a:pt x="756" y="190"/>
                    <a:pt x="81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9233;p69">
              <a:extLst>
                <a:ext uri="{FF2B5EF4-FFF2-40B4-BE49-F238E27FC236}">
                  <a16:creationId xmlns:a16="http://schemas.microsoft.com/office/drawing/2014/main" id="{4E96A0D9-8713-9FD6-4F10-7ADA768A0A04}"/>
                </a:ext>
              </a:extLst>
            </p:cNvPr>
            <p:cNvSpPr/>
            <p:nvPr/>
          </p:nvSpPr>
          <p:spPr>
            <a:xfrm>
              <a:off x="-32686925" y="4182650"/>
              <a:ext cx="34675" cy="55175"/>
            </a:xfrm>
            <a:custGeom>
              <a:avLst/>
              <a:gdLst/>
              <a:ahLst/>
              <a:cxnLst/>
              <a:rect l="l" t="t" r="r" b="b"/>
              <a:pathLst>
                <a:path w="1387" h="2207" extrusionOk="0">
                  <a:moveTo>
                    <a:pt x="1386" y="1"/>
                  </a:moveTo>
                  <a:cubicBezTo>
                    <a:pt x="1229" y="64"/>
                    <a:pt x="1071" y="95"/>
                    <a:pt x="882" y="95"/>
                  </a:cubicBezTo>
                  <a:lnTo>
                    <a:pt x="0" y="95"/>
                  </a:lnTo>
                  <a:lnTo>
                    <a:pt x="0" y="2206"/>
                  </a:lnTo>
                  <a:lnTo>
                    <a:pt x="378" y="2206"/>
                  </a:lnTo>
                  <a:cubicBezTo>
                    <a:pt x="914" y="2206"/>
                    <a:pt x="1386" y="1734"/>
                    <a:pt x="1386" y="1167"/>
                  </a:cubicBezTo>
                  <a:lnTo>
                    <a:pt x="1386"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64" name="Google Shape;9234;p69">
            <a:extLst>
              <a:ext uri="{FF2B5EF4-FFF2-40B4-BE49-F238E27FC236}">
                <a16:creationId xmlns:a16="http://schemas.microsoft.com/office/drawing/2014/main" id="{4D8599F4-CDDB-4817-D6CD-FA1F0FD574B1}"/>
              </a:ext>
            </a:extLst>
          </p:cNvPr>
          <p:cNvGrpSpPr/>
          <p:nvPr/>
        </p:nvGrpSpPr>
        <p:grpSpPr>
          <a:xfrm>
            <a:off x="16799528" y="7687350"/>
            <a:ext cx="916860" cy="915056"/>
            <a:chOff x="-31094350" y="3194000"/>
            <a:chExt cx="292225" cy="291650"/>
          </a:xfrm>
          <a:solidFill>
            <a:srgbClr val="555559"/>
          </a:solidFill>
        </p:grpSpPr>
        <p:sp>
          <p:nvSpPr>
            <p:cNvPr id="2065" name="Google Shape;9235;p69">
              <a:extLst>
                <a:ext uri="{FF2B5EF4-FFF2-40B4-BE49-F238E27FC236}">
                  <a16:creationId xmlns:a16="http://schemas.microsoft.com/office/drawing/2014/main" id="{CD7CA234-DEBB-5EDC-4ADC-67F747DD5083}"/>
                </a:ext>
              </a:extLst>
            </p:cNvPr>
            <p:cNvSpPr/>
            <p:nvPr/>
          </p:nvSpPr>
          <p:spPr>
            <a:xfrm>
              <a:off x="-31033700" y="3194000"/>
              <a:ext cx="103200" cy="34100"/>
            </a:xfrm>
            <a:custGeom>
              <a:avLst/>
              <a:gdLst/>
              <a:ahLst/>
              <a:cxnLst/>
              <a:rect l="l" t="t" r="r" b="b"/>
              <a:pathLst>
                <a:path w="4128" h="1364" extrusionOk="0">
                  <a:moveTo>
                    <a:pt x="645" y="0"/>
                  </a:moveTo>
                  <a:cubicBezTo>
                    <a:pt x="263" y="0"/>
                    <a:pt x="0" y="296"/>
                    <a:pt x="0" y="670"/>
                  </a:cubicBezTo>
                  <a:lnTo>
                    <a:pt x="0" y="1016"/>
                  </a:lnTo>
                  <a:cubicBezTo>
                    <a:pt x="0" y="1205"/>
                    <a:pt x="158" y="1363"/>
                    <a:pt x="347" y="1363"/>
                  </a:cubicBezTo>
                  <a:lnTo>
                    <a:pt x="3781" y="1363"/>
                  </a:lnTo>
                  <a:cubicBezTo>
                    <a:pt x="3970" y="1363"/>
                    <a:pt x="4127" y="1205"/>
                    <a:pt x="4127" y="1016"/>
                  </a:cubicBezTo>
                  <a:lnTo>
                    <a:pt x="4127" y="670"/>
                  </a:lnTo>
                  <a:cubicBezTo>
                    <a:pt x="4127" y="260"/>
                    <a:pt x="3812" y="8"/>
                    <a:pt x="3466" y="8"/>
                  </a:cubicBezTo>
                  <a:lnTo>
                    <a:pt x="756" y="8"/>
                  </a:lnTo>
                  <a:cubicBezTo>
                    <a:pt x="718" y="3"/>
                    <a:pt x="681" y="0"/>
                    <a:pt x="64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9236;p69">
              <a:extLst>
                <a:ext uri="{FF2B5EF4-FFF2-40B4-BE49-F238E27FC236}">
                  <a16:creationId xmlns:a16="http://schemas.microsoft.com/office/drawing/2014/main" id="{4F708E95-FEDC-379D-D149-560FEA52D6EF}"/>
                </a:ext>
              </a:extLst>
            </p:cNvPr>
            <p:cNvSpPr/>
            <p:nvPr/>
          </p:nvSpPr>
          <p:spPr>
            <a:xfrm>
              <a:off x="-31042375" y="3346200"/>
              <a:ext cx="16550" cy="18150"/>
            </a:xfrm>
            <a:custGeom>
              <a:avLst/>
              <a:gdLst/>
              <a:ahLst/>
              <a:cxnLst/>
              <a:rect l="l" t="t" r="r" b="b"/>
              <a:pathLst>
                <a:path w="662" h="726" extrusionOk="0">
                  <a:moveTo>
                    <a:pt x="1" y="1"/>
                  </a:moveTo>
                  <a:lnTo>
                    <a:pt x="1" y="725"/>
                  </a:lnTo>
                  <a:lnTo>
                    <a:pt x="662" y="725"/>
                  </a:lnTo>
                  <a:lnTo>
                    <a:pt x="662"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9237;p69">
              <a:extLst>
                <a:ext uri="{FF2B5EF4-FFF2-40B4-BE49-F238E27FC236}">
                  <a16:creationId xmlns:a16="http://schemas.microsoft.com/office/drawing/2014/main" id="{ABE96D2D-40B0-A596-4E19-4263E672FB4C}"/>
                </a:ext>
              </a:extLst>
            </p:cNvPr>
            <p:cNvSpPr/>
            <p:nvPr/>
          </p:nvSpPr>
          <p:spPr>
            <a:xfrm>
              <a:off x="-31042375" y="3278475"/>
              <a:ext cx="16550" cy="16550"/>
            </a:xfrm>
            <a:custGeom>
              <a:avLst/>
              <a:gdLst/>
              <a:ahLst/>
              <a:cxnLst/>
              <a:rect l="l" t="t" r="r" b="b"/>
              <a:pathLst>
                <a:path w="662" h="662" extrusionOk="0">
                  <a:moveTo>
                    <a:pt x="1" y="0"/>
                  </a:moveTo>
                  <a:lnTo>
                    <a:pt x="1" y="662"/>
                  </a:lnTo>
                  <a:lnTo>
                    <a:pt x="662" y="662"/>
                  </a:lnTo>
                  <a:lnTo>
                    <a:pt x="66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9238;p69">
              <a:extLst>
                <a:ext uri="{FF2B5EF4-FFF2-40B4-BE49-F238E27FC236}">
                  <a16:creationId xmlns:a16="http://schemas.microsoft.com/office/drawing/2014/main" id="{E40620C9-5471-5CFA-70F7-00F80AEA2C47}"/>
                </a:ext>
              </a:extLst>
            </p:cNvPr>
            <p:cNvSpPr/>
            <p:nvPr/>
          </p:nvSpPr>
          <p:spPr>
            <a:xfrm>
              <a:off x="-31042375" y="3416300"/>
              <a:ext cx="16550" cy="16575"/>
            </a:xfrm>
            <a:custGeom>
              <a:avLst/>
              <a:gdLst/>
              <a:ahLst/>
              <a:cxnLst/>
              <a:rect l="l" t="t" r="r" b="b"/>
              <a:pathLst>
                <a:path w="662" h="663" extrusionOk="0">
                  <a:moveTo>
                    <a:pt x="1" y="1"/>
                  </a:moveTo>
                  <a:lnTo>
                    <a:pt x="1" y="662"/>
                  </a:lnTo>
                  <a:lnTo>
                    <a:pt x="662" y="662"/>
                  </a:lnTo>
                  <a:lnTo>
                    <a:pt x="662"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9239;p69">
              <a:extLst>
                <a:ext uri="{FF2B5EF4-FFF2-40B4-BE49-F238E27FC236}">
                  <a16:creationId xmlns:a16="http://schemas.microsoft.com/office/drawing/2014/main" id="{411E44FE-34DE-16D6-E81E-8A91971D66A6}"/>
                </a:ext>
              </a:extLst>
            </p:cNvPr>
            <p:cNvSpPr/>
            <p:nvPr/>
          </p:nvSpPr>
          <p:spPr>
            <a:xfrm>
              <a:off x="-31094350" y="3210725"/>
              <a:ext cx="222900" cy="274925"/>
            </a:xfrm>
            <a:custGeom>
              <a:avLst/>
              <a:gdLst/>
              <a:ahLst/>
              <a:cxnLst/>
              <a:rect l="l" t="t" r="r" b="b"/>
              <a:pathLst>
                <a:path w="8916" h="10997" extrusionOk="0">
                  <a:moveTo>
                    <a:pt x="7183" y="2049"/>
                  </a:moveTo>
                  <a:cubicBezTo>
                    <a:pt x="7404" y="2049"/>
                    <a:pt x="7561" y="2206"/>
                    <a:pt x="7561" y="2395"/>
                  </a:cubicBezTo>
                  <a:cubicBezTo>
                    <a:pt x="7561" y="2584"/>
                    <a:pt x="7404" y="2742"/>
                    <a:pt x="7183" y="2742"/>
                  </a:cubicBezTo>
                  <a:lnTo>
                    <a:pt x="4474" y="2742"/>
                  </a:lnTo>
                  <a:cubicBezTo>
                    <a:pt x="4285" y="2742"/>
                    <a:pt x="4127" y="2584"/>
                    <a:pt x="4127" y="2395"/>
                  </a:cubicBezTo>
                  <a:cubicBezTo>
                    <a:pt x="4127" y="2206"/>
                    <a:pt x="4285" y="2049"/>
                    <a:pt x="4474" y="2049"/>
                  </a:cubicBezTo>
                  <a:close/>
                  <a:moveTo>
                    <a:pt x="3151" y="2017"/>
                  </a:moveTo>
                  <a:cubicBezTo>
                    <a:pt x="3340" y="2017"/>
                    <a:pt x="3497" y="2175"/>
                    <a:pt x="3497" y="2364"/>
                  </a:cubicBezTo>
                  <a:lnTo>
                    <a:pt x="3497" y="3750"/>
                  </a:lnTo>
                  <a:cubicBezTo>
                    <a:pt x="3497" y="3939"/>
                    <a:pt x="3340" y="4097"/>
                    <a:pt x="3151" y="4097"/>
                  </a:cubicBezTo>
                  <a:lnTo>
                    <a:pt x="1764" y="4097"/>
                  </a:lnTo>
                  <a:cubicBezTo>
                    <a:pt x="1575" y="4097"/>
                    <a:pt x="1418" y="3939"/>
                    <a:pt x="1418" y="3750"/>
                  </a:cubicBezTo>
                  <a:lnTo>
                    <a:pt x="1418" y="2364"/>
                  </a:lnTo>
                  <a:cubicBezTo>
                    <a:pt x="1418" y="2175"/>
                    <a:pt x="1575" y="2017"/>
                    <a:pt x="1764" y="2017"/>
                  </a:cubicBezTo>
                  <a:close/>
                  <a:moveTo>
                    <a:pt x="5860" y="3372"/>
                  </a:moveTo>
                  <a:cubicBezTo>
                    <a:pt x="6049" y="3372"/>
                    <a:pt x="6207" y="3529"/>
                    <a:pt x="6207" y="3750"/>
                  </a:cubicBezTo>
                  <a:cubicBezTo>
                    <a:pt x="6207" y="3939"/>
                    <a:pt x="6049" y="4097"/>
                    <a:pt x="5860" y="4097"/>
                  </a:cubicBezTo>
                  <a:lnTo>
                    <a:pt x="4474" y="4097"/>
                  </a:lnTo>
                  <a:cubicBezTo>
                    <a:pt x="4285" y="4097"/>
                    <a:pt x="4127" y="3939"/>
                    <a:pt x="4127" y="3750"/>
                  </a:cubicBezTo>
                  <a:cubicBezTo>
                    <a:pt x="4127" y="3529"/>
                    <a:pt x="4285" y="3372"/>
                    <a:pt x="4474" y="3372"/>
                  </a:cubicBezTo>
                  <a:close/>
                  <a:moveTo>
                    <a:pt x="7183" y="4758"/>
                  </a:moveTo>
                  <a:cubicBezTo>
                    <a:pt x="7404" y="4758"/>
                    <a:pt x="7561" y="4916"/>
                    <a:pt x="7561" y="5105"/>
                  </a:cubicBezTo>
                  <a:cubicBezTo>
                    <a:pt x="7561" y="5325"/>
                    <a:pt x="7404" y="5483"/>
                    <a:pt x="7183" y="5483"/>
                  </a:cubicBezTo>
                  <a:lnTo>
                    <a:pt x="4474" y="5483"/>
                  </a:lnTo>
                  <a:cubicBezTo>
                    <a:pt x="4285" y="5483"/>
                    <a:pt x="4127" y="5325"/>
                    <a:pt x="4127" y="5105"/>
                  </a:cubicBezTo>
                  <a:cubicBezTo>
                    <a:pt x="4127" y="4916"/>
                    <a:pt x="4285" y="4758"/>
                    <a:pt x="4474" y="4758"/>
                  </a:cubicBezTo>
                  <a:close/>
                  <a:moveTo>
                    <a:pt x="3151" y="4758"/>
                  </a:moveTo>
                  <a:cubicBezTo>
                    <a:pt x="3340" y="4758"/>
                    <a:pt x="3497" y="4916"/>
                    <a:pt x="3497" y="5105"/>
                  </a:cubicBezTo>
                  <a:lnTo>
                    <a:pt x="3497" y="6491"/>
                  </a:lnTo>
                  <a:cubicBezTo>
                    <a:pt x="3497" y="6680"/>
                    <a:pt x="3340" y="6837"/>
                    <a:pt x="3151" y="6837"/>
                  </a:cubicBezTo>
                  <a:lnTo>
                    <a:pt x="1764" y="6837"/>
                  </a:lnTo>
                  <a:cubicBezTo>
                    <a:pt x="1575" y="6837"/>
                    <a:pt x="1418" y="6680"/>
                    <a:pt x="1418" y="6491"/>
                  </a:cubicBezTo>
                  <a:lnTo>
                    <a:pt x="1418" y="5105"/>
                  </a:lnTo>
                  <a:cubicBezTo>
                    <a:pt x="1418" y="4916"/>
                    <a:pt x="1575" y="4758"/>
                    <a:pt x="1764" y="4758"/>
                  </a:cubicBezTo>
                  <a:close/>
                  <a:moveTo>
                    <a:pt x="5860" y="6144"/>
                  </a:moveTo>
                  <a:cubicBezTo>
                    <a:pt x="6049" y="6144"/>
                    <a:pt x="6207" y="6302"/>
                    <a:pt x="6207" y="6491"/>
                  </a:cubicBezTo>
                  <a:cubicBezTo>
                    <a:pt x="6207" y="6680"/>
                    <a:pt x="6049" y="6837"/>
                    <a:pt x="5860" y="6837"/>
                  </a:cubicBezTo>
                  <a:lnTo>
                    <a:pt x="4474" y="6837"/>
                  </a:lnTo>
                  <a:cubicBezTo>
                    <a:pt x="4285" y="6837"/>
                    <a:pt x="4127" y="6680"/>
                    <a:pt x="4127" y="6491"/>
                  </a:cubicBezTo>
                  <a:cubicBezTo>
                    <a:pt x="4127" y="6302"/>
                    <a:pt x="4285" y="6144"/>
                    <a:pt x="4474" y="6144"/>
                  </a:cubicBezTo>
                  <a:close/>
                  <a:moveTo>
                    <a:pt x="7183" y="7562"/>
                  </a:moveTo>
                  <a:cubicBezTo>
                    <a:pt x="7404" y="7562"/>
                    <a:pt x="7561" y="7720"/>
                    <a:pt x="7561" y="7909"/>
                  </a:cubicBezTo>
                  <a:cubicBezTo>
                    <a:pt x="7561" y="8098"/>
                    <a:pt x="7404" y="8255"/>
                    <a:pt x="7183" y="8255"/>
                  </a:cubicBezTo>
                  <a:lnTo>
                    <a:pt x="4474" y="8255"/>
                  </a:lnTo>
                  <a:cubicBezTo>
                    <a:pt x="4285" y="8255"/>
                    <a:pt x="4127" y="8098"/>
                    <a:pt x="4127" y="7909"/>
                  </a:cubicBezTo>
                  <a:cubicBezTo>
                    <a:pt x="4127" y="7720"/>
                    <a:pt x="4285" y="7562"/>
                    <a:pt x="4474" y="7562"/>
                  </a:cubicBezTo>
                  <a:close/>
                  <a:moveTo>
                    <a:pt x="3151" y="7531"/>
                  </a:moveTo>
                  <a:cubicBezTo>
                    <a:pt x="3340" y="7531"/>
                    <a:pt x="3497" y="7657"/>
                    <a:pt x="3497" y="7877"/>
                  </a:cubicBezTo>
                  <a:lnTo>
                    <a:pt x="3497" y="9232"/>
                  </a:lnTo>
                  <a:cubicBezTo>
                    <a:pt x="3497" y="9452"/>
                    <a:pt x="3340" y="9610"/>
                    <a:pt x="3151" y="9610"/>
                  </a:cubicBezTo>
                  <a:lnTo>
                    <a:pt x="1764" y="9610"/>
                  </a:lnTo>
                  <a:cubicBezTo>
                    <a:pt x="1575" y="9610"/>
                    <a:pt x="1418" y="9452"/>
                    <a:pt x="1418" y="9232"/>
                  </a:cubicBezTo>
                  <a:lnTo>
                    <a:pt x="1418" y="7877"/>
                  </a:lnTo>
                  <a:cubicBezTo>
                    <a:pt x="1418" y="7657"/>
                    <a:pt x="1575" y="7531"/>
                    <a:pt x="1764" y="7531"/>
                  </a:cubicBezTo>
                  <a:close/>
                  <a:moveTo>
                    <a:pt x="5860" y="8885"/>
                  </a:moveTo>
                  <a:cubicBezTo>
                    <a:pt x="6049" y="8885"/>
                    <a:pt x="6207" y="9043"/>
                    <a:pt x="6207" y="9232"/>
                  </a:cubicBezTo>
                  <a:cubicBezTo>
                    <a:pt x="6207" y="9452"/>
                    <a:pt x="6049" y="9610"/>
                    <a:pt x="5860" y="9610"/>
                  </a:cubicBezTo>
                  <a:lnTo>
                    <a:pt x="4474" y="9610"/>
                  </a:lnTo>
                  <a:cubicBezTo>
                    <a:pt x="4285" y="9610"/>
                    <a:pt x="4127" y="9452"/>
                    <a:pt x="4127" y="9232"/>
                  </a:cubicBezTo>
                  <a:cubicBezTo>
                    <a:pt x="4127" y="9043"/>
                    <a:pt x="4285" y="8885"/>
                    <a:pt x="4474" y="8885"/>
                  </a:cubicBezTo>
                  <a:close/>
                  <a:moveTo>
                    <a:pt x="1040" y="1"/>
                  </a:moveTo>
                  <a:cubicBezTo>
                    <a:pt x="504" y="1"/>
                    <a:pt x="0" y="473"/>
                    <a:pt x="0" y="1009"/>
                  </a:cubicBezTo>
                  <a:lnTo>
                    <a:pt x="0" y="9956"/>
                  </a:lnTo>
                  <a:cubicBezTo>
                    <a:pt x="32" y="10524"/>
                    <a:pt x="504" y="10996"/>
                    <a:pt x="1040" y="10996"/>
                  </a:cubicBezTo>
                  <a:lnTo>
                    <a:pt x="7908" y="10996"/>
                  </a:lnTo>
                  <a:cubicBezTo>
                    <a:pt x="8444" y="10996"/>
                    <a:pt x="8916" y="10524"/>
                    <a:pt x="8916" y="9956"/>
                  </a:cubicBezTo>
                  <a:lnTo>
                    <a:pt x="8916" y="1009"/>
                  </a:lnTo>
                  <a:cubicBezTo>
                    <a:pt x="8916" y="473"/>
                    <a:pt x="8444" y="1"/>
                    <a:pt x="7908" y="1"/>
                  </a:cubicBezTo>
                  <a:lnTo>
                    <a:pt x="7183" y="1"/>
                  </a:lnTo>
                  <a:lnTo>
                    <a:pt x="7183" y="347"/>
                  </a:lnTo>
                  <a:cubicBezTo>
                    <a:pt x="7183" y="915"/>
                    <a:pt x="6711" y="1387"/>
                    <a:pt x="6175" y="1387"/>
                  </a:cubicBezTo>
                  <a:lnTo>
                    <a:pt x="2741" y="1387"/>
                  </a:lnTo>
                  <a:cubicBezTo>
                    <a:pt x="2206" y="1387"/>
                    <a:pt x="1733" y="915"/>
                    <a:pt x="1733" y="347"/>
                  </a:cubicBezTo>
                  <a:lnTo>
                    <a:pt x="1733"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9240;p69">
              <a:extLst>
                <a:ext uri="{FF2B5EF4-FFF2-40B4-BE49-F238E27FC236}">
                  <a16:creationId xmlns:a16="http://schemas.microsoft.com/office/drawing/2014/main" id="{C8C21FAF-968E-8EE5-F775-2B3CFBC0E46F}"/>
                </a:ext>
              </a:extLst>
            </p:cNvPr>
            <p:cNvSpPr/>
            <p:nvPr/>
          </p:nvSpPr>
          <p:spPr>
            <a:xfrm>
              <a:off x="-30853350" y="3295000"/>
              <a:ext cx="51225" cy="104000"/>
            </a:xfrm>
            <a:custGeom>
              <a:avLst/>
              <a:gdLst/>
              <a:ahLst/>
              <a:cxnLst/>
              <a:rect l="l" t="t" r="r" b="b"/>
              <a:pathLst>
                <a:path w="2049" h="4160" extrusionOk="0">
                  <a:moveTo>
                    <a:pt x="1" y="1"/>
                  </a:moveTo>
                  <a:lnTo>
                    <a:pt x="1" y="4160"/>
                  </a:lnTo>
                  <a:lnTo>
                    <a:pt x="2049" y="4160"/>
                  </a:lnTo>
                  <a:lnTo>
                    <a:pt x="2049"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9241;p69">
              <a:extLst>
                <a:ext uri="{FF2B5EF4-FFF2-40B4-BE49-F238E27FC236}">
                  <a16:creationId xmlns:a16="http://schemas.microsoft.com/office/drawing/2014/main" id="{12449582-5249-5B44-F94A-566F2158C642}"/>
                </a:ext>
              </a:extLst>
            </p:cNvPr>
            <p:cNvSpPr/>
            <p:nvPr/>
          </p:nvSpPr>
          <p:spPr>
            <a:xfrm>
              <a:off x="-30853350" y="3227275"/>
              <a:ext cx="51225" cy="51225"/>
            </a:xfrm>
            <a:custGeom>
              <a:avLst/>
              <a:gdLst/>
              <a:ahLst/>
              <a:cxnLst/>
              <a:rect l="l" t="t" r="r" b="b"/>
              <a:pathLst>
                <a:path w="2049" h="2049" extrusionOk="0">
                  <a:moveTo>
                    <a:pt x="1009" y="1"/>
                  </a:moveTo>
                  <a:cubicBezTo>
                    <a:pt x="473" y="1"/>
                    <a:pt x="1" y="473"/>
                    <a:pt x="1" y="1040"/>
                  </a:cubicBezTo>
                  <a:lnTo>
                    <a:pt x="1" y="2048"/>
                  </a:lnTo>
                  <a:lnTo>
                    <a:pt x="2049" y="2048"/>
                  </a:lnTo>
                  <a:lnTo>
                    <a:pt x="2049" y="1040"/>
                  </a:lnTo>
                  <a:cubicBezTo>
                    <a:pt x="2049" y="473"/>
                    <a:pt x="1576" y="1"/>
                    <a:pt x="100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9242;p69">
              <a:extLst>
                <a:ext uri="{FF2B5EF4-FFF2-40B4-BE49-F238E27FC236}">
                  <a16:creationId xmlns:a16="http://schemas.microsoft.com/office/drawing/2014/main" id="{6A5FC3E3-A94A-6497-F696-C84B847998B7}"/>
                </a:ext>
              </a:extLst>
            </p:cNvPr>
            <p:cNvSpPr/>
            <p:nvPr/>
          </p:nvSpPr>
          <p:spPr>
            <a:xfrm>
              <a:off x="-30851775" y="3416300"/>
              <a:ext cx="46500" cy="51225"/>
            </a:xfrm>
            <a:custGeom>
              <a:avLst/>
              <a:gdLst/>
              <a:ahLst/>
              <a:cxnLst/>
              <a:rect l="l" t="t" r="r" b="b"/>
              <a:pathLst>
                <a:path w="1860" h="2049" extrusionOk="0">
                  <a:moveTo>
                    <a:pt x="1" y="1"/>
                  </a:moveTo>
                  <a:lnTo>
                    <a:pt x="599" y="1796"/>
                  </a:lnTo>
                  <a:cubicBezTo>
                    <a:pt x="694" y="1985"/>
                    <a:pt x="788" y="2048"/>
                    <a:pt x="946" y="2048"/>
                  </a:cubicBezTo>
                  <a:cubicBezTo>
                    <a:pt x="1103" y="2048"/>
                    <a:pt x="1229" y="1985"/>
                    <a:pt x="1261" y="1796"/>
                  </a:cubicBezTo>
                  <a:lnTo>
                    <a:pt x="186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73" name="Google Shape;9243;p69">
            <a:extLst>
              <a:ext uri="{FF2B5EF4-FFF2-40B4-BE49-F238E27FC236}">
                <a16:creationId xmlns:a16="http://schemas.microsoft.com/office/drawing/2014/main" id="{C61BCE18-3247-43EE-71FB-9C0878DF1B21}"/>
              </a:ext>
            </a:extLst>
          </p:cNvPr>
          <p:cNvGrpSpPr/>
          <p:nvPr/>
        </p:nvGrpSpPr>
        <p:grpSpPr>
          <a:xfrm>
            <a:off x="16800746" y="8827365"/>
            <a:ext cx="914429" cy="915842"/>
            <a:chOff x="-31093575" y="3552550"/>
            <a:chExt cx="291450" cy="291900"/>
          </a:xfrm>
          <a:solidFill>
            <a:srgbClr val="555559"/>
          </a:solidFill>
        </p:grpSpPr>
        <p:sp>
          <p:nvSpPr>
            <p:cNvPr id="2074" name="Google Shape;9244;p69">
              <a:extLst>
                <a:ext uri="{FF2B5EF4-FFF2-40B4-BE49-F238E27FC236}">
                  <a16:creationId xmlns:a16="http://schemas.microsoft.com/office/drawing/2014/main" id="{34C059A1-0CFF-A114-0174-761E3F42A195}"/>
                </a:ext>
              </a:extLst>
            </p:cNvPr>
            <p:cNvSpPr/>
            <p:nvPr/>
          </p:nvSpPr>
          <p:spPr>
            <a:xfrm>
              <a:off x="-31011650" y="3745525"/>
              <a:ext cx="7900" cy="12625"/>
            </a:xfrm>
            <a:custGeom>
              <a:avLst/>
              <a:gdLst/>
              <a:ahLst/>
              <a:cxnLst/>
              <a:rect l="l" t="t" r="r" b="b"/>
              <a:pathLst>
                <a:path w="316" h="505" extrusionOk="0">
                  <a:moveTo>
                    <a:pt x="158" y="1"/>
                  </a:moveTo>
                  <a:lnTo>
                    <a:pt x="0" y="505"/>
                  </a:lnTo>
                  <a:lnTo>
                    <a:pt x="315" y="505"/>
                  </a:lnTo>
                  <a:lnTo>
                    <a:pt x="158"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9245;p69">
              <a:extLst>
                <a:ext uri="{FF2B5EF4-FFF2-40B4-BE49-F238E27FC236}">
                  <a16:creationId xmlns:a16="http://schemas.microsoft.com/office/drawing/2014/main" id="{93C13933-4665-7BC6-C6E8-C3D7D5CAC496}"/>
                </a:ext>
              </a:extLst>
            </p:cNvPr>
            <p:cNvSpPr/>
            <p:nvPr/>
          </p:nvSpPr>
          <p:spPr>
            <a:xfrm>
              <a:off x="-31093575" y="3671500"/>
              <a:ext cx="171725" cy="172950"/>
            </a:xfrm>
            <a:custGeom>
              <a:avLst/>
              <a:gdLst/>
              <a:ahLst/>
              <a:cxnLst/>
              <a:rect l="l" t="t" r="r" b="b"/>
              <a:pathLst>
                <a:path w="6869" h="6918" extrusionOk="0">
                  <a:moveTo>
                    <a:pt x="3427" y="1449"/>
                  </a:moveTo>
                  <a:cubicBezTo>
                    <a:pt x="3569" y="1449"/>
                    <a:pt x="3718" y="1512"/>
                    <a:pt x="3781" y="1638"/>
                  </a:cubicBezTo>
                  <a:lnTo>
                    <a:pt x="4317" y="3466"/>
                  </a:lnTo>
                  <a:lnTo>
                    <a:pt x="4474" y="3466"/>
                  </a:lnTo>
                  <a:cubicBezTo>
                    <a:pt x="4695" y="3466"/>
                    <a:pt x="4852" y="3623"/>
                    <a:pt x="4852" y="3812"/>
                  </a:cubicBezTo>
                  <a:cubicBezTo>
                    <a:pt x="4852" y="3970"/>
                    <a:pt x="4726" y="4127"/>
                    <a:pt x="4537" y="4127"/>
                  </a:cubicBezTo>
                  <a:lnTo>
                    <a:pt x="4789" y="5072"/>
                  </a:lnTo>
                  <a:cubicBezTo>
                    <a:pt x="4852" y="5262"/>
                    <a:pt x="4758" y="5419"/>
                    <a:pt x="4569" y="5514"/>
                  </a:cubicBezTo>
                  <a:cubicBezTo>
                    <a:pt x="4545" y="5518"/>
                    <a:pt x="4521" y="5520"/>
                    <a:pt x="4498" y="5520"/>
                  </a:cubicBezTo>
                  <a:cubicBezTo>
                    <a:pt x="4341" y="5520"/>
                    <a:pt x="4210" y="5427"/>
                    <a:pt x="4128" y="5262"/>
                  </a:cubicBezTo>
                  <a:lnTo>
                    <a:pt x="3781" y="4127"/>
                  </a:lnTo>
                  <a:lnTo>
                    <a:pt x="3057" y="4127"/>
                  </a:lnTo>
                  <a:lnTo>
                    <a:pt x="2710" y="5262"/>
                  </a:lnTo>
                  <a:cubicBezTo>
                    <a:pt x="2683" y="5427"/>
                    <a:pt x="2535" y="5520"/>
                    <a:pt x="2351" y="5520"/>
                  </a:cubicBezTo>
                  <a:cubicBezTo>
                    <a:pt x="2325" y="5520"/>
                    <a:pt x="2297" y="5518"/>
                    <a:pt x="2269" y="5514"/>
                  </a:cubicBezTo>
                  <a:cubicBezTo>
                    <a:pt x="2080" y="5451"/>
                    <a:pt x="2017" y="5262"/>
                    <a:pt x="2049" y="5072"/>
                  </a:cubicBezTo>
                  <a:lnTo>
                    <a:pt x="2332" y="4127"/>
                  </a:lnTo>
                  <a:cubicBezTo>
                    <a:pt x="2175" y="4096"/>
                    <a:pt x="2017" y="3970"/>
                    <a:pt x="2017" y="3812"/>
                  </a:cubicBezTo>
                  <a:cubicBezTo>
                    <a:pt x="2049" y="3623"/>
                    <a:pt x="2206" y="3466"/>
                    <a:pt x="2395" y="3466"/>
                  </a:cubicBezTo>
                  <a:lnTo>
                    <a:pt x="2553" y="3466"/>
                  </a:lnTo>
                  <a:lnTo>
                    <a:pt x="3120" y="1638"/>
                  </a:lnTo>
                  <a:cubicBezTo>
                    <a:pt x="3151" y="1512"/>
                    <a:pt x="3285" y="1449"/>
                    <a:pt x="3427" y="1449"/>
                  </a:cubicBezTo>
                  <a:close/>
                  <a:moveTo>
                    <a:pt x="3435" y="0"/>
                  </a:moveTo>
                  <a:cubicBezTo>
                    <a:pt x="1544" y="0"/>
                    <a:pt x="1" y="1544"/>
                    <a:pt x="1" y="3434"/>
                  </a:cubicBezTo>
                  <a:cubicBezTo>
                    <a:pt x="1" y="5356"/>
                    <a:pt x="1544" y="6900"/>
                    <a:pt x="3435" y="6900"/>
                  </a:cubicBezTo>
                  <a:cubicBezTo>
                    <a:pt x="4065" y="6900"/>
                    <a:pt x="4632" y="6742"/>
                    <a:pt x="5168" y="6427"/>
                  </a:cubicBezTo>
                  <a:lnTo>
                    <a:pt x="6365" y="6900"/>
                  </a:lnTo>
                  <a:cubicBezTo>
                    <a:pt x="6407" y="6910"/>
                    <a:pt x="6449" y="6917"/>
                    <a:pt x="6491" y="6917"/>
                  </a:cubicBezTo>
                  <a:cubicBezTo>
                    <a:pt x="6575" y="6917"/>
                    <a:pt x="6659" y="6889"/>
                    <a:pt x="6743" y="6805"/>
                  </a:cubicBezTo>
                  <a:cubicBezTo>
                    <a:pt x="6806" y="6742"/>
                    <a:pt x="6869" y="6616"/>
                    <a:pt x="6869" y="6459"/>
                  </a:cubicBezTo>
                  <a:lnTo>
                    <a:pt x="6491" y="5009"/>
                  </a:lnTo>
                  <a:cubicBezTo>
                    <a:pt x="6743" y="4537"/>
                    <a:pt x="6869" y="4001"/>
                    <a:pt x="6869" y="3466"/>
                  </a:cubicBezTo>
                  <a:cubicBezTo>
                    <a:pt x="6869" y="3119"/>
                    <a:pt x="6774" y="2804"/>
                    <a:pt x="6711" y="2489"/>
                  </a:cubicBezTo>
                  <a:cubicBezTo>
                    <a:pt x="6617" y="2426"/>
                    <a:pt x="6491" y="2395"/>
                    <a:pt x="6428" y="2363"/>
                  </a:cubicBezTo>
                  <a:lnTo>
                    <a:pt x="5514" y="2710"/>
                  </a:lnTo>
                  <a:cubicBezTo>
                    <a:pt x="5389" y="2755"/>
                    <a:pt x="5256" y="2780"/>
                    <a:pt x="5125" y="2780"/>
                  </a:cubicBezTo>
                  <a:cubicBezTo>
                    <a:pt x="4892" y="2780"/>
                    <a:pt x="4667" y="2702"/>
                    <a:pt x="4506" y="2521"/>
                  </a:cubicBezTo>
                  <a:cubicBezTo>
                    <a:pt x="4222" y="2269"/>
                    <a:pt x="4096" y="1891"/>
                    <a:pt x="4159" y="1481"/>
                  </a:cubicBezTo>
                  <a:lnTo>
                    <a:pt x="4443" y="221"/>
                  </a:lnTo>
                  <a:cubicBezTo>
                    <a:pt x="4443" y="189"/>
                    <a:pt x="4443" y="189"/>
                    <a:pt x="4411" y="158"/>
                  </a:cubicBezTo>
                  <a:cubicBezTo>
                    <a:pt x="4096" y="63"/>
                    <a:pt x="3781" y="0"/>
                    <a:pt x="343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9246;p69">
              <a:extLst>
                <a:ext uri="{FF2B5EF4-FFF2-40B4-BE49-F238E27FC236}">
                  <a16:creationId xmlns:a16="http://schemas.microsoft.com/office/drawing/2014/main" id="{9705E5CD-9C3F-5B28-8CF0-E9FCCF74A1A9}"/>
                </a:ext>
              </a:extLst>
            </p:cNvPr>
            <p:cNvSpPr/>
            <p:nvPr/>
          </p:nvSpPr>
          <p:spPr>
            <a:xfrm>
              <a:off x="-30895875" y="3621075"/>
              <a:ext cx="15775" cy="26025"/>
            </a:xfrm>
            <a:custGeom>
              <a:avLst/>
              <a:gdLst/>
              <a:ahLst/>
              <a:cxnLst/>
              <a:rect l="l" t="t" r="r" b="b"/>
              <a:pathLst>
                <a:path w="631" h="1041" extrusionOk="0">
                  <a:moveTo>
                    <a:pt x="0" y="1"/>
                  </a:moveTo>
                  <a:cubicBezTo>
                    <a:pt x="32" y="410"/>
                    <a:pt x="126" y="694"/>
                    <a:pt x="315" y="1041"/>
                  </a:cubicBezTo>
                  <a:cubicBezTo>
                    <a:pt x="473" y="694"/>
                    <a:pt x="599" y="347"/>
                    <a:pt x="63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9247;p69">
              <a:extLst>
                <a:ext uri="{FF2B5EF4-FFF2-40B4-BE49-F238E27FC236}">
                  <a16:creationId xmlns:a16="http://schemas.microsoft.com/office/drawing/2014/main" id="{A24D7F64-1D22-34DB-D2D8-21BBF557794C}"/>
                </a:ext>
              </a:extLst>
            </p:cNvPr>
            <p:cNvSpPr/>
            <p:nvPr/>
          </p:nvSpPr>
          <p:spPr>
            <a:xfrm>
              <a:off x="-30974650" y="3552550"/>
              <a:ext cx="172525" cy="172400"/>
            </a:xfrm>
            <a:custGeom>
              <a:avLst/>
              <a:gdLst/>
              <a:ahLst/>
              <a:cxnLst/>
              <a:rect l="l" t="t" r="r" b="b"/>
              <a:pathLst>
                <a:path w="6901" h="6896" extrusionOk="0">
                  <a:moveTo>
                    <a:pt x="3435" y="1356"/>
                  </a:moveTo>
                  <a:cubicBezTo>
                    <a:pt x="3624" y="1356"/>
                    <a:pt x="3782" y="1513"/>
                    <a:pt x="3782" y="1734"/>
                  </a:cubicBezTo>
                  <a:lnTo>
                    <a:pt x="3782" y="2080"/>
                  </a:lnTo>
                  <a:lnTo>
                    <a:pt x="4821" y="2080"/>
                  </a:lnTo>
                  <a:cubicBezTo>
                    <a:pt x="5010" y="2080"/>
                    <a:pt x="5168" y="2238"/>
                    <a:pt x="5168" y="2427"/>
                  </a:cubicBezTo>
                  <a:cubicBezTo>
                    <a:pt x="5168" y="2616"/>
                    <a:pt x="5010" y="2742"/>
                    <a:pt x="4821" y="2742"/>
                  </a:cubicBezTo>
                  <a:lnTo>
                    <a:pt x="4412" y="2742"/>
                  </a:lnTo>
                  <a:cubicBezTo>
                    <a:pt x="4380" y="3341"/>
                    <a:pt x="4191" y="3876"/>
                    <a:pt x="3876" y="4412"/>
                  </a:cubicBezTo>
                  <a:cubicBezTo>
                    <a:pt x="3908" y="4443"/>
                    <a:pt x="3908" y="4475"/>
                    <a:pt x="3939" y="4506"/>
                  </a:cubicBezTo>
                  <a:lnTo>
                    <a:pt x="4349" y="4916"/>
                  </a:lnTo>
                  <a:cubicBezTo>
                    <a:pt x="4443" y="5042"/>
                    <a:pt x="4443" y="5262"/>
                    <a:pt x="4349" y="5388"/>
                  </a:cubicBezTo>
                  <a:cubicBezTo>
                    <a:pt x="4286" y="5451"/>
                    <a:pt x="4191" y="5483"/>
                    <a:pt x="4101" y="5483"/>
                  </a:cubicBezTo>
                  <a:cubicBezTo>
                    <a:pt x="4010" y="5483"/>
                    <a:pt x="3923" y="5451"/>
                    <a:pt x="3876" y="5388"/>
                  </a:cubicBezTo>
                  <a:lnTo>
                    <a:pt x="3466" y="4979"/>
                  </a:lnTo>
                  <a:lnTo>
                    <a:pt x="3435" y="4947"/>
                  </a:lnTo>
                  <a:lnTo>
                    <a:pt x="3403" y="4979"/>
                  </a:lnTo>
                  <a:lnTo>
                    <a:pt x="2994" y="5388"/>
                  </a:lnTo>
                  <a:cubicBezTo>
                    <a:pt x="2931" y="5451"/>
                    <a:pt x="2844" y="5483"/>
                    <a:pt x="2758" y="5483"/>
                  </a:cubicBezTo>
                  <a:cubicBezTo>
                    <a:pt x="2671" y="5483"/>
                    <a:pt x="2584" y="5451"/>
                    <a:pt x="2521" y="5388"/>
                  </a:cubicBezTo>
                  <a:cubicBezTo>
                    <a:pt x="2395" y="5262"/>
                    <a:pt x="2395" y="5042"/>
                    <a:pt x="2521" y="4916"/>
                  </a:cubicBezTo>
                  <a:lnTo>
                    <a:pt x="2931" y="4506"/>
                  </a:lnTo>
                  <a:cubicBezTo>
                    <a:pt x="2962" y="4475"/>
                    <a:pt x="2962" y="4443"/>
                    <a:pt x="2994" y="4412"/>
                  </a:cubicBezTo>
                  <a:cubicBezTo>
                    <a:pt x="2679" y="3939"/>
                    <a:pt x="2490" y="3341"/>
                    <a:pt x="2458" y="2742"/>
                  </a:cubicBezTo>
                  <a:lnTo>
                    <a:pt x="2049" y="2742"/>
                  </a:lnTo>
                  <a:cubicBezTo>
                    <a:pt x="1860" y="2742"/>
                    <a:pt x="1702" y="2584"/>
                    <a:pt x="1702" y="2395"/>
                  </a:cubicBezTo>
                  <a:cubicBezTo>
                    <a:pt x="1702" y="2206"/>
                    <a:pt x="1860" y="2049"/>
                    <a:pt x="2049" y="2049"/>
                  </a:cubicBezTo>
                  <a:lnTo>
                    <a:pt x="3088" y="2049"/>
                  </a:lnTo>
                  <a:lnTo>
                    <a:pt x="3088" y="1734"/>
                  </a:lnTo>
                  <a:cubicBezTo>
                    <a:pt x="3088" y="1513"/>
                    <a:pt x="3246" y="1356"/>
                    <a:pt x="3435" y="1356"/>
                  </a:cubicBezTo>
                  <a:close/>
                  <a:moveTo>
                    <a:pt x="3466" y="1"/>
                  </a:moveTo>
                  <a:cubicBezTo>
                    <a:pt x="1576" y="1"/>
                    <a:pt x="32" y="1576"/>
                    <a:pt x="32" y="3467"/>
                  </a:cubicBezTo>
                  <a:cubicBezTo>
                    <a:pt x="32" y="3971"/>
                    <a:pt x="158" y="4506"/>
                    <a:pt x="411" y="4979"/>
                  </a:cubicBezTo>
                  <a:lnTo>
                    <a:pt x="32" y="6459"/>
                  </a:lnTo>
                  <a:cubicBezTo>
                    <a:pt x="1" y="6554"/>
                    <a:pt x="32" y="6680"/>
                    <a:pt x="158" y="6806"/>
                  </a:cubicBezTo>
                  <a:cubicBezTo>
                    <a:pt x="225" y="6851"/>
                    <a:pt x="324" y="6895"/>
                    <a:pt x="420" y="6895"/>
                  </a:cubicBezTo>
                  <a:cubicBezTo>
                    <a:pt x="460" y="6895"/>
                    <a:pt x="500" y="6887"/>
                    <a:pt x="537" y="6869"/>
                  </a:cubicBezTo>
                  <a:lnTo>
                    <a:pt x="1734" y="6396"/>
                  </a:lnTo>
                  <a:cubicBezTo>
                    <a:pt x="2269" y="6712"/>
                    <a:pt x="2899" y="6869"/>
                    <a:pt x="3466" y="6869"/>
                  </a:cubicBezTo>
                  <a:cubicBezTo>
                    <a:pt x="5357" y="6869"/>
                    <a:pt x="6901" y="5357"/>
                    <a:pt x="6901" y="3435"/>
                  </a:cubicBezTo>
                  <a:cubicBezTo>
                    <a:pt x="6901" y="1576"/>
                    <a:pt x="5325" y="1"/>
                    <a:pt x="346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78" name="Google Shape;9248;p69">
            <a:extLst>
              <a:ext uri="{FF2B5EF4-FFF2-40B4-BE49-F238E27FC236}">
                <a16:creationId xmlns:a16="http://schemas.microsoft.com/office/drawing/2014/main" id="{94E05154-84BD-8F59-9CC6-D7C0F073FBFC}"/>
              </a:ext>
            </a:extLst>
          </p:cNvPr>
          <p:cNvGrpSpPr/>
          <p:nvPr/>
        </p:nvGrpSpPr>
        <p:grpSpPr>
          <a:xfrm>
            <a:off x="16800746" y="9953771"/>
            <a:ext cx="914429" cy="914350"/>
            <a:chOff x="-31093575" y="3911725"/>
            <a:chExt cx="291450" cy="291425"/>
          </a:xfrm>
          <a:solidFill>
            <a:srgbClr val="555559"/>
          </a:solidFill>
        </p:grpSpPr>
        <p:sp>
          <p:nvSpPr>
            <p:cNvPr id="2079" name="Google Shape;9249;p69">
              <a:extLst>
                <a:ext uri="{FF2B5EF4-FFF2-40B4-BE49-F238E27FC236}">
                  <a16:creationId xmlns:a16="http://schemas.microsoft.com/office/drawing/2014/main" id="{E854158B-2886-588F-816B-12DB7BCCCE1D}"/>
                </a:ext>
              </a:extLst>
            </p:cNvPr>
            <p:cNvSpPr/>
            <p:nvPr/>
          </p:nvSpPr>
          <p:spPr>
            <a:xfrm>
              <a:off x="-31093575" y="3911725"/>
              <a:ext cx="291450" cy="291425"/>
            </a:xfrm>
            <a:custGeom>
              <a:avLst/>
              <a:gdLst/>
              <a:ahLst/>
              <a:cxnLst/>
              <a:rect l="l" t="t" r="r" b="b"/>
              <a:pathLst>
                <a:path w="11658" h="11657" extrusionOk="0">
                  <a:moveTo>
                    <a:pt x="5829" y="0"/>
                  </a:moveTo>
                  <a:cubicBezTo>
                    <a:pt x="3372" y="0"/>
                    <a:pt x="1261" y="1796"/>
                    <a:pt x="788" y="4159"/>
                  </a:cubicBezTo>
                  <a:cubicBezTo>
                    <a:pt x="347" y="4285"/>
                    <a:pt x="1" y="4694"/>
                    <a:pt x="1" y="5167"/>
                  </a:cubicBezTo>
                  <a:lnTo>
                    <a:pt x="1" y="7876"/>
                  </a:lnTo>
                  <a:cubicBezTo>
                    <a:pt x="1" y="8412"/>
                    <a:pt x="473" y="8885"/>
                    <a:pt x="1009" y="8885"/>
                  </a:cubicBezTo>
                  <a:lnTo>
                    <a:pt x="1702" y="8885"/>
                  </a:lnTo>
                  <a:cubicBezTo>
                    <a:pt x="1891" y="8885"/>
                    <a:pt x="2049" y="8727"/>
                    <a:pt x="2049" y="8538"/>
                  </a:cubicBezTo>
                  <a:lnTo>
                    <a:pt x="2049" y="4442"/>
                  </a:lnTo>
                  <a:cubicBezTo>
                    <a:pt x="2049" y="4253"/>
                    <a:pt x="1891" y="4096"/>
                    <a:pt x="1702" y="4096"/>
                  </a:cubicBezTo>
                  <a:lnTo>
                    <a:pt x="1481" y="4096"/>
                  </a:lnTo>
                  <a:cubicBezTo>
                    <a:pt x="1954" y="2111"/>
                    <a:pt x="3781" y="630"/>
                    <a:pt x="5829" y="630"/>
                  </a:cubicBezTo>
                  <a:cubicBezTo>
                    <a:pt x="7877" y="630"/>
                    <a:pt x="9673" y="2111"/>
                    <a:pt x="10145" y="4096"/>
                  </a:cubicBezTo>
                  <a:lnTo>
                    <a:pt x="9956" y="4096"/>
                  </a:lnTo>
                  <a:cubicBezTo>
                    <a:pt x="9767" y="4096"/>
                    <a:pt x="9610" y="4253"/>
                    <a:pt x="9610" y="4442"/>
                  </a:cubicBezTo>
                  <a:lnTo>
                    <a:pt x="9610" y="8538"/>
                  </a:lnTo>
                  <a:cubicBezTo>
                    <a:pt x="9610" y="8727"/>
                    <a:pt x="9767" y="8885"/>
                    <a:pt x="9956" y="8885"/>
                  </a:cubicBezTo>
                  <a:lnTo>
                    <a:pt x="10271" y="8885"/>
                  </a:lnTo>
                  <a:cubicBezTo>
                    <a:pt x="10114" y="9672"/>
                    <a:pt x="9421" y="10271"/>
                    <a:pt x="8570" y="10271"/>
                  </a:cubicBezTo>
                  <a:lnTo>
                    <a:pt x="6774" y="10271"/>
                  </a:lnTo>
                  <a:cubicBezTo>
                    <a:pt x="6617" y="9893"/>
                    <a:pt x="6270" y="9609"/>
                    <a:pt x="5829" y="9609"/>
                  </a:cubicBezTo>
                  <a:cubicBezTo>
                    <a:pt x="5262" y="9609"/>
                    <a:pt x="4789" y="10082"/>
                    <a:pt x="4789" y="10617"/>
                  </a:cubicBezTo>
                  <a:cubicBezTo>
                    <a:pt x="4789" y="11184"/>
                    <a:pt x="5262" y="11657"/>
                    <a:pt x="5829" y="11657"/>
                  </a:cubicBezTo>
                  <a:cubicBezTo>
                    <a:pt x="6270" y="11657"/>
                    <a:pt x="6648" y="11373"/>
                    <a:pt x="6774" y="10995"/>
                  </a:cubicBezTo>
                  <a:lnTo>
                    <a:pt x="8570" y="10995"/>
                  </a:lnTo>
                  <a:cubicBezTo>
                    <a:pt x="9799" y="10995"/>
                    <a:pt x="10775" y="10082"/>
                    <a:pt x="10933" y="8885"/>
                  </a:cubicBezTo>
                  <a:cubicBezTo>
                    <a:pt x="11342" y="8790"/>
                    <a:pt x="11658" y="8380"/>
                    <a:pt x="11658" y="7908"/>
                  </a:cubicBezTo>
                  <a:lnTo>
                    <a:pt x="11658" y="5198"/>
                  </a:lnTo>
                  <a:cubicBezTo>
                    <a:pt x="11658" y="4694"/>
                    <a:pt x="11311" y="4253"/>
                    <a:pt x="10870" y="4159"/>
                  </a:cubicBezTo>
                  <a:cubicBezTo>
                    <a:pt x="10397" y="1796"/>
                    <a:pt x="8255" y="0"/>
                    <a:pt x="582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9250;p69">
              <a:extLst>
                <a:ext uri="{FF2B5EF4-FFF2-40B4-BE49-F238E27FC236}">
                  <a16:creationId xmlns:a16="http://schemas.microsoft.com/office/drawing/2014/main" id="{F0638385-634F-DD5D-9FA8-48184CB4147D}"/>
                </a:ext>
              </a:extLst>
            </p:cNvPr>
            <p:cNvSpPr/>
            <p:nvPr/>
          </p:nvSpPr>
          <p:spPr>
            <a:xfrm>
              <a:off x="-31025825" y="3980250"/>
              <a:ext cx="156750" cy="154250"/>
            </a:xfrm>
            <a:custGeom>
              <a:avLst/>
              <a:gdLst/>
              <a:ahLst/>
              <a:cxnLst/>
              <a:rect l="l" t="t" r="r" b="b"/>
              <a:pathLst>
                <a:path w="6270" h="6170" extrusionOk="0">
                  <a:moveTo>
                    <a:pt x="3119" y="1386"/>
                  </a:moveTo>
                  <a:cubicBezTo>
                    <a:pt x="3308" y="1386"/>
                    <a:pt x="3466" y="1544"/>
                    <a:pt x="3466" y="1733"/>
                  </a:cubicBezTo>
                  <a:cubicBezTo>
                    <a:pt x="3466" y="1953"/>
                    <a:pt x="3308" y="2079"/>
                    <a:pt x="3119" y="2079"/>
                  </a:cubicBezTo>
                  <a:cubicBezTo>
                    <a:pt x="2930" y="2079"/>
                    <a:pt x="2773" y="1953"/>
                    <a:pt x="2773" y="1733"/>
                  </a:cubicBezTo>
                  <a:cubicBezTo>
                    <a:pt x="2773" y="1544"/>
                    <a:pt x="2930" y="1386"/>
                    <a:pt x="3119" y="1386"/>
                  </a:cubicBezTo>
                  <a:close/>
                  <a:moveTo>
                    <a:pt x="3119" y="2741"/>
                  </a:moveTo>
                  <a:cubicBezTo>
                    <a:pt x="3308" y="2741"/>
                    <a:pt x="3466" y="2867"/>
                    <a:pt x="3466" y="3088"/>
                  </a:cubicBezTo>
                  <a:lnTo>
                    <a:pt x="3466" y="4474"/>
                  </a:lnTo>
                  <a:cubicBezTo>
                    <a:pt x="3466" y="4663"/>
                    <a:pt x="3308" y="4820"/>
                    <a:pt x="3119" y="4820"/>
                  </a:cubicBezTo>
                  <a:cubicBezTo>
                    <a:pt x="2930" y="4820"/>
                    <a:pt x="2773" y="4663"/>
                    <a:pt x="2773" y="4474"/>
                  </a:cubicBezTo>
                  <a:lnTo>
                    <a:pt x="2773" y="3088"/>
                  </a:lnTo>
                  <a:cubicBezTo>
                    <a:pt x="2773" y="2867"/>
                    <a:pt x="2930" y="2741"/>
                    <a:pt x="3119" y="2741"/>
                  </a:cubicBezTo>
                  <a:close/>
                  <a:moveTo>
                    <a:pt x="3151" y="0"/>
                  </a:moveTo>
                  <a:cubicBezTo>
                    <a:pt x="1449" y="0"/>
                    <a:pt x="63" y="1386"/>
                    <a:pt x="63" y="3088"/>
                  </a:cubicBezTo>
                  <a:cubicBezTo>
                    <a:pt x="63" y="3592"/>
                    <a:pt x="158" y="4096"/>
                    <a:pt x="441" y="4568"/>
                  </a:cubicBezTo>
                  <a:lnTo>
                    <a:pt x="63" y="5734"/>
                  </a:lnTo>
                  <a:cubicBezTo>
                    <a:pt x="0" y="5828"/>
                    <a:pt x="0" y="5955"/>
                    <a:pt x="126" y="6081"/>
                  </a:cubicBezTo>
                  <a:cubicBezTo>
                    <a:pt x="171" y="6125"/>
                    <a:pt x="263" y="6170"/>
                    <a:pt x="357" y="6170"/>
                  </a:cubicBezTo>
                  <a:cubicBezTo>
                    <a:pt x="396" y="6170"/>
                    <a:pt x="436" y="6162"/>
                    <a:pt x="473" y="6144"/>
                  </a:cubicBezTo>
                  <a:lnTo>
                    <a:pt x="1638" y="5765"/>
                  </a:lnTo>
                  <a:cubicBezTo>
                    <a:pt x="2079" y="6049"/>
                    <a:pt x="2615" y="6144"/>
                    <a:pt x="3151" y="6144"/>
                  </a:cubicBezTo>
                  <a:cubicBezTo>
                    <a:pt x="4852" y="6144"/>
                    <a:pt x="6270" y="4789"/>
                    <a:pt x="6270" y="3088"/>
                  </a:cubicBezTo>
                  <a:cubicBezTo>
                    <a:pt x="6270" y="1386"/>
                    <a:pt x="4852" y="0"/>
                    <a:pt x="315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1" name="Google Shape;9251;p69">
            <a:extLst>
              <a:ext uri="{FF2B5EF4-FFF2-40B4-BE49-F238E27FC236}">
                <a16:creationId xmlns:a16="http://schemas.microsoft.com/office/drawing/2014/main" id="{C4467F1F-4AD4-4388-193B-475C71455D99}"/>
              </a:ext>
            </a:extLst>
          </p:cNvPr>
          <p:cNvGrpSpPr/>
          <p:nvPr/>
        </p:nvGrpSpPr>
        <p:grpSpPr>
          <a:xfrm>
            <a:off x="20278526" y="7686447"/>
            <a:ext cx="921801" cy="916860"/>
            <a:chOff x="-29946000" y="3183175"/>
            <a:chExt cx="293800" cy="292225"/>
          </a:xfrm>
          <a:solidFill>
            <a:srgbClr val="555559"/>
          </a:solidFill>
        </p:grpSpPr>
        <p:sp>
          <p:nvSpPr>
            <p:cNvPr id="2082" name="Google Shape;9252;p69">
              <a:extLst>
                <a:ext uri="{FF2B5EF4-FFF2-40B4-BE49-F238E27FC236}">
                  <a16:creationId xmlns:a16="http://schemas.microsoft.com/office/drawing/2014/main" id="{7BD3E3AD-17E1-B069-7AA6-8D5D720552CD}"/>
                </a:ext>
              </a:extLst>
            </p:cNvPr>
            <p:cNvSpPr/>
            <p:nvPr/>
          </p:nvSpPr>
          <p:spPr>
            <a:xfrm>
              <a:off x="-29839675" y="3355650"/>
              <a:ext cx="186700" cy="33900"/>
            </a:xfrm>
            <a:custGeom>
              <a:avLst/>
              <a:gdLst/>
              <a:ahLst/>
              <a:cxnLst/>
              <a:rect l="l" t="t" r="r" b="b"/>
              <a:pathLst>
                <a:path w="7468" h="1356" extrusionOk="0">
                  <a:moveTo>
                    <a:pt x="568" y="1"/>
                  </a:moveTo>
                  <a:cubicBezTo>
                    <a:pt x="568" y="505"/>
                    <a:pt x="379" y="977"/>
                    <a:pt x="1" y="1356"/>
                  </a:cubicBezTo>
                  <a:lnTo>
                    <a:pt x="7467" y="1356"/>
                  </a:lnTo>
                  <a:lnTo>
                    <a:pt x="7467"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9253;p69">
              <a:extLst>
                <a:ext uri="{FF2B5EF4-FFF2-40B4-BE49-F238E27FC236}">
                  <a16:creationId xmlns:a16="http://schemas.microsoft.com/office/drawing/2014/main" id="{F5122B20-8C5F-4F66-CD2F-66F1FB61FAF2}"/>
                </a:ext>
              </a:extLst>
            </p:cNvPr>
            <p:cNvSpPr/>
            <p:nvPr/>
          </p:nvSpPr>
          <p:spPr>
            <a:xfrm>
              <a:off x="-29824700" y="3406850"/>
              <a:ext cx="172500" cy="68550"/>
            </a:xfrm>
            <a:custGeom>
              <a:avLst/>
              <a:gdLst/>
              <a:ahLst/>
              <a:cxnLst/>
              <a:rect l="l" t="t" r="r" b="b"/>
              <a:pathLst>
                <a:path w="6900" h="2742" extrusionOk="0">
                  <a:moveTo>
                    <a:pt x="0" y="1"/>
                  </a:moveTo>
                  <a:cubicBezTo>
                    <a:pt x="662" y="505"/>
                    <a:pt x="1134" y="1292"/>
                    <a:pt x="1292" y="2237"/>
                  </a:cubicBezTo>
                  <a:cubicBezTo>
                    <a:pt x="1355" y="2395"/>
                    <a:pt x="1292" y="2584"/>
                    <a:pt x="1260" y="2742"/>
                  </a:cubicBezTo>
                  <a:lnTo>
                    <a:pt x="6553" y="2742"/>
                  </a:lnTo>
                  <a:cubicBezTo>
                    <a:pt x="6742" y="2742"/>
                    <a:pt x="6900" y="2584"/>
                    <a:pt x="6900" y="2395"/>
                  </a:cubicBezTo>
                  <a:lnTo>
                    <a:pt x="690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9254;p69">
              <a:extLst>
                <a:ext uri="{FF2B5EF4-FFF2-40B4-BE49-F238E27FC236}">
                  <a16:creationId xmlns:a16="http://schemas.microsoft.com/office/drawing/2014/main" id="{EFCF93CE-78EC-1C76-D9F7-C5CC28A16340}"/>
                </a:ext>
              </a:extLst>
            </p:cNvPr>
            <p:cNvSpPr/>
            <p:nvPr/>
          </p:nvSpPr>
          <p:spPr>
            <a:xfrm>
              <a:off x="-29756975" y="3183175"/>
              <a:ext cx="69325" cy="68550"/>
            </a:xfrm>
            <a:custGeom>
              <a:avLst/>
              <a:gdLst/>
              <a:ahLst/>
              <a:cxnLst/>
              <a:rect l="l" t="t" r="r" b="b"/>
              <a:pathLst>
                <a:path w="2773" h="2742" extrusionOk="0">
                  <a:moveTo>
                    <a:pt x="1387" y="0"/>
                  </a:moveTo>
                  <a:cubicBezTo>
                    <a:pt x="631" y="0"/>
                    <a:pt x="1" y="630"/>
                    <a:pt x="1" y="1386"/>
                  </a:cubicBezTo>
                  <a:cubicBezTo>
                    <a:pt x="1" y="2111"/>
                    <a:pt x="631" y="2741"/>
                    <a:pt x="1387" y="2741"/>
                  </a:cubicBezTo>
                  <a:cubicBezTo>
                    <a:pt x="2143" y="2741"/>
                    <a:pt x="2773" y="2174"/>
                    <a:pt x="2773" y="1386"/>
                  </a:cubicBezTo>
                  <a:cubicBezTo>
                    <a:pt x="2773" y="630"/>
                    <a:pt x="2143" y="0"/>
                    <a:pt x="138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9255;p69">
              <a:extLst>
                <a:ext uri="{FF2B5EF4-FFF2-40B4-BE49-F238E27FC236}">
                  <a16:creationId xmlns:a16="http://schemas.microsoft.com/office/drawing/2014/main" id="{7B2C25B8-DCFC-46AE-BCB2-BD132646E485}"/>
                </a:ext>
              </a:extLst>
            </p:cNvPr>
            <p:cNvSpPr/>
            <p:nvPr/>
          </p:nvSpPr>
          <p:spPr>
            <a:xfrm>
              <a:off x="-29790850" y="3269025"/>
              <a:ext cx="137875" cy="68550"/>
            </a:xfrm>
            <a:custGeom>
              <a:avLst/>
              <a:gdLst/>
              <a:ahLst/>
              <a:cxnLst/>
              <a:rect l="l" t="t" r="r" b="b"/>
              <a:pathLst>
                <a:path w="5515" h="2742" extrusionOk="0">
                  <a:moveTo>
                    <a:pt x="2773" y="0"/>
                  </a:moveTo>
                  <a:cubicBezTo>
                    <a:pt x="1419" y="0"/>
                    <a:pt x="221" y="1040"/>
                    <a:pt x="32" y="2363"/>
                  </a:cubicBezTo>
                  <a:cubicBezTo>
                    <a:pt x="1" y="2552"/>
                    <a:pt x="158" y="2741"/>
                    <a:pt x="379" y="2741"/>
                  </a:cubicBezTo>
                  <a:lnTo>
                    <a:pt x="5136" y="2741"/>
                  </a:lnTo>
                  <a:cubicBezTo>
                    <a:pt x="5357" y="2741"/>
                    <a:pt x="5514" y="2552"/>
                    <a:pt x="5514" y="2363"/>
                  </a:cubicBezTo>
                  <a:cubicBezTo>
                    <a:pt x="5294" y="1008"/>
                    <a:pt x="4160" y="0"/>
                    <a:pt x="277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9256;p69">
              <a:extLst>
                <a:ext uri="{FF2B5EF4-FFF2-40B4-BE49-F238E27FC236}">
                  <a16:creationId xmlns:a16="http://schemas.microsoft.com/office/drawing/2014/main" id="{832EC8B3-33B5-CC9E-B6AA-B90E4B0AA815}"/>
                </a:ext>
              </a:extLst>
            </p:cNvPr>
            <p:cNvSpPr/>
            <p:nvPr/>
          </p:nvSpPr>
          <p:spPr>
            <a:xfrm>
              <a:off x="-29911350" y="3321000"/>
              <a:ext cx="69325" cy="68550"/>
            </a:xfrm>
            <a:custGeom>
              <a:avLst/>
              <a:gdLst/>
              <a:ahLst/>
              <a:cxnLst/>
              <a:rect l="l" t="t" r="r" b="b"/>
              <a:pathLst>
                <a:path w="2773" h="2742" extrusionOk="0">
                  <a:moveTo>
                    <a:pt x="1387" y="1"/>
                  </a:moveTo>
                  <a:cubicBezTo>
                    <a:pt x="631" y="1"/>
                    <a:pt x="1" y="599"/>
                    <a:pt x="1" y="1387"/>
                  </a:cubicBezTo>
                  <a:cubicBezTo>
                    <a:pt x="1" y="2143"/>
                    <a:pt x="631" y="2742"/>
                    <a:pt x="1387" y="2742"/>
                  </a:cubicBezTo>
                  <a:cubicBezTo>
                    <a:pt x="2143" y="2742"/>
                    <a:pt x="2773" y="2143"/>
                    <a:pt x="2773" y="1387"/>
                  </a:cubicBezTo>
                  <a:cubicBezTo>
                    <a:pt x="2773" y="599"/>
                    <a:pt x="2143" y="1"/>
                    <a:pt x="138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9257;p69">
              <a:extLst>
                <a:ext uri="{FF2B5EF4-FFF2-40B4-BE49-F238E27FC236}">
                  <a16:creationId xmlns:a16="http://schemas.microsoft.com/office/drawing/2014/main" id="{1F92388D-C36A-437E-7929-04D59EA29A16}"/>
                </a:ext>
              </a:extLst>
            </p:cNvPr>
            <p:cNvSpPr/>
            <p:nvPr/>
          </p:nvSpPr>
          <p:spPr>
            <a:xfrm>
              <a:off x="-29946000" y="3406850"/>
              <a:ext cx="137075" cy="67775"/>
            </a:xfrm>
            <a:custGeom>
              <a:avLst/>
              <a:gdLst/>
              <a:ahLst/>
              <a:cxnLst/>
              <a:rect l="l" t="t" r="r" b="b"/>
              <a:pathLst>
                <a:path w="5483" h="2711" extrusionOk="0">
                  <a:moveTo>
                    <a:pt x="2773" y="1"/>
                  </a:moveTo>
                  <a:cubicBezTo>
                    <a:pt x="1387" y="1"/>
                    <a:pt x="252" y="1009"/>
                    <a:pt x="63" y="2300"/>
                  </a:cubicBezTo>
                  <a:cubicBezTo>
                    <a:pt x="0" y="2521"/>
                    <a:pt x="158" y="2710"/>
                    <a:pt x="410" y="2710"/>
                  </a:cubicBezTo>
                  <a:lnTo>
                    <a:pt x="5136" y="2710"/>
                  </a:lnTo>
                  <a:cubicBezTo>
                    <a:pt x="5325" y="2710"/>
                    <a:pt x="5482" y="2521"/>
                    <a:pt x="5482" y="2300"/>
                  </a:cubicBezTo>
                  <a:cubicBezTo>
                    <a:pt x="5293" y="1009"/>
                    <a:pt x="4159" y="1"/>
                    <a:pt x="277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8" name="Google Shape;9258;p69">
            <a:extLst>
              <a:ext uri="{FF2B5EF4-FFF2-40B4-BE49-F238E27FC236}">
                <a16:creationId xmlns:a16="http://schemas.microsoft.com/office/drawing/2014/main" id="{5564BCB1-A3EE-0DDB-A661-C5BEDEAF450F}"/>
              </a:ext>
            </a:extLst>
          </p:cNvPr>
          <p:cNvGrpSpPr/>
          <p:nvPr/>
        </p:nvGrpSpPr>
        <p:grpSpPr>
          <a:xfrm>
            <a:off x="6399545" y="7686994"/>
            <a:ext cx="926743" cy="915762"/>
            <a:chOff x="-34408675" y="3202075"/>
            <a:chExt cx="295375" cy="291875"/>
          </a:xfrm>
          <a:solidFill>
            <a:srgbClr val="555559"/>
          </a:solidFill>
        </p:grpSpPr>
        <p:sp>
          <p:nvSpPr>
            <p:cNvPr id="2089" name="Google Shape;9259;p69">
              <a:extLst>
                <a:ext uri="{FF2B5EF4-FFF2-40B4-BE49-F238E27FC236}">
                  <a16:creationId xmlns:a16="http://schemas.microsoft.com/office/drawing/2014/main" id="{E504E8F1-4904-2266-1E4C-5568CCD4D122}"/>
                </a:ext>
              </a:extLst>
            </p:cNvPr>
            <p:cNvSpPr/>
            <p:nvPr/>
          </p:nvSpPr>
          <p:spPr>
            <a:xfrm>
              <a:off x="-34274775" y="3202075"/>
              <a:ext cx="161475" cy="161475"/>
            </a:xfrm>
            <a:custGeom>
              <a:avLst/>
              <a:gdLst/>
              <a:ahLst/>
              <a:cxnLst/>
              <a:rect l="l" t="t" r="r" b="b"/>
              <a:pathLst>
                <a:path w="6459" h="6459" extrusionOk="0">
                  <a:moveTo>
                    <a:pt x="3718" y="0"/>
                  </a:moveTo>
                  <a:cubicBezTo>
                    <a:pt x="3560" y="0"/>
                    <a:pt x="3434" y="63"/>
                    <a:pt x="3403" y="189"/>
                  </a:cubicBezTo>
                  <a:cubicBezTo>
                    <a:pt x="3340" y="315"/>
                    <a:pt x="3340" y="473"/>
                    <a:pt x="3466" y="536"/>
                  </a:cubicBezTo>
                  <a:lnTo>
                    <a:pt x="4190" y="1261"/>
                  </a:lnTo>
                  <a:lnTo>
                    <a:pt x="1260" y="4159"/>
                  </a:lnTo>
                  <a:lnTo>
                    <a:pt x="567" y="3466"/>
                  </a:lnTo>
                  <a:cubicBezTo>
                    <a:pt x="496" y="3395"/>
                    <a:pt x="390" y="3360"/>
                    <a:pt x="288" y="3360"/>
                  </a:cubicBezTo>
                  <a:cubicBezTo>
                    <a:pt x="254" y="3360"/>
                    <a:pt x="221" y="3363"/>
                    <a:pt x="189" y="3371"/>
                  </a:cubicBezTo>
                  <a:cubicBezTo>
                    <a:pt x="95" y="3403"/>
                    <a:pt x="0" y="3560"/>
                    <a:pt x="0" y="3686"/>
                  </a:cubicBezTo>
                  <a:lnTo>
                    <a:pt x="0" y="6081"/>
                  </a:lnTo>
                  <a:cubicBezTo>
                    <a:pt x="0" y="6301"/>
                    <a:pt x="158" y="6459"/>
                    <a:pt x="347" y="6459"/>
                  </a:cubicBezTo>
                  <a:lnTo>
                    <a:pt x="2773" y="6459"/>
                  </a:lnTo>
                  <a:cubicBezTo>
                    <a:pt x="2930" y="6459"/>
                    <a:pt x="3025" y="6364"/>
                    <a:pt x="3088" y="6238"/>
                  </a:cubicBezTo>
                  <a:cubicBezTo>
                    <a:pt x="3119" y="6144"/>
                    <a:pt x="3119" y="5986"/>
                    <a:pt x="2993" y="5892"/>
                  </a:cubicBezTo>
                  <a:lnTo>
                    <a:pt x="2300" y="5199"/>
                  </a:lnTo>
                  <a:lnTo>
                    <a:pt x="5198" y="2269"/>
                  </a:lnTo>
                  <a:lnTo>
                    <a:pt x="5923" y="2993"/>
                  </a:lnTo>
                  <a:cubicBezTo>
                    <a:pt x="5969" y="3039"/>
                    <a:pt x="6066" y="3069"/>
                    <a:pt x="6164" y="3069"/>
                  </a:cubicBezTo>
                  <a:cubicBezTo>
                    <a:pt x="6200" y="3069"/>
                    <a:pt x="6236" y="3065"/>
                    <a:pt x="6270" y="3056"/>
                  </a:cubicBezTo>
                  <a:cubicBezTo>
                    <a:pt x="6396" y="3025"/>
                    <a:pt x="6459" y="2867"/>
                    <a:pt x="6459" y="2741"/>
                  </a:cubicBezTo>
                  <a:lnTo>
                    <a:pt x="6459" y="347"/>
                  </a:lnTo>
                  <a:cubicBezTo>
                    <a:pt x="6459" y="158"/>
                    <a:pt x="6301" y="0"/>
                    <a:pt x="611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9260;p69">
              <a:extLst>
                <a:ext uri="{FF2B5EF4-FFF2-40B4-BE49-F238E27FC236}">
                  <a16:creationId xmlns:a16="http://schemas.microsoft.com/office/drawing/2014/main" id="{049E6E79-0E4A-9B06-ABDA-70AE2888D912}"/>
                </a:ext>
              </a:extLst>
            </p:cNvPr>
            <p:cNvSpPr/>
            <p:nvPr/>
          </p:nvSpPr>
          <p:spPr>
            <a:xfrm>
              <a:off x="-34378750" y="3263175"/>
              <a:ext cx="76425" cy="73600"/>
            </a:xfrm>
            <a:custGeom>
              <a:avLst/>
              <a:gdLst/>
              <a:ahLst/>
              <a:cxnLst/>
              <a:rect l="l" t="t" r="r" b="b"/>
              <a:pathLst>
                <a:path w="3057" h="2944" extrusionOk="0">
                  <a:moveTo>
                    <a:pt x="970" y="1"/>
                  </a:moveTo>
                  <a:cubicBezTo>
                    <a:pt x="685" y="1"/>
                    <a:pt x="405" y="114"/>
                    <a:pt x="221" y="297"/>
                  </a:cubicBezTo>
                  <a:lnTo>
                    <a:pt x="1" y="549"/>
                  </a:lnTo>
                  <a:lnTo>
                    <a:pt x="2395" y="2944"/>
                  </a:lnTo>
                  <a:lnTo>
                    <a:pt x="2678" y="2755"/>
                  </a:lnTo>
                  <a:cubicBezTo>
                    <a:pt x="3056" y="2345"/>
                    <a:pt x="3056" y="1683"/>
                    <a:pt x="2678" y="1274"/>
                  </a:cubicBezTo>
                  <a:lnTo>
                    <a:pt x="1670" y="297"/>
                  </a:lnTo>
                  <a:cubicBezTo>
                    <a:pt x="1478" y="90"/>
                    <a:pt x="1222" y="1"/>
                    <a:pt x="97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9261;p69">
              <a:extLst>
                <a:ext uri="{FF2B5EF4-FFF2-40B4-BE49-F238E27FC236}">
                  <a16:creationId xmlns:a16="http://schemas.microsoft.com/office/drawing/2014/main" id="{805DE1FE-7087-CA0C-FC6A-B809B9D4A657}"/>
                </a:ext>
              </a:extLst>
            </p:cNvPr>
            <p:cNvSpPr/>
            <p:nvPr/>
          </p:nvSpPr>
          <p:spPr>
            <a:xfrm>
              <a:off x="-34250375" y="3392300"/>
              <a:ext cx="77225" cy="74425"/>
            </a:xfrm>
            <a:custGeom>
              <a:avLst/>
              <a:gdLst/>
              <a:ahLst/>
              <a:cxnLst/>
              <a:rect l="l" t="t" r="r" b="b"/>
              <a:pathLst>
                <a:path w="3089" h="2977" extrusionOk="0">
                  <a:moveTo>
                    <a:pt x="999" y="0"/>
                  </a:moveTo>
                  <a:cubicBezTo>
                    <a:pt x="787" y="0"/>
                    <a:pt x="577" y="66"/>
                    <a:pt x="410" y="205"/>
                  </a:cubicBezTo>
                  <a:cubicBezTo>
                    <a:pt x="379" y="205"/>
                    <a:pt x="316" y="268"/>
                    <a:pt x="284" y="299"/>
                  </a:cubicBezTo>
                  <a:lnTo>
                    <a:pt x="1" y="583"/>
                  </a:lnTo>
                  <a:lnTo>
                    <a:pt x="2427" y="2977"/>
                  </a:lnTo>
                  <a:lnTo>
                    <a:pt x="2679" y="2693"/>
                  </a:lnTo>
                  <a:cubicBezTo>
                    <a:pt x="3088" y="2315"/>
                    <a:pt x="3088" y="1622"/>
                    <a:pt x="2679" y="1244"/>
                  </a:cubicBezTo>
                  <a:lnTo>
                    <a:pt x="1734" y="299"/>
                  </a:lnTo>
                  <a:cubicBezTo>
                    <a:pt x="1540" y="105"/>
                    <a:pt x="1267" y="0"/>
                    <a:pt x="99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9262;p69">
              <a:extLst>
                <a:ext uri="{FF2B5EF4-FFF2-40B4-BE49-F238E27FC236}">
                  <a16:creationId xmlns:a16="http://schemas.microsoft.com/office/drawing/2014/main" id="{DF08DF36-64DD-78D9-0178-8A1DD5D412C3}"/>
                </a:ext>
              </a:extLst>
            </p:cNvPr>
            <p:cNvSpPr/>
            <p:nvPr/>
          </p:nvSpPr>
          <p:spPr>
            <a:xfrm>
              <a:off x="-34408675" y="3290275"/>
              <a:ext cx="207150" cy="203675"/>
            </a:xfrm>
            <a:custGeom>
              <a:avLst/>
              <a:gdLst/>
              <a:ahLst/>
              <a:cxnLst/>
              <a:rect l="l" t="t" r="r" b="b"/>
              <a:pathLst>
                <a:path w="8286" h="8147" extrusionOk="0">
                  <a:moveTo>
                    <a:pt x="725" y="1"/>
                  </a:moveTo>
                  <a:cubicBezTo>
                    <a:pt x="95" y="631"/>
                    <a:pt x="0" y="1387"/>
                    <a:pt x="284" y="2017"/>
                  </a:cubicBezTo>
                  <a:cubicBezTo>
                    <a:pt x="1387" y="4223"/>
                    <a:pt x="3938" y="6774"/>
                    <a:pt x="6270" y="7972"/>
                  </a:cubicBezTo>
                  <a:cubicBezTo>
                    <a:pt x="6499" y="8086"/>
                    <a:pt x="6745" y="8147"/>
                    <a:pt x="6996" y="8147"/>
                  </a:cubicBezTo>
                  <a:cubicBezTo>
                    <a:pt x="7434" y="8147"/>
                    <a:pt x="7886" y="7963"/>
                    <a:pt x="8286" y="7562"/>
                  </a:cubicBezTo>
                  <a:lnTo>
                    <a:pt x="725"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93" name="Google Shape;9263;p69">
            <a:extLst>
              <a:ext uri="{FF2B5EF4-FFF2-40B4-BE49-F238E27FC236}">
                <a16:creationId xmlns:a16="http://schemas.microsoft.com/office/drawing/2014/main" id="{046CC6DC-A2B6-7E95-BD87-54EA5A4AD03F}"/>
              </a:ext>
            </a:extLst>
          </p:cNvPr>
          <p:cNvGrpSpPr/>
          <p:nvPr/>
        </p:nvGrpSpPr>
        <p:grpSpPr>
          <a:xfrm>
            <a:off x="6404486" y="8824698"/>
            <a:ext cx="916860" cy="921174"/>
            <a:chOff x="-34405525" y="3558075"/>
            <a:chExt cx="292225" cy="293600"/>
          </a:xfrm>
          <a:solidFill>
            <a:srgbClr val="555559"/>
          </a:solidFill>
        </p:grpSpPr>
        <p:sp>
          <p:nvSpPr>
            <p:cNvPr id="2094" name="Google Shape;9264;p69">
              <a:extLst>
                <a:ext uri="{FF2B5EF4-FFF2-40B4-BE49-F238E27FC236}">
                  <a16:creationId xmlns:a16="http://schemas.microsoft.com/office/drawing/2014/main" id="{314A4E80-3F19-887E-545E-F7E343708559}"/>
                </a:ext>
              </a:extLst>
            </p:cNvPr>
            <p:cNvSpPr/>
            <p:nvPr/>
          </p:nvSpPr>
          <p:spPr>
            <a:xfrm>
              <a:off x="-34303150" y="3663825"/>
              <a:ext cx="189850" cy="187850"/>
            </a:xfrm>
            <a:custGeom>
              <a:avLst/>
              <a:gdLst/>
              <a:ahLst/>
              <a:cxnLst/>
              <a:rect l="l" t="t" r="r" b="b"/>
              <a:pathLst>
                <a:path w="7594" h="7514" extrusionOk="0">
                  <a:moveTo>
                    <a:pt x="5487" y="0"/>
                  </a:moveTo>
                  <a:cubicBezTo>
                    <a:pt x="5380" y="0"/>
                    <a:pt x="5278" y="8"/>
                    <a:pt x="5168" y="24"/>
                  </a:cubicBezTo>
                  <a:cubicBezTo>
                    <a:pt x="4349" y="181"/>
                    <a:pt x="3656" y="843"/>
                    <a:pt x="3561" y="1630"/>
                  </a:cubicBezTo>
                  <a:cubicBezTo>
                    <a:pt x="3467" y="2198"/>
                    <a:pt x="3561" y="2513"/>
                    <a:pt x="3719" y="2891"/>
                  </a:cubicBezTo>
                  <a:lnTo>
                    <a:pt x="285" y="6325"/>
                  </a:lnTo>
                  <a:cubicBezTo>
                    <a:pt x="1" y="6608"/>
                    <a:pt x="1" y="7049"/>
                    <a:pt x="285" y="7301"/>
                  </a:cubicBezTo>
                  <a:cubicBezTo>
                    <a:pt x="426" y="7443"/>
                    <a:pt x="600" y="7514"/>
                    <a:pt x="773" y="7514"/>
                  </a:cubicBezTo>
                  <a:cubicBezTo>
                    <a:pt x="946" y="7514"/>
                    <a:pt x="1119" y="7443"/>
                    <a:pt x="1261" y="7301"/>
                  </a:cubicBezTo>
                  <a:lnTo>
                    <a:pt x="4695" y="3899"/>
                  </a:lnTo>
                  <a:cubicBezTo>
                    <a:pt x="5022" y="4016"/>
                    <a:pt x="5280" y="4080"/>
                    <a:pt x="5597" y="4080"/>
                  </a:cubicBezTo>
                  <a:cubicBezTo>
                    <a:pt x="5708" y="4080"/>
                    <a:pt x="5825" y="4073"/>
                    <a:pt x="5955" y="4056"/>
                  </a:cubicBezTo>
                  <a:cubicBezTo>
                    <a:pt x="6775" y="3899"/>
                    <a:pt x="7436" y="3206"/>
                    <a:pt x="7562" y="2418"/>
                  </a:cubicBezTo>
                  <a:cubicBezTo>
                    <a:pt x="7594" y="2198"/>
                    <a:pt x="7594" y="1945"/>
                    <a:pt x="7562" y="1756"/>
                  </a:cubicBezTo>
                  <a:cubicBezTo>
                    <a:pt x="7562" y="1630"/>
                    <a:pt x="7436" y="1504"/>
                    <a:pt x="7310" y="1473"/>
                  </a:cubicBezTo>
                  <a:cubicBezTo>
                    <a:pt x="7287" y="1465"/>
                    <a:pt x="7259" y="1461"/>
                    <a:pt x="7229" y="1461"/>
                  </a:cubicBezTo>
                  <a:cubicBezTo>
                    <a:pt x="7141" y="1461"/>
                    <a:pt x="7034" y="1497"/>
                    <a:pt x="6964" y="1567"/>
                  </a:cubicBezTo>
                  <a:lnTo>
                    <a:pt x="6491" y="2040"/>
                  </a:lnTo>
                  <a:cubicBezTo>
                    <a:pt x="6365" y="2166"/>
                    <a:pt x="6192" y="2229"/>
                    <a:pt x="6014" y="2229"/>
                  </a:cubicBezTo>
                  <a:cubicBezTo>
                    <a:pt x="5837" y="2229"/>
                    <a:pt x="5656" y="2166"/>
                    <a:pt x="5514" y="2040"/>
                  </a:cubicBezTo>
                  <a:cubicBezTo>
                    <a:pt x="5231" y="1756"/>
                    <a:pt x="5231" y="1315"/>
                    <a:pt x="5514" y="1032"/>
                  </a:cubicBezTo>
                  <a:lnTo>
                    <a:pt x="6018" y="622"/>
                  </a:lnTo>
                  <a:cubicBezTo>
                    <a:pt x="6113" y="528"/>
                    <a:pt x="6144" y="370"/>
                    <a:pt x="6113" y="276"/>
                  </a:cubicBezTo>
                  <a:cubicBezTo>
                    <a:pt x="6050" y="150"/>
                    <a:pt x="5955" y="55"/>
                    <a:pt x="5829" y="24"/>
                  </a:cubicBezTo>
                  <a:cubicBezTo>
                    <a:pt x="5703" y="8"/>
                    <a:pt x="5593" y="0"/>
                    <a:pt x="548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9265;p69">
              <a:extLst>
                <a:ext uri="{FF2B5EF4-FFF2-40B4-BE49-F238E27FC236}">
                  <a16:creationId xmlns:a16="http://schemas.microsoft.com/office/drawing/2014/main" id="{4B390917-B3BF-6369-AF4C-A21CB44F16D1}"/>
                </a:ext>
              </a:extLst>
            </p:cNvPr>
            <p:cNvSpPr/>
            <p:nvPr/>
          </p:nvSpPr>
          <p:spPr>
            <a:xfrm>
              <a:off x="-34250375" y="3565950"/>
              <a:ext cx="46500" cy="46500"/>
            </a:xfrm>
            <a:custGeom>
              <a:avLst/>
              <a:gdLst/>
              <a:ahLst/>
              <a:cxnLst/>
              <a:rect l="l" t="t" r="r" b="b"/>
              <a:pathLst>
                <a:path w="1860" h="1860" extrusionOk="0">
                  <a:moveTo>
                    <a:pt x="1" y="1"/>
                  </a:moveTo>
                  <a:lnTo>
                    <a:pt x="1" y="1859"/>
                  </a:lnTo>
                  <a:lnTo>
                    <a:pt x="1860" y="1859"/>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9266;p69">
              <a:extLst>
                <a:ext uri="{FF2B5EF4-FFF2-40B4-BE49-F238E27FC236}">
                  <a16:creationId xmlns:a16="http://schemas.microsoft.com/office/drawing/2014/main" id="{AB312046-AF53-35CB-241D-9B3AF59750CC}"/>
                </a:ext>
              </a:extLst>
            </p:cNvPr>
            <p:cNvSpPr/>
            <p:nvPr/>
          </p:nvSpPr>
          <p:spPr>
            <a:xfrm>
              <a:off x="-34405525" y="3558075"/>
              <a:ext cx="206375" cy="276475"/>
            </a:xfrm>
            <a:custGeom>
              <a:avLst/>
              <a:gdLst/>
              <a:ahLst/>
              <a:cxnLst/>
              <a:rect l="l" t="t" r="r" b="b"/>
              <a:pathLst>
                <a:path w="8255" h="11059" extrusionOk="0">
                  <a:moveTo>
                    <a:pt x="3812" y="1450"/>
                  </a:moveTo>
                  <a:cubicBezTo>
                    <a:pt x="4001" y="1450"/>
                    <a:pt x="4159" y="1607"/>
                    <a:pt x="4159" y="1796"/>
                  </a:cubicBezTo>
                  <a:cubicBezTo>
                    <a:pt x="4159" y="2017"/>
                    <a:pt x="4001" y="2174"/>
                    <a:pt x="3812" y="2174"/>
                  </a:cubicBezTo>
                  <a:cubicBezTo>
                    <a:pt x="3623" y="2174"/>
                    <a:pt x="3466" y="2017"/>
                    <a:pt x="3466" y="1796"/>
                  </a:cubicBezTo>
                  <a:cubicBezTo>
                    <a:pt x="3466" y="1607"/>
                    <a:pt x="3623" y="1450"/>
                    <a:pt x="3812" y="1450"/>
                  </a:cubicBezTo>
                  <a:close/>
                  <a:moveTo>
                    <a:pt x="3812" y="2836"/>
                  </a:moveTo>
                  <a:cubicBezTo>
                    <a:pt x="4001" y="2836"/>
                    <a:pt x="4159" y="2993"/>
                    <a:pt x="4159" y="3183"/>
                  </a:cubicBezTo>
                  <a:lnTo>
                    <a:pt x="4159" y="5293"/>
                  </a:lnTo>
                  <a:cubicBezTo>
                    <a:pt x="4159" y="5482"/>
                    <a:pt x="4001" y="5640"/>
                    <a:pt x="3812" y="5640"/>
                  </a:cubicBezTo>
                  <a:cubicBezTo>
                    <a:pt x="3623" y="5640"/>
                    <a:pt x="3466" y="5482"/>
                    <a:pt x="3466" y="5293"/>
                  </a:cubicBezTo>
                  <a:lnTo>
                    <a:pt x="3466" y="3183"/>
                  </a:lnTo>
                  <a:cubicBezTo>
                    <a:pt x="3466" y="2993"/>
                    <a:pt x="3623" y="2836"/>
                    <a:pt x="3812" y="2836"/>
                  </a:cubicBezTo>
                  <a:close/>
                  <a:moveTo>
                    <a:pt x="5860" y="6301"/>
                  </a:moveTo>
                  <a:cubicBezTo>
                    <a:pt x="6049" y="6301"/>
                    <a:pt x="6207" y="6459"/>
                    <a:pt x="6207" y="6648"/>
                  </a:cubicBezTo>
                  <a:cubicBezTo>
                    <a:pt x="6207" y="6837"/>
                    <a:pt x="6049" y="6995"/>
                    <a:pt x="5860" y="6995"/>
                  </a:cubicBezTo>
                  <a:lnTo>
                    <a:pt x="1733" y="6995"/>
                  </a:lnTo>
                  <a:cubicBezTo>
                    <a:pt x="1544" y="6995"/>
                    <a:pt x="1387" y="6837"/>
                    <a:pt x="1387" y="6648"/>
                  </a:cubicBezTo>
                  <a:cubicBezTo>
                    <a:pt x="1387" y="6459"/>
                    <a:pt x="1544" y="6301"/>
                    <a:pt x="1733" y="6301"/>
                  </a:cubicBezTo>
                  <a:close/>
                  <a:moveTo>
                    <a:pt x="4537" y="7688"/>
                  </a:moveTo>
                  <a:cubicBezTo>
                    <a:pt x="4726" y="7688"/>
                    <a:pt x="4884" y="7845"/>
                    <a:pt x="4884" y="8034"/>
                  </a:cubicBezTo>
                  <a:cubicBezTo>
                    <a:pt x="4884" y="8223"/>
                    <a:pt x="4726" y="8381"/>
                    <a:pt x="4537" y="8381"/>
                  </a:cubicBezTo>
                  <a:lnTo>
                    <a:pt x="1733" y="8381"/>
                  </a:lnTo>
                  <a:cubicBezTo>
                    <a:pt x="1544" y="8381"/>
                    <a:pt x="1387" y="8223"/>
                    <a:pt x="1387" y="8034"/>
                  </a:cubicBezTo>
                  <a:cubicBezTo>
                    <a:pt x="1387" y="7845"/>
                    <a:pt x="1544" y="7688"/>
                    <a:pt x="1733" y="7688"/>
                  </a:cubicBezTo>
                  <a:close/>
                  <a:moveTo>
                    <a:pt x="347" y="1"/>
                  </a:moveTo>
                  <a:cubicBezTo>
                    <a:pt x="158" y="1"/>
                    <a:pt x="0" y="158"/>
                    <a:pt x="0" y="347"/>
                  </a:cubicBezTo>
                  <a:lnTo>
                    <a:pt x="0" y="10681"/>
                  </a:lnTo>
                  <a:cubicBezTo>
                    <a:pt x="0" y="10964"/>
                    <a:pt x="158" y="11059"/>
                    <a:pt x="347" y="11059"/>
                  </a:cubicBezTo>
                  <a:lnTo>
                    <a:pt x="3466" y="11059"/>
                  </a:lnTo>
                  <a:cubicBezTo>
                    <a:pt x="3466" y="10712"/>
                    <a:pt x="3592" y="10366"/>
                    <a:pt x="3844" y="10082"/>
                  </a:cubicBezTo>
                  <a:lnTo>
                    <a:pt x="4254" y="9704"/>
                  </a:lnTo>
                  <a:lnTo>
                    <a:pt x="1702" y="9704"/>
                  </a:lnTo>
                  <a:cubicBezTo>
                    <a:pt x="1481" y="9704"/>
                    <a:pt x="1324" y="9546"/>
                    <a:pt x="1324" y="9326"/>
                  </a:cubicBezTo>
                  <a:cubicBezTo>
                    <a:pt x="1324" y="9137"/>
                    <a:pt x="1481" y="8979"/>
                    <a:pt x="1702" y="8979"/>
                  </a:cubicBezTo>
                  <a:lnTo>
                    <a:pt x="4915" y="8979"/>
                  </a:lnTo>
                  <a:lnTo>
                    <a:pt x="6963" y="6932"/>
                  </a:lnTo>
                  <a:cubicBezTo>
                    <a:pt x="6900" y="6585"/>
                    <a:pt x="6805" y="6238"/>
                    <a:pt x="6931" y="5703"/>
                  </a:cubicBezTo>
                  <a:cubicBezTo>
                    <a:pt x="7089" y="4915"/>
                    <a:pt x="7562" y="4254"/>
                    <a:pt x="8255" y="3876"/>
                  </a:cubicBezTo>
                  <a:lnTo>
                    <a:pt x="8255" y="2773"/>
                  </a:lnTo>
                  <a:lnTo>
                    <a:pt x="5860" y="2773"/>
                  </a:lnTo>
                  <a:cubicBezTo>
                    <a:pt x="5671" y="2773"/>
                    <a:pt x="5514" y="2615"/>
                    <a:pt x="5514" y="2395"/>
                  </a:cubicBezTo>
                  <a:lnTo>
                    <a:pt x="5514"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97" name="Google Shape;9267;p69">
            <a:extLst>
              <a:ext uri="{FF2B5EF4-FFF2-40B4-BE49-F238E27FC236}">
                <a16:creationId xmlns:a16="http://schemas.microsoft.com/office/drawing/2014/main" id="{DC262B2C-C4A4-0165-3C5D-46BDD84A2BA1}"/>
              </a:ext>
            </a:extLst>
          </p:cNvPr>
          <p:cNvGrpSpPr/>
          <p:nvPr/>
        </p:nvGrpSpPr>
        <p:grpSpPr>
          <a:xfrm>
            <a:off x="6403229" y="9953771"/>
            <a:ext cx="919370" cy="914350"/>
            <a:chOff x="-34406325" y="3919600"/>
            <a:chExt cx="293025" cy="291425"/>
          </a:xfrm>
          <a:solidFill>
            <a:srgbClr val="555559"/>
          </a:solidFill>
        </p:grpSpPr>
        <p:sp>
          <p:nvSpPr>
            <p:cNvPr id="2098" name="Google Shape;9268;p69">
              <a:extLst>
                <a:ext uri="{FF2B5EF4-FFF2-40B4-BE49-F238E27FC236}">
                  <a16:creationId xmlns:a16="http://schemas.microsoft.com/office/drawing/2014/main" id="{3E3CB1DD-3762-5B0F-F269-DCCCEA88CCFB}"/>
                </a:ext>
              </a:extLst>
            </p:cNvPr>
            <p:cNvSpPr/>
            <p:nvPr/>
          </p:nvSpPr>
          <p:spPr>
            <a:xfrm>
              <a:off x="-34167675" y="3932000"/>
              <a:ext cx="42550" cy="40575"/>
            </a:xfrm>
            <a:custGeom>
              <a:avLst/>
              <a:gdLst/>
              <a:ahLst/>
              <a:cxnLst/>
              <a:rect l="l" t="t" r="r" b="b"/>
              <a:pathLst>
                <a:path w="1702" h="1623" extrusionOk="0">
                  <a:moveTo>
                    <a:pt x="1352" y="0"/>
                  </a:moveTo>
                  <a:cubicBezTo>
                    <a:pt x="1261" y="0"/>
                    <a:pt x="1167" y="24"/>
                    <a:pt x="1104" y="71"/>
                  </a:cubicBezTo>
                  <a:lnTo>
                    <a:pt x="127" y="1079"/>
                  </a:lnTo>
                  <a:cubicBezTo>
                    <a:pt x="1" y="1205"/>
                    <a:pt x="1" y="1426"/>
                    <a:pt x="127" y="1552"/>
                  </a:cubicBezTo>
                  <a:cubicBezTo>
                    <a:pt x="190" y="1599"/>
                    <a:pt x="284" y="1623"/>
                    <a:pt x="375" y="1623"/>
                  </a:cubicBezTo>
                  <a:cubicBezTo>
                    <a:pt x="466" y="1623"/>
                    <a:pt x="552" y="1599"/>
                    <a:pt x="599" y="1552"/>
                  </a:cubicBezTo>
                  <a:lnTo>
                    <a:pt x="1576" y="544"/>
                  </a:lnTo>
                  <a:cubicBezTo>
                    <a:pt x="1702" y="449"/>
                    <a:pt x="1702" y="260"/>
                    <a:pt x="1576" y="71"/>
                  </a:cubicBezTo>
                  <a:cubicBezTo>
                    <a:pt x="1529" y="24"/>
                    <a:pt x="1442" y="0"/>
                    <a:pt x="135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9269;p69">
              <a:extLst>
                <a:ext uri="{FF2B5EF4-FFF2-40B4-BE49-F238E27FC236}">
                  <a16:creationId xmlns:a16="http://schemas.microsoft.com/office/drawing/2014/main" id="{45074A49-670E-0615-F18A-A128B26F97D7}"/>
                </a:ext>
              </a:extLst>
            </p:cNvPr>
            <p:cNvSpPr/>
            <p:nvPr/>
          </p:nvSpPr>
          <p:spPr>
            <a:xfrm>
              <a:off x="-34286600" y="3922950"/>
              <a:ext cx="171725" cy="167575"/>
            </a:xfrm>
            <a:custGeom>
              <a:avLst/>
              <a:gdLst/>
              <a:ahLst/>
              <a:cxnLst/>
              <a:rect l="l" t="t" r="r" b="b"/>
              <a:pathLst>
                <a:path w="6869" h="6703" extrusionOk="0">
                  <a:moveTo>
                    <a:pt x="772" y="0"/>
                  </a:moveTo>
                  <a:cubicBezTo>
                    <a:pt x="599" y="0"/>
                    <a:pt x="426" y="71"/>
                    <a:pt x="284" y="213"/>
                  </a:cubicBezTo>
                  <a:cubicBezTo>
                    <a:pt x="1" y="496"/>
                    <a:pt x="1" y="937"/>
                    <a:pt x="284" y="1189"/>
                  </a:cubicBezTo>
                  <a:lnTo>
                    <a:pt x="5608" y="6514"/>
                  </a:lnTo>
                  <a:cubicBezTo>
                    <a:pt x="5734" y="6640"/>
                    <a:pt x="5908" y="6703"/>
                    <a:pt x="6085" y="6703"/>
                  </a:cubicBezTo>
                  <a:cubicBezTo>
                    <a:pt x="6262" y="6703"/>
                    <a:pt x="6443" y="6640"/>
                    <a:pt x="6585" y="6514"/>
                  </a:cubicBezTo>
                  <a:cubicBezTo>
                    <a:pt x="6869" y="6230"/>
                    <a:pt x="6869" y="5821"/>
                    <a:pt x="6585" y="5537"/>
                  </a:cubicBezTo>
                  <a:lnTo>
                    <a:pt x="1261" y="213"/>
                  </a:lnTo>
                  <a:cubicBezTo>
                    <a:pt x="1119" y="71"/>
                    <a:pt x="946" y="0"/>
                    <a:pt x="77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9270;p69">
              <a:extLst>
                <a:ext uri="{FF2B5EF4-FFF2-40B4-BE49-F238E27FC236}">
                  <a16:creationId xmlns:a16="http://schemas.microsoft.com/office/drawing/2014/main" id="{8355FC31-1964-94F6-6D25-4E9A1805E06D}"/>
                </a:ext>
              </a:extLst>
            </p:cNvPr>
            <p:cNvSpPr/>
            <p:nvPr/>
          </p:nvSpPr>
          <p:spPr>
            <a:xfrm>
              <a:off x="-34406325" y="4115900"/>
              <a:ext cx="98475" cy="95125"/>
            </a:xfrm>
            <a:custGeom>
              <a:avLst/>
              <a:gdLst/>
              <a:ahLst/>
              <a:cxnLst/>
              <a:rect l="l" t="t" r="r" b="b"/>
              <a:pathLst>
                <a:path w="3939" h="3805" extrusionOk="0">
                  <a:moveTo>
                    <a:pt x="757" y="1"/>
                  </a:moveTo>
                  <a:cubicBezTo>
                    <a:pt x="576" y="1"/>
                    <a:pt x="395" y="72"/>
                    <a:pt x="253" y="213"/>
                  </a:cubicBezTo>
                  <a:cubicBezTo>
                    <a:pt x="1" y="497"/>
                    <a:pt x="1" y="938"/>
                    <a:pt x="253" y="1190"/>
                  </a:cubicBezTo>
                  <a:lnTo>
                    <a:pt x="2679" y="3616"/>
                  </a:lnTo>
                  <a:cubicBezTo>
                    <a:pt x="2805" y="3742"/>
                    <a:pt x="2978" y="3805"/>
                    <a:pt x="3155" y="3805"/>
                  </a:cubicBezTo>
                  <a:cubicBezTo>
                    <a:pt x="3332" y="3805"/>
                    <a:pt x="3514" y="3742"/>
                    <a:pt x="3655" y="3616"/>
                  </a:cubicBezTo>
                  <a:cubicBezTo>
                    <a:pt x="3939" y="3332"/>
                    <a:pt x="3939" y="2891"/>
                    <a:pt x="3655" y="2608"/>
                  </a:cubicBezTo>
                  <a:lnTo>
                    <a:pt x="1261" y="213"/>
                  </a:lnTo>
                  <a:cubicBezTo>
                    <a:pt x="1119" y="72"/>
                    <a:pt x="938" y="1"/>
                    <a:pt x="75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9271;p69">
              <a:extLst>
                <a:ext uri="{FF2B5EF4-FFF2-40B4-BE49-F238E27FC236}">
                  <a16:creationId xmlns:a16="http://schemas.microsoft.com/office/drawing/2014/main" id="{69FF1A63-2EC0-C24F-5E56-9433F4A86580}"/>
                </a:ext>
              </a:extLst>
            </p:cNvPr>
            <p:cNvSpPr/>
            <p:nvPr/>
          </p:nvSpPr>
          <p:spPr>
            <a:xfrm>
              <a:off x="-34364575" y="3966850"/>
              <a:ext cx="204025" cy="204025"/>
            </a:xfrm>
            <a:custGeom>
              <a:avLst/>
              <a:gdLst/>
              <a:ahLst/>
              <a:cxnLst/>
              <a:rect l="l" t="t" r="r" b="b"/>
              <a:pathLst>
                <a:path w="8161" h="8161" extrusionOk="0">
                  <a:moveTo>
                    <a:pt x="2994" y="1"/>
                  </a:moveTo>
                  <a:lnTo>
                    <a:pt x="2489" y="1576"/>
                  </a:lnTo>
                  <a:cubicBezTo>
                    <a:pt x="1985" y="3088"/>
                    <a:pt x="1166" y="4474"/>
                    <a:pt x="1" y="5703"/>
                  </a:cubicBezTo>
                  <a:lnTo>
                    <a:pt x="2458" y="8160"/>
                  </a:lnTo>
                  <a:cubicBezTo>
                    <a:pt x="3687" y="6995"/>
                    <a:pt x="5104" y="6175"/>
                    <a:pt x="6585" y="5671"/>
                  </a:cubicBezTo>
                  <a:lnTo>
                    <a:pt x="8160" y="5136"/>
                  </a:lnTo>
                  <a:lnTo>
                    <a:pt x="2994"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9272;p69">
              <a:extLst>
                <a:ext uri="{FF2B5EF4-FFF2-40B4-BE49-F238E27FC236}">
                  <a16:creationId xmlns:a16="http://schemas.microsoft.com/office/drawing/2014/main" id="{935A7BCA-F0B8-49B4-2751-991354C5F3EB}"/>
                </a:ext>
              </a:extLst>
            </p:cNvPr>
            <p:cNvSpPr/>
            <p:nvPr/>
          </p:nvSpPr>
          <p:spPr>
            <a:xfrm>
              <a:off x="-34200750" y="3919600"/>
              <a:ext cx="17350" cy="33875"/>
            </a:xfrm>
            <a:custGeom>
              <a:avLst/>
              <a:gdLst/>
              <a:ahLst/>
              <a:cxnLst/>
              <a:rect l="l" t="t" r="r" b="b"/>
              <a:pathLst>
                <a:path w="694" h="1355" extrusionOk="0">
                  <a:moveTo>
                    <a:pt x="347" y="0"/>
                  </a:moveTo>
                  <a:cubicBezTo>
                    <a:pt x="158" y="0"/>
                    <a:pt x="1" y="158"/>
                    <a:pt x="1" y="347"/>
                  </a:cubicBezTo>
                  <a:lnTo>
                    <a:pt x="1" y="1008"/>
                  </a:lnTo>
                  <a:cubicBezTo>
                    <a:pt x="1" y="1229"/>
                    <a:pt x="158" y="1355"/>
                    <a:pt x="347" y="1355"/>
                  </a:cubicBezTo>
                  <a:cubicBezTo>
                    <a:pt x="536" y="1355"/>
                    <a:pt x="694" y="1229"/>
                    <a:pt x="694" y="1008"/>
                  </a:cubicBezTo>
                  <a:lnTo>
                    <a:pt x="694" y="347"/>
                  </a:lnTo>
                  <a:cubicBezTo>
                    <a:pt x="694" y="158"/>
                    <a:pt x="536"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9273;p69">
              <a:extLst>
                <a:ext uri="{FF2B5EF4-FFF2-40B4-BE49-F238E27FC236}">
                  <a16:creationId xmlns:a16="http://schemas.microsoft.com/office/drawing/2014/main" id="{05474466-6686-2B84-E9DD-CD9A04C661B8}"/>
                </a:ext>
              </a:extLst>
            </p:cNvPr>
            <p:cNvSpPr/>
            <p:nvPr/>
          </p:nvSpPr>
          <p:spPr>
            <a:xfrm>
              <a:off x="-34147975" y="3989700"/>
              <a:ext cx="34675" cy="17350"/>
            </a:xfrm>
            <a:custGeom>
              <a:avLst/>
              <a:gdLst/>
              <a:ahLst/>
              <a:cxnLst/>
              <a:rect l="l" t="t" r="r" b="b"/>
              <a:pathLst>
                <a:path w="1387" h="694" extrusionOk="0">
                  <a:moveTo>
                    <a:pt x="379" y="0"/>
                  </a:moveTo>
                  <a:cubicBezTo>
                    <a:pt x="158" y="0"/>
                    <a:pt x="0" y="126"/>
                    <a:pt x="0" y="347"/>
                  </a:cubicBezTo>
                  <a:cubicBezTo>
                    <a:pt x="0" y="536"/>
                    <a:pt x="158" y="693"/>
                    <a:pt x="379" y="693"/>
                  </a:cubicBezTo>
                  <a:lnTo>
                    <a:pt x="1040" y="693"/>
                  </a:lnTo>
                  <a:cubicBezTo>
                    <a:pt x="1229" y="693"/>
                    <a:pt x="1387" y="536"/>
                    <a:pt x="1387" y="347"/>
                  </a:cubicBezTo>
                  <a:cubicBezTo>
                    <a:pt x="1387" y="126"/>
                    <a:pt x="1229" y="0"/>
                    <a:pt x="104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9274;p69">
              <a:extLst>
                <a:ext uri="{FF2B5EF4-FFF2-40B4-BE49-F238E27FC236}">
                  <a16:creationId xmlns:a16="http://schemas.microsoft.com/office/drawing/2014/main" id="{847E240C-9782-5938-59BD-211E0A14491F}"/>
                </a:ext>
              </a:extLst>
            </p:cNvPr>
            <p:cNvSpPr/>
            <p:nvPr/>
          </p:nvSpPr>
          <p:spPr>
            <a:xfrm>
              <a:off x="-34278725" y="4116500"/>
              <a:ext cx="116600" cy="68600"/>
            </a:xfrm>
            <a:custGeom>
              <a:avLst/>
              <a:gdLst/>
              <a:ahLst/>
              <a:cxnLst/>
              <a:rect l="l" t="t" r="r" b="b"/>
              <a:pathLst>
                <a:path w="4664" h="2744" extrusionOk="0">
                  <a:moveTo>
                    <a:pt x="4411" y="0"/>
                  </a:moveTo>
                  <a:lnTo>
                    <a:pt x="3750" y="221"/>
                  </a:lnTo>
                  <a:cubicBezTo>
                    <a:pt x="3907" y="378"/>
                    <a:pt x="3813" y="631"/>
                    <a:pt x="3624" y="694"/>
                  </a:cubicBezTo>
                  <a:lnTo>
                    <a:pt x="1072" y="2017"/>
                  </a:lnTo>
                  <a:cubicBezTo>
                    <a:pt x="1030" y="2038"/>
                    <a:pt x="984" y="2048"/>
                    <a:pt x="938" y="2048"/>
                  </a:cubicBezTo>
                  <a:cubicBezTo>
                    <a:pt x="844" y="2048"/>
                    <a:pt x="746" y="2006"/>
                    <a:pt x="662" y="1922"/>
                  </a:cubicBezTo>
                  <a:lnTo>
                    <a:pt x="568" y="1796"/>
                  </a:lnTo>
                  <a:cubicBezTo>
                    <a:pt x="347" y="1922"/>
                    <a:pt x="190" y="2080"/>
                    <a:pt x="1" y="2237"/>
                  </a:cubicBezTo>
                  <a:lnTo>
                    <a:pt x="190" y="2426"/>
                  </a:lnTo>
                  <a:cubicBezTo>
                    <a:pt x="395" y="2632"/>
                    <a:pt x="669" y="2744"/>
                    <a:pt x="947" y="2744"/>
                  </a:cubicBezTo>
                  <a:cubicBezTo>
                    <a:pt x="1095" y="2744"/>
                    <a:pt x="1245" y="2712"/>
                    <a:pt x="1387" y="2647"/>
                  </a:cubicBezTo>
                  <a:lnTo>
                    <a:pt x="3939" y="1324"/>
                  </a:lnTo>
                  <a:cubicBezTo>
                    <a:pt x="4411" y="1103"/>
                    <a:pt x="4663" y="505"/>
                    <a:pt x="441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05" name="Google Shape;9275;p69">
            <a:extLst>
              <a:ext uri="{FF2B5EF4-FFF2-40B4-BE49-F238E27FC236}">
                <a16:creationId xmlns:a16="http://schemas.microsoft.com/office/drawing/2014/main" id="{38537D5B-F75F-DEFF-2284-6D1BD2DE74D5}"/>
              </a:ext>
            </a:extLst>
          </p:cNvPr>
          <p:cNvGrpSpPr/>
          <p:nvPr/>
        </p:nvGrpSpPr>
        <p:grpSpPr>
          <a:xfrm>
            <a:off x="12196312" y="7702483"/>
            <a:ext cx="914429" cy="884779"/>
            <a:chOff x="-32568800" y="3232000"/>
            <a:chExt cx="291450" cy="282000"/>
          </a:xfrm>
          <a:solidFill>
            <a:srgbClr val="555559"/>
          </a:solidFill>
        </p:grpSpPr>
        <p:sp>
          <p:nvSpPr>
            <p:cNvPr id="2106" name="Google Shape;9276;p69">
              <a:extLst>
                <a:ext uri="{FF2B5EF4-FFF2-40B4-BE49-F238E27FC236}">
                  <a16:creationId xmlns:a16="http://schemas.microsoft.com/office/drawing/2014/main" id="{1B09A518-E548-1E0E-84AB-750C135B6ADB}"/>
                </a:ext>
              </a:extLst>
            </p:cNvPr>
            <p:cNvSpPr/>
            <p:nvPr/>
          </p:nvSpPr>
          <p:spPr>
            <a:xfrm>
              <a:off x="-32545150" y="3232000"/>
              <a:ext cx="244175" cy="246550"/>
            </a:xfrm>
            <a:custGeom>
              <a:avLst/>
              <a:gdLst/>
              <a:ahLst/>
              <a:cxnLst/>
              <a:rect l="l" t="t" r="r" b="b"/>
              <a:pathLst>
                <a:path w="9767" h="9862" extrusionOk="0">
                  <a:moveTo>
                    <a:pt x="4883" y="1"/>
                  </a:moveTo>
                  <a:cubicBezTo>
                    <a:pt x="4505" y="1"/>
                    <a:pt x="4222" y="316"/>
                    <a:pt x="4222" y="662"/>
                  </a:cubicBezTo>
                  <a:lnTo>
                    <a:pt x="4222" y="4128"/>
                  </a:lnTo>
                  <a:cubicBezTo>
                    <a:pt x="4159" y="4033"/>
                    <a:pt x="2899" y="1859"/>
                    <a:pt x="2772" y="1702"/>
                  </a:cubicBezTo>
                  <a:cubicBezTo>
                    <a:pt x="2639" y="1479"/>
                    <a:pt x="2394" y="1350"/>
                    <a:pt x="2151" y="1350"/>
                  </a:cubicBezTo>
                  <a:cubicBezTo>
                    <a:pt x="2051" y="1350"/>
                    <a:pt x="1951" y="1372"/>
                    <a:pt x="1859" y="1418"/>
                  </a:cubicBezTo>
                  <a:cubicBezTo>
                    <a:pt x="1512" y="1576"/>
                    <a:pt x="1386" y="2017"/>
                    <a:pt x="1544" y="2332"/>
                  </a:cubicBezTo>
                  <a:cubicBezTo>
                    <a:pt x="1544" y="2363"/>
                    <a:pt x="2804" y="4947"/>
                    <a:pt x="2836" y="4947"/>
                  </a:cubicBezTo>
                  <a:cubicBezTo>
                    <a:pt x="3434" y="4947"/>
                    <a:pt x="5261" y="4947"/>
                    <a:pt x="5261" y="6617"/>
                  </a:cubicBezTo>
                  <a:cubicBezTo>
                    <a:pt x="5261" y="6806"/>
                    <a:pt x="5104" y="6963"/>
                    <a:pt x="4883" y="6963"/>
                  </a:cubicBezTo>
                  <a:cubicBezTo>
                    <a:pt x="4694" y="6963"/>
                    <a:pt x="4537" y="6806"/>
                    <a:pt x="4537" y="6617"/>
                  </a:cubicBezTo>
                  <a:cubicBezTo>
                    <a:pt x="4537" y="6018"/>
                    <a:pt x="4253" y="5640"/>
                    <a:pt x="3056" y="5608"/>
                  </a:cubicBezTo>
                  <a:cubicBezTo>
                    <a:pt x="3056" y="5608"/>
                    <a:pt x="1260" y="4254"/>
                    <a:pt x="1197" y="4191"/>
                  </a:cubicBezTo>
                  <a:cubicBezTo>
                    <a:pt x="1060" y="4084"/>
                    <a:pt x="901" y="4029"/>
                    <a:pt x="745" y="4029"/>
                  </a:cubicBezTo>
                  <a:cubicBezTo>
                    <a:pt x="578" y="4029"/>
                    <a:pt x="414" y="4092"/>
                    <a:pt x="284" y="4222"/>
                  </a:cubicBezTo>
                  <a:cubicBezTo>
                    <a:pt x="0" y="4506"/>
                    <a:pt x="0" y="4915"/>
                    <a:pt x="284" y="5199"/>
                  </a:cubicBezTo>
                  <a:lnTo>
                    <a:pt x="1859" y="6774"/>
                  </a:lnTo>
                  <a:cubicBezTo>
                    <a:pt x="2048" y="6963"/>
                    <a:pt x="2142" y="7215"/>
                    <a:pt x="2142" y="7436"/>
                  </a:cubicBezTo>
                  <a:cubicBezTo>
                    <a:pt x="2142" y="8034"/>
                    <a:pt x="2520" y="8538"/>
                    <a:pt x="3088" y="8759"/>
                  </a:cubicBezTo>
                  <a:cubicBezTo>
                    <a:pt x="3245" y="8790"/>
                    <a:pt x="3371" y="8948"/>
                    <a:pt x="3434" y="9074"/>
                  </a:cubicBezTo>
                  <a:cubicBezTo>
                    <a:pt x="2426" y="8979"/>
                    <a:pt x="1260" y="8790"/>
                    <a:pt x="1103" y="8475"/>
                  </a:cubicBezTo>
                  <a:cubicBezTo>
                    <a:pt x="1103" y="8475"/>
                    <a:pt x="1197" y="8349"/>
                    <a:pt x="1638" y="8192"/>
                  </a:cubicBezTo>
                  <a:cubicBezTo>
                    <a:pt x="1544" y="8003"/>
                    <a:pt x="1481" y="7751"/>
                    <a:pt x="1481" y="7530"/>
                  </a:cubicBezTo>
                  <a:cubicBezTo>
                    <a:pt x="756" y="7782"/>
                    <a:pt x="441" y="8066"/>
                    <a:pt x="441" y="8475"/>
                  </a:cubicBezTo>
                  <a:cubicBezTo>
                    <a:pt x="441" y="9641"/>
                    <a:pt x="3718" y="9862"/>
                    <a:pt x="4883" y="9862"/>
                  </a:cubicBezTo>
                  <a:cubicBezTo>
                    <a:pt x="6081" y="9862"/>
                    <a:pt x="9357" y="9641"/>
                    <a:pt x="9357" y="8475"/>
                  </a:cubicBezTo>
                  <a:cubicBezTo>
                    <a:pt x="9357" y="8066"/>
                    <a:pt x="8979" y="7751"/>
                    <a:pt x="8317" y="7530"/>
                  </a:cubicBezTo>
                  <a:cubicBezTo>
                    <a:pt x="8317" y="7782"/>
                    <a:pt x="8286" y="8003"/>
                    <a:pt x="8160" y="8192"/>
                  </a:cubicBezTo>
                  <a:cubicBezTo>
                    <a:pt x="8286" y="8255"/>
                    <a:pt x="8349" y="8286"/>
                    <a:pt x="8443" y="8318"/>
                  </a:cubicBezTo>
                  <a:lnTo>
                    <a:pt x="8664" y="8444"/>
                  </a:lnTo>
                  <a:cubicBezTo>
                    <a:pt x="8475" y="8790"/>
                    <a:pt x="7372" y="8948"/>
                    <a:pt x="6364" y="9074"/>
                  </a:cubicBezTo>
                  <a:cubicBezTo>
                    <a:pt x="6427" y="8979"/>
                    <a:pt x="6553" y="8885"/>
                    <a:pt x="6711" y="8822"/>
                  </a:cubicBezTo>
                  <a:cubicBezTo>
                    <a:pt x="7246" y="8633"/>
                    <a:pt x="7656" y="8129"/>
                    <a:pt x="7656" y="7530"/>
                  </a:cubicBezTo>
                  <a:lnTo>
                    <a:pt x="7656" y="6428"/>
                  </a:lnTo>
                  <a:lnTo>
                    <a:pt x="9515" y="4569"/>
                  </a:lnTo>
                  <a:cubicBezTo>
                    <a:pt x="9767" y="4317"/>
                    <a:pt x="9767" y="3876"/>
                    <a:pt x="9515" y="3592"/>
                  </a:cubicBezTo>
                  <a:cubicBezTo>
                    <a:pt x="9373" y="3450"/>
                    <a:pt x="9192" y="3379"/>
                    <a:pt x="9010" y="3379"/>
                  </a:cubicBezTo>
                  <a:cubicBezTo>
                    <a:pt x="8829" y="3379"/>
                    <a:pt x="8648" y="3450"/>
                    <a:pt x="8506" y="3592"/>
                  </a:cubicBezTo>
                  <a:cubicBezTo>
                    <a:pt x="8191" y="3876"/>
                    <a:pt x="7498" y="4411"/>
                    <a:pt x="7026" y="4789"/>
                  </a:cubicBezTo>
                  <a:cubicBezTo>
                    <a:pt x="7089" y="4663"/>
                    <a:pt x="8191" y="2426"/>
                    <a:pt x="8254" y="2332"/>
                  </a:cubicBezTo>
                  <a:cubicBezTo>
                    <a:pt x="8412" y="1985"/>
                    <a:pt x="8286" y="1576"/>
                    <a:pt x="7939" y="1418"/>
                  </a:cubicBezTo>
                  <a:cubicBezTo>
                    <a:pt x="7847" y="1372"/>
                    <a:pt x="7747" y="1350"/>
                    <a:pt x="7647" y="1350"/>
                  </a:cubicBezTo>
                  <a:cubicBezTo>
                    <a:pt x="7404" y="1350"/>
                    <a:pt x="7159" y="1479"/>
                    <a:pt x="7026" y="1702"/>
                  </a:cubicBezTo>
                  <a:cubicBezTo>
                    <a:pt x="6900" y="1859"/>
                    <a:pt x="5639" y="4033"/>
                    <a:pt x="5576" y="4128"/>
                  </a:cubicBezTo>
                  <a:lnTo>
                    <a:pt x="5576" y="662"/>
                  </a:lnTo>
                  <a:cubicBezTo>
                    <a:pt x="5576" y="284"/>
                    <a:pt x="5261" y="1"/>
                    <a:pt x="488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9277;p69">
              <a:extLst>
                <a:ext uri="{FF2B5EF4-FFF2-40B4-BE49-F238E27FC236}">
                  <a16:creationId xmlns:a16="http://schemas.microsoft.com/office/drawing/2014/main" id="{21C161C2-2B5B-EC6E-B01D-2FEB4E67C272}"/>
                </a:ext>
              </a:extLst>
            </p:cNvPr>
            <p:cNvSpPr/>
            <p:nvPr/>
          </p:nvSpPr>
          <p:spPr>
            <a:xfrm>
              <a:off x="-32568800" y="3392675"/>
              <a:ext cx="291450" cy="121325"/>
            </a:xfrm>
            <a:custGeom>
              <a:avLst/>
              <a:gdLst/>
              <a:ahLst/>
              <a:cxnLst/>
              <a:rect l="l" t="t" r="r" b="b"/>
              <a:pathLst>
                <a:path w="11658" h="4853" extrusionOk="0">
                  <a:moveTo>
                    <a:pt x="9578" y="1"/>
                  </a:moveTo>
                  <a:lnTo>
                    <a:pt x="9263" y="316"/>
                  </a:lnTo>
                  <a:lnTo>
                    <a:pt x="9263" y="631"/>
                  </a:lnTo>
                  <a:cubicBezTo>
                    <a:pt x="10335" y="1040"/>
                    <a:pt x="10965" y="1576"/>
                    <a:pt x="10965" y="2143"/>
                  </a:cubicBezTo>
                  <a:cubicBezTo>
                    <a:pt x="10965" y="3119"/>
                    <a:pt x="8885" y="4191"/>
                    <a:pt x="5829" y="4191"/>
                  </a:cubicBezTo>
                  <a:cubicBezTo>
                    <a:pt x="2805" y="4191"/>
                    <a:pt x="726" y="3119"/>
                    <a:pt x="726" y="2143"/>
                  </a:cubicBezTo>
                  <a:cubicBezTo>
                    <a:pt x="726" y="1607"/>
                    <a:pt x="1261" y="1103"/>
                    <a:pt x="2175" y="725"/>
                  </a:cubicBezTo>
                  <a:lnTo>
                    <a:pt x="1671" y="190"/>
                  </a:lnTo>
                  <a:cubicBezTo>
                    <a:pt x="631" y="725"/>
                    <a:pt x="1" y="1387"/>
                    <a:pt x="1" y="2111"/>
                  </a:cubicBezTo>
                  <a:cubicBezTo>
                    <a:pt x="1" y="3655"/>
                    <a:pt x="2584" y="4852"/>
                    <a:pt x="5829" y="4852"/>
                  </a:cubicBezTo>
                  <a:cubicBezTo>
                    <a:pt x="9106" y="4852"/>
                    <a:pt x="11658" y="3624"/>
                    <a:pt x="11658" y="2111"/>
                  </a:cubicBezTo>
                  <a:cubicBezTo>
                    <a:pt x="11658" y="1261"/>
                    <a:pt x="10870" y="505"/>
                    <a:pt x="957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08" name="Google Shape;9278;p69">
            <a:extLst>
              <a:ext uri="{FF2B5EF4-FFF2-40B4-BE49-F238E27FC236}">
                <a16:creationId xmlns:a16="http://schemas.microsoft.com/office/drawing/2014/main" id="{F2DB763B-86E7-DA41-E9CF-D1E82DC77D4B}"/>
              </a:ext>
            </a:extLst>
          </p:cNvPr>
          <p:cNvGrpSpPr/>
          <p:nvPr/>
        </p:nvGrpSpPr>
        <p:grpSpPr>
          <a:xfrm>
            <a:off x="12195096" y="8828068"/>
            <a:ext cx="916860" cy="914429"/>
            <a:chOff x="-32569575" y="3586425"/>
            <a:chExt cx="292225" cy="291450"/>
          </a:xfrm>
          <a:solidFill>
            <a:srgbClr val="555559"/>
          </a:solidFill>
        </p:grpSpPr>
        <p:sp>
          <p:nvSpPr>
            <p:cNvPr id="2109" name="Google Shape;9279;p69">
              <a:extLst>
                <a:ext uri="{FF2B5EF4-FFF2-40B4-BE49-F238E27FC236}">
                  <a16:creationId xmlns:a16="http://schemas.microsoft.com/office/drawing/2014/main" id="{509A4D40-3249-F8CF-CECA-780146D572C4}"/>
                </a:ext>
              </a:extLst>
            </p:cNvPr>
            <p:cNvSpPr/>
            <p:nvPr/>
          </p:nvSpPr>
          <p:spPr>
            <a:xfrm>
              <a:off x="-32569575" y="3672275"/>
              <a:ext cx="292225" cy="205600"/>
            </a:xfrm>
            <a:custGeom>
              <a:avLst/>
              <a:gdLst/>
              <a:ahLst/>
              <a:cxnLst/>
              <a:rect l="l" t="t" r="r" b="b"/>
              <a:pathLst>
                <a:path w="11689" h="8224" extrusionOk="0">
                  <a:moveTo>
                    <a:pt x="5860" y="1"/>
                  </a:moveTo>
                  <a:cubicBezTo>
                    <a:pt x="4506" y="1"/>
                    <a:pt x="3340" y="1040"/>
                    <a:pt x="3151" y="2332"/>
                  </a:cubicBezTo>
                  <a:cubicBezTo>
                    <a:pt x="3119" y="2521"/>
                    <a:pt x="3277" y="2710"/>
                    <a:pt x="3497" y="2710"/>
                  </a:cubicBezTo>
                  <a:lnTo>
                    <a:pt x="5514" y="2710"/>
                  </a:lnTo>
                  <a:lnTo>
                    <a:pt x="5514" y="3435"/>
                  </a:lnTo>
                  <a:lnTo>
                    <a:pt x="2395" y="3435"/>
                  </a:lnTo>
                  <a:cubicBezTo>
                    <a:pt x="1859" y="3435"/>
                    <a:pt x="1387" y="3907"/>
                    <a:pt x="1387" y="4443"/>
                  </a:cubicBezTo>
                  <a:lnTo>
                    <a:pt x="1387" y="4852"/>
                  </a:lnTo>
                  <a:cubicBezTo>
                    <a:pt x="599" y="5010"/>
                    <a:pt x="0" y="5703"/>
                    <a:pt x="0" y="6554"/>
                  </a:cubicBezTo>
                  <a:cubicBezTo>
                    <a:pt x="0" y="7499"/>
                    <a:pt x="757" y="8223"/>
                    <a:pt x="1702" y="8223"/>
                  </a:cubicBezTo>
                  <a:cubicBezTo>
                    <a:pt x="2647" y="8223"/>
                    <a:pt x="3403" y="7499"/>
                    <a:pt x="3403" y="6554"/>
                  </a:cubicBezTo>
                  <a:cubicBezTo>
                    <a:pt x="3403" y="5703"/>
                    <a:pt x="2804" y="5041"/>
                    <a:pt x="2017" y="4852"/>
                  </a:cubicBezTo>
                  <a:lnTo>
                    <a:pt x="2017" y="4443"/>
                  </a:lnTo>
                  <a:cubicBezTo>
                    <a:pt x="2017" y="4254"/>
                    <a:pt x="2174" y="4096"/>
                    <a:pt x="2363" y="4096"/>
                  </a:cubicBezTo>
                  <a:lnTo>
                    <a:pt x="5482" y="4096"/>
                  </a:lnTo>
                  <a:lnTo>
                    <a:pt x="5482" y="4821"/>
                  </a:lnTo>
                  <a:cubicBezTo>
                    <a:pt x="4695" y="4978"/>
                    <a:pt x="4096" y="5672"/>
                    <a:pt x="4096" y="6491"/>
                  </a:cubicBezTo>
                  <a:cubicBezTo>
                    <a:pt x="4096" y="7436"/>
                    <a:pt x="4852" y="8192"/>
                    <a:pt x="5797" y="8192"/>
                  </a:cubicBezTo>
                  <a:cubicBezTo>
                    <a:pt x="6742" y="8192"/>
                    <a:pt x="7499" y="7436"/>
                    <a:pt x="7499" y="6491"/>
                  </a:cubicBezTo>
                  <a:cubicBezTo>
                    <a:pt x="7499" y="5672"/>
                    <a:pt x="6900" y="5010"/>
                    <a:pt x="6112" y="4821"/>
                  </a:cubicBezTo>
                  <a:lnTo>
                    <a:pt x="6112" y="4096"/>
                  </a:lnTo>
                  <a:lnTo>
                    <a:pt x="9231" y="4096"/>
                  </a:lnTo>
                  <a:cubicBezTo>
                    <a:pt x="9420" y="4096"/>
                    <a:pt x="9578" y="4254"/>
                    <a:pt x="9578" y="4443"/>
                  </a:cubicBezTo>
                  <a:lnTo>
                    <a:pt x="9578" y="4852"/>
                  </a:lnTo>
                  <a:cubicBezTo>
                    <a:pt x="8790" y="5010"/>
                    <a:pt x="8192" y="5703"/>
                    <a:pt x="8192" y="6554"/>
                  </a:cubicBezTo>
                  <a:cubicBezTo>
                    <a:pt x="8192" y="7499"/>
                    <a:pt x="8948" y="8223"/>
                    <a:pt x="9893" y="8223"/>
                  </a:cubicBezTo>
                  <a:cubicBezTo>
                    <a:pt x="10838" y="8223"/>
                    <a:pt x="11594" y="7499"/>
                    <a:pt x="11594" y="6554"/>
                  </a:cubicBezTo>
                  <a:cubicBezTo>
                    <a:pt x="11689" y="5703"/>
                    <a:pt x="11153" y="5010"/>
                    <a:pt x="10366" y="4852"/>
                  </a:cubicBezTo>
                  <a:lnTo>
                    <a:pt x="10366" y="4443"/>
                  </a:lnTo>
                  <a:cubicBezTo>
                    <a:pt x="10366" y="3907"/>
                    <a:pt x="9893" y="3435"/>
                    <a:pt x="9326" y="3435"/>
                  </a:cubicBezTo>
                  <a:lnTo>
                    <a:pt x="6238" y="3435"/>
                  </a:lnTo>
                  <a:lnTo>
                    <a:pt x="6238" y="2710"/>
                  </a:lnTo>
                  <a:lnTo>
                    <a:pt x="8223" y="2710"/>
                  </a:lnTo>
                  <a:cubicBezTo>
                    <a:pt x="8444" y="2710"/>
                    <a:pt x="8601" y="2521"/>
                    <a:pt x="8601" y="2332"/>
                  </a:cubicBezTo>
                  <a:cubicBezTo>
                    <a:pt x="8381" y="977"/>
                    <a:pt x="7247" y="1"/>
                    <a:pt x="586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9280;p69">
              <a:extLst>
                <a:ext uri="{FF2B5EF4-FFF2-40B4-BE49-F238E27FC236}">
                  <a16:creationId xmlns:a16="http://schemas.microsoft.com/office/drawing/2014/main" id="{5FA288DF-A177-D502-E385-4C5DC488995B}"/>
                </a:ext>
              </a:extLst>
            </p:cNvPr>
            <p:cNvSpPr/>
            <p:nvPr/>
          </p:nvSpPr>
          <p:spPr>
            <a:xfrm>
              <a:off x="-32456950" y="3586425"/>
              <a:ext cx="68550" cy="69350"/>
            </a:xfrm>
            <a:custGeom>
              <a:avLst/>
              <a:gdLst/>
              <a:ahLst/>
              <a:cxnLst/>
              <a:rect l="l" t="t" r="r" b="b"/>
              <a:pathLst>
                <a:path w="2742" h="2774" extrusionOk="0">
                  <a:moveTo>
                    <a:pt x="1355" y="1"/>
                  </a:moveTo>
                  <a:cubicBezTo>
                    <a:pt x="631" y="1"/>
                    <a:pt x="1" y="631"/>
                    <a:pt x="1" y="1387"/>
                  </a:cubicBezTo>
                  <a:cubicBezTo>
                    <a:pt x="1" y="2143"/>
                    <a:pt x="631" y="2773"/>
                    <a:pt x="1355" y="2773"/>
                  </a:cubicBezTo>
                  <a:cubicBezTo>
                    <a:pt x="2111" y="2773"/>
                    <a:pt x="2742" y="2143"/>
                    <a:pt x="2742" y="1387"/>
                  </a:cubicBezTo>
                  <a:cubicBezTo>
                    <a:pt x="2742" y="631"/>
                    <a:pt x="2111" y="1"/>
                    <a:pt x="135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1" name="Google Shape;9281;p69">
            <a:extLst>
              <a:ext uri="{FF2B5EF4-FFF2-40B4-BE49-F238E27FC236}">
                <a16:creationId xmlns:a16="http://schemas.microsoft.com/office/drawing/2014/main" id="{4DA65B63-E5E7-9435-23E3-E97EBFD18CC2}"/>
              </a:ext>
            </a:extLst>
          </p:cNvPr>
          <p:cNvGrpSpPr/>
          <p:nvPr/>
        </p:nvGrpSpPr>
        <p:grpSpPr>
          <a:xfrm>
            <a:off x="12171605" y="9952827"/>
            <a:ext cx="963845" cy="916233"/>
            <a:chOff x="-32576675" y="3944600"/>
            <a:chExt cx="307200" cy="292025"/>
          </a:xfrm>
          <a:solidFill>
            <a:srgbClr val="555559"/>
          </a:solidFill>
        </p:grpSpPr>
        <p:sp>
          <p:nvSpPr>
            <p:cNvPr id="2112" name="Google Shape;9282;p69">
              <a:extLst>
                <a:ext uri="{FF2B5EF4-FFF2-40B4-BE49-F238E27FC236}">
                  <a16:creationId xmlns:a16="http://schemas.microsoft.com/office/drawing/2014/main" id="{897CC655-BC65-40B2-B34C-0F651C89BADC}"/>
                </a:ext>
              </a:extLst>
            </p:cNvPr>
            <p:cNvSpPr/>
            <p:nvPr/>
          </p:nvSpPr>
          <p:spPr>
            <a:xfrm>
              <a:off x="-32482950" y="3944600"/>
              <a:ext cx="213475" cy="214650"/>
            </a:xfrm>
            <a:custGeom>
              <a:avLst/>
              <a:gdLst/>
              <a:ahLst/>
              <a:cxnLst/>
              <a:rect l="l" t="t" r="r" b="b"/>
              <a:pathLst>
                <a:path w="8539" h="8586" extrusionOk="0">
                  <a:moveTo>
                    <a:pt x="5156" y="1"/>
                  </a:moveTo>
                  <a:cubicBezTo>
                    <a:pt x="4372" y="1"/>
                    <a:pt x="3593" y="308"/>
                    <a:pt x="2994" y="922"/>
                  </a:cubicBezTo>
                  <a:lnTo>
                    <a:pt x="1450" y="2466"/>
                  </a:lnTo>
                  <a:cubicBezTo>
                    <a:pt x="1681" y="2417"/>
                    <a:pt x="1916" y="2392"/>
                    <a:pt x="2152" y="2392"/>
                  </a:cubicBezTo>
                  <a:cubicBezTo>
                    <a:pt x="2529" y="2392"/>
                    <a:pt x="2909" y="2456"/>
                    <a:pt x="3277" y="2592"/>
                  </a:cubicBezTo>
                  <a:lnTo>
                    <a:pt x="3939" y="1899"/>
                  </a:lnTo>
                  <a:cubicBezTo>
                    <a:pt x="4270" y="1568"/>
                    <a:pt x="4703" y="1402"/>
                    <a:pt x="5136" y="1402"/>
                  </a:cubicBezTo>
                  <a:cubicBezTo>
                    <a:pt x="5569" y="1402"/>
                    <a:pt x="6003" y="1568"/>
                    <a:pt x="6333" y="1899"/>
                  </a:cubicBezTo>
                  <a:cubicBezTo>
                    <a:pt x="7027" y="2592"/>
                    <a:pt x="7027" y="3631"/>
                    <a:pt x="6333" y="4325"/>
                  </a:cubicBezTo>
                  <a:lnTo>
                    <a:pt x="3939" y="6719"/>
                  </a:lnTo>
                  <a:cubicBezTo>
                    <a:pt x="3608" y="7050"/>
                    <a:pt x="3175" y="7215"/>
                    <a:pt x="2742" y="7215"/>
                  </a:cubicBezTo>
                  <a:cubicBezTo>
                    <a:pt x="2309" y="7215"/>
                    <a:pt x="1875" y="7050"/>
                    <a:pt x="1545" y="6719"/>
                  </a:cubicBezTo>
                  <a:cubicBezTo>
                    <a:pt x="1261" y="6435"/>
                    <a:pt x="1104" y="6089"/>
                    <a:pt x="1072" y="5742"/>
                  </a:cubicBezTo>
                  <a:lnTo>
                    <a:pt x="1" y="6782"/>
                  </a:lnTo>
                  <a:cubicBezTo>
                    <a:pt x="158" y="7097"/>
                    <a:pt x="348" y="7381"/>
                    <a:pt x="600" y="7664"/>
                  </a:cubicBezTo>
                  <a:cubicBezTo>
                    <a:pt x="1214" y="8278"/>
                    <a:pt x="2002" y="8586"/>
                    <a:pt x="2781" y="8586"/>
                  </a:cubicBezTo>
                  <a:cubicBezTo>
                    <a:pt x="3561" y="8586"/>
                    <a:pt x="4333" y="8278"/>
                    <a:pt x="4916" y="7664"/>
                  </a:cubicBezTo>
                  <a:lnTo>
                    <a:pt x="7342" y="5270"/>
                  </a:lnTo>
                  <a:cubicBezTo>
                    <a:pt x="8539" y="4073"/>
                    <a:pt x="8539" y="2151"/>
                    <a:pt x="7342" y="922"/>
                  </a:cubicBezTo>
                  <a:cubicBezTo>
                    <a:pt x="6727" y="308"/>
                    <a:pt x="5940" y="1"/>
                    <a:pt x="515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9283;p69">
              <a:extLst>
                <a:ext uri="{FF2B5EF4-FFF2-40B4-BE49-F238E27FC236}">
                  <a16:creationId xmlns:a16="http://schemas.microsoft.com/office/drawing/2014/main" id="{60C50A0C-B6DA-732B-B36A-1D5AFBC49A67}"/>
                </a:ext>
              </a:extLst>
            </p:cNvPr>
            <p:cNvSpPr/>
            <p:nvPr/>
          </p:nvSpPr>
          <p:spPr>
            <a:xfrm>
              <a:off x="-32576675" y="4020200"/>
              <a:ext cx="215850" cy="216425"/>
            </a:xfrm>
            <a:custGeom>
              <a:avLst/>
              <a:gdLst/>
              <a:ahLst/>
              <a:cxnLst/>
              <a:rect l="l" t="t" r="r" b="b"/>
              <a:pathLst>
                <a:path w="8634" h="8657" extrusionOk="0">
                  <a:moveTo>
                    <a:pt x="5865" y="1"/>
                  </a:moveTo>
                  <a:cubicBezTo>
                    <a:pt x="5081" y="1"/>
                    <a:pt x="4301" y="308"/>
                    <a:pt x="3718" y="922"/>
                  </a:cubicBezTo>
                  <a:lnTo>
                    <a:pt x="1230" y="3411"/>
                  </a:lnTo>
                  <a:cubicBezTo>
                    <a:pt x="1" y="4640"/>
                    <a:pt x="1" y="6562"/>
                    <a:pt x="1230" y="7759"/>
                  </a:cubicBezTo>
                  <a:cubicBezTo>
                    <a:pt x="1844" y="8358"/>
                    <a:pt x="2632" y="8657"/>
                    <a:pt x="3415" y="8657"/>
                  </a:cubicBezTo>
                  <a:cubicBezTo>
                    <a:pt x="4199" y="8657"/>
                    <a:pt x="4979" y="8358"/>
                    <a:pt x="5577" y="7759"/>
                  </a:cubicBezTo>
                  <a:lnTo>
                    <a:pt x="7152" y="6184"/>
                  </a:lnTo>
                  <a:lnTo>
                    <a:pt x="7152" y="6184"/>
                  </a:lnTo>
                  <a:cubicBezTo>
                    <a:pt x="6938" y="6218"/>
                    <a:pt x="6719" y="6235"/>
                    <a:pt x="6499" y="6235"/>
                  </a:cubicBezTo>
                  <a:cubicBezTo>
                    <a:pt x="6106" y="6235"/>
                    <a:pt x="5709" y="6179"/>
                    <a:pt x="5325" y="6058"/>
                  </a:cubicBezTo>
                  <a:lnTo>
                    <a:pt x="4569" y="6814"/>
                  </a:lnTo>
                  <a:cubicBezTo>
                    <a:pt x="4238" y="7145"/>
                    <a:pt x="3805" y="7310"/>
                    <a:pt x="3372" y="7310"/>
                  </a:cubicBezTo>
                  <a:cubicBezTo>
                    <a:pt x="2939" y="7310"/>
                    <a:pt x="2505" y="7145"/>
                    <a:pt x="2175" y="6814"/>
                  </a:cubicBezTo>
                  <a:cubicBezTo>
                    <a:pt x="1513" y="6121"/>
                    <a:pt x="1513" y="5081"/>
                    <a:pt x="2175" y="4388"/>
                  </a:cubicBezTo>
                  <a:lnTo>
                    <a:pt x="4664" y="1899"/>
                  </a:lnTo>
                  <a:cubicBezTo>
                    <a:pt x="4994" y="1568"/>
                    <a:pt x="5428" y="1403"/>
                    <a:pt x="5861" y="1403"/>
                  </a:cubicBezTo>
                  <a:cubicBezTo>
                    <a:pt x="6294" y="1403"/>
                    <a:pt x="6727" y="1568"/>
                    <a:pt x="7058" y="1899"/>
                  </a:cubicBezTo>
                  <a:cubicBezTo>
                    <a:pt x="7342" y="2183"/>
                    <a:pt x="7499" y="2561"/>
                    <a:pt x="7531" y="2907"/>
                  </a:cubicBezTo>
                  <a:lnTo>
                    <a:pt x="8287" y="2151"/>
                  </a:lnTo>
                  <a:lnTo>
                    <a:pt x="8633" y="1805"/>
                  </a:lnTo>
                  <a:cubicBezTo>
                    <a:pt x="8476" y="1490"/>
                    <a:pt x="8287" y="1206"/>
                    <a:pt x="8035" y="922"/>
                  </a:cubicBezTo>
                  <a:cubicBezTo>
                    <a:pt x="7436" y="308"/>
                    <a:pt x="6648" y="1"/>
                    <a:pt x="586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4" name="Google Shape;9284;p69">
            <a:extLst>
              <a:ext uri="{FF2B5EF4-FFF2-40B4-BE49-F238E27FC236}">
                <a16:creationId xmlns:a16="http://schemas.microsoft.com/office/drawing/2014/main" id="{726DA04D-5E8B-7ECB-A180-6F3B6240C60B}"/>
              </a:ext>
            </a:extLst>
          </p:cNvPr>
          <p:cNvGrpSpPr/>
          <p:nvPr/>
        </p:nvGrpSpPr>
        <p:grpSpPr>
          <a:xfrm>
            <a:off x="17976467" y="7686447"/>
            <a:ext cx="916860" cy="916860"/>
            <a:chOff x="-30735200" y="3192625"/>
            <a:chExt cx="292225" cy="292225"/>
          </a:xfrm>
          <a:solidFill>
            <a:srgbClr val="555559"/>
          </a:solidFill>
        </p:grpSpPr>
        <p:sp>
          <p:nvSpPr>
            <p:cNvPr id="2115" name="Google Shape;9285;p69">
              <a:extLst>
                <a:ext uri="{FF2B5EF4-FFF2-40B4-BE49-F238E27FC236}">
                  <a16:creationId xmlns:a16="http://schemas.microsoft.com/office/drawing/2014/main" id="{FF5FD07E-4A87-1351-B44D-57BFD72363D7}"/>
                </a:ext>
              </a:extLst>
            </p:cNvPr>
            <p:cNvSpPr/>
            <p:nvPr/>
          </p:nvSpPr>
          <p:spPr>
            <a:xfrm>
              <a:off x="-30665100" y="3192625"/>
              <a:ext cx="175650" cy="223700"/>
            </a:xfrm>
            <a:custGeom>
              <a:avLst/>
              <a:gdLst/>
              <a:ahLst/>
              <a:cxnLst/>
              <a:rect l="l" t="t" r="r" b="b"/>
              <a:pathLst>
                <a:path w="7026" h="8948" extrusionOk="0">
                  <a:moveTo>
                    <a:pt x="2363" y="0"/>
                  </a:moveTo>
                  <a:cubicBezTo>
                    <a:pt x="2143" y="0"/>
                    <a:pt x="1985" y="158"/>
                    <a:pt x="1985" y="378"/>
                  </a:cubicBezTo>
                  <a:cubicBezTo>
                    <a:pt x="1985" y="567"/>
                    <a:pt x="2143" y="725"/>
                    <a:pt x="2363" y="725"/>
                  </a:cubicBezTo>
                  <a:lnTo>
                    <a:pt x="2710" y="725"/>
                  </a:lnTo>
                  <a:lnTo>
                    <a:pt x="2710" y="1576"/>
                  </a:lnTo>
                  <a:cubicBezTo>
                    <a:pt x="1135" y="2017"/>
                    <a:pt x="0" y="3466"/>
                    <a:pt x="0" y="5199"/>
                  </a:cubicBezTo>
                  <a:cubicBezTo>
                    <a:pt x="0" y="7278"/>
                    <a:pt x="1670" y="8948"/>
                    <a:pt x="3718" y="8948"/>
                  </a:cubicBezTo>
                  <a:cubicBezTo>
                    <a:pt x="3970" y="8948"/>
                    <a:pt x="4159" y="8916"/>
                    <a:pt x="4348" y="8853"/>
                  </a:cubicBezTo>
                  <a:cubicBezTo>
                    <a:pt x="4159" y="8664"/>
                    <a:pt x="4033" y="8381"/>
                    <a:pt x="4033" y="8066"/>
                  </a:cubicBezTo>
                  <a:cubicBezTo>
                    <a:pt x="4033" y="7877"/>
                    <a:pt x="4096" y="7687"/>
                    <a:pt x="4191" y="7530"/>
                  </a:cubicBezTo>
                  <a:lnTo>
                    <a:pt x="4191" y="7530"/>
                  </a:lnTo>
                  <a:cubicBezTo>
                    <a:pt x="4033" y="7561"/>
                    <a:pt x="3876" y="7561"/>
                    <a:pt x="3686" y="7561"/>
                  </a:cubicBezTo>
                  <a:cubicBezTo>
                    <a:pt x="2363" y="7561"/>
                    <a:pt x="1292" y="6522"/>
                    <a:pt x="1292" y="5167"/>
                  </a:cubicBezTo>
                  <a:cubicBezTo>
                    <a:pt x="1292" y="3844"/>
                    <a:pt x="2363" y="2773"/>
                    <a:pt x="3686" y="2773"/>
                  </a:cubicBezTo>
                  <a:cubicBezTo>
                    <a:pt x="4348" y="2773"/>
                    <a:pt x="4978" y="3088"/>
                    <a:pt x="5451" y="3560"/>
                  </a:cubicBezTo>
                  <a:cubicBezTo>
                    <a:pt x="5608" y="3466"/>
                    <a:pt x="5766" y="3466"/>
                    <a:pt x="5923" y="3466"/>
                  </a:cubicBezTo>
                  <a:lnTo>
                    <a:pt x="7026" y="3466"/>
                  </a:lnTo>
                  <a:cubicBezTo>
                    <a:pt x="6553" y="2584"/>
                    <a:pt x="5734" y="1859"/>
                    <a:pt x="4726" y="1576"/>
                  </a:cubicBezTo>
                  <a:lnTo>
                    <a:pt x="4726" y="725"/>
                  </a:lnTo>
                  <a:lnTo>
                    <a:pt x="5073" y="725"/>
                  </a:lnTo>
                  <a:cubicBezTo>
                    <a:pt x="5262" y="725"/>
                    <a:pt x="5419" y="567"/>
                    <a:pt x="5419" y="378"/>
                  </a:cubicBezTo>
                  <a:cubicBezTo>
                    <a:pt x="5419" y="158"/>
                    <a:pt x="5262" y="0"/>
                    <a:pt x="507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9286;p69">
              <a:extLst>
                <a:ext uri="{FF2B5EF4-FFF2-40B4-BE49-F238E27FC236}">
                  <a16:creationId xmlns:a16="http://schemas.microsoft.com/office/drawing/2014/main" id="{B69DBD70-0F2B-9D7C-DF33-6B91199658B0}"/>
                </a:ext>
              </a:extLst>
            </p:cNvPr>
            <p:cNvSpPr/>
            <p:nvPr/>
          </p:nvSpPr>
          <p:spPr>
            <a:xfrm>
              <a:off x="-30615475" y="3278475"/>
              <a:ext cx="52775" cy="52000"/>
            </a:xfrm>
            <a:custGeom>
              <a:avLst/>
              <a:gdLst/>
              <a:ahLst/>
              <a:cxnLst/>
              <a:rect l="l" t="t" r="r" b="b"/>
              <a:pathLst>
                <a:path w="2111" h="2080" extrusionOk="0">
                  <a:moveTo>
                    <a:pt x="1733" y="0"/>
                  </a:moveTo>
                  <a:cubicBezTo>
                    <a:pt x="1544" y="32"/>
                    <a:pt x="1386" y="158"/>
                    <a:pt x="1386" y="347"/>
                  </a:cubicBezTo>
                  <a:lnTo>
                    <a:pt x="1386" y="1387"/>
                  </a:lnTo>
                  <a:lnTo>
                    <a:pt x="378" y="1387"/>
                  </a:lnTo>
                  <a:cubicBezTo>
                    <a:pt x="158" y="1387"/>
                    <a:pt x="0" y="1544"/>
                    <a:pt x="0" y="1733"/>
                  </a:cubicBezTo>
                  <a:cubicBezTo>
                    <a:pt x="0" y="1922"/>
                    <a:pt x="158" y="2080"/>
                    <a:pt x="378" y="2080"/>
                  </a:cubicBezTo>
                  <a:lnTo>
                    <a:pt x="1733" y="2080"/>
                  </a:lnTo>
                  <a:cubicBezTo>
                    <a:pt x="1954" y="2080"/>
                    <a:pt x="2111" y="1922"/>
                    <a:pt x="2111" y="1733"/>
                  </a:cubicBezTo>
                  <a:lnTo>
                    <a:pt x="2111" y="347"/>
                  </a:lnTo>
                  <a:cubicBezTo>
                    <a:pt x="2111" y="158"/>
                    <a:pt x="1954" y="0"/>
                    <a:pt x="173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9287;p69">
              <a:extLst>
                <a:ext uri="{FF2B5EF4-FFF2-40B4-BE49-F238E27FC236}">
                  <a16:creationId xmlns:a16="http://schemas.microsoft.com/office/drawing/2014/main" id="{F2A3BA6C-9691-46B3-2801-C3A9522B58E9}"/>
                </a:ext>
              </a:extLst>
            </p:cNvPr>
            <p:cNvSpPr/>
            <p:nvPr/>
          </p:nvSpPr>
          <p:spPr>
            <a:xfrm>
              <a:off x="-30528850" y="3296575"/>
              <a:ext cx="85875" cy="25250"/>
            </a:xfrm>
            <a:custGeom>
              <a:avLst/>
              <a:gdLst/>
              <a:ahLst/>
              <a:cxnLst/>
              <a:rect l="l" t="t" r="r" b="b"/>
              <a:pathLst>
                <a:path w="3435" h="1010" extrusionOk="0">
                  <a:moveTo>
                    <a:pt x="536" y="1"/>
                  </a:moveTo>
                  <a:cubicBezTo>
                    <a:pt x="253" y="1"/>
                    <a:pt x="1" y="221"/>
                    <a:pt x="1" y="505"/>
                  </a:cubicBezTo>
                  <a:cubicBezTo>
                    <a:pt x="1" y="789"/>
                    <a:pt x="253" y="1009"/>
                    <a:pt x="536" y="1009"/>
                  </a:cubicBezTo>
                  <a:lnTo>
                    <a:pt x="2931" y="1009"/>
                  </a:lnTo>
                  <a:cubicBezTo>
                    <a:pt x="3214" y="1009"/>
                    <a:pt x="3435" y="789"/>
                    <a:pt x="3435" y="505"/>
                  </a:cubicBezTo>
                  <a:cubicBezTo>
                    <a:pt x="3435" y="221"/>
                    <a:pt x="3214" y="1"/>
                    <a:pt x="293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9288;p69">
              <a:extLst>
                <a:ext uri="{FF2B5EF4-FFF2-40B4-BE49-F238E27FC236}">
                  <a16:creationId xmlns:a16="http://schemas.microsoft.com/office/drawing/2014/main" id="{658138FC-3FA2-51CD-CDBC-39E13003C42E}"/>
                </a:ext>
              </a:extLst>
            </p:cNvPr>
            <p:cNvSpPr/>
            <p:nvPr/>
          </p:nvSpPr>
          <p:spPr>
            <a:xfrm>
              <a:off x="-30546175" y="3338325"/>
              <a:ext cx="85875" cy="26025"/>
            </a:xfrm>
            <a:custGeom>
              <a:avLst/>
              <a:gdLst/>
              <a:ahLst/>
              <a:cxnLst/>
              <a:rect l="l" t="t" r="r" b="b"/>
              <a:pathLst>
                <a:path w="3435" h="1041" extrusionOk="0">
                  <a:moveTo>
                    <a:pt x="505" y="1"/>
                  </a:moveTo>
                  <a:cubicBezTo>
                    <a:pt x="221" y="1"/>
                    <a:pt x="1" y="253"/>
                    <a:pt x="1" y="536"/>
                  </a:cubicBezTo>
                  <a:cubicBezTo>
                    <a:pt x="1" y="788"/>
                    <a:pt x="221" y="1040"/>
                    <a:pt x="505" y="1040"/>
                  </a:cubicBezTo>
                  <a:lnTo>
                    <a:pt x="2899" y="1040"/>
                  </a:lnTo>
                  <a:cubicBezTo>
                    <a:pt x="3183" y="1040"/>
                    <a:pt x="3435" y="851"/>
                    <a:pt x="3435" y="536"/>
                  </a:cubicBezTo>
                  <a:cubicBezTo>
                    <a:pt x="3435" y="253"/>
                    <a:pt x="3183" y="1"/>
                    <a:pt x="289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9289;p69">
              <a:extLst>
                <a:ext uri="{FF2B5EF4-FFF2-40B4-BE49-F238E27FC236}">
                  <a16:creationId xmlns:a16="http://schemas.microsoft.com/office/drawing/2014/main" id="{D9B33C71-AF7F-A9D9-24FF-92077EEF22F5}"/>
                </a:ext>
              </a:extLst>
            </p:cNvPr>
            <p:cNvSpPr/>
            <p:nvPr/>
          </p:nvSpPr>
          <p:spPr>
            <a:xfrm>
              <a:off x="-30546175" y="3381650"/>
              <a:ext cx="67750" cy="26025"/>
            </a:xfrm>
            <a:custGeom>
              <a:avLst/>
              <a:gdLst/>
              <a:ahLst/>
              <a:cxnLst/>
              <a:rect l="l" t="t" r="r" b="b"/>
              <a:pathLst>
                <a:path w="2710" h="1041" extrusionOk="0">
                  <a:moveTo>
                    <a:pt x="505" y="0"/>
                  </a:moveTo>
                  <a:cubicBezTo>
                    <a:pt x="221" y="0"/>
                    <a:pt x="1" y="252"/>
                    <a:pt x="1" y="536"/>
                  </a:cubicBezTo>
                  <a:cubicBezTo>
                    <a:pt x="1" y="788"/>
                    <a:pt x="221" y="1040"/>
                    <a:pt x="505" y="1040"/>
                  </a:cubicBezTo>
                  <a:lnTo>
                    <a:pt x="2206" y="1040"/>
                  </a:lnTo>
                  <a:cubicBezTo>
                    <a:pt x="2490" y="1040"/>
                    <a:pt x="2710" y="788"/>
                    <a:pt x="2710" y="536"/>
                  </a:cubicBezTo>
                  <a:cubicBezTo>
                    <a:pt x="2710" y="252"/>
                    <a:pt x="2490" y="0"/>
                    <a:pt x="220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9290;p69">
              <a:extLst>
                <a:ext uri="{FF2B5EF4-FFF2-40B4-BE49-F238E27FC236}">
                  <a16:creationId xmlns:a16="http://schemas.microsoft.com/office/drawing/2014/main" id="{6782E338-DCFE-53F2-275B-0F2E167C2BB4}"/>
                </a:ext>
              </a:extLst>
            </p:cNvPr>
            <p:cNvSpPr/>
            <p:nvPr/>
          </p:nvSpPr>
          <p:spPr>
            <a:xfrm>
              <a:off x="-30546175" y="3424175"/>
              <a:ext cx="51225" cy="26025"/>
            </a:xfrm>
            <a:custGeom>
              <a:avLst/>
              <a:gdLst/>
              <a:ahLst/>
              <a:cxnLst/>
              <a:rect l="l" t="t" r="r" b="b"/>
              <a:pathLst>
                <a:path w="2049" h="1041" extrusionOk="0">
                  <a:moveTo>
                    <a:pt x="505" y="1"/>
                  </a:moveTo>
                  <a:cubicBezTo>
                    <a:pt x="221" y="1"/>
                    <a:pt x="1" y="253"/>
                    <a:pt x="1" y="505"/>
                  </a:cubicBezTo>
                  <a:cubicBezTo>
                    <a:pt x="1" y="788"/>
                    <a:pt x="221" y="1040"/>
                    <a:pt x="505" y="1040"/>
                  </a:cubicBezTo>
                  <a:lnTo>
                    <a:pt x="1544" y="1040"/>
                  </a:lnTo>
                  <a:cubicBezTo>
                    <a:pt x="1796" y="1040"/>
                    <a:pt x="2048" y="788"/>
                    <a:pt x="2048" y="505"/>
                  </a:cubicBezTo>
                  <a:cubicBezTo>
                    <a:pt x="2048" y="253"/>
                    <a:pt x="1796" y="1"/>
                    <a:pt x="154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9291;p69">
              <a:extLst>
                <a:ext uri="{FF2B5EF4-FFF2-40B4-BE49-F238E27FC236}">
                  <a16:creationId xmlns:a16="http://schemas.microsoft.com/office/drawing/2014/main" id="{83AF29A2-13ED-452E-A7AB-5CF6750EBDFA}"/>
                </a:ext>
              </a:extLst>
            </p:cNvPr>
            <p:cNvSpPr/>
            <p:nvPr/>
          </p:nvSpPr>
          <p:spPr>
            <a:xfrm>
              <a:off x="-30735200" y="3209325"/>
              <a:ext cx="174075" cy="275525"/>
            </a:xfrm>
            <a:custGeom>
              <a:avLst/>
              <a:gdLst/>
              <a:ahLst/>
              <a:cxnLst/>
              <a:rect l="l" t="t" r="r" b="b"/>
              <a:pathLst>
                <a:path w="6963" h="11021" extrusionOk="0">
                  <a:moveTo>
                    <a:pt x="3803" y="0"/>
                  </a:moveTo>
                  <a:cubicBezTo>
                    <a:pt x="3716" y="0"/>
                    <a:pt x="3637" y="52"/>
                    <a:pt x="3592" y="120"/>
                  </a:cubicBezTo>
                  <a:lnTo>
                    <a:pt x="1702" y="2231"/>
                  </a:lnTo>
                  <a:cubicBezTo>
                    <a:pt x="1544" y="2420"/>
                    <a:pt x="1418" y="2640"/>
                    <a:pt x="1418" y="2892"/>
                  </a:cubicBezTo>
                  <a:lnTo>
                    <a:pt x="1418" y="5917"/>
                  </a:lnTo>
                  <a:cubicBezTo>
                    <a:pt x="1418" y="6200"/>
                    <a:pt x="1292" y="6421"/>
                    <a:pt x="1103" y="6641"/>
                  </a:cubicBezTo>
                  <a:lnTo>
                    <a:pt x="126" y="7618"/>
                  </a:lnTo>
                  <a:cubicBezTo>
                    <a:pt x="0" y="7744"/>
                    <a:pt x="0" y="7965"/>
                    <a:pt x="126" y="8091"/>
                  </a:cubicBezTo>
                  <a:lnTo>
                    <a:pt x="2867" y="10926"/>
                  </a:lnTo>
                  <a:cubicBezTo>
                    <a:pt x="2930" y="10989"/>
                    <a:pt x="3017" y="11021"/>
                    <a:pt x="3104" y="11021"/>
                  </a:cubicBezTo>
                  <a:cubicBezTo>
                    <a:pt x="3190" y="11021"/>
                    <a:pt x="3277" y="10989"/>
                    <a:pt x="3340" y="10926"/>
                  </a:cubicBezTo>
                  <a:lnTo>
                    <a:pt x="4317" y="9949"/>
                  </a:lnTo>
                  <a:cubicBezTo>
                    <a:pt x="4537" y="9729"/>
                    <a:pt x="4758" y="9634"/>
                    <a:pt x="5041" y="9634"/>
                  </a:cubicBezTo>
                  <a:lnTo>
                    <a:pt x="6963" y="9634"/>
                  </a:lnTo>
                  <a:cubicBezTo>
                    <a:pt x="6900" y="9477"/>
                    <a:pt x="6837" y="9288"/>
                    <a:pt x="6837" y="9099"/>
                  </a:cubicBezTo>
                  <a:cubicBezTo>
                    <a:pt x="6837" y="9036"/>
                    <a:pt x="6837" y="8973"/>
                    <a:pt x="6900" y="8910"/>
                  </a:cubicBezTo>
                  <a:cubicBezTo>
                    <a:pt x="6774" y="8910"/>
                    <a:pt x="6648" y="8941"/>
                    <a:pt x="6522" y="8941"/>
                  </a:cubicBezTo>
                  <a:cubicBezTo>
                    <a:pt x="4096" y="8941"/>
                    <a:pt x="2080" y="6925"/>
                    <a:pt x="2080" y="4499"/>
                  </a:cubicBezTo>
                  <a:cubicBezTo>
                    <a:pt x="2080" y="2892"/>
                    <a:pt x="2962" y="1475"/>
                    <a:pt x="4254" y="687"/>
                  </a:cubicBezTo>
                  <a:cubicBezTo>
                    <a:pt x="4254" y="592"/>
                    <a:pt x="4222" y="529"/>
                    <a:pt x="4222" y="498"/>
                  </a:cubicBezTo>
                  <a:lnTo>
                    <a:pt x="4128" y="246"/>
                  </a:lnTo>
                  <a:cubicBezTo>
                    <a:pt x="4096" y="120"/>
                    <a:pt x="4002" y="57"/>
                    <a:pt x="3907" y="25"/>
                  </a:cubicBezTo>
                  <a:cubicBezTo>
                    <a:pt x="3872" y="8"/>
                    <a:pt x="3837" y="0"/>
                    <a:pt x="380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22" name="Google Shape;9292;p69">
            <a:extLst>
              <a:ext uri="{FF2B5EF4-FFF2-40B4-BE49-F238E27FC236}">
                <a16:creationId xmlns:a16="http://schemas.microsoft.com/office/drawing/2014/main" id="{BB4B1638-511F-6BB1-C10D-9766A590572A}"/>
              </a:ext>
            </a:extLst>
          </p:cNvPr>
          <p:cNvGrpSpPr/>
          <p:nvPr/>
        </p:nvGrpSpPr>
        <p:grpSpPr>
          <a:xfrm>
            <a:off x="17976467" y="8828895"/>
            <a:ext cx="916860" cy="912781"/>
            <a:chOff x="-30735200" y="3552550"/>
            <a:chExt cx="292225" cy="290925"/>
          </a:xfrm>
          <a:solidFill>
            <a:srgbClr val="555559"/>
          </a:solidFill>
        </p:grpSpPr>
        <p:sp>
          <p:nvSpPr>
            <p:cNvPr id="2123" name="Google Shape;9293;p69">
              <a:extLst>
                <a:ext uri="{FF2B5EF4-FFF2-40B4-BE49-F238E27FC236}">
                  <a16:creationId xmlns:a16="http://schemas.microsoft.com/office/drawing/2014/main" id="{3BEADDAE-1D6C-8C64-31F4-748BF84A23B8}"/>
                </a:ext>
              </a:extLst>
            </p:cNvPr>
            <p:cNvSpPr/>
            <p:nvPr/>
          </p:nvSpPr>
          <p:spPr>
            <a:xfrm>
              <a:off x="-30613900" y="3655750"/>
              <a:ext cx="170925" cy="187725"/>
            </a:xfrm>
            <a:custGeom>
              <a:avLst/>
              <a:gdLst/>
              <a:ahLst/>
              <a:cxnLst/>
              <a:rect l="l" t="t" r="r" b="b"/>
              <a:pathLst>
                <a:path w="6837" h="7509" extrusionOk="0">
                  <a:moveTo>
                    <a:pt x="5120" y="2079"/>
                  </a:moveTo>
                  <a:cubicBezTo>
                    <a:pt x="5206" y="2079"/>
                    <a:pt x="5293" y="2111"/>
                    <a:pt x="5356" y="2174"/>
                  </a:cubicBezTo>
                  <a:cubicBezTo>
                    <a:pt x="5451" y="2268"/>
                    <a:pt x="5451" y="2458"/>
                    <a:pt x="5356" y="2647"/>
                  </a:cubicBezTo>
                  <a:lnTo>
                    <a:pt x="3308" y="4694"/>
                  </a:lnTo>
                  <a:cubicBezTo>
                    <a:pt x="3214" y="4757"/>
                    <a:pt x="3151" y="4789"/>
                    <a:pt x="3056" y="4789"/>
                  </a:cubicBezTo>
                  <a:cubicBezTo>
                    <a:pt x="2993" y="4789"/>
                    <a:pt x="2899" y="4757"/>
                    <a:pt x="2836" y="4694"/>
                  </a:cubicBezTo>
                  <a:lnTo>
                    <a:pt x="2174" y="4001"/>
                  </a:lnTo>
                  <a:cubicBezTo>
                    <a:pt x="2048" y="3907"/>
                    <a:pt x="2048" y="3655"/>
                    <a:pt x="2174" y="3529"/>
                  </a:cubicBezTo>
                  <a:cubicBezTo>
                    <a:pt x="2221" y="3481"/>
                    <a:pt x="2308" y="3458"/>
                    <a:pt x="2399" y="3458"/>
                  </a:cubicBezTo>
                  <a:cubicBezTo>
                    <a:pt x="2489" y="3458"/>
                    <a:pt x="2584" y="3481"/>
                    <a:pt x="2647" y="3529"/>
                  </a:cubicBezTo>
                  <a:lnTo>
                    <a:pt x="3056" y="3970"/>
                  </a:lnTo>
                  <a:lnTo>
                    <a:pt x="4883" y="2174"/>
                  </a:lnTo>
                  <a:cubicBezTo>
                    <a:pt x="4946" y="2111"/>
                    <a:pt x="5033" y="2079"/>
                    <a:pt x="5120" y="2079"/>
                  </a:cubicBezTo>
                  <a:close/>
                  <a:moveTo>
                    <a:pt x="1701" y="0"/>
                  </a:moveTo>
                  <a:cubicBezTo>
                    <a:pt x="725" y="0"/>
                    <a:pt x="0" y="756"/>
                    <a:pt x="0" y="1701"/>
                  </a:cubicBezTo>
                  <a:lnTo>
                    <a:pt x="0" y="4411"/>
                  </a:lnTo>
                  <a:cubicBezTo>
                    <a:pt x="0" y="5356"/>
                    <a:pt x="725" y="6112"/>
                    <a:pt x="1701" y="6112"/>
                  </a:cubicBezTo>
                  <a:lnTo>
                    <a:pt x="2048" y="6112"/>
                  </a:lnTo>
                  <a:lnTo>
                    <a:pt x="2048" y="7152"/>
                  </a:lnTo>
                  <a:cubicBezTo>
                    <a:pt x="2048" y="7309"/>
                    <a:pt x="2111" y="7435"/>
                    <a:pt x="2237" y="7467"/>
                  </a:cubicBezTo>
                  <a:cubicBezTo>
                    <a:pt x="2289" y="7493"/>
                    <a:pt x="2347" y="7508"/>
                    <a:pt x="2401" y="7508"/>
                  </a:cubicBezTo>
                  <a:cubicBezTo>
                    <a:pt x="2477" y="7508"/>
                    <a:pt x="2547" y="7478"/>
                    <a:pt x="2584" y="7404"/>
                  </a:cubicBezTo>
                  <a:lnTo>
                    <a:pt x="3844" y="6112"/>
                  </a:lnTo>
                  <a:lnTo>
                    <a:pt x="5073" y="6112"/>
                  </a:lnTo>
                  <a:cubicBezTo>
                    <a:pt x="6018" y="6112"/>
                    <a:pt x="6805" y="5356"/>
                    <a:pt x="6805" y="4411"/>
                  </a:cubicBezTo>
                  <a:lnTo>
                    <a:pt x="6805" y="1701"/>
                  </a:lnTo>
                  <a:cubicBezTo>
                    <a:pt x="6837" y="756"/>
                    <a:pt x="6049" y="0"/>
                    <a:pt x="510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9294;p69">
              <a:extLst>
                <a:ext uri="{FF2B5EF4-FFF2-40B4-BE49-F238E27FC236}">
                  <a16:creationId xmlns:a16="http://schemas.microsoft.com/office/drawing/2014/main" id="{BD42E44A-FF44-BBFA-4839-4BD87C449285}"/>
                </a:ext>
              </a:extLst>
            </p:cNvPr>
            <p:cNvSpPr/>
            <p:nvPr/>
          </p:nvSpPr>
          <p:spPr>
            <a:xfrm>
              <a:off x="-30735200" y="3552550"/>
              <a:ext cx="188275" cy="205075"/>
            </a:xfrm>
            <a:custGeom>
              <a:avLst/>
              <a:gdLst/>
              <a:ahLst/>
              <a:cxnLst/>
              <a:rect l="l" t="t" r="r" b="b"/>
              <a:pathLst>
                <a:path w="7531" h="8203" extrusionOk="0">
                  <a:moveTo>
                    <a:pt x="3781" y="1356"/>
                  </a:moveTo>
                  <a:cubicBezTo>
                    <a:pt x="4317" y="1356"/>
                    <a:pt x="4789" y="1828"/>
                    <a:pt x="4789" y="2395"/>
                  </a:cubicBezTo>
                  <a:cubicBezTo>
                    <a:pt x="4789" y="2710"/>
                    <a:pt x="4632" y="3025"/>
                    <a:pt x="4411" y="3214"/>
                  </a:cubicBezTo>
                  <a:cubicBezTo>
                    <a:pt x="4254" y="3341"/>
                    <a:pt x="4128" y="3530"/>
                    <a:pt x="4128" y="3782"/>
                  </a:cubicBezTo>
                  <a:cubicBezTo>
                    <a:pt x="4128" y="3971"/>
                    <a:pt x="3970" y="4128"/>
                    <a:pt x="3781" y="4128"/>
                  </a:cubicBezTo>
                  <a:cubicBezTo>
                    <a:pt x="3592" y="4128"/>
                    <a:pt x="3434" y="3971"/>
                    <a:pt x="3434" y="3782"/>
                  </a:cubicBezTo>
                  <a:cubicBezTo>
                    <a:pt x="3434" y="3341"/>
                    <a:pt x="3624" y="2931"/>
                    <a:pt x="3970" y="2679"/>
                  </a:cubicBezTo>
                  <a:cubicBezTo>
                    <a:pt x="4065" y="2584"/>
                    <a:pt x="4096" y="2521"/>
                    <a:pt x="4096" y="2395"/>
                  </a:cubicBezTo>
                  <a:cubicBezTo>
                    <a:pt x="4096" y="2206"/>
                    <a:pt x="3939" y="2049"/>
                    <a:pt x="3750" y="2049"/>
                  </a:cubicBezTo>
                  <a:cubicBezTo>
                    <a:pt x="3529" y="2049"/>
                    <a:pt x="3371" y="2206"/>
                    <a:pt x="3371" y="2395"/>
                  </a:cubicBezTo>
                  <a:cubicBezTo>
                    <a:pt x="3371" y="2584"/>
                    <a:pt x="3214" y="2742"/>
                    <a:pt x="3025" y="2742"/>
                  </a:cubicBezTo>
                  <a:cubicBezTo>
                    <a:pt x="2836" y="2742"/>
                    <a:pt x="2678" y="2584"/>
                    <a:pt x="2678" y="2395"/>
                  </a:cubicBezTo>
                  <a:cubicBezTo>
                    <a:pt x="2741" y="1828"/>
                    <a:pt x="3214" y="1356"/>
                    <a:pt x="3781" y="1356"/>
                  </a:cubicBezTo>
                  <a:close/>
                  <a:moveTo>
                    <a:pt x="3781" y="4758"/>
                  </a:moveTo>
                  <a:cubicBezTo>
                    <a:pt x="3970" y="4758"/>
                    <a:pt x="4128" y="4916"/>
                    <a:pt x="4128" y="5105"/>
                  </a:cubicBezTo>
                  <a:cubicBezTo>
                    <a:pt x="4128" y="5294"/>
                    <a:pt x="3970" y="5451"/>
                    <a:pt x="3781" y="5451"/>
                  </a:cubicBezTo>
                  <a:cubicBezTo>
                    <a:pt x="3592" y="5451"/>
                    <a:pt x="3434" y="5294"/>
                    <a:pt x="3434" y="5105"/>
                  </a:cubicBezTo>
                  <a:cubicBezTo>
                    <a:pt x="3434" y="4916"/>
                    <a:pt x="3592" y="4758"/>
                    <a:pt x="3781" y="4758"/>
                  </a:cubicBezTo>
                  <a:close/>
                  <a:moveTo>
                    <a:pt x="1733" y="1"/>
                  </a:moveTo>
                  <a:cubicBezTo>
                    <a:pt x="788" y="1"/>
                    <a:pt x="0" y="789"/>
                    <a:pt x="0" y="1734"/>
                  </a:cubicBezTo>
                  <a:lnTo>
                    <a:pt x="0" y="5136"/>
                  </a:lnTo>
                  <a:cubicBezTo>
                    <a:pt x="0" y="5987"/>
                    <a:pt x="631" y="6649"/>
                    <a:pt x="1418" y="6806"/>
                  </a:cubicBezTo>
                  <a:lnTo>
                    <a:pt x="1418" y="7846"/>
                  </a:lnTo>
                  <a:cubicBezTo>
                    <a:pt x="1418" y="8003"/>
                    <a:pt x="1481" y="8129"/>
                    <a:pt x="1607" y="8161"/>
                  </a:cubicBezTo>
                  <a:cubicBezTo>
                    <a:pt x="1659" y="8187"/>
                    <a:pt x="1717" y="8202"/>
                    <a:pt x="1771" y="8202"/>
                  </a:cubicBezTo>
                  <a:cubicBezTo>
                    <a:pt x="1848" y="8202"/>
                    <a:pt x="1917" y="8172"/>
                    <a:pt x="1954" y="8098"/>
                  </a:cubicBezTo>
                  <a:lnTo>
                    <a:pt x="3214" y="6838"/>
                  </a:lnTo>
                  <a:lnTo>
                    <a:pt x="4096" y="6838"/>
                  </a:lnTo>
                  <a:lnTo>
                    <a:pt x="4096" y="5798"/>
                  </a:lnTo>
                  <a:cubicBezTo>
                    <a:pt x="4096" y="4475"/>
                    <a:pt x="5167" y="3404"/>
                    <a:pt x="6490" y="3404"/>
                  </a:cubicBezTo>
                  <a:lnTo>
                    <a:pt x="7530" y="3404"/>
                  </a:lnTo>
                  <a:lnTo>
                    <a:pt x="7530" y="1734"/>
                  </a:lnTo>
                  <a:cubicBezTo>
                    <a:pt x="7530" y="789"/>
                    <a:pt x="6774" y="1"/>
                    <a:pt x="582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25" name="Google Shape;9295;p69">
            <a:extLst>
              <a:ext uri="{FF2B5EF4-FFF2-40B4-BE49-F238E27FC236}">
                <a16:creationId xmlns:a16="http://schemas.microsoft.com/office/drawing/2014/main" id="{CEFAC90E-D9FC-256C-58D6-8132AA9F67EF}"/>
              </a:ext>
            </a:extLst>
          </p:cNvPr>
          <p:cNvGrpSpPr/>
          <p:nvPr/>
        </p:nvGrpSpPr>
        <p:grpSpPr>
          <a:xfrm>
            <a:off x="17976467" y="9953733"/>
            <a:ext cx="916860" cy="914429"/>
            <a:chOff x="-30735200" y="3910925"/>
            <a:chExt cx="292225" cy="291450"/>
          </a:xfrm>
          <a:solidFill>
            <a:srgbClr val="555559"/>
          </a:solidFill>
        </p:grpSpPr>
        <p:sp>
          <p:nvSpPr>
            <p:cNvPr id="2126" name="Google Shape;9296;p69">
              <a:extLst>
                <a:ext uri="{FF2B5EF4-FFF2-40B4-BE49-F238E27FC236}">
                  <a16:creationId xmlns:a16="http://schemas.microsoft.com/office/drawing/2014/main" id="{91BE49C7-DBA3-2F97-31EF-6C599A135FE9}"/>
                </a:ext>
              </a:extLst>
            </p:cNvPr>
            <p:cNvSpPr/>
            <p:nvPr/>
          </p:nvSpPr>
          <p:spPr>
            <a:xfrm>
              <a:off x="-30683225" y="3962900"/>
              <a:ext cx="188275" cy="186700"/>
            </a:xfrm>
            <a:custGeom>
              <a:avLst/>
              <a:gdLst/>
              <a:ahLst/>
              <a:cxnLst/>
              <a:rect l="l" t="t" r="r" b="b"/>
              <a:pathLst>
                <a:path w="7531" h="7468" extrusionOk="0">
                  <a:moveTo>
                    <a:pt x="3750" y="663"/>
                  </a:moveTo>
                  <a:cubicBezTo>
                    <a:pt x="3939" y="663"/>
                    <a:pt x="4096" y="820"/>
                    <a:pt x="4096" y="1009"/>
                  </a:cubicBezTo>
                  <a:lnTo>
                    <a:pt x="4096" y="3624"/>
                  </a:lnTo>
                  <a:lnTo>
                    <a:pt x="5357" y="4884"/>
                  </a:lnTo>
                  <a:cubicBezTo>
                    <a:pt x="5514" y="5042"/>
                    <a:pt x="5514" y="5231"/>
                    <a:pt x="5357" y="5357"/>
                  </a:cubicBezTo>
                  <a:cubicBezTo>
                    <a:pt x="5294" y="5420"/>
                    <a:pt x="5207" y="5451"/>
                    <a:pt x="5120" y="5451"/>
                  </a:cubicBezTo>
                  <a:cubicBezTo>
                    <a:pt x="5034" y="5451"/>
                    <a:pt x="4947" y="5420"/>
                    <a:pt x="4884" y="5357"/>
                  </a:cubicBezTo>
                  <a:lnTo>
                    <a:pt x="3498" y="3971"/>
                  </a:lnTo>
                  <a:cubicBezTo>
                    <a:pt x="3435" y="3908"/>
                    <a:pt x="3403" y="3813"/>
                    <a:pt x="3403" y="3719"/>
                  </a:cubicBezTo>
                  <a:lnTo>
                    <a:pt x="3403" y="1009"/>
                  </a:lnTo>
                  <a:cubicBezTo>
                    <a:pt x="3403" y="820"/>
                    <a:pt x="3561" y="663"/>
                    <a:pt x="3750" y="663"/>
                  </a:cubicBezTo>
                  <a:close/>
                  <a:moveTo>
                    <a:pt x="3750" y="1"/>
                  </a:moveTo>
                  <a:cubicBezTo>
                    <a:pt x="1671" y="1"/>
                    <a:pt x="1" y="1702"/>
                    <a:pt x="1" y="3750"/>
                  </a:cubicBezTo>
                  <a:cubicBezTo>
                    <a:pt x="1" y="5829"/>
                    <a:pt x="1702" y="7468"/>
                    <a:pt x="3750" y="7468"/>
                  </a:cubicBezTo>
                  <a:cubicBezTo>
                    <a:pt x="5798" y="7468"/>
                    <a:pt x="7499" y="5798"/>
                    <a:pt x="7499" y="3750"/>
                  </a:cubicBezTo>
                  <a:cubicBezTo>
                    <a:pt x="7530" y="1702"/>
                    <a:pt x="5829" y="1"/>
                    <a:pt x="375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9297;p69">
              <a:extLst>
                <a:ext uri="{FF2B5EF4-FFF2-40B4-BE49-F238E27FC236}">
                  <a16:creationId xmlns:a16="http://schemas.microsoft.com/office/drawing/2014/main" id="{8BD2F4FF-84CE-28DA-327E-52DDBED874F9}"/>
                </a:ext>
              </a:extLst>
            </p:cNvPr>
            <p:cNvSpPr/>
            <p:nvPr/>
          </p:nvSpPr>
          <p:spPr>
            <a:xfrm>
              <a:off x="-30735200" y="3910925"/>
              <a:ext cx="292225" cy="291450"/>
            </a:xfrm>
            <a:custGeom>
              <a:avLst/>
              <a:gdLst/>
              <a:ahLst/>
              <a:cxnLst/>
              <a:rect l="l" t="t" r="r" b="b"/>
              <a:pathLst>
                <a:path w="11689" h="11658" extrusionOk="0">
                  <a:moveTo>
                    <a:pt x="5829" y="1355"/>
                  </a:moveTo>
                  <a:cubicBezTo>
                    <a:pt x="8286" y="1355"/>
                    <a:pt x="10271" y="3372"/>
                    <a:pt x="10271" y="5829"/>
                  </a:cubicBezTo>
                  <a:cubicBezTo>
                    <a:pt x="10271" y="8286"/>
                    <a:pt x="8318" y="10271"/>
                    <a:pt x="5829" y="10271"/>
                  </a:cubicBezTo>
                  <a:cubicBezTo>
                    <a:pt x="3403" y="10271"/>
                    <a:pt x="1387" y="8255"/>
                    <a:pt x="1387" y="5829"/>
                  </a:cubicBezTo>
                  <a:cubicBezTo>
                    <a:pt x="1387" y="3372"/>
                    <a:pt x="3371" y="1355"/>
                    <a:pt x="5829" y="1355"/>
                  </a:cubicBezTo>
                  <a:close/>
                  <a:moveTo>
                    <a:pt x="5829" y="1"/>
                  </a:moveTo>
                  <a:cubicBezTo>
                    <a:pt x="2647" y="1"/>
                    <a:pt x="0" y="2616"/>
                    <a:pt x="0" y="5829"/>
                  </a:cubicBezTo>
                  <a:cubicBezTo>
                    <a:pt x="0" y="9011"/>
                    <a:pt x="2647" y="11657"/>
                    <a:pt x="5829" y="11657"/>
                  </a:cubicBezTo>
                  <a:cubicBezTo>
                    <a:pt x="9011" y="11657"/>
                    <a:pt x="11657" y="9011"/>
                    <a:pt x="11657" y="5829"/>
                  </a:cubicBezTo>
                  <a:cubicBezTo>
                    <a:pt x="11689" y="2616"/>
                    <a:pt x="9042" y="1"/>
                    <a:pt x="582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28" name="Google Shape;9298;p69">
            <a:extLst>
              <a:ext uri="{FF2B5EF4-FFF2-40B4-BE49-F238E27FC236}">
                <a16:creationId xmlns:a16="http://schemas.microsoft.com/office/drawing/2014/main" id="{166D21AB-5F1B-5302-255F-6F2647A51C0D}"/>
              </a:ext>
            </a:extLst>
          </p:cNvPr>
          <p:cNvSpPr/>
          <p:nvPr/>
        </p:nvSpPr>
        <p:spPr>
          <a:xfrm>
            <a:off x="20276765" y="8828512"/>
            <a:ext cx="916860" cy="914429"/>
          </a:xfrm>
          <a:custGeom>
            <a:avLst/>
            <a:gdLst/>
            <a:ahLst/>
            <a:cxnLst/>
            <a:rect l="l" t="t" r="r" b="b"/>
            <a:pathLst>
              <a:path w="11689" h="11658" extrusionOk="0">
                <a:moveTo>
                  <a:pt x="5829" y="2458"/>
                </a:moveTo>
                <a:cubicBezTo>
                  <a:pt x="6207" y="2458"/>
                  <a:pt x="6491" y="2773"/>
                  <a:pt x="6491" y="3120"/>
                </a:cubicBezTo>
                <a:cubicBezTo>
                  <a:pt x="6522" y="3466"/>
                  <a:pt x="6207" y="3781"/>
                  <a:pt x="5829" y="3781"/>
                </a:cubicBezTo>
                <a:cubicBezTo>
                  <a:pt x="5419" y="3781"/>
                  <a:pt x="5136" y="3466"/>
                  <a:pt x="5136" y="3120"/>
                </a:cubicBezTo>
                <a:cubicBezTo>
                  <a:pt x="5136" y="2742"/>
                  <a:pt x="5482" y="2458"/>
                  <a:pt x="5829" y="2458"/>
                </a:cubicBezTo>
                <a:close/>
                <a:moveTo>
                  <a:pt x="5860" y="4474"/>
                </a:moveTo>
                <a:cubicBezTo>
                  <a:pt x="6238" y="4474"/>
                  <a:pt x="6522" y="4789"/>
                  <a:pt x="6522" y="5136"/>
                </a:cubicBezTo>
                <a:lnTo>
                  <a:pt x="6522" y="8570"/>
                </a:lnTo>
                <a:cubicBezTo>
                  <a:pt x="6522" y="8948"/>
                  <a:pt x="6207" y="9232"/>
                  <a:pt x="5860" y="9232"/>
                </a:cubicBezTo>
                <a:cubicBezTo>
                  <a:pt x="5451" y="9232"/>
                  <a:pt x="5199" y="8917"/>
                  <a:pt x="5199" y="8570"/>
                </a:cubicBezTo>
                <a:lnTo>
                  <a:pt x="5199" y="5136"/>
                </a:lnTo>
                <a:cubicBezTo>
                  <a:pt x="5199" y="4726"/>
                  <a:pt x="5514" y="4474"/>
                  <a:pt x="5860" y="4474"/>
                </a:cubicBezTo>
                <a:close/>
                <a:moveTo>
                  <a:pt x="5829" y="1"/>
                </a:moveTo>
                <a:cubicBezTo>
                  <a:pt x="2615" y="1"/>
                  <a:pt x="0" y="2647"/>
                  <a:pt x="0" y="5829"/>
                </a:cubicBezTo>
                <a:cubicBezTo>
                  <a:pt x="0" y="9043"/>
                  <a:pt x="2615" y="11657"/>
                  <a:pt x="5829" y="11657"/>
                </a:cubicBezTo>
                <a:cubicBezTo>
                  <a:pt x="9011" y="11657"/>
                  <a:pt x="11657" y="9043"/>
                  <a:pt x="11657" y="5829"/>
                </a:cubicBezTo>
                <a:cubicBezTo>
                  <a:pt x="11689" y="2647"/>
                  <a:pt x="9042" y="1"/>
                  <a:pt x="5829"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29" name="Google Shape;9299;p69">
            <a:extLst>
              <a:ext uri="{FF2B5EF4-FFF2-40B4-BE49-F238E27FC236}">
                <a16:creationId xmlns:a16="http://schemas.microsoft.com/office/drawing/2014/main" id="{2E6B98CC-1FB7-80F7-F13D-6977C07308B9}"/>
              </a:ext>
            </a:extLst>
          </p:cNvPr>
          <p:cNvGrpSpPr/>
          <p:nvPr/>
        </p:nvGrpSpPr>
        <p:grpSpPr>
          <a:xfrm>
            <a:off x="19132154" y="3913523"/>
            <a:ext cx="902132" cy="899608"/>
            <a:chOff x="2821450" y="2957850"/>
            <a:chExt cx="259275" cy="258550"/>
          </a:xfrm>
          <a:solidFill>
            <a:srgbClr val="555559"/>
          </a:solidFill>
        </p:grpSpPr>
        <p:sp>
          <p:nvSpPr>
            <p:cNvPr id="2130" name="Google Shape;9300;p69">
              <a:extLst>
                <a:ext uri="{FF2B5EF4-FFF2-40B4-BE49-F238E27FC236}">
                  <a16:creationId xmlns:a16="http://schemas.microsoft.com/office/drawing/2014/main" id="{AAC9C409-C355-E598-A0E4-4DF408110709}"/>
                </a:ext>
              </a:extLst>
            </p:cNvPr>
            <p:cNvSpPr/>
            <p:nvPr/>
          </p:nvSpPr>
          <p:spPr>
            <a:xfrm>
              <a:off x="2821450" y="3080500"/>
              <a:ext cx="259275" cy="135900"/>
            </a:xfrm>
            <a:custGeom>
              <a:avLst/>
              <a:gdLst/>
              <a:ahLst/>
              <a:cxnLst/>
              <a:rect l="l" t="t" r="r" b="b"/>
              <a:pathLst>
                <a:path w="10371" h="5436" extrusionOk="0">
                  <a:moveTo>
                    <a:pt x="2677" y="585"/>
                  </a:moveTo>
                  <a:cubicBezTo>
                    <a:pt x="3151" y="585"/>
                    <a:pt x="3569" y="1004"/>
                    <a:pt x="3569" y="1505"/>
                  </a:cubicBezTo>
                  <a:cubicBezTo>
                    <a:pt x="3569" y="1979"/>
                    <a:pt x="3151" y="2397"/>
                    <a:pt x="2677" y="2397"/>
                  </a:cubicBezTo>
                  <a:cubicBezTo>
                    <a:pt x="2147" y="2397"/>
                    <a:pt x="1757" y="1979"/>
                    <a:pt x="1757" y="1505"/>
                  </a:cubicBezTo>
                  <a:cubicBezTo>
                    <a:pt x="1757" y="1004"/>
                    <a:pt x="2175" y="585"/>
                    <a:pt x="2677" y="585"/>
                  </a:cubicBezTo>
                  <a:close/>
                  <a:moveTo>
                    <a:pt x="7555" y="585"/>
                  </a:moveTo>
                  <a:cubicBezTo>
                    <a:pt x="8029" y="585"/>
                    <a:pt x="8447" y="1004"/>
                    <a:pt x="8447" y="1505"/>
                  </a:cubicBezTo>
                  <a:cubicBezTo>
                    <a:pt x="8447" y="1979"/>
                    <a:pt x="8029" y="2397"/>
                    <a:pt x="7555" y="2397"/>
                  </a:cubicBezTo>
                  <a:cubicBezTo>
                    <a:pt x="7025" y="2397"/>
                    <a:pt x="6635" y="1979"/>
                    <a:pt x="6635" y="1505"/>
                  </a:cubicBezTo>
                  <a:cubicBezTo>
                    <a:pt x="6635" y="1004"/>
                    <a:pt x="7053" y="585"/>
                    <a:pt x="7555" y="585"/>
                  </a:cubicBezTo>
                  <a:close/>
                  <a:moveTo>
                    <a:pt x="2677" y="2983"/>
                  </a:moveTo>
                  <a:cubicBezTo>
                    <a:pt x="3736" y="2983"/>
                    <a:pt x="4628" y="3791"/>
                    <a:pt x="4795" y="4795"/>
                  </a:cubicBezTo>
                  <a:lnTo>
                    <a:pt x="586" y="4795"/>
                  </a:lnTo>
                  <a:cubicBezTo>
                    <a:pt x="698" y="3791"/>
                    <a:pt x="1618" y="2983"/>
                    <a:pt x="2677" y="2983"/>
                  </a:cubicBezTo>
                  <a:close/>
                  <a:moveTo>
                    <a:pt x="7555" y="2983"/>
                  </a:moveTo>
                  <a:cubicBezTo>
                    <a:pt x="8614" y="2983"/>
                    <a:pt x="9506" y="3791"/>
                    <a:pt x="9646" y="4795"/>
                  </a:cubicBezTo>
                  <a:lnTo>
                    <a:pt x="5409" y="4795"/>
                  </a:lnTo>
                  <a:cubicBezTo>
                    <a:pt x="5548" y="3791"/>
                    <a:pt x="6468" y="2983"/>
                    <a:pt x="7555" y="2983"/>
                  </a:cubicBezTo>
                  <a:close/>
                  <a:moveTo>
                    <a:pt x="2733" y="0"/>
                  </a:moveTo>
                  <a:cubicBezTo>
                    <a:pt x="1896" y="0"/>
                    <a:pt x="1227" y="669"/>
                    <a:pt x="1227" y="1505"/>
                  </a:cubicBezTo>
                  <a:cubicBezTo>
                    <a:pt x="1227" y="1951"/>
                    <a:pt x="1395" y="2342"/>
                    <a:pt x="1729" y="2620"/>
                  </a:cubicBezTo>
                  <a:cubicBezTo>
                    <a:pt x="698" y="3039"/>
                    <a:pt x="1" y="4014"/>
                    <a:pt x="1" y="5129"/>
                  </a:cubicBezTo>
                  <a:cubicBezTo>
                    <a:pt x="1" y="5296"/>
                    <a:pt x="140" y="5436"/>
                    <a:pt x="335" y="5436"/>
                  </a:cubicBezTo>
                  <a:lnTo>
                    <a:pt x="10036" y="5436"/>
                  </a:lnTo>
                  <a:cubicBezTo>
                    <a:pt x="10231" y="5436"/>
                    <a:pt x="10370" y="5296"/>
                    <a:pt x="10370" y="5129"/>
                  </a:cubicBezTo>
                  <a:cubicBezTo>
                    <a:pt x="10259" y="3958"/>
                    <a:pt x="9562" y="2983"/>
                    <a:pt x="8559" y="2620"/>
                  </a:cubicBezTo>
                  <a:cubicBezTo>
                    <a:pt x="8865" y="2342"/>
                    <a:pt x="9032" y="1951"/>
                    <a:pt x="9032" y="1505"/>
                  </a:cubicBezTo>
                  <a:cubicBezTo>
                    <a:pt x="9032" y="669"/>
                    <a:pt x="8391" y="0"/>
                    <a:pt x="7555" y="0"/>
                  </a:cubicBezTo>
                  <a:cubicBezTo>
                    <a:pt x="6719" y="0"/>
                    <a:pt x="6050" y="669"/>
                    <a:pt x="6050" y="1505"/>
                  </a:cubicBezTo>
                  <a:cubicBezTo>
                    <a:pt x="6050" y="1951"/>
                    <a:pt x="6217" y="2342"/>
                    <a:pt x="6524" y="2620"/>
                  </a:cubicBezTo>
                  <a:cubicBezTo>
                    <a:pt x="5910" y="2843"/>
                    <a:pt x="5409" y="3317"/>
                    <a:pt x="5130" y="3903"/>
                  </a:cubicBezTo>
                  <a:cubicBezTo>
                    <a:pt x="4823" y="3317"/>
                    <a:pt x="4322" y="2843"/>
                    <a:pt x="3736" y="2620"/>
                  </a:cubicBezTo>
                  <a:cubicBezTo>
                    <a:pt x="4043" y="2342"/>
                    <a:pt x="4238" y="1951"/>
                    <a:pt x="4238" y="1505"/>
                  </a:cubicBezTo>
                  <a:cubicBezTo>
                    <a:pt x="4238" y="669"/>
                    <a:pt x="3569" y="0"/>
                    <a:pt x="273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9301;p69">
              <a:extLst>
                <a:ext uri="{FF2B5EF4-FFF2-40B4-BE49-F238E27FC236}">
                  <a16:creationId xmlns:a16="http://schemas.microsoft.com/office/drawing/2014/main" id="{F1920192-12CC-43F3-31E5-AD3C61C0A417}"/>
                </a:ext>
              </a:extLst>
            </p:cNvPr>
            <p:cNvSpPr/>
            <p:nvPr/>
          </p:nvSpPr>
          <p:spPr>
            <a:xfrm>
              <a:off x="2831900" y="2957850"/>
              <a:ext cx="228625" cy="106350"/>
            </a:xfrm>
            <a:custGeom>
              <a:avLst/>
              <a:gdLst/>
              <a:ahLst/>
              <a:cxnLst/>
              <a:rect l="l" t="t" r="r" b="b"/>
              <a:pathLst>
                <a:path w="9145" h="4254" extrusionOk="0">
                  <a:moveTo>
                    <a:pt x="8336" y="585"/>
                  </a:moveTo>
                  <a:cubicBezTo>
                    <a:pt x="8531" y="585"/>
                    <a:pt x="8642" y="725"/>
                    <a:pt x="8642" y="892"/>
                  </a:cubicBezTo>
                  <a:lnTo>
                    <a:pt x="8642" y="2119"/>
                  </a:lnTo>
                  <a:cubicBezTo>
                    <a:pt x="8642" y="2286"/>
                    <a:pt x="8531" y="2425"/>
                    <a:pt x="8336" y="2425"/>
                  </a:cubicBezTo>
                  <a:lnTo>
                    <a:pt x="7137" y="2425"/>
                  </a:lnTo>
                  <a:cubicBezTo>
                    <a:pt x="6942" y="2425"/>
                    <a:pt x="6803" y="2565"/>
                    <a:pt x="6803" y="2732"/>
                  </a:cubicBezTo>
                  <a:lnTo>
                    <a:pt x="6803" y="3234"/>
                  </a:lnTo>
                  <a:lnTo>
                    <a:pt x="6106" y="2537"/>
                  </a:lnTo>
                  <a:cubicBezTo>
                    <a:pt x="6050" y="2453"/>
                    <a:pt x="5966" y="2425"/>
                    <a:pt x="5911" y="2425"/>
                  </a:cubicBezTo>
                  <a:lnTo>
                    <a:pt x="3430" y="2425"/>
                  </a:lnTo>
                  <a:cubicBezTo>
                    <a:pt x="3346" y="2425"/>
                    <a:pt x="3262" y="2453"/>
                    <a:pt x="3207" y="2537"/>
                  </a:cubicBezTo>
                  <a:lnTo>
                    <a:pt x="2510" y="3234"/>
                  </a:lnTo>
                  <a:lnTo>
                    <a:pt x="2510" y="2732"/>
                  </a:lnTo>
                  <a:cubicBezTo>
                    <a:pt x="2510" y="2565"/>
                    <a:pt x="2370" y="2425"/>
                    <a:pt x="2203" y="2425"/>
                  </a:cubicBezTo>
                  <a:lnTo>
                    <a:pt x="1032" y="2425"/>
                  </a:lnTo>
                  <a:cubicBezTo>
                    <a:pt x="865" y="2425"/>
                    <a:pt x="726" y="2286"/>
                    <a:pt x="726" y="2119"/>
                  </a:cubicBezTo>
                  <a:lnTo>
                    <a:pt x="726" y="892"/>
                  </a:lnTo>
                  <a:cubicBezTo>
                    <a:pt x="726" y="725"/>
                    <a:pt x="865" y="585"/>
                    <a:pt x="1032" y="585"/>
                  </a:cubicBezTo>
                  <a:close/>
                  <a:moveTo>
                    <a:pt x="921" y="0"/>
                  </a:moveTo>
                  <a:cubicBezTo>
                    <a:pt x="447" y="0"/>
                    <a:pt x="1" y="418"/>
                    <a:pt x="1" y="892"/>
                  </a:cubicBezTo>
                  <a:lnTo>
                    <a:pt x="1" y="2119"/>
                  </a:lnTo>
                  <a:cubicBezTo>
                    <a:pt x="1" y="2592"/>
                    <a:pt x="419" y="3011"/>
                    <a:pt x="921" y="3011"/>
                  </a:cubicBezTo>
                  <a:lnTo>
                    <a:pt x="1841" y="3011"/>
                  </a:lnTo>
                  <a:lnTo>
                    <a:pt x="1841" y="3958"/>
                  </a:lnTo>
                  <a:cubicBezTo>
                    <a:pt x="1924" y="4098"/>
                    <a:pt x="2008" y="4209"/>
                    <a:pt x="2120" y="4237"/>
                  </a:cubicBezTo>
                  <a:cubicBezTo>
                    <a:pt x="2150" y="4247"/>
                    <a:pt x="2188" y="4254"/>
                    <a:pt x="2228" y="4254"/>
                  </a:cubicBezTo>
                  <a:cubicBezTo>
                    <a:pt x="2298" y="4254"/>
                    <a:pt x="2373" y="4234"/>
                    <a:pt x="2426" y="4181"/>
                  </a:cubicBezTo>
                  <a:lnTo>
                    <a:pt x="3541" y="3011"/>
                  </a:lnTo>
                  <a:lnTo>
                    <a:pt x="5743" y="3011"/>
                  </a:lnTo>
                  <a:lnTo>
                    <a:pt x="6830" y="4181"/>
                  </a:lnTo>
                  <a:cubicBezTo>
                    <a:pt x="6883" y="4234"/>
                    <a:pt x="6959" y="4254"/>
                    <a:pt x="7035" y="4254"/>
                  </a:cubicBezTo>
                  <a:cubicBezTo>
                    <a:pt x="7080" y="4254"/>
                    <a:pt x="7124" y="4247"/>
                    <a:pt x="7165" y="4237"/>
                  </a:cubicBezTo>
                  <a:cubicBezTo>
                    <a:pt x="7249" y="4209"/>
                    <a:pt x="7332" y="4070"/>
                    <a:pt x="7332" y="3958"/>
                  </a:cubicBezTo>
                  <a:lnTo>
                    <a:pt x="7332" y="3011"/>
                  </a:lnTo>
                  <a:lnTo>
                    <a:pt x="8224" y="3011"/>
                  </a:lnTo>
                  <a:cubicBezTo>
                    <a:pt x="8726" y="3011"/>
                    <a:pt x="9144" y="2592"/>
                    <a:pt x="9144" y="2119"/>
                  </a:cubicBezTo>
                  <a:lnTo>
                    <a:pt x="9144" y="892"/>
                  </a:lnTo>
                  <a:cubicBezTo>
                    <a:pt x="9144" y="418"/>
                    <a:pt x="8726" y="0"/>
                    <a:pt x="822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9302;p69">
              <a:extLst>
                <a:ext uri="{FF2B5EF4-FFF2-40B4-BE49-F238E27FC236}">
                  <a16:creationId xmlns:a16="http://schemas.microsoft.com/office/drawing/2014/main" id="{B0EA1045-2F7C-71C4-E230-A0CC002F0445}"/>
                </a:ext>
              </a:extLst>
            </p:cNvPr>
            <p:cNvSpPr/>
            <p:nvPr/>
          </p:nvSpPr>
          <p:spPr>
            <a:xfrm>
              <a:off x="3024600" y="2966925"/>
              <a:ext cx="29875" cy="58497"/>
            </a:xfrm>
            <a:custGeom>
              <a:avLst/>
              <a:gdLst/>
              <a:ahLst/>
              <a:cxnLst/>
              <a:rect l="l" t="t" r="r" b="b"/>
              <a:pathLst>
                <a:path w="1195" h="2376" extrusionOk="0">
                  <a:moveTo>
                    <a:pt x="159" y="2269"/>
                  </a:moveTo>
                  <a:cubicBezTo>
                    <a:pt x="131" y="2225"/>
                    <a:pt x="349" y="2178"/>
                    <a:pt x="444" y="2102"/>
                  </a:cubicBezTo>
                  <a:cubicBezTo>
                    <a:pt x="539" y="2027"/>
                    <a:pt x="682" y="2090"/>
                    <a:pt x="730" y="1816"/>
                  </a:cubicBezTo>
                  <a:cubicBezTo>
                    <a:pt x="778" y="1542"/>
                    <a:pt x="774" y="725"/>
                    <a:pt x="730" y="459"/>
                  </a:cubicBezTo>
                  <a:cubicBezTo>
                    <a:pt x="686" y="193"/>
                    <a:pt x="587" y="273"/>
                    <a:pt x="468" y="221"/>
                  </a:cubicBezTo>
                  <a:cubicBezTo>
                    <a:pt x="349" y="169"/>
                    <a:pt x="-16" y="185"/>
                    <a:pt x="16" y="149"/>
                  </a:cubicBezTo>
                  <a:cubicBezTo>
                    <a:pt x="48" y="113"/>
                    <a:pt x="473" y="-21"/>
                    <a:pt x="659" y="7"/>
                  </a:cubicBezTo>
                  <a:cubicBezTo>
                    <a:pt x="846" y="35"/>
                    <a:pt x="1048" y="54"/>
                    <a:pt x="1135" y="316"/>
                  </a:cubicBezTo>
                  <a:cubicBezTo>
                    <a:pt x="1222" y="578"/>
                    <a:pt x="1183" y="1276"/>
                    <a:pt x="1183" y="1578"/>
                  </a:cubicBezTo>
                  <a:cubicBezTo>
                    <a:pt x="1183" y="1880"/>
                    <a:pt x="1230" y="1995"/>
                    <a:pt x="1135" y="2126"/>
                  </a:cubicBezTo>
                  <a:cubicBezTo>
                    <a:pt x="1040" y="2257"/>
                    <a:pt x="774" y="2340"/>
                    <a:pt x="611" y="2364"/>
                  </a:cubicBezTo>
                  <a:cubicBezTo>
                    <a:pt x="448" y="2388"/>
                    <a:pt x="187" y="2313"/>
                    <a:pt x="159" y="2269"/>
                  </a:cubicBezTo>
                  <a:close/>
                </a:path>
              </a:pathLst>
            </a:custGeom>
            <a:grpFill/>
            <a:ln>
              <a:noFill/>
            </a:ln>
          </p:spPr>
          <p:txBody>
            <a:bodyPr/>
            <a:lstStyle/>
            <a:p>
              <a:endParaRPr lang="en-150"/>
            </a:p>
          </p:txBody>
        </p:sp>
      </p:grpSp>
      <p:pic>
        <p:nvPicPr>
          <p:cNvPr id="2" name="Picture 1">
            <a:extLst>
              <a:ext uri="{FF2B5EF4-FFF2-40B4-BE49-F238E27FC236}">
                <a16:creationId xmlns:a16="http://schemas.microsoft.com/office/drawing/2014/main" id="{4FB8355B-2221-FB23-E902-4A71C008E34A}"/>
              </a:ext>
            </a:extLst>
          </p:cNvPr>
          <p:cNvPicPr>
            <a:picLocks noChangeAspect="1"/>
          </p:cNvPicPr>
          <p:nvPr/>
        </p:nvPicPr>
        <p:blipFill rotWithShape="1">
          <a:blip r:embed="rId2">
            <a:extLst>
              <a:ext uri="{28A0092B-C50C-407E-A947-70E740481C1C}">
                <a14:useLocalDpi xmlns:a14="http://schemas.microsoft.com/office/drawing/2010/main" val="0"/>
              </a:ext>
            </a:extLst>
          </a:blip>
          <a:srcRect l="-44764" t="55302" r="45710" b="1985"/>
          <a:stretch/>
        </p:blipFill>
        <p:spPr>
          <a:xfrm>
            <a:off x="-736428" y="0"/>
            <a:ext cx="1413659" cy="13716000"/>
          </a:xfrm>
          <a:prstGeom prst="rect">
            <a:avLst/>
          </a:prstGeom>
        </p:spPr>
      </p:pic>
    </p:spTree>
    <p:extLst>
      <p:ext uri="{BB962C8B-B14F-4D97-AF65-F5344CB8AC3E}">
        <p14:creationId xmlns:p14="http://schemas.microsoft.com/office/powerpoint/2010/main" val="3533675355"/>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31C483A-06EA-FB89-16BC-06903EE9B620}"/>
              </a:ext>
            </a:extLst>
          </p:cNvPr>
          <p:cNvSpPr>
            <a:spLocks noGrp="1"/>
          </p:cNvSpPr>
          <p:nvPr>
            <p:ph type="ftr" sz="quarter" idx="27"/>
          </p:nvPr>
        </p:nvSpPr>
        <p:spPr/>
        <p:txBody>
          <a:bodyPr/>
          <a:lstStyle/>
          <a:p>
            <a:r>
              <a:rPr lang="en-US"/>
              <a:t>2024 © Retail Consult - All rights reserved</a:t>
            </a:r>
          </a:p>
        </p:txBody>
      </p:sp>
      <p:sp>
        <p:nvSpPr>
          <p:cNvPr id="5" name="Slide Number Placeholder 4">
            <a:extLst>
              <a:ext uri="{FF2B5EF4-FFF2-40B4-BE49-F238E27FC236}">
                <a16:creationId xmlns:a16="http://schemas.microsoft.com/office/drawing/2014/main" id="{E3B75F38-9C84-88F1-ACCC-0E82B6DB9FF3}"/>
              </a:ext>
            </a:extLst>
          </p:cNvPr>
          <p:cNvSpPr>
            <a:spLocks noGrp="1"/>
          </p:cNvSpPr>
          <p:nvPr>
            <p:ph type="sldNum" sz="quarter" idx="28"/>
          </p:nvPr>
        </p:nvSpPr>
        <p:spPr/>
        <p:txBody>
          <a:bodyPr/>
          <a:lstStyle/>
          <a:p>
            <a:fld id="{9A4417C4-43A3-444C-837D-103BA5C8224B}" type="slidenum">
              <a:rPr lang="en-US" smtClean="0"/>
              <a:pPr/>
              <a:t>18</a:t>
            </a:fld>
            <a:endParaRPr lang="en-US"/>
          </a:p>
        </p:txBody>
      </p:sp>
      <p:sp>
        <p:nvSpPr>
          <p:cNvPr id="397" name="Text Placeholder 1">
            <a:extLst>
              <a:ext uri="{FF2B5EF4-FFF2-40B4-BE49-F238E27FC236}">
                <a16:creationId xmlns:a16="http://schemas.microsoft.com/office/drawing/2014/main" id="{9D9A6959-A86D-84B0-6788-89A5753FE4DE}"/>
              </a:ext>
            </a:extLst>
          </p:cNvPr>
          <p:cNvSpPr>
            <a:spLocks noGrp="1"/>
          </p:cNvSpPr>
          <p:nvPr>
            <p:ph type="body" sz="quarter" idx="24"/>
          </p:nvPr>
        </p:nvSpPr>
        <p:spPr>
          <a:xfrm>
            <a:off x="1427163" y="1312863"/>
            <a:ext cx="15148317" cy="1457325"/>
          </a:xfrm>
        </p:spPr>
        <p:txBody>
          <a:bodyPr/>
          <a:lstStyle/>
          <a:p>
            <a:r>
              <a:rPr lang="en-US"/>
              <a:t>CEO &amp; MARKETING ICONS</a:t>
            </a:r>
          </a:p>
        </p:txBody>
      </p:sp>
      <p:sp>
        <p:nvSpPr>
          <p:cNvPr id="1856" name="Google Shape;10574;p73">
            <a:extLst>
              <a:ext uri="{FF2B5EF4-FFF2-40B4-BE49-F238E27FC236}">
                <a16:creationId xmlns:a16="http://schemas.microsoft.com/office/drawing/2014/main" id="{51B04ECE-8622-76F3-EEFE-D4B475AECD24}"/>
              </a:ext>
            </a:extLst>
          </p:cNvPr>
          <p:cNvSpPr/>
          <p:nvPr/>
        </p:nvSpPr>
        <p:spPr>
          <a:xfrm>
            <a:off x="1433115" y="3320895"/>
            <a:ext cx="876257" cy="855016"/>
          </a:xfrm>
          <a:custGeom>
            <a:avLst/>
            <a:gdLst/>
            <a:ahLst/>
            <a:cxnLst/>
            <a:rect l="l" t="t" r="r" b="b"/>
            <a:pathLst>
              <a:path w="12004" h="11713" extrusionOk="0">
                <a:moveTo>
                  <a:pt x="8633" y="2088"/>
                </a:moveTo>
                <a:cubicBezTo>
                  <a:pt x="8900" y="2088"/>
                  <a:pt x="9168" y="2182"/>
                  <a:pt x="9357" y="2371"/>
                </a:cubicBezTo>
                <a:cubicBezTo>
                  <a:pt x="9767" y="2781"/>
                  <a:pt x="9767" y="3442"/>
                  <a:pt x="9357" y="3820"/>
                </a:cubicBezTo>
                <a:lnTo>
                  <a:pt x="8128" y="5018"/>
                </a:lnTo>
                <a:cubicBezTo>
                  <a:pt x="7939" y="4702"/>
                  <a:pt x="7750" y="4419"/>
                  <a:pt x="7498" y="4135"/>
                </a:cubicBezTo>
                <a:cubicBezTo>
                  <a:pt x="7278" y="3915"/>
                  <a:pt x="6994" y="3726"/>
                  <a:pt x="6679" y="3568"/>
                </a:cubicBezTo>
                <a:lnTo>
                  <a:pt x="7908" y="2371"/>
                </a:lnTo>
                <a:cubicBezTo>
                  <a:pt x="8097" y="2182"/>
                  <a:pt x="8365" y="2088"/>
                  <a:pt x="8633" y="2088"/>
                </a:cubicBezTo>
                <a:close/>
                <a:moveTo>
                  <a:pt x="5230" y="5333"/>
                </a:moveTo>
                <a:cubicBezTo>
                  <a:pt x="5514" y="5333"/>
                  <a:pt x="5829" y="5396"/>
                  <a:pt x="6018" y="5648"/>
                </a:cubicBezTo>
                <a:cubicBezTo>
                  <a:pt x="6207" y="5837"/>
                  <a:pt x="6333" y="6120"/>
                  <a:pt x="6333" y="6435"/>
                </a:cubicBezTo>
                <a:cubicBezTo>
                  <a:pt x="6049" y="6435"/>
                  <a:pt x="5766" y="6309"/>
                  <a:pt x="5545" y="6120"/>
                </a:cubicBezTo>
                <a:cubicBezTo>
                  <a:pt x="5356" y="5931"/>
                  <a:pt x="5230" y="5648"/>
                  <a:pt x="5230" y="5333"/>
                </a:cubicBezTo>
                <a:close/>
                <a:moveTo>
                  <a:pt x="8617" y="717"/>
                </a:moveTo>
                <a:cubicBezTo>
                  <a:pt x="9223" y="717"/>
                  <a:pt x="9830" y="953"/>
                  <a:pt x="10302" y="1426"/>
                </a:cubicBezTo>
                <a:cubicBezTo>
                  <a:pt x="11247" y="2340"/>
                  <a:pt x="11247" y="3883"/>
                  <a:pt x="10302" y="4828"/>
                </a:cubicBezTo>
                <a:lnTo>
                  <a:pt x="8381" y="6719"/>
                </a:lnTo>
                <a:cubicBezTo>
                  <a:pt x="8412" y="6404"/>
                  <a:pt x="8412" y="6089"/>
                  <a:pt x="8349" y="5774"/>
                </a:cubicBezTo>
                <a:lnTo>
                  <a:pt x="9798" y="4356"/>
                </a:lnTo>
                <a:cubicBezTo>
                  <a:pt x="10460" y="3663"/>
                  <a:pt x="10460" y="2560"/>
                  <a:pt x="9798" y="1930"/>
                </a:cubicBezTo>
                <a:cubicBezTo>
                  <a:pt x="9467" y="1599"/>
                  <a:pt x="9034" y="1434"/>
                  <a:pt x="8601" y="1434"/>
                </a:cubicBezTo>
                <a:cubicBezTo>
                  <a:pt x="8168" y="1434"/>
                  <a:pt x="7735" y="1599"/>
                  <a:pt x="7404" y="1930"/>
                </a:cubicBezTo>
                <a:cubicBezTo>
                  <a:pt x="7309" y="2025"/>
                  <a:pt x="5356" y="3946"/>
                  <a:pt x="5073" y="4230"/>
                </a:cubicBezTo>
                <a:cubicBezTo>
                  <a:pt x="4411" y="4892"/>
                  <a:pt x="4411" y="5963"/>
                  <a:pt x="5073" y="6624"/>
                </a:cubicBezTo>
                <a:cubicBezTo>
                  <a:pt x="5356" y="6908"/>
                  <a:pt x="5671" y="7065"/>
                  <a:pt x="6049" y="7097"/>
                </a:cubicBezTo>
                <a:lnTo>
                  <a:pt x="5514" y="7664"/>
                </a:lnTo>
                <a:cubicBezTo>
                  <a:pt x="5167" y="7538"/>
                  <a:pt x="4883" y="7349"/>
                  <a:pt x="4600" y="7097"/>
                </a:cubicBezTo>
                <a:cubicBezTo>
                  <a:pt x="3655" y="6152"/>
                  <a:pt x="3655" y="4671"/>
                  <a:pt x="4600" y="3726"/>
                </a:cubicBezTo>
                <a:lnTo>
                  <a:pt x="6931" y="1426"/>
                </a:lnTo>
                <a:cubicBezTo>
                  <a:pt x="7404" y="953"/>
                  <a:pt x="8010" y="717"/>
                  <a:pt x="8617" y="717"/>
                </a:cubicBezTo>
                <a:close/>
                <a:moveTo>
                  <a:pt x="3497" y="6719"/>
                </a:moveTo>
                <a:cubicBezTo>
                  <a:pt x="3655" y="7034"/>
                  <a:pt x="3844" y="7286"/>
                  <a:pt x="4127" y="7569"/>
                </a:cubicBezTo>
                <a:cubicBezTo>
                  <a:pt x="4348" y="7821"/>
                  <a:pt x="4663" y="8042"/>
                  <a:pt x="4978" y="8168"/>
                </a:cubicBezTo>
                <a:lnTo>
                  <a:pt x="3812" y="9334"/>
                </a:lnTo>
                <a:cubicBezTo>
                  <a:pt x="3608" y="9538"/>
                  <a:pt x="3340" y="9641"/>
                  <a:pt x="3076" y="9641"/>
                </a:cubicBezTo>
                <a:cubicBezTo>
                  <a:pt x="2812" y="9641"/>
                  <a:pt x="2552" y="9538"/>
                  <a:pt x="2363" y="9334"/>
                </a:cubicBezTo>
                <a:cubicBezTo>
                  <a:pt x="1954" y="8956"/>
                  <a:pt x="1954" y="8294"/>
                  <a:pt x="2363" y="7884"/>
                </a:cubicBezTo>
                <a:lnTo>
                  <a:pt x="3497" y="6719"/>
                </a:lnTo>
                <a:close/>
                <a:moveTo>
                  <a:pt x="6112" y="4135"/>
                </a:moveTo>
                <a:cubicBezTo>
                  <a:pt x="6396" y="4261"/>
                  <a:pt x="6742" y="4450"/>
                  <a:pt x="6963" y="4702"/>
                </a:cubicBezTo>
                <a:cubicBezTo>
                  <a:pt x="7908" y="5648"/>
                  <a:pt x="7908" y="7128"/>
                  <a:pt x="6963" y="8073"/>
                </a:cubicBezTo>
                <a:lnTo>
                  <a:pt x="4757" y="10342"/>
                </a:lnTo>
                <a:cubicBezTo>
                  <a:pt x="4285" y="10814"/>
                  <a:pt x="3671" y="11051"/>
                  <a:pt x="3056" y="11051"/>
                </a:cubicBezTo>
                <a:cubicBezTo>
                  <a:pt x="2442" y="11051"/>
                  <a:pt x="1828" y="10814"/>
                  <a:pt x="1355" y="10342"/>
                </a:cubicBezTo>
                <a:cubicBezTo>
                  <a:pt x="945" y="9901"/>
                  <a:pt x="662" y="9271"/>
                  <a:pt x="662" y="8641"/>
                </a:cubicBezTo>
                <a:cubicBezTo>
                  <a:pt x="662" y="8010"/>
                  <a:pt x="882" y="7380"/>
                  <a:pt x="1355" y="6939"/>
                </a:cubicBezTo>
                <a:lnTo>
                  <a:pt x="3214" y="5081"/>
                </a:lnTo>
                <a:lnTo>
                  <a:pt x="3214" y="5081"/>
                </a:lnTo>
                <a:cubicBezTo>
                  <a:pt x="3182" y="5396"/>
                  <a:pt x="3214" y="5679"/>
                  <a:pt x="3245" y="5994"/>
                </a:cubicBezTo>
                <a:lnTo>
                  <a:pt x="1828" y="7443"/>
                </a:lnTo>
                <a:cubicBezTo>
                  <a:pt x="1166" y="8105"/>
                  <a:pt x="1166" y="9176"/>
                  <a:pt x="1828" y="9838"/>
                </a:cubicBezTo>
                <a:cubicBezTo>
                  <a:pt x="2174" y="10184"/>
                  <a:pt x="2623" y="10358"/>
                  <a:pt x="3064" y="10358"/>
                </a:cubicBezTo>
                <a:cubicBezTo>
                  <a:pt x="3505" y="10358"/>
                  <a:pt x="3938" y="10184"/>
                  <a:pt x="4253" y="9838"/>
                </a:cubicBezTo>
                <a:lnTo>
                  <a:pt x="6490" y="7569"/>
                </a:lnTo>
                <a:cubicBezTo>
                  <a:pt x="7152" y="6908"/>
                  <a:pt x="7152" y="5837"/>
                  <a:pt x="6490" y="5175"/>
                </a:cubicBezTo>
                <a:cubicBezTo>
                  <a:pt x="6207" y="4892"/>
                  <a:pt x="5892" y="4734"/>
                  <a:pt x="5514" y="4702"/>
                </a:cubicBezTo>
                <a:lnTo>
                  <a:pt x="6112" y="4135"/>
                </a:lnTo>
                <a:close/>
                <a:moveTo>
                  <a:pt x="8585" y="0"/>
                </a:moveTo>
                <a:cubicBezTo>
                  <a:pt x="7798" y="0"/>
                  <a:pt x="7010" y="308"/>
                  <a:pt x="6396" y="922"/>
                </a:cubicBezTo>
                <a:lnTo>
                  <a:pt x="4096" y="3190"/>
                </a:lnTo>
                <a:lnTo>
                  <a:pt x="882" y="6467"/>
                </a:lnTo>
                <a:cubicBezTo>
                  <a:pt x="315" y="7065"/>
                  <a:pt x="0" y="7821"/>
                  <a:pt x="0" y="8641"/>
                </a:cubicBezTo>
                <a:cubicBezTo>
                  <a:pt x="0" y="9460"/>
                  <a:pt x="315" y="10247"/>
                  <a:pt x="882" y="10814"/>
                </a:cubicBezTo>
                <a:cubicBezTo>
                  <a:pt x="1497" y="11413"/>
                  <a:pt x="2284" y="11712"/>
                  <a:pt x="3072" y="11712"/>
                </a:cubicBezTo>
                <a:cubicBezTo>
                  <a:pt x="3860" y="11712"/>
                  <a:pt x="4647" y="11413"/>
                  <a:pt x="5262" y="10814"/>
                </a:cubicBezTo>
                <a:cubicBezTo>
                  <a:pt x="8034" y="8010"/>
                  <a:pt x="6837" y="9145"/>
                  <a:pt x="10775" y="5301"/>
                </a:cubicBezTo>
                <a:cubicBezTo>
                  <a:pt x="12004" y="4072"/>
                  <a:pt x="12004" y="2151"/>
                  <a:pt x="10775" y="922"/>
                </a:cubicBezTo>
                <a:cubicBezTo>
                  <a:pt x="10161" y="308"/>
                  <a:pt x="9373" y="0"/>
                  <a:pt x="8585"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57" name="Google Shape;10575;p73">
            <a:extLst>
              <a:ext uri="{FF2B5EF4-FFF2-40B4-BE49-F238E27FC236}">
                <a16:creationId xmlns:a16="http://schemas.microsoft.com/office/drawing/2014/main" id="{2C6B78E3-36B4-2485-B90B-5FD3CB36716B}"/>
              </a:ext>
            </a:extLst>
          </p:cNvPr>
          <p:cNvGrpSpPr/>
          <p:nvPr/>
        </p:nvGrpSpPr>
        <p:grpSpPr>
          <a:xfrm>
            <a:off x="1439010" y="4352924"/>
            <a:ext cx="862461" cy="850999"/>
            <a:chOff x="-6713450" y="2397900"/>
            <a:chExt cx="295375" cy="291450"/>
          </a:xfrm>
          <a:solidFill>
            <a:srgbClr val="555559"/>
          </a:solidFill>
        </p:grpSpPr>
        <p:sp>
          <p:nvSpPr>
            <p:cNvPr id="1858" name="Google Shape;10576;p73">
              <a:extLst>
                <a:ext uri="{FF2B5EF4-FFF2-40B4-BE49-F238E27FC236}">
                  <a16:creationId xmlns:a16="http://schemas.microsoft.com/office/drawing/2014/main" id="{FCD30D0C-28EE-6FD5-D1CF-6F1F252D9378}"/>
                </a:ext>
              </a:extLst>
            </p:cNvPr>
            <p:cNvSpPr/>
            <p:nvPr/>
          </p:nvSpPr>
          <p:spPr>
            <a:xfrm>
              <a:off x="-6628400" y="2465650"/>
              <a:ext cx="69350" cy="17350"/>
            </a:xfrm>
            <a:custGeom>
              <a:avLst/>
              <a:gdLst/>
              <a:ahLst/>
              <a:cxnLst/>
              <a:rect l="l" t="t" r="r" b="b"/>
              <a:pathLst>
                <a:path w="2774" h="694" extrusionOk="0">
                  <a:moveTo>
                    <a:pt x="379" y="0"/>
                  </a:moveTo>
                  <a:cubicBezTo>
                    <a:pt x="158" y="0"/>
                    <a:pt x="1" y="158"/>
                    <a:pt x="1" y="347"/>
                  </a:cubicBezTo>
                  <a:cubicBezTo>
                    <a:pt x="1" y="536"/>
                    <a:pt x="158" y="693"/>
                    <a:pt x="379" y="693"/>
                  </a:cubicBezTo>
                  <a:lnTo>
                    <a:pt x="2427" y="693"/>
                  </a:lnTo>
                  <a:cubicBezTo>
                    <a:pt x="2616" y="693"/>
                    <a:pt x="2773" y="536"/>
                    <a:pt x="2773" y="347"/>
                  </a:cubicBezTo>
                  <a:cubicBezTo>
                    <a:pt x="2773" y="158"/>
                    <a:pt x="2616" y="0"/>
                    <a:pt x="242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0577;p73">
              <a:extLst>
                <a:ext uri="{FF2B5EF4-FFF2-40B4-BE49-F238E27FC236}">
                  <a16:creationId xmlns:a16="http://schemas.microsoft.com/office/drawing/2014/main" id="{C5EF9B97-A3C6-A18C-31A6-3AB1AD1028AD}"/>
                </a:ext>
              </a:extLst>
            </p:cNvPr>
            <p:cNvSpPr/>
            <p:nvPr/>
          </p:nvSpPr>
          <p:spPr>
            <a:xfrm>
              <a:off x="-6713450" y="2397900"/>
              <a:ext cx="295375" cy="291450"/>
            </a:xfrm>
            <a:custGeom>
              <a:avLst/>
              <a:gdLst/>
              <a:ahLst/>
              <a:cxnLst/>
              <a:rect l="l" t="t" r="r" b="b"/>
              <a:pathLst>
                <a:path w="11815" h="11658" extrusionOk="0">
                  <a:moveTo>
                    <a:pt x="2048" y="1167"/>
                  </a:moveTo>
                  <a:lnTo>
                    <a:pt x="2048" y="2017"/>
                  </a:lnTo>
                  <a:lnTo>
                    <a:pt x="1166" y="2017"/>
                  </a:lnTo>
                  <a:lnTo>
                    <a:pt x="2048" y="1167"/>
                  </a:lnTo>
                  <a:close/>
                  <a:moveTo>
                    <a:pt x="10330" y="2773"/>
                  </a:moveTo>
                  <a:cubicBezTo>
                    <a:pt x="10507" y="2773"/>
                    <a:pt x="10680" y="2836"/>
                    <a:pt x="10806" y="2962"/>
                  </a:cubicBezTo>
                  <a:cubicBezTo>
                    <a:pt x="11058" y="3246"/>
                    <a:pt x="11058" y="3687"/>
                    <a:pt x="10775" y="3908"/>
                  </a:cubicBezTo>
                  <a:lnTo>
                    <a:pt x="10176" y="4506"/>
                  </a:lnTo>
                  <a:lnTo>
                    <a:pt x="9231" y="3561"/>
                  </a:lnTo>
                  <a:lnTo>
                    <a:pt x="9830" y="2962"/>
                  </a:lnTo>
                  <a:cubicBezTo>
                    <a:pt x="9972" y="2836"/>
                    <a:pt x="10153" y="2773"/>
                    <a:pt x="10330" y="2773"/>
                  </a:cubicBezTo>
                  <a:close/>
                  <a:moveTo>
                    <a:pt x="8727" y="4034"/>
                  </a:moveTo>
                  <a:lnTo>
                    <a:pt x="9672" y="4979"/>
                  </a:lnTo>
                  <a:cubicBezTo>
                    <a:pt x="8538" y="6207"/>
                    <a:pt x="7026" y="7688"/>
                    <a:pt x="5892" y="8854"/>
                  </a:cubicBezTo>
                  <a:lnTo>
                    <a:pt x="4915" y="7846"/>
                  </a:lnTo>
                  <a:lnTo>
                    <a:pt x="8727" y="4034"/>
                  </a:lnTo>
                  <a:close/>
                  <a:moveTo>
                    <a:pt x="4600" y="8539"/>
                  </a:moveTo>
                  <a:lnTo>
                    <a:pt x="5230" y="9169"/>
                  </a:lnTo>
                  <a:lnTo>
                    <a:pt x="4285" y="9421"/>
                  </a:lnTo>
                  <a:cubicBezTo>
                    <a:pt x="4348" y="9232"/>
                    <a:pt x="4505" y="8728"/>
                    <a:pt x="4600" y="8539"/>
                  </a:cubicBezTo>
                  <a:close/>
                  <a:moveTo>
                    <a:pt x="7908" y="694"/>
                  </a:moveTo>
                  <a:cubicBezTo>
                    <a:pt x="8097" y="694"/>
                    <a:pt x="8255" y="852"/>
                    <a:pt x="8255" y="1041"/>
                  </a:cubicBezTo>
                  <a:lnTo>
                    <a:pt x="8255" y="3592"/>
                  </a:lnTo>
                  <a:lnTo>
                    <a:pt x="7467" y="4380"/>
                  </a:lnTo>
                  <a:cubicBezTo>
                    <a:pt x="7435" y="4286"/>
                    <a:pt x="7309" y="4160"/>
                    <a:pt x="7152" y="4160"/>
                  </a:cubicBezTo>
                  <a:lnTo>
                    <a:pt x="1733" y="4160"/>
                  </a:lnTo>
                  <a:cubicBezTo>
                    <a:pt x="1512" y="4160"/>
                    <a:pt x="1386" y="4317"/>
                    <a:pt x="1386" y="4506"/>
                  </a:cubicBezTo>
                  <a:cubicBezTo>
                    <a:pt x="1386" y="4695"/>
                    <a:pt x="1512" y="4853"/>
                    <a:pt x="1733" y="4853"/>
                  </a:cubicBezTo>
                  <a:lnTo>
                    <a:pt x="6994" y="4853"/>
                  </a:lnTo>
                  <a:lnTo>
                    <a:pt x="6333" y="5546"/>
                  </a:lnTo>
                  <a:lnTo>
                    <a:pt x="1733" y="5546"/>
                  </a:lnTo>
                  <a:cubicBezTo>
                    <a:pt x="1512" y="5546"/>
                    <a:pt x="1355" y="5703"/>
                    <a:pt x="1355" y="5892"/>
                  </a:cubicBezTo>
                  <a:cubicBezTo>
                    <a:pt x="1355" y="6081"/>
                    <a:pt x="1512" y="6239"/>
                    <a:pt x="1733" y="6239"/>
                  </a:cubicBezTo>
                  <a:lnTo>
                    <a:pt x="5608" y="6239"/>
                  </a:lnTo>
                  <a:lnTo>
                    <a:pt x="4947" y="6901"/>
                  </a:lnTo>
                  <a:lnTo>
                    <a:pt x="1733" y="6901"/>
                  </a:lnTo>
                  <a:cubicBezTo>
                    <a:pt x="1512" y="6901"/>
                    <a:pt x="1355" y="7058"/>
                    <a:pt x="1355" y="7279"/>
                  </a:cubicBezTo>
                  <a:cubicBezTo>
                    <a:pt x="1355" y="7468"/>
                    <a:pt x="1512" y="7625"/>
                    <a:pt x="1733" y="7625"/>
                  </a:cubicBezTo>
                  <a:lnTo>
                    <a:pt x="4285" y="7625"/>
                  </a:lnTo>
                  <a:cubicBezTo>
                    <a:pt x="4190" y="7688"/>
                    <a:pt x="4159" y="7751"/>
                    <a:pt x="4127" y="7814"/>
                  </a:cubicBezTo>
                  <a:lnTo>
                    <a:pt x="3970" y="8287"/>
                  </a:lnTo>
                  <a:lnTo>
                    <a:pt x="1733" y="8287"/>
                  </a:lnTo>
                  <a:cubicBezTo>
                    <a:pt x="1512" y="8287"/>
                    <a:pt x="1355" y="8444"/>
                    <a:pt x="1355" y="8633"/>
                  </a:cubicBezTo>
                  <a:cubicBezTo>
                    <a:pt x="1355" y="8854"/>
                    <a:pt x="1512" y="9011"/>
                    <a:pt x="1733" y="9011"/>
                  </a:cubicBezTo>
                  <a:lnTo>
                    <a:pt x="3718" y="9011"/>
                  </a:lnTo>
                  <a:lnTo>
                    <a:pt x="3466" y="9893"/>
                  </a:lnTo>
                  <a:cubicBezTo>
                    <a:pt x="3385" y="10136"/>
                    <a:pt x="3557" y="10355"/>
                    <a:pt x="3766" y="10355"/>
                  </a:cubicBezTo>
                  <a:cubicBezTo>
                    <a:pt x="3802" y="10355"/>
                    <a:pt x="3839" y="10348"/>
                    <a:pt x="3875" y="10335"/>
                  </a:cubicBezTo>
                  <a:lnTo>
                    <a:pt x="6018" y="9704"/>
                  </a:lnTo>
                  <a:cubicBezTo>
                    <a:pt x="6049" y="9704"/>
                    <a:pt x="6144" y="9673"/>
                    <a:pt x="6175" y="9641"/>
                  </a:cubicBezTo>
                  <a:lnTo>
                    <a:pt x="8286" y="7499"/>
                  </a:lnTo>
                  <a:lnTo>
                    <a:pt x="8286" y="10681"/>
                  </a:lnTo>
                  <a:cubicBezTo>
                    <a:pt x="8255" y="10839"/>
                    <a:pt x="8097" y="10996"/>
                    <a:pt x="7908" y="10996"/>
                  </a:cubicBezTo>
                  <a:lnTo>
                    <a:pt x="1040" y="10996"/>
                  </a:lnTo>
                  <a:cubicBezTo>
                    <a:pt x="851" y="10996"/>
                    <a:pt x="693" y="10839"/>
                    <a:pt x="693" y="10650"/>
                  </a:cubicBezTo>
                  <a:lnTo>
                    <a:pt x="693" y="2742"/>
                  </a:lnTo>
                  <a:lnTo>
                    <a:pt x="2395" y="2742"/>
                  </a:lnTo>
                  <a:cubicBezTo>
                    <a:pt x="2584" y="2742"/>
                    <a:pt x="2741" y="2584"/>
                    <a:pt x="2741" y="2395"/>
                  </a:cubicBezTo>
                  <a:lnTo>
                    <a:pt x="2741" y="694"/>
                  </a:lnTo>
                  <a:close/>
                  <a:moveTo>
                    <a:pt x="2363" y="1"/>
                  </a:moveTo>
                  <a:cubicBezTo>
                    <a:pt x="2237" y="1"/>
                    <a:pt x="2143" y="64"/>
                    <a:pt x="2111" y="127"/>
                  </a:cubicBezTo>
                  <a:lnTo>
                    <a:pt x="158" y="2112"/>
                  </a:lnTo>
                  <a:cubicBezTo>
                    <a:pt x="63" y="2175"/>
                    <a:pt x="0" y="2269"/>
                    <a:pt x="0" y="2364"/>
                  </a:cubicBezTo>
                  <a:lnTo>
                    <a:pt x="0" y="10650"/>
                  </a:lnTo>
                  <a:cubicBezTo>
                    <a:pt x="0" y="11217"/>
                    <a:pt x="473" y="11658"/>
                    <a:pt x="1008" y="11658"/>
                  </a:cubicBezTo>
                  <a:lnTo>
                    <a:pt x="7908" y="11658"/>
                  </a:lnTo>
                  <a:cubicBezTo>
                    <a:pt x="8444" y="11658"/>
                    <a:pt x="8916" y="11217"/>
                    <a:pt x="8916" y="10650"/>
                  </a:cubicBezTo>
                  <a:lnTo>
                    <a:pt x="8916" y="6774"/>
                  </a:lnTo>
                  <a:lnTo>
                    <a:pt x="11279" y="4412"/>
                  </a:lnTo>
                  <a:cubicBezTo>
                    <a:pt x="11815" y="3876"/>
                    <a:pt x="11815" y="3025"/>
                    <a:pt x="11279" y="2490"/>
                  </a:cubicBezTo>
                  <a:cubicBezTo>
                    <a:pt x="11011" y="2222"/>
                    <a:pt x="10657" y="2088"/>
                    <a:pt x="10306" y="2088"/>
                  </a:cubicBezTo>
                  <a:cubicBezTo>
                    <a:pt x="9956" y="2088"/>
                    <a:pt x="9609" y="2222"/>
                    <a:pt x="9357" y="2490"/>
                  </a:cubicBezTo>
                  <a:lnTo>
                    <a:pt x="8916" y="2931"/>
                  </a:lnTo>
                  <a:lnTo>
                    <a:pt x="8916" y="1041"/>
                  </a:lnTo>
                  <a:cubicBezTo>
                    <a:pt x="8916" y="474"/>
                    <a:pt x="8444" y="1"/>
                    <a:pt x="790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60" name="Google Shape;10578;p73">
            <a:extLst>
              <a:ext uri="{FF2B5EF4-FFF2-40B4-BE49-F238E27FC236}">
                <a16:creationId xmlns:a16="http://schemas.microsoft.com/office/drawing/2014/main" id="{3E9EBF84-BAD9-8EB2-9A70-06DAAF57B84D}"/>
              </a:ext>
            </a:extLst>
          </p:cNvPr>
          <p:cNvSpPr/>
          <p:nvPr/>
        </p:nvSpPr>
        <p:spPr>
          <a:xfrm>
            <a:off x="1464105" y="5404083"/>
            <a:ext cx="862534" cy="853263"/>
          </a:xfrm>
          <a:custGeom>
            <a:avLst/>
            <a:gdLst/>
            <a:ahLst/>
            <a:cxnLst/>
            <a:rect l="l" t="t" r="r" b="b"/>
            <a:pathLst>
              <a:path w="11816" h="11689" extrusionOk="0">
                <a:moveTo>
                  <a:pt x="7026" y="757"/>
                </a:moveTo>
                <a:lnTo>
                  <a:pt x="7026" y="2710"/>
                </a:lnTo>
                <a:lnTo>
                  <a:pt x="5829" y="2710"/>
                </a:lnTo>
                <a:cubicBezTo>
                  <a:pt x="5924" y="2332"/>
                  <a:pt x="6081" y="1954"/>
                  <a:pt x="6176" y="1702"/>
                </a:cubicBezTo>
                <a:cubicBezTo>
                  <a:pt x="6428" y="1229"/>
                  <a:pt x="6711" y="914"/>
                  <a:pt x="7026" y="757"/>
                </a:cubicBezTo>
                <a:close/>
                <a:moveTo>
                  <a:pt x="7688" y="757"/>
                </a:moveTo>
                <a:cubicBezTo>
                  <a:pt x="8003" y="914"/>
                  <a:pt x="8287" y="1229"/>
                  <a:pt x="8507" y="1702"/>
                </a:cubicBezTo>
                <a:cubicBezTo>
                  <a:pt x="8665" y="2017"/>
                  <a:pt x="8791" y="2364"/>
                  <a:pt x="8854" y="2710"/>
                </a:cubicBezTo>
                <a:lnTo>
                  <a:pt x="7688" y="2710"/>
                </a:lnTo>
                <a:lnTo>
                  <a:pt x="7688" y="757"/>
                </a:lnTo>
                <a:close/>
                <a:moveTo>
                  <a:pt x="8917" y="977"/>
                </a:moveTo>
                <a:cubicBezTo>
                  <a:pt x="9704" y="1387"/>
                  <a:pt x="10334" y="1954"/>
                  <a:pt x="10712" y="2710"/>
                </a:cubicBezTo>
                <a:lnTo>
                  <a:pt x="9578" y="2710"/>
                </a:lnTo>
                <a:cubicBezTo>
                  <a:pt x="9452" y="2206"/>
                  <a:pt x="9295" y="1765"/>
                  <a:pt x="9106" y="1387"/>
                </a:cubicBezTo>
                <a:cubicBezTo>
                  <a:pt x="9011" y="1261"/>
                  <a:pt x="8948" y="1103"/>
                  <a:pt x="8917" y="977"/>
                </a:cubicBezTo>
                <a:close/>
                <a:moveTo>
                  <a:pt x="5798" y="1009"/>
                </a:moveTo>
                <a:lnTo>
                  <a:pt x="5798" y="1009"/>
                </a:lnTo>
                <a:cubicBezTo>
                  <a:pt x="5703" y="1135"/>
                  <a:pt x="5640" y="1261"/>
                  <a:pt x="5609" y="1418"/>
                </a:cubicBezTo>
                <a:cubicBezTo>
                  <a:pt x="5388" y="1796"/>
                  <a:pt x="5231" y="2269"/>
                  <a:pt x="5136" y="2742"/>
                </a:cubicBezTo>
                <a:lnTo>
                  <a:pt x="3970" y="2742"/>
                </a:lnTo>
                <a:cubicBezTo>
                  <a:pt x="4380" y="1954"/>
                  <a:pt x="5042" y="1387"/>
                  <a:pt x="5798" y="1009"/>
                </a:cubicBezTo>
                <a:close/>
                <a:moveTo>
                  <a:pt x="5010" y="3435"/>
                </a:moveTo>
                <a:cubicBezTo>
                  <a:pt x="4978" y="3750"/>
                  <a:pt x="4915" y="4096"/>
                  <a:pt x="4915" y="4443"/>
                </a:cubicBezTo>
                <a:cubicBezTo>
                  <a:pt x="4978" y="4789"/>
                  <a:pt x="4978" y="5167"/>
                  <a:pt x="5010" y="5482"/>
                </a:cubicBezTo>
                <a:lnTo>
                  <a:pt x="3718" y="5482"/>
                </a:lnTo>
                <a:cubicBezTo>
                  <a:pt x="3624" y="5167"/>
                  <a:pt x="3561" y="4789"/>
                  <a:pt x="3561" y="4443"/>
                </a:cubicBezTo>
                <a:cubicBezTo>
                  <a:pt x="3561" y="4096"/>
                  <a:pt x="3592" y="3750"/>
                  <a:pt x="3718" y="3435"/>
                </a:cubicBezTo>
                <a:close/>
                <a:moveTo>
                  <a:pt x="7026" y="3435"/>
                </a:moveTo>
                <a:lnTo>
                  <a:pt x="7026" y="5482"/>
                </a:lnTo>
                <a:lnTo>
                  <a:pt x="5703" y="5482"/>
                </a:lnTo>
                <a:cubicBezTo>
                  <a:pt x="5672" y="5136"/>
                  <a:pt x="5640" y="4789"/>
                  <a:pt x="5640" y="4443"/>
                </a:cubicBezTo>
                <a:cubicBezTo>
                  <a:pt x="5640" y="4096"/>
                  <a:pt x="5672" y="3718"/>
                  <a:pt x="5703" y="3435"/>
                </a:cubicBezTo>
                <a:close/>
                <a:moveTo>
                  <a:pt x="8980" y="3435"/>
                </a:moveTo>
                <a:cubicBezTo>
                  <a:pt x="9011" y="3750"/>
                  <a:pt x="9074" y="4096"/>
                  <a:pt x="9074" y="4443"/>
                </a:cubicBezTo>
                <a:cubicBezTo>
                  <a:pt x="9074" y="4789"/>
                  <a:pt x="9011" y="5167"/>
                  <a:pt x="8980" y="5482"/>
                </a:cubicBezTo>
                <a:lnTo>
                  <a:pt x="7688" y="5482"/>
                </a:lnTo>
                <a:lnTo>
                  <a:pt x="7688" y="3435"/>
                </a:lnTo>
                <a:close/>
                <a:moveTo>
                  <a:pt x="10996" y="3435"/>
                </a:moveTo>
                <a:cubicBezTo>
                  <a:pt x="11059" y="3750"/>
                  <a:pt x="11153" y="4096"/>
                  <a:pt x="11153" y="4443"/>
                </a:cubicBezTo>
                <a:cubicBezTo>
                  <a:pt x="11153" y="4789"/>
                  <a:pt x="11122" y="5167"/>
                  <a:pt x="10996" y="5482"/>
                </a:cubicBezTo>
                <a:lnTo>
                  <a:pt x="9704" y="5482"/>
                </a:lnTo>
                <a:cubicBezTo>
                  <a:pt x="9736" y="5136"/>
                  <a:pt x="9767" y="4789"/>
                  <a:pt x="9767" y="4443"/>
                </a:cubicBezTo>
                <a:cubicBezTo>
                  <a:pt x="9736" y="4096"/>
                  <a:pt x="9736" y="3750"/>
                  <a:pt x="9704" y="3435"/>
                </a:cubicBezTo>
                <a:close/>
                <a:moveTo>
                  <a:pt x="5136" y="6144"/>
                </a:moveTo>
                <a:cubicBezTo>
                  <a:pt x="5231" y="6648"/>
                  <a:pt x="5388" y="7089"/>
                  <a:pt x="5609" y="7467"/>
                </a:cubicBezTo>
                <a:cubicBezTo>
                  <a:pt x="5672" y="7593"/>
                  <a:pt x="5766" y="7751"/>
                  <a:pt x="5798" y="7877"/>
                </a:cubicBezTo>
                <a:cubicBezTo>
                  <a:pt x="5042" y="7530"/>
                  <a:pt x="4380" y="6932"/>
                  <a:pt x="3970" y="6144"/>
                </a:cubicBezTo>
                <a:close/>
                <a:moveTo>
                  <a:pt x="10712" y="6144"/>
                </a:moveTo>
                <a:cubicBezTo>
                  <a:pt x="10334" y="6932"/>
                  <a:pt x="9704" y="7530"/>
                  <a:pt x="8917" y="7877"/>
                </a:cubicBezTo>
                <a:cubicBezTo>
                  <a:pt x="8980" y="7751"/>
                  <a:pt x="9074" y="7625"/>
                  <a:pt x="9106" y="7467"/>
                </a:cubicBezTo>
                <a:cubicBezTo>
                  <a:pt x="9295" y="7089"/>
                  <a:pt x="9452" y="6617"/>
                  <a:pt x="9578" y="6144"/>
                </a:cubicBezTo>
                <a:close/>
                <a:moveTo>
                  <a:pt x="7026" y="6144"/>
                </a:moveTo>
                <a:lnTo>
                  <a:pt x="7026" y="8097"/>
                </a:lnTo>
                <a:cubicBezTo>
                  <a:pt x="6743" y="7940"/>
                  <a:pt x="6428" y="7625"/>
                  <a:pt x="6239" y="7152"/>
                </a:cubicBezTo>
                <a:cubicBezTo>
                  <a:pt x="6081" y="6837"/>
                  <a:pt x="5955" y="6491"/>
                  <a:pt x="5861" y="6144"/>
                </a:cubicBezTo>
                <a:close/>
                <a:moveTo>
                  <a:pt x="8854" y="6144"/>
                </a:moveTo>
                <a:cubicBezTo>
                  <a:pt x="8791" y="6522"/>
                  <a:pt x="8633" y="6900"/>
                  <a:pt x="8507" y="7152"/>
                </a:cubicBezTo>
                <a:cubicBezTo>
                  <a:pt x="8287" y="7688"/>
                  <a:pt x="8003" y="8003"/>
                  <a:pt x="7688" y="8097"/>
                </a:cubicBezTo>
                <a:lnTo>
                  <a:pt x="7688" y="6144"/>
                </a:lnTo>
                <a:close/>
                <a:moveTo>
                  <a:pt x="2726" y="8759"/>
                </a:moveTo>
                <a:cubicBezTo>
                  <a:pt x="2813" y="8759"/>
                  <a:pt x="2899" y="8790"/>
                  <a:pt x="2962" y="8853"/>
                </a:cubicBezTo>
                <a:cubicBezTo>
                  <a:pt x="3088" y="8980"/>
                  <a:pt x="3088" y="9169"/>
                  <a:pt x="2962" y="9326"/>
                </a:cubicBezTo>
                <a:lnTo>
                  <a:pt x="1387" y="10901"/>
                </a:lnTo>
                <a:cubicBezTo>
                  <a:pt x="1324" y="10964"/>
                  <a:pt x="1237" y="10996"/>
                  <a:pt x="1151" y="10996"/>
                </a:cubicBezTo>
                <a:cubicBezTo>
                  <a:pt x="1064" y="10996"/>
                  <a:pt x="977" y="10964"/>
                  <a:pt x="914" y="10901"/>
                </a:cubicBezTo>
                <a:cubicBezTo>
                  <a:pt x="788" y="10775"/>
                  <a:pt x="788" y="10555"/>
                  <a:pt x="914" y="10429"/>
                </a:cubicBezTo>
                <a:lnTo>
                  <a:pt x="2490" y="8853"/>
                </a:lnTo>
                <a:cubicBezTo>
                  <a:pt x="2553" y="8790"/>
                  <a:pt x="2639" y="8759"/>
                  <a:pt x="2726" y="8759"/>
                </a:cubicBezTo>
                <a:close/>
                <a:moveTo>
                  <a:pt x="7373" y="1"/>
                </a:moveTo>
                <a:cubicBezTo>
                  <a:pt x="4915" y="1"/>
                  <a:pt x="2931" y="1985"/>
                  <a:pt x="2931" y="4443"/>
                </a:cubicBezTo>
                <a:cubicBezTo>
                  <a:pt x="2931" y="5514"/>
                  <a:pt x="3309" y="6522"/>
                  <a:pt x="4002" y="7310"/>
                </a:cubicBezTo>
                <a:lnTo>
                  <a:pt x="3151" y="8160"/>
                </a:lnTo>
                <a:cubicBezTo>
                  <a:pt x="3011" y="8079"/>
                  <a:pt x="2858" y="8040"/>
                  <a:pt x="2705" y="8040"/>
                </a:cubicBezTo>
                <a:cubicBezTo>
                  <a:pt x="2445" y="8040"/>
                  <a:pt x="2184" y="8151"/>
                  <a:pt x="1986" y="8349"/>
                </a:cubicBezTo>
                <a:lnTo>
                  <a:pt x="410" y="9925"/>
                </a:lnTo>
                <a:cubicBezTo>
                  <a:pt x="1" y="10303"/>
                  <a:pt x="1" y="10996"/>
                  <a:pt x="410" y="11374"/>
                </a:cubicBezTo>
                <a:cubicBezTo>
                  <a:pt x="599" y="11563"/>
                  <a:pt x="883" y="11689"/>
                  <a:pt x="1103" y="11689"/>
                </a:cubicBezTo>
                <a:cubicBezTo>
                  <a:pt x="1387" y="11689"/>
                  <a:pt x="1607" y="11563"/>
                  <a:pt x="1828" y="11374"/>
                </a:cubicBezTo>
                <a:lnTo>
                  <a:pt x="3403" y="9799"/>
                </a:lnTo>
                <a:cubicBezTo>
                  <a:pt x="3718" y="9484"/>
                  <a:pt x="3781" y="9011"/>
                  <a:pt x="3592" y="8633"/>
                </a:cubicBezTo>
                <a:lnTo>
                  <a:pt x="4411" y="7782"/>
                </a:lnTo>
                <a:cubicBezTo>
                  <a:pt x="5199" y="8444"/>
                  <a:pt x="6207" y="8853"/>
                  <a:pt x="7278" y="8853"/>
                </a:cubicBezTo>
                <a:cubicBezTo>
                  <a:pt x="7298" y="8854"/>
                  <a:pt x="7318" y="8854"/>
                  <a:pt x="7338" y="8854"/>
                </a:cubicBezTo>
                <a:cubicBezTo>
                  <a:pt x="9830" y="8854"/>
                  <a:pt x="11815" y="6881"/>
                  <a:pt x="11815" y="4443"/>
                </a:cubicBezTo>
                <a:cubicBezTo>
                  <a:pt x="11815" y="2017"/>
                  <a:pt x="9799" y="1"/>
                  <a:pt x="7373"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61" name="Google Shape;10579;p73">
            <a:extLst>
              <a:ext uri="{FF2B5EF4-FFF2-40B4-BE49-F238E27FC236}">
                <a16:creationId xmlns:a16="http://schemas.microsoft.com/office/drawing/2014/main" id="{0523C4D3-2563-82BB-8B9C-5671B2C7039A}"/>
              </a:ext>
            </a:extLst>
          </p:cNvPr>
          <p:cNvGrpSpPr/>
          <p:nvPr/>
        </p:nvGrpSpPr>
        <p:grpSpPr>
          <a:xfrm>
            <a:off x="6909009" y="3323520"/>
            <a:ext cx="855599" cy="850417"/>
            <a:chOff x="-4932650" y="2046625"/>
            <a:chExt cx="293025" cy="291250"/>
          </a:xfrm>
          <a:solidFill>
            <a:srgbClr val="555559"/>
          </a:solidFill>
        </p:grpSpPr>
        <p:sp>
          <p:nvSpPr>
            <p:cNvPr id="1862" name="Google Shape;10580;p73">
              <a:extLst>
                <a:ext uri="{FF2B5EF4-FFF2-40B4-BE49-F238E27FC236}">
                  <a16:creationId xmlns:a16="http://schemas.microsoft.com/office/drawing/2014/main" id="{870B6F1E-9CE3-0CA6-1874-BDEB831BFE28}"/>
                </a:ext>
              </a:extLst>
            </p:cNvPr>
            <p:cNvSpPr/>
            <p:nvPr/>
          </p:nvSpPr>
          <p:spPr>
            <a:xfrm>
              <a:off x="-4932650" y="2046625"/>
              <a:ext cx="293025" cy="291250"/>
            </a:xfrm>
            <a:custGeom>
              <a:avLst/>
              <a:gdLst/>
              <a:ahLst/>
              <a:cxnLst/>
              <a:rect l="l" t="t" r="r" b="b"/>
              <a:pathLst>
                <a:path w="11721" h="11650" extrusionOk="0">
                  <a:moveTo>
                    <a:pt x="7625" y="694"/>
                  </a:moveTo>
                  <a:cubicBezTo>
                    <a:pt x="9515" y="694"/>
                    <a:pt x="11059" y="2206"/>
                    <a:pt x="11059" y="4096"/>
                  </a:cubicBezTo>
                  <a:cubicBezTo>
                    <a:pt x="11059" y="5987"/>
                    <a:pt x="9515" y="7530"/>
                    <a:pt x="7625" y="7530"/>
                  </a:cubicBezTo>
                  <a:cubicBezTo>
                    <a:pt x="5735" y="7530"/>
                    <a:pt x="4223" y="5987"/>
                    <a:pt x="4223" y="4096"/>
                  </a:cubicBezTo>
                  <a:cubicBezTo>
                    <a:pt x="4223" y="2206"/>
                    <a:pt x="5735" y="694"/>
                    <a:pt x="7625" y="694"/>
                  </a:cubicBezTo>
                  <a:close/>
                  <a:moveTo>
                    <a:pt x="3344" y="8066"/>
                  </a:moveTo>
                  <a:cubicBezTo>
                    <a:pt x="3435" y="8066"/>
                    <a:pt x="3529" y="8098"/>
                    <a:pt x="3593" y="8161"/>
                  </a:cubicBezTo>
                  <a:cubicBezTo>
                    <a:pt x="3719" y="8287"/>
                    <a:pt x="3719" y="8507"/>
                    <a:pt x="3593" y="8633"/>
                  </a:cubicBezTo>
                  <a:lnTo>
                    <a:pt x="1324" y="10870"/>
                  </a:lnTo>
                  <a:cubicBezTo>
                    <a:pt x="1277" y="10933"/>
                    <a:pt x="1190" y="10964"/>
                    <a:pt x="1100" y="10964"/>
                  </a:cubicBezTo>
                  <a:cubicBezTo>
                    <a:pt x="1009" y="10964"/>
                    <a:pt x="915" y="10933"/>
                    <a:pt x="852" y="10870"/>
                  </a:cubicBezTo>
                  <a:cubicBezTo>
                    <a:pt x="757" y="10744"/>
                    <a:pt x="757" y="10523"/>
                    <a:pt x="852" y="10397"/>
                  </a:cubicBezTo>
                  <a:lnTo>
                    <a:pt x="3120" y="8161"/>
                  </a:lnTo>
                  <a:cubicBezTo>
                    <a:pt x="3167" y="8098"/>
                    <a:pt x="3254" y="8066"/>
                    <a:pt x="3344" y="8066"/>
                  </a:cubicBezTo>
                  <a:close/>
                  <a:moveTo>
                    <a:pt x="7625" y="1"/>
                  </a:moveTo>
                  <a:cubicBezTo>
                    <a:pt x="5357" y="1"/>
                    <a:pt x="3529" y="1860"/>
                    <a:pt x="3529" y="4096"/>
                  </a:cubicBezTo>
                  <a:cubicBezTo>
                    <a:pt x="3529" y="5136"/>
                    <a:pt x="3908" y="6050"/>
                    <a:pt x="4538" y="6743"/>
                  </a:cubicBezTo>
                  <a:lnTo>
                    <a:pt x="3813" y="7467"/>
                  </a:lnTo>
                  <a:cubicBezTo>
                    <a:pt x="3673" y="7386"/>
                    <a:pt x="3520" y="7347"/>
                    <a:pt x="3367" y="7347"/>
                  </a:cubicBezTo>
                  <a:cubicBezTo>
                    <a:pt x="3106" y="7347"/>
                    <a:pt x="2846" y="7458"/>
                    <a:pt x="2647" y="7656"/>
                  </a:cubicBezTo>
                  <a:lnTo>
                    <a:pt x="379" y="9893"/>
                  </a:lnTo>
                  <a:cubicBezTo>
                    <a:pt x="1" y="10271"/>
                    <a:pt x="1" y="10964"/>
                    <a:pt x="379" y="11343"/>
                  </a:cubicBezTo>
                  <a:cubicBezTo>
                    <a:pt x="584" y="11547"/>
                    <a:pt x="852" y="11650"/>
                    <a:pt x="1119" y="11650"/>
                  </a:cubicBezTo>
                  <a:cubicBezTo>
                    <a:pt x="1387" y="11650"/>
                    <a:pt x="1655" y="11547"/>
                    <a:pt x="1860" y="11343"/>
                  </a:cubicBezTo>
                  <a:lnTo>
                    <a:pt x="4097" y="9106"/>
                  </a:lnTo>
                  <a:cubicBezTo>
                    <a:pt x="4412" y="8791"/>
                    <a:pt x="4506" y="8318"/>
                    <a:pt x="4286" y="7909"/>
                  </a:cubicBezTo>
                  <a:lnTo>
                    <a:pt x="5010" y="7215"/>
                  </a:lnTo>
                  <a:cubicBezTo>
                    <a:pt x="5703" y="7814"/>
                    <a:pt x="6648" y="8192"/>
                    <a:pt x="7625" y="8192"/>
                  </a:cubicBezTo>
                  <a:cubicBezTo>
                    <a:pt x="9925" y="8192"/>
                    <a:pt x="11721" y="6333"/>
                    <a:pt x="11721" y="4096"/>
                  </a:cubicBezTo>
                  <a:cubicBezTo>
                    <a:pt x="11721" y="1828"/>
                    <a:pt x="9893" y="1"/>
                    <a:pt x="762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0581;p73">
              <a:extLst>
                <a:ext uri="{FF2B5EF4-FFF2-40B4-BE49-F238E27FC236}">
                  <a16:creationId xmlns:a16="http://schemas.microsoft.com/office/drawing/2014/main" id="{073C3297-C8DD-BC97-0319-457F29337282}"/>
                </a:ext>
              </a:extLst>
            </p:cNvPr>
            <p:cNvSpPr/>
            <p:nvPr/>
          </p:nvSpPr>
          <p:spPr>
            <a:xfrm>
              <a:off x="-4802675" y="2115050"/>
              <a:ext cx="122100" cy="86075"/>
            </a:xfrm>
            <a:custGeom>
              <a:avLst/>
              <a:gdLst/>
              <a:ahLst/>
              <a:cxnLst/>
              <a:rect l="l" t="t" r="r" b="b"/>
              <a:pathLst>
                <a:path w="4884" h="3443" extrusionOk="0">
                  <a:moveTo>
                    <a:pt x="2428" y="1"/>
                  </a:moveTo>
                  <a:cubicBezTo>
                    <a:pt x="2301" y="1"/>
                    <a:pt x="2172" y="72"/>
                    <a:pt x="2111" y="225"/>
                  </a:cubicBezTo>
                  <a:lnTo>
                    <a:pt x="1418" y="2116"/>
                  </a:lnTo>
                  <a:lnTo>
                    <a:pt x="693" y="225"/>
                  </a:lnTo>
                  <a:cubicBezTo>
                    <a:pt x="645" y="105"/>
                    <a:pt x="524" y="4"/>
                    <a:pt x="400" y="4"/>
                  </a:cubicBezTo>
                  <a:cubicBezTo>
                    <a:pt x="361" y="4"/>
                    <a:pt x="321" y="14"/>
                    <a:pt x="284" y="36"/>
                  </a:cubicBezTo>
                  <a:cubicBezTo>
                    <a:pt x="126" y="99"/>
                    <a:pt x="0" y="288"/>
                    <a:pt x="63" y="446"/>
                  </a:cubicBezTo>
                  <a:lnTo>
                    <a:pt x="1103" y="3218"/>
                  </a:lnTo>
                  <a:cubicBezTo>
                    <a:pt x="1168" y="3364"/>
                    <a:pt x="1299" y="3443"/>
                    <a:pt x="1428" y="3443"/>
                  </a:cubicBezTo>
                  <a:cubicBezTo>
                    <a:pt x="1551" y="3443"/>
                    <a:pt x="1672" y="3372"/>
                    <a:pt x="1733" y="3218"/>
                  </a:cubicBezTo>
                  <a:lnTo>
                    <a:pt x="2426" y="1328"/>
                  </a:lnTo>
                  <a:lnTo>
                    <a:pt x="3151" y="3218"/>
                  </a:lnTo>
                  <a:cubicBezTo>
                    <a:pt x="3215" y="3364"/>
                    <a:pt x="3346" y="3443"/>
                    <a:pt x="3476" y="3443"/>
                  </a:cubicBezTo>
                  <a:cubicBezTo>
                    <a:pt x="3598" y="3443"/>
                    <a:pt x="3719" y="3372"/>
                    <a:pt x="3781" y="3218"/>
                  </a:cubicBezTo>
                  <a:lnTo>
                    <a:pt x="4789" y="446"/>
                  </a:lnTo>
                  <a:cubicBezTo>
                    <a:pt x="4884" y="257"/>
                    <a:pt x="4789" y="68"/>
                    <a:pt x="4600" y="36"/>
                  </a:cubicBezTo>
                  <a:cubicBezTo>
                    <a:pt x="4562" y="14"/>
                    <a:pt x="4521" y="4"/>
                    <a:pt x="4479" y="4"/>
                  </a:cubicBezTo>
                  <a:cubicBezTo>
                    <a:pt x="4346" y="4"/>
                    <a:pt x="4207" y="105"/>
                    <a:pt x="4159" y="225"/>
                  </a:cubicBezTo>
                  <a:lnTo>
                    <a:pt x="3466" y="2116"/>
                  </a:lnTo>
                  <a:lnTo>
                    <a:pt x="2741" y="225"/>
                  </a:lnTo>
                  <a:cubicBezTo>
                    <a:pt x="2693" y="80"/>
                    <a:pt x="2561" y="1"/>
                    <a:pt x="242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84" name="Google Shape;10582;p73">
            <a:extLst>
              <a:ext uri="{FF2B5EF4-FFF2-40B4-BE49-F238E27FC236}">
                <a16:creationId xmlns:a16="http://schemas.microsoft.com/office/drawing/2014/main" id="{FCB9EB9F-9940-2F12-559A-DB4249406C32}"/>
              </a:ext>
            </a:extLst>
          </p:cNvPr>
          <p:cNvSpPr/>
          <p:nvPr/>
        </p:nvSpPr>
        <p:spPr>
          <a:xfrm>
            <a:off x="6912042" y="4353673"/>
            <a:ext cx="850999" cy="848738"/>
          </a:xfrm>
          <a:custGeom>
            <a:avLst/>
            <a:gdLst/>
            <a:ahLst/>
            <a:cxnLst/>
            <a:rect l="l" t="t" r="r" b="b"/>
            <a:pathLst>
              <a:path w="11658" h="11627" extrusionOk="0">
                <a:moveTo>
                  <a:pt x="6806" y="2017"/>
                </a:moveTo>
                <a:lnTo>
                  <a:pt x="6806" y="2773"/>
                </a:lnTo>
                <a:lnTo>
                  <a:pt x="4758" y="2773"/>
                </a:lnTo>
                <a:lnTo>
                  <a:pt x="4758" y="2017"/>
                </a:lnTo>
                <a:close/>
                <a:moveTo>
                  <a:pt x="7152" y="694"/>
                </a:moveTo>
                <a:cubicBezTo>
                  <a:pt x="7688" y="694"/>
                  <a:pt x="8192" y="1167"/>
                  <a:pt x="8192" y="1702"/>
                </a:cubicBezTo>
                <a:lnTo>
                  <a:pt x="8192" y="2773"/>
                </a:lnTo>
                <a:lnTo>
                  <a:pt x="7499" y="2773"/>
                </a:lnTo>
                <a:lnTo>
                  <a:pt x="7499" y="1702"/>
                </a:lnTo>
                <a:cubicBezTo>
                  <a:pt x="7499" y="1513"/>
                  <a:pt x="7341" y="1356"/>
                  <a:pt x="7152" y="1356"/>
                </a:cubicBezTo>
                <a:lnTo>
                  <a:pt x="4411" y="1356"/>
                </a:lnTo>
                <a:cubicBezTo>
                  <a:pt x="4191" y="1356"/>
                  <a:pt x="4033" y="1513"/>
                  <a:pt x="4033" y="1702"/>
                </a:cubicBezTo>
                <a:lnTo>
                  <a:pt x="4033" y="2773"/>
                </a:lnTo>
                <a:lnTo>
                  <a:pt x="3371" y="2773"/>
                </a:lnTo>
                <a:lnTo>
                  <a:pt x="3371" y="1702"/>
                </a:lnTo>
                <a:cubicBezTo>
                  <a:pt x="3371" y="1167"/>
                  <a:pt x="3844" y="694"/>
                  <a:pt x="4411" y="694"/>
                </a:cubicBezTo>
                <a:close/>
                <a:moveTo>
                  <a:pt x="10618" y="3498"/>
                </a:moveTo>
                <a:cubicBezTo>
                  <a:pt x="10807" y="3498"/>
                  <a:pt x="10964" y="3656"/>
                  <a:pt x="10964" y="3845"/>
                </a:cubicBezTo>
                <a:lnTo>
                  <a:pt x="10964" y="5010"/>
                </a:lnTo>
                <a:cubicBezTo>
                  <a:pt x="9546" y="6239"/>
                  <a:pt x="7688" y="6901"/>
                  <a:pt x="5766" y="6901"/>
                </a:cubicBezTo>
                <a:cubicBezTo>
                  <a:pt x="3876" y="6901"/>
                  <a:pt x="2080" y="6239"/>
                  <a:pt x="662" y="5010"/>
                </a:cubicBezTo>
                <a:lnTo>
                  <a:pt x="662" y="3971"/>
                </a:lnTo>
                <a:cubicBezTo>
                  <a:pt x="662" y="3687"/>
                  <a:pt x="851" y="3498"/>
                  <a:pt x="1135" y="3498"/>
                </a:cubicBezTo>
                <a:close/>
                <a:moveTo>
                  <a:pt x="6806" y="7531"/>
                </a:moveTo>
                <a:lnTo>
                  <a:pt x="6806" y="7940"/>
                </a:lnTo>
                <a:cubicBezTo>
                  <a:pt x="6806" y="8129"/>
                  <a:pt x="6648" y="8287"/>
                  <a:pt x="6459" y="8287"/>
                </a:cubicBezTo>
                <a:lnTo>
                  <a:pt x="5073" y="8287"/>
                </a:lnTo>
                <a:cubicBezTo>
                  <a:pt x="4884" y="8287"/>
                  <a:pt x="4726" y="8129"/>
                  <a:pt x="4726" y="7940"/>
                </a:cubicBezTo>
                <a:lnTo>
                  <a:pt x="4726" y="7531"/>
                </a:lnTo>
                <a:lnTo>
                  <a:pt x="4758" y="7531"/>
                </a:lnTo>
                <a:cubicBezTo>
                  <a:pt x="5104" y="7594"/>
                  <a:pt x="5419" y="7625"/>
                  <a:pt x="5766" y="7625"/>
                </a:cubicBezTo>
                <a:cubicBezTo>
                  <a:pt x="6112" y="7625"/>
                  <a:pt x="6427" y="7594"/>
                  <a:pt x="6806" y="7531"/>
                </a:cubicBezTo>
                <a:close/>
                <a:moveTo>
                  <a:pt x="10964" y="5892"/>
                </a:moveTo>
                <a:lnTo>
                  <a:pt x="10964" y="9988"/>
                </a:lnTo>
                <a:cubicBezTo>
                  <a:pt x="10964" y="10524"/>
                  <a:pt x="10492" y="10996"/>
                  <a:pt x="9956" y="10996"/>
                </a:cubicBezTo>
                <a:lnTo>
                  <a:pt x="1670" y="10996"/>
                </a:lnTo>
                <a:cubicBezTo>
                  <a:pt x="1135" y="10996"/>
                  <a:pt x="662" y="10524"/>
                  <a:pt x="662" y="9988"/>
                </a:cubicBezTo>
                <a:lnTo>
                  <a:pt x="662" y="5892"/>
                </a:lnTo>
                <a:cubicBezTo>
                  <a:pt x="1670" y="6649"/>
                  <a:pt x="2804" y="7184"/>
                  <a:pt x="4065" y="7436"/>
                </a:cubicBezTo>
                <a:lnTo>
                  <a:pt x="4065" y="7940"/>
                </a:lnTo>
                <a:cubicBezTo>
                  <a:pt x="4065" y="8476"/>
                  <a:pt x="4537" y="8948"/>
                  <a:pt x="5104" y="8948"/>
                </a:cubicBezTo>
                <a:lnTo>
                  <a:pt x="6490" y="8948"/>
                </a:lnTo>
                <a:cubicBezTo>
                  <a:pt x="7026" y="8948"/>
                  <a:pt x="7499" y="8476"/>
                  <a:pt x="7499" y="7940"/>
                </a:cubicBezTo>
                <a:lnTo>
                  <a:pt x="7499" y="7436"/>
                </a:lnTo>
                <a:cubicBezTo>
                  <a:pt x="7971" y="7342"/>
                  <a:pt x="8444" y="7184"/>
                  <a:pt x="8916" y="7027"/>
                </a:cubicBezTo>
                <a:cubicBezTo>
                  <a:pt x="9672" y="6743"/>
                  <a:pt x="10334" y="6365"/>
                  <a:pt x="10964" y="5892"/>
                </a:cubicBezTo>
                <a:close/>
                <a:moveTo>
                  <a:pt x="4411" y="1"/>
                </a:moveTo>
                <a:cubicBezTo>
                  <a:pt x="3466" y="1"/>
                  <a:pt x="2710" y="757"/>
                  <a:pt x="2710" y="1702"/>
                </a:cubicBezTo>
                <a:lnTo>
                  <a:pt x="2710" y="2773"/>
                </a:lnTo>
                <a:lnTo>
                  <a:pt x="1135" y="2773"/>
                </a:lnTo>
                <a:cubicBezTo>
                  <a:pt x="505" y="2773"/>
                  <a:pt x="0" y="3277"/>
                  <a:pt x="0" y="3908"/>
                </a:cubicBezTo>
                <a:lnTo>
                  <a:pt x="0" y="9957"/>
                </a:lnTo>
                <a:cubicBezTo>
                  <a:pt x="0" y="10902"/>
                  <a:pt x="725" y="11626"/>
                  <a:pt x="1670" y="11626"/>
                </a:cubicBezTo>
                <a:lnTo>
                  <a:pt x="9956" y="11626"/>
                </a:lnTo>
                <a:cubicBezTo>
                  <a:pt x="10901" y="11626"/>
                  <a:pt x="11657" y="10902"/>
                  <a:pt x="11657" y="9957"/>
                </a:cubicBezTo>
                <a:lnTo>
                  <a:pt x="11657" y="3813"/>
                </a:lnTo>
                <a:cubicBezTo>
                  <a:pt x="11626" y="3246"/>
                  <a:pt x="11153" y="2773"/>
                  <a:pt x="10618" y="2773"/>
                </a:cubicBezTo>
                <a:lnTo>
                  <a:pt x="8853" y="2773"/>
                </a:lnTo>
                <a:lnTo>
                  <a:pt x="8853" y="1702"/>
                </a:lnTo>
                <a:cubicBezTo>
                  <a:pt x="8853" y="757"/>
                  <a:pt x="8097" y="1"/>
                  <a:pt x="7152"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85" name="Google Shape;10583;p73">
            <a:extLst>
              <a:ext uri="{FF2B5EF4-FFF2-40B4-BE49-F238E27FC236}">
                <a16:creationId xmlns:a16="http://schemas.microsoft.com/office/drawing/2014/main" id="{92D95CB1-8944-AC32-2F0D-C0FC02E9C666}"/>
              </a:ext>
            </a:extLst>
          </p:cNvPr>
          <p:cNvGrpSpPr/>
          <p:nvPr/>
        </p:nvGrpSpPr>
        <p:grpSpPr>
          <a:xfrm>
            <a:off x="6933138" y="5405651"/>
            <a:ext cx="855599" cy="850999"/>
            <a:chOff x="-4931075" y="2765725"/>
            <a:chExt cx="293025" cy="291450"/>
          </a:xfrm>
          <a:solidFill>
            <a:srgbClr val="555559"/>
          </a:solidFill>
        </p:grpSpPr>
        <p:sp>
          <p:nvSpPr>
            <p:cNvPr id="1586" name="Google Shape;10584;p73">
              <a:extLst>
                <a:ext uri="{FF2B5EF4-FFF2-40B4-BE49-F238E27FC236}">
                  <a16:creationId xmlns:a16="http://schemas.microsoft.com/office/drawing/2014/main" id="{EEB75F04-A184-8D1E-DA31-D68610D968E3}"/>
                </a:ext>
              </a:extLst>
            </p:cNvPr>
            <p:cNvSpPr/>
            <p:nvPr/>
          </p:nvSpPr>
          <p:spPr>
            <a:xfrm>
              <a:off x="-4810550" y="2884650"/>
              <a:ext cx="51225" cy="51225"/>
            </a:xfrm>
            <a:custGeom>
              <a:avLst/>
              <a:gdLst/>
              <a:ahLst/>
              <a:cxnLst/>
              <a:rect l="l" t="t" r="r" b="b"/>
              <a:pathLst>
                <a:path w="2049" h="2049" extrusionOk="0">
                  <a:moveTo>
                    <a:pt x="1008" y="663"/>
                  </a:moveTo>
                  <a:cubicBezTo>
                    <a:pt x="1229" y="663"/>
                    <a:pt x="1386" y="820"/>
                    <a:pt x="1386" y="1041"/>
                  </a:cubicBezTo>
                  <a:cubicBezTo>
                    <a:pt x="1386" y="1230"/>
                    <a:pt x="1229" y="1387"/>
                    <a:pt x="1008" y="1387"/>
                  </a:cubicBezTo>
                  <a:cubicBezTo>
                    <a:pt x="819" y="1387"/>
                    <a:pt x="662" y="1230"/>
                    <a:pt x="662" y="1041"/>
                  </a:cubicBezTo>
                  <a:cubicBezTo>
                    <a:pt x="662" y="820"/>
                    <a:pt x="819" y="663"/>
                    <a:pt x="1008" y="663"/>
                  </a:cubicBezTo>
                  <a:close/>
                  <a:moveTo>
                    <a:pt x="1008" y="1"/>
                  </a:moveTo>
                  <a:cubicBezTo>
                    <a:pt x="473" y="1"/>
                    <a:pt x="0" y="473"/>
                    <a:pt x="0" y="1041"/>
                  </a:cubicBezTo>
                  <a:cubicBezTo>
                    <a:pt x="0" y="1576"/>
                    <a:pt x="473" y="2049"/>
                    <a:pt x="1040" y="2049"/>
                  </a:cubicBezTo>
                  <a:cubicBezTo>
                    <a:pt x="1575" y="2049"/>
                    <a:pt x="2048" y="1576"/>
                    <a:pt x="2048" y="1041"/>
                  </a:cubicBezTo>
                  <a:cubicBezTo>
                    <a:pt x="2048" y="473"/>
                    <a:pt x="1607" y="1"/>
                    <a:pt x="100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0585;p73">
              <a:extLst>
                <a:ext uri="{FF2B5EF4-FFF2-40B4-BE49-F238E27FC236}">
                  <a16:creationId xmlns:a16="http://schemas.microsoft.com/office/drawing/2014/main" id="{9C06EE57-6A9D-7E2A-EA61-53A7716532F8}"/>
                </a:ext>
              </a:extLst>
            </p:cNvPr>
            <p:cNvSpPr/>
            <p:nvPr/>
          </p:nvSpPr>
          <p:spPr>
            <a:xfrm>
              <a:off x="-4931075" y="2765725"/>
              <a:ext cx="293025" cy="291450"/>
            </a:xfrm>
            <a:custGeom>
              <a:avLst/>
              <a:gdLst/>
              <a:ahLst/>
              <a:cxnLst/>
              <a:rect l="l" t="t" r="r" b="b"/>
              <a:pathLst>
                <a:path w="11721" h="11658" extrusionOk="0">
                  <a:moveTo>
                    <a:pt x="3214" y="1387"/>
                  </a:moveTo>
                  <a:lnTo>
                    <a:pt x="4475" y="3844"/>
                  </a:lnTo>
                  <a:cubicBezTo>
                    <a:pt x="4223" y="4002"/>
                    <a:pt x="4034" y="4222"/>
                    <a:pt x="3876" y="4443"/>
                  </a:cubicBezTo>
                  <a:lnTo>
                    <a:pt x="1356" y="3214"/>
                  </a:lnTo>
                  <a:cubicBezTo>
                    <a:pt x="1828" y="2427"/>
                    <a:pt x="2458" y="1796"/>
                    <a:pt x="3214" y="1387"/>
                  </a:cubicBezTo>
                  <a:close/>
                  <a:moveTo>
                    <a:pt x="5829" y="4128"/>
                  </a:moveTo>
                  <a:cubicBezTo>
                    <a:pt x="6775" y="4128"/>
                    <a:pt x="7531" y="4884"/>
                    <a:pt x="7531" y="5829"/>
                  </a:cubicBezTo>
                  <a:cubicBezTo>
                    <a:pt x="7562" y="6743"/>
                    <a:pt x="6775" y="7530"/>
                    <a:pt x="5829" y="7530"/>
                  </a:cubicBezTo>
                  <a:cubicBezTo>
                    <a:pt x="4884" y="7530"/>
                    <a:pt x="4160" y="6774"/>
                    <a:pt x="4160" y="5829"/>
                  </a:cubicBezTo>
                  <a:cubicBezTo>
                    <a:pt x="4160" y="4884"/>
                    <a:pt x="4884" y="4128"/>
                    <a:pt x="5829" y="4128"/>
                  </a:cubicBezTo>
                  <a:close/>
                  <a:moveTo>
                    <a:pt x="5798" y="662"/>
                  </a:moveTo>
                  <a:cubicBezTo>
                    <a:pt x="8665" y="662"/>
                    <a:pt x="10996" y="2994"/>
                    <a:pt x="10996" y="5861"/>
                  </a:cubicBezTo>
                  <a:cubicBezTo>
                    <a:pt x="10996" y="6585"/>
                    <a:pt x="10839" y="7247"/>
                    <a:pt x="10618" y="7845"/>
                  </a:cubicBezTo>
                  <a:lnTo>
                    <a:pt x="8129" y="6585"/>
                  </a:lnTo>
                  <a:cubicBezTo>
                    <a:pt x="8192" y="6333"/>
                    <a:pt x="8255" y="6050"/>
                    <a:pt x="8255" y="5829"/>
                  </a:cubicBezTo>
                  <a:cubicBezTo>
                    <a:pt x="8255" y="4474"/>
                    <a:pt x="7184" y="3435"/>
                    <a:pt x="5829" y="3435"/>
                  </a:cubicBezTo>
                  <a:cubicBezTo>
                    <a:pt x="5577" y="3435"/>
                    <a:pt x="5325" y="3466"/>
                    <a:pt x="5105" y="3529"/>
                  </a:cubicBezTo>
                  <a:lnTo>
                    <a:pt x="3845" y="1072"/>
                  </a:lnTo>
                  <a:cubicBezTo>
                    <a:pt x="4412" y="820"/>
                    <a:pt x="5105" y="662"/>
                    <a:pt x="5798" y="662"/>
                  </a:cubicBezTo>
                  <a:close/>
                  <a:moveTo>
                    <a:pt x="7814" y="7152"/>
                  </a:moveTo>
                  <a:lnTo>
                    <a:pt x="10303" y="8412"/>
                  </a:lnTo>
                  <a:cubicBezTo>
                    <a:pt x="9862" y="9200"/>
                    <a:pt x="9232" y="9830"/>
                    <a:pt x="8444" y="10271"/>
                  </a:cubicBezTo>
                  <a:lnTo>
                    <a:pt x="7216" y="7751"/>
                  </a:lnTo>
                  <a:cubicBezTo>
                    <a:pt x="7468" y="7593"/>
                    <a:pt x="7657" y="7404"/>
                    <a:pt x="7814" y="7152"/>
                  </a:cubicBezTo>
                  <a:close/>
                  <a:moveTo>
                    <a:pt x="1072" y="3844"/>
                  </a:moveTo>
                  <a:lnTo>
                    <a:pt x="3593" y="5073"/>
                  </a:lnTo>
                  <a:cubicBezTo>
                    <a:pt x="3530" y="5325"/>
                    <a:pt x="3498" y="5546"/>
                    <a:pt x="3498" y="5829"/>
                  </a:cubicBezTo>
                  <a:cubicBezTo>
                    <a:pt x="3498" y="7152"/>
                    <a:pt x="4538" y="8223"/>
                    <a:pt x="5892" y="8223"/>
                  </a:cubicBezTo>
                  <a:cubicBezTo>
                    <a:pt x="6176" y="8223"/>
                    <a:pt x="6396" y="8192"/>
                    <a:pt x="6648" y="8097"/>
                  </a:cubicBezTo>
                  <a:lnTo>
                    <a:pt x="7846" y="10618"/>
                  </a:lnTo>
                  <a:cubicBezTo>
                    <a:pt x="7216" y="10901"/>
                    <a:pt x="6554" y="11027"/>
                    <a:pt x="5892" y="11027"/>
                  </a:cubicBezTo>
                  <a:cubicBezTo>
                    <a:pt x="2994" y="10996"/>
                    <a:pt x="694" y="8665"/>
                    <a:pt x="694" y="5829"/>
                  </a:cubicBezTo>
                  <a:cubicBezTo>
                    <a:pt x="694" y="5104"/>
                    <a:pt x="852" y="4443"/>
                    <a:pt x="1072" y="3844"/>
                  </a:cubicBezTo>
                  <a:close/>
                  <a:moveTo>
                    <a:pt x="5798" y="1"/>
                  </a:moveTo>
                  <a:cubicBezTo>
                    <a:pt x="4254" y="1"/>
                    <a:pt x="2773" y="599"/>
                    <a:pt x="1702" y="1702"/>
                  </a:cubicBezTo>
                  <a:cubicBezTo>
                    <a:pt x="600" y="2805"/>
                    <a:pt x="1" y="4254"/>
                    <a:pt x="1" y="5798"/>
                  </a:cubicBezTo>
                  <a:cubicBezTo>
                    <a:pt x="1" y="8980"/>
                    <a:pt x="2647" y="11657"/>
                    <a:pt x="5892" y="11657"/>
                  </a:cubicBezTo>
                  <a:cubicBezTo>
                    <a:pt x="9106" y="11657"/>
                    <a:pt x="11721" y="9043"/>
                    <a:pt x="11721" y="5829"/>
                  </a:cubicBezTo>
                  <a:cubicBezTo>
                    <a:pt x="11658" y="2647"/>
                    <a:pt x="9043" y="1"/>
                    <a:pt x="579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88" name="Google Shape;10586;p73">
            <a:extLst>
              <a:ext uri="{FF2B5EF4-FFF2-40B4-BE49-F238E27FC236}">
                <a16:creationId xmlns:a16="http://schemas.microsoft.com/office/drawing/2014/main" id="{71C3C9A8-CE7C-0FEA-CE47-26269C8B360E}"/>
              </a:ext>
            </a:extLst>
          </p:cNvPr>
          <p:cNvGrpSpPr/>
          <p:nvPr/>
        </p:nvGrpSpPr>
        <p:grpSpPr>
          <a:xfrm>
            <a:off x="12404768" y="3373850"/>
            <a:ext cx="850999" cy="749753"/>
            <a:chOff x="-3137650" y="2067900"/>
            <a:chExt cx="291450" cy="256775"/>
          </a:xfrm>
          <a:solidFill>
            <a:srgbClr val="555559"/>
          </a:solidFill>
        </p:grpSpPr>
        <p:sp>
          <p:nvSpPr>
            <p:cNvPr id="1589" name="Google Shape;10587;p73">
              <a:extLst>
                <a:ext uri="{FF2B5EF4-FFF2-40B4-BE49-F238E27FC236}">
                  <a16:creationId xmlns:a16="http://schemas.microsoft.com/office/drawing/2014/main" id="{BE9EB086-3915-8075-E0B4-975271290F34}"/>
                </a:ext>
              </a:extLst>
            </p:cNvPr>
            <p:cNvSpPr/>
            <p:nvPr/>
          </p:nvSpPr>
          <p:spPr>
            <a:xfrm>
              <a:off x="-3137650" y="2067900"/>
              <a:ext cx="291450" cy="187475"/>
            </a:xfrm>
            <a:custGeom>
              <a:avLst/>
              <a:gdLst/>
              <a:ahLst/>
              <a:cxnLst/>
              <a:rect l="l" t="t" r="r" b="b"/>
              <a:pathLst>
                <a:path w="11658" h="7499" extrusionOk="0">
                  <a:moveTo>
                    <a:pt x="10618" y="694"/>
                  </a:moveTo>
                  <a:cubicBezTo>
                    <a:pt x="10838" y="694"/>
                    <a:pt x="10964" y="851"/>
                    <a:pt x="10964" y="1040"/>
                  </a:cubicBezTo>
                  <a:lnTo>
                    <a:pt x="10964" y="6522"/>
                  </a:lnTo>
                  <a:cubicBezTo>
                    <a:pt x="10964" y="6711"/>
                    <a:pt x="10838" y="6868"/>
                    <a:pt x="10618" y="6868"/>
                  </a:cubicBezTo>
                  <a:lnTo>
                    <a:pt x="1009" y="6868"/>
                  </a:lnTo>
                  <a:cubicBezTo>
                    <a:pt x="820" y="6868"/>
                    <a:pt x="662" y="6711"/>
                    <a:pt x="662" y="6522"/>
                  </a:cubicBezTo>
                  <a:lnTo>
                    <a:pt x="662" y="1040"/>
                  </a:lnTo>
                  <a:cubicBezTo>
                    <a:pt x="662" y="851"/>
                    <a:pt x="820" y="694"/>
                    <a:pt x="1009" y="694"/>
                  </a:cubicBezTo>
                  <a:close/>
                  <a:moveTo>
                    <a:pt x="1009" y="0"/>
                  </a:moveTo>
                  <a:cubicBezTo>
                    <a:pt x="473" y="0"/>
                    <a:pt x="1" y="473"/>
                    <a:pt x="1" y="1009"/>
                  </a:cubicBezTo>
                  <a:lnTo>
                    <a:pt x="1" y="6490"/>
                  </a:lnTo>
                  <a:cubicBezTo>
                    <a:pt x="1" y="7026"/>
                    <a:pt x="473" y="7499"/>
                    <a:pt x="1009" y="7499"/>
                  </a:cubicBezTo>
                  <a:lnTo>
                    <a:pt x="10618" y="7499"/>
                  </a:lnTo>
                  <a:cubicBezTo>
                    <a:pt x="11185" y="7499"/>
                    <a:pt x="11658" y="7026"/>
                    <a:pt x="11658" y="6490"/>
                  </a:cubicBezTo>
                  <a:lnTo>
                    <a:pt x="11658" y="1009"/>
                  </a:lnTo>
                  <a:cubicBezTo>
                    <a:pt x="11658" y="473"/>
                    <a:pt x="11217" y="0"/>
                    <a:pt x="1061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0588;p73">
              <a:extLst>
                <a:ext uri="{FF2B5EF4-FFF2-40B4-BE49-F238E27FC236}">
                  <a16:creationId xmlns:a16="http://schemas.microsoft.com/office/drawing/2014/main" id="{791D0ADA-81EF-0AB5-9AE9-8860A7DB6F84}"/>
                </a:ext>
              </a:extLst>
            </p:cNvPr>
            <p:cNvSpPr/>
            <p:nvPr/>
          </p:nvSpPr>
          <p:spPr>
            <a:xfrm>
              <a:off x="-3137650" y="2273475"/>
              <a:ext cx="291450" cy="51200"/>
            </a:xfrm>
            <a:custGeom>
              <a:avLst/>
              <a:gdLst/>
              <a:ahLst/>
              <a:cxnLst/>
              <a:rect l="l" t="t" r="r" b="b"/>
              <a:pathLst>
                <a:path w="11658" h="2048" extrusionOk="0">
                  <a:moveTo>
                    <a:pt x="10618" y="662"/>
                  </a:moveTo>
                  <a:cubicBezTo>
                    <a:pt x="10838" y="662"/>
                    <a:pt x="10964" y="819"/>
                    <a:pt x="10964" y="1008"/>
                  </a:cubicBezTo>
                  <a:cubicBezTo>
                    <a:pt x="10964" y="1197"/>
                    <a:pt x="10838" y="1355"/>
                    <a:pt x="10618" y="1355"/>
                  </a:cubicBezTo>
                  <a:lnTo>
                    <a:pt x="6050" y="1355"/>
                  </a:lnTo>
                  <a:cubicBezTo>
                    <a:pt x="6113" y="1260"/>
                    <a:pt x="6113" y="1134"/>
                    <a:pt x="6113" y="1008"/>
                  </a:cubicBezTo>
                  <a:cubicBezTo>
                    <a:pt x="6113" y="882"/>
                    <a:pt x="6050" y="788"/>
                    <a:pt x="6050" y="662"/>
                  </a:cubicBezTo>
                  <a:close/>
                  <a:moveTo>
                    <a:pt x="5105" y="662"/>
                  </a:moveTo>
                  <a:cubicBezTo>
                    <a:pt x="5294" y="662"/>
                    <a:pt x="5451" y="819"/>
                    <a:pt x="5451" y="1008"/>
                  </a:cubicBezTo>
                  <a:cubicBezTo>
                    <a:pt x="5451" y="1229"/>
                    <a:pt x="5294" y="1386"/>
                    <a:pt x="5105" y="1386"/>
                  </a:cubicBezTo>
                  <a:lnTo>
                    <a:pt x="1009" y="1386"/>
                  </a:lnTo>
                  <a:cubicBezTo>
                    <a:pt x="820" y="1355"/>
                    <a:pt x="662" y="1229"/>
                    <a:pt x="662" y="1008"/>
                  </a:cubicBezTo>
                  <a:cubicBezTo>
                    <a:pt x="662" y="819"/>
                    <a:pt x="820" y="662"/>
                    <a:pt x="1009" y="662"/>
                  </a:cubicBezTo>
                  <a:close/>
                  <a:moveTo>
                    <a:pt x="1009" y="0"/>
                  </a:moveTo>
                  <a:cubicBezTo>
                    <a:pt x="473" y="0"/>
                    <a:pt x="1" y="473"/>
                    <a:pt x="1" y="1008"/>
                  </a:cubicBezTo>
                  <a:cubicBezTo>
                    <a:pt x="1" y="1575"/>
                    <a:pt x="473" y="2048"/>
                    <a:pt x="1009" y="2048"/>
                  </a:cubicBezTo>
                  <a:lnTo>
                    <a:pt x="10618" y="2048"/>
                  </a:lnTo>
                  <a:cubicBezTo>
                    <a:pt x="11185" y="2048"/>
                    <a:pt x="11658" y="1575"/>
                    <a:pt x="11658" y="1008"/>
                  </a:cubicBezTo>
                  <a:cubicBezTo>
                    <a:pt x="11658" y="473"/>
                    <a:pt x="11217" y="0"/>
                    <a:pt x="1061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0589;p73">
              <a:extLst>
                <a:ext uri="{FF2B5EF4-FFF2-40B4-BE49-F238E27FC236}">
                  <a16:creationId xmlns:a16="http://schemas.microsoft.com/office/drawing/2014/main" id="{C0F4A49B-994E-BBF0-879A-855ABEC66898}"/>
                </a:ext>
              </a:extLst>
            </p:cNvPr>
            <p:cNvSpPr/>
            <p:nvPr/>
          </p:nvSpPr>
          <p:spPr>
            <a:xfrm>
              <a:off x="-3035250" y="2103000"/>
              <a:ext cx="104000" cy="118500"/>
            </a:xfrm>
            <a:custGeom>
              <a:avLst/>
              <a:gdLst/>
              <a:ahLst/>
              <a:cxnLst/>
              <a:rect l="l" t="t" r="r" b="b"/>
              <a:pathLst>
                <a:path w="4160" h="4740" extrusionOk="0">
                  <a:moveTo>
                    <a:pt x="662" y="896"/>
                  </a:moveTo>
                  <a:lnTo>
                    <a:pt x="3056" y="2346"/>
                  </a:lnTo>
                  <a:lnTo>
                    <a:pt x="662" y="3826"/>
                  </a:lnTo>
                  <a:lnTo>
                    <a:pt x="662" y="896"/>
                  </a:lnTo>
                  <a:close/>
                  <a:moveTo>
                    <a:pt x="322" y="1"/>
                  </a:moveTo>
                  <a:cubicBezTo>
                    <a:pt x="144" y="1"/>
                    <a:pt x="0" y="131"/>
                    <a:pt x="0" y="298"/>
                  </a:cubicBezTo>
                  <a:lnTo>
                    <a:pt x="0" y="4425"/>
                  </a:lnTo>
                  <a:cubicBezTo>
                    <a:pt x="0" y="4607"/>
                    <a:pt x="132" y="4740"/>
                    <a:pt x="301" y="4740"/>
                  </a:cubicBezTo>
                  <a:cubicBezTo>
                    <a:pt x="365" y="4740"/>
                    <a:pt x="435" y="4720"/>
                    <a:pt x="504" y="4677"/>
                  </a:cubicBezTo>
                  <a:lnTo>
                    <a:pt x="3939" y="2629"/>
                  </a:lnTo>
                  <a:cubicBezTo>
                    <a:pt x="4159" y="2535"/>
                    <a:pt x="4159" y="2219"/>
                    <a:pt x="3939" y="2093"/>
                  </a:cubicBezTo>
                  <a:lnTo>
                    <a:pt x="504" y="46"/>
                  </a:lnTo>
                  <a:cubicBezTo>
                    <a:pt x="443" y="15"/>
                    <a:pt x="381" y="1"/>
                    <a:pt x="32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2" name="Google Shape;10590;p73">
            <a:extLst>
              <a:ext uri="{FF2B5EF4-FFF2-40B4-BE49-F238E27FC236}">
                <a16:creationId xmlns:a16="http://schemas.microsoft.com/office/drawing/2014/main" id="{69EEFC7C-0F1C-17C5-F300-9B22BF995BA9}"/>
              </a:ext>
            </a:extLst>
          </p:cNvPr>
          <p:cNvGrpSpPr/>
          <p:nvPr/>
        </p:nvGrpSpPr>
        <p:grpSpPr>
          <a:xfrm>
            <a:off x="12404768" y="4351939"/>
            <a:ext cx="850999" cy="852971"/>
            <a:chOff x="-3137650" y="2408950"/>
            <a:chExt cx="291450" cy="292125"/>
          </a:xfrm>
          <a:solidFill>
            <a:srgbClr val="555559"/>
          </a:solidFill>
        </p:grpSpPr>
        <p:sp>
          <p:nvSpPr>
            <p:cNvPr id="1593" name="Google Shape;10591;p73">
              <a:extLst>
                <a:ext uri="{FF2B5EF4-FFF2-40B4-BE49-F238E27FC236}">
                  <a16:creationId xmlns:a16="http://schemas.microsoft.com/office/drawing/2014/main" id="{75E9DAC5-BC80-061E-701D-CE5FBAA930A3}"/>
                </a:ext>
              </a:extLst>
            </p:cNvPr>
            <p:cNvSpPr/>
            <p:nvPr/>
          </p:nvSpPr>
          <p:spPr>
            <a:xfrm>
              <a:off x="-3137650" y="2408950"/>
              <a:ext cx="291450" cy="292125"/>
            </a:xfrm>
            <a:custGeom>
              <a:avLst/>
              <a:gdLst/>
              <a:ahLst/>
              <a:cxnLst/>
              <a:rect l="l" t="t" r="r" b="b"/>
              <a:pathLst>
                <a:path w="11658" h="11685" extrusionOk="0">
                  <a:moveTo>
                    <a:pt x="10618" y="662"/>
                  </a:moveTo>
                  <a:cubicBezTo>
                    <a:pt x="10807" y="662"/>
                    <a:pt x="10964" y="851"/>
                    <a:pt x="10964" y="1040"/>
                  </a:cubicBezTo>
                  <a:lnTo>
                    <a:pt x="10964" y="2741"/>
                  </a:lnTo>
                  <a:lnTo>
                    <a:pt x="662" y="2741"/>
                  </a:lnTo>
                  <a:lnTo>
                    <a:pt x="662" y="1040"/>
                  </a:lnTo>
                  <a:cubicBezTo>
                    <a:pt x="662" y="851"/>
                    <a:pt x="820" y="662"/>
                    <a:pt x="1009" y="662"/>
                  </a:cubicBezTo>
                  <a:close/>
                  <a:moveTo>
                    <a:pt x="10964" y="3403"/>
                  </a:moveTo>
                  <a:lnTo>
                    <a:pt x="10964" y="8601"/>
                  </a:lnTo>
                  <a:cubicBezTo>
                    <a:pt x="10964" y="8790"/>
                    <a:pt x="10838" y="8947"/>
                    <a:pt x="10618" y="8947"/>
                  </a:cubicBezTo>
                  <a:lnTo>
                    <a:pt x="10145" y="8947"/>
                  </a:lnTo>
                  <a:cubicBezTo>
                    <a:pt x="10208" y="8727"/>
                    <a:pt x="10240" y="8443"/>
                    <a:pt x="10240" y="8160"/>
                  </a:cubicBezTo>
                  <a:lnTo>
                    <a:pt x="10240" y="5860"/>
                  </a:lnTo>
                  <a:cubicBezTo>
                    <a:pt x="10240" y="5673"/>
                    <a:pt x="10058" y="5531"/>
                    <a:pt x="9868" y="5531"/>
                  </a:cubicBezTo>
                  <a:cubicBezTo>
                    <a:pt x="9835" y="5531"/>
                    <a:pt x="9801" y="5535"/>
                    <a:pt x="9767" y="5545"/>
                  </a:cubicBezTo>
                  <a:cubicBezTo>
                    <a:pt x="9545" y="5641"/>
                    <a:pt x="9341" y="5691"/>
                    <a:pt x="9142" y="5691"/>
                  </a:cubicBezTo>
                  <a:cubicBezTo>
                    <a:pt x="8693" y="5691"/>
                    <a:pt x="8275" y="5439"/>
                    <a:pt x="7751" y="4915"/>
                  </a:cubicBezTo>
                  <a:cubicBezTo>
                    <a:pt x="7688" y="4868"/>
                    <a:pt x="7601" y="4844"/>
                    <a:pt x="7515" y="4844"/>
                  </a:cubicBezTo>
                  <a:cubicBezTo>
                    <a:pt x="7428" y="4844"/>
                    <a:pt x="7341" y="4868"/>
                    <a:pt x="7278" y="4915"/>
                  </a:cubicBezTo>
                  <a:cubicBezTo>
                    <a:pt x="6753" y="5440"/>
                    <a:pt x="6334" y="5677"/>
                    <a:pt x="5884" y="5677"/>
                  </a:cubicBezTo>
                  <a:cubicBezTo>
                    <a:pt x="5686" y="5677"/>
                    <a:pt x="5483" y="5631"/>
                    <a:pt x="5262" y="5545"/>
                  </a:cubicBezTo>
                  <a:cubicBezTo>
                    <a:pt x="5229" y="5535"/>
                    <a:pt x="5195" y="5531"/>
                    <a:pt x="5161" y="5531"/>
                  </a:cubicBezTo>
                  <a:cubicBezTo>
                    <a:pt x="4971" y="5531"/>
                    <a:pt x="4789" y="5673"/>
                    <a:pt x="4789" y="5860"/>
                  </a:cubicBezTo>
                  <a:lnTo>
                    <a:pt x="4789" y="8160"/>
                  </a:lnTo>
                  <a:cubicBezTo>
                    <a:pt x="4789" y="8443"/>
                    <a:pt x="4821" y="8664"/>
                    <a:pt x="4884" y="8947"/>
                  </a:cubicBezTo>
                  <a:lnTo>
                    <a:pt x="1009" y="8947"/>
                  </a:lnTo>
                  <a:cubicBezTo>
                    <a:pt x="820" y="8947"/>
                    <a:pt x="662" y="8790"/>
                    <a:pt x="662" y="8601"/>
                  </a:cubicBezTo>
                  <a:lnTo>
                    <a:pt x="662" y="3403"/>
                  </a:lnTo>
                  <a:close/>
                  <a:moveTo>
                    <a:pt x="7152" y="5923"/>
                  </a:moveTo>
                  <a:lnTo>
                    <a:pt x="7152" y="10838"/>
                  </a:lnTo>
                  <a:cubicBezTo>
                    <a:pt x="6144" y="10365"/>
                    <a:pt x="5451" y="9357"/>
                    <a:pt x="5451" y="8160"/>
                  </a:cubicBezTo>
                  <a:lnTo>
                    <a:pt x="5451" y="6301"/>
                  </a:lnTo>
                  <a:cubicBezTo>
                    <a:pt x="5604" y="6330"/>
                    <a:pt x="5750" y="6344"/>
                    <a:pt x="5891" y="6344"/>
                  </a:cubicBezTo>
                  <a:cubicBezTo>
                    <a:pt x="6359" y="6344"/>
                    <a:pt x="6765" y="6189"/>
                    <a:pt x="7152" y="5923"/>
                  </a:cubicBezTo>
                  <a:close/>
                  <a:moveTo>
                    <a:pt x="7877" y="5923"/>
                  </a:moveTo>
                  <a:cubicBezTo>
                    <a:pt x="8242" y="6166"/>
                    <a:pt x="8644" y="6353"/>
                    <a:pt x="9128" y="6353"/>
                  </a:cubicBezTo>
                  <a:cubicBezTo>
                    <a:pt x="9271" y="6353"/>
                    <a:pt x="9420" y="6337"/>
                    <a:pt x="9578" y="6301"/>
                  </a:cubicBezTo>
                  <a:lnTo>
                    <a:pt x="9578" y="8160"/>
                  </a:lnTo>
                  <a:cubicBezTo>
                    <a:pt x="9547" y="9357"/>
                    <a:pt x="8885" y="10365"/>
                    <a:pt x="7877" y="10838"/>
                  </a:cubicBezTo>
                  <a:lnTo>
                    <a:pt x="7877" y="5923"/>
                  </a:lnTo>
                  <a:close/>
                  <a:moveTo>
                    <a:pt x="1009" y="0"/>
                  </a:moveTo>
                  <a:cubicBezTo>
                    <a:pt x="473" y="0"/>
                    <a:pt x="1" y="473"/>
                    <a:pt x="1" y="1040"/>
                  </a:cubicBezTo>
                  <a:lnTo>
                    <a:pt x="1" y="8601"/>
                  </a:lnTo>
                  <a:cubicBezTo>
                    <a:pt x="1" y="9136"/>
                    <a:pt x="473" y="9609"/>
                    <a:pt x="1009" y="9609"/>
                  </a:cubicBezTo>
                  <a:lnTo>
                    <a:pt x="5073" y="9609"/>
                  </a:lnTo>
                  <a:cubicBezTo>
                    <a:pt x="5199" y="9893"/>
                    <a:pt x="5357" y="10145"/>
                    <a:pt x="5514" y="10365"/>
                  </a:cubicBezTo>
                  <a:cubicBezTo>
                    <a:pt x="5987" y="10995"/>
                    <a:pt x="6617" y="11436"/>
                    <a:pt x="7404" y="11657"/>
                  </a:cubicBezTo>
                  <a:cubicBezTo>
                    <a:pt x="7446" y="11657"/>
                    <a:pt x="7488" y="11685"/>
                    <a:pt x="7530" y="11685"/>
                  </a:cubicBezTo>
                  <a:cubicBezTo>
                    <a:pt x="7551" y="11685"/>
                    <a:pt x="7572" y="11678"/>
                    <a:pt x="7593" y="11657"/>
                  </a:cubicBezTo>
                  <a:cubicBezTo>
                    <a:pt x="8350" y="11436"/>
                    <a:pt x="9011" y="10995"/>
                    <a:pt x="9484" y="10365"/>
                  </a:cubicBezTo>
                  <a:cubicBezTo>
                    <a:pt x="9641" y="10145"/>
                    <a:pt x="9799" y="9893"/>
                    <a:pt x="9925" y="9609"/>
                  </a:cubicBezTo>
                  <a:lnTo>
                    <a:pt x="10618" y="9609"/>
                  </a:lnTo>
                  <a:cubicBezTo>
                    <a:pt x="11185" y="9609"/>
                    <a:pt x="11658" y="9136"/>
                    <a:pt x="11658" y="8601"/>
                  </a:cubicBezTo>
                  <a:lnTo>
                    <a:pt x="11658" y="1040"/>
                  </a:lnTo>
                  <a:cubicBezTo>
                    <a:pt x="11658" y="473"/>
                    <a:pt x="11217" y="0"/>
                    <a:pt x="1061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0592;p73">
              <a:extLst>
                <a:ext uri="{FF2B5EF4-FFF2-40B4-BE49-F238E27FC236}">
                  <a16:creationId xmlns:a16="http://schemas.microsoft.com/office/drawing/2014/main" id="{56940A42-9D18-E01E-C196-494945ACF6F5}"/>
                </a:ext>
              </a:extLst>
            </p:cNvPr>
            <p:cNvSpPr/>
            <p:nvPr/>
          </p:nvSpPr>
          <p:spPr>
            <a:xfrm>
              <a:off x="-3104575" y="2442800"/>
              <a:ext cx="18150" cy="17350"/>
            </a:xfrm>
            <a:custGeom>
              <a:avLst/>
              <a:gdLst/>
              <a:ahLst/>
              <a:cxnLst/>
              <a:rect l="l" t="t" r="r" b="b"/>
              <a:pathLst>
                <a:path w="726" h="694" extrusionOk="0">
                  <a:moveTo>
                    <a:pt x="348" y="1"/>
                  </a:moveTo>
                  <a:cubicBezTo>
                    <a:pt x="158" y="1"/>
                    <a:pt x="1" y="158"/>
                    <a:pt x="1" y="347"/>
                  </a:cubicBezTo>
                  <a:cubicBezTo>
                    <a:pt x="1" y="536"/>
                    <a:pt x="158" y="694"/>
                    <a:pt x="348" y="694"/>
                  </a:cubicBezTo>
                  <a:cubicBezTo>
                    <a:pt x="568" y="694"/>
                    <a:pt x="726" y="536"/>
                    <a:pt x="726" y="347"/>
                  </a:cubicBezTo>
                  <a:cubicBezTo>
                    <a:pt x="726" y="158"/>
                    <a:pt x="568" y="1"/>
                    <a:pt x="34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0593;p73">
              <a:extLst>
                <a:ext uri="{FF2B5EF4-FFF2-40B4-BE49-F238E27FC236}">
                  <a16:creationId xmlns:a16="http://schemas.microsoft.com/office/drawing/2014/main" id="{E26BBB3A-9457-9FCA-391F-45A2087F3217}"/>
                </a:ext>
              </a:extLst>
            </p:cNvPr>
            <p:cNvSpPr/>
            <p:nvPr/>
          </p:nvSpPr>
          <p:spPr>
            <a:xfrm>
              <a:off x="-3069900" y="24428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0594;p73">
              <a:extLst>
                <a:ext uri="{FF2B5EF4-FFF2-40B4-BE49-F238E27FC236}">
                  <a16:creationId xmlns:a16="http://schemas.microsoft.com/office/drawing/2014/main" id="{083EDCCF-2181-FB8A-2534-E707B3BB205B}"/>
                </a:ext>
              </a:extLst>
            </p:cNvPr>
            <p:cNvSpPr/>
            <p:nvPr/>
          </p:nvSpPr>
          <p:spPr>
            <a:xfrm>
              <a:off x="-3035250" y="24428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0595;p73">
              <a:extLst>
                <a:ext uri="{FF2B5EF4-FFF2-40B4-BE49-F238E27FC236}">
                  <a16:creationId xmlns:a16="http://schemas.microsoft.com/office/drawing/2014/main" id="{13FA3619-DE12-265E-2A26-382A5F7BFEDE}"/>
                </a:ext>
              </a:extLst>
            </p:cNvPr>
            <p:cNvSpPr/>
            <p:nvPr/>
          </p:nvSpPr>
          <p:spPr>
            <a:xfrm>
              <a:off x="-3002175" y="2442800"/>
              <a:ext cx="120525" cy="17350"/>
            </a:xfrm>
            <a:custGeom>
              <a:avLst/>
              <a:gdLst/>
              <a:ahLst/>
              <a:cxnLst/>
              <a:rect l="l" t="t" r="r" b="b"/>
              <a:pathLst>
                <a:path w="4821" h="694" extrusionOk="0">
                  <a:moveTo>
                    <a:pt x="347" y="1"/>
                  </a:moveTo>
                  <a:cubicBezTo>
                    <a:pt x="158" y="1"/>
                    <a:pt x="1" y="158"/>
                    <a:pt x="1" y="347"/>
                  </a:cubicBezTo>
                  <a:cubicBezTo>
                    <a:pt x="32" y="536"/>
                    <a:pt x="190" y="694"/>
                    <a:pt x="347" y="694"/>
                  </a:cubicBezTo>
                  <a:lnTo>
                    <a:pt x="4443" y="694"/>
                  </a:lnTo>
                  <a:cubicBezTo>
                    <a:pt x="4663" y="694"/>
                    <a:pt x="4821" y="536"/>
                    <a:pt x="4821" y="347"/>
                  </a:cubicBezTo>
                  <a:cubicBezTo>
                    <a:pt x="4821" y="158"/>
                    <a:pt x="4663" y="1"/>
                    <a:pt x="44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8" name="Google Shape;10596;p73">
            <a:extLst>
              <a:ext uri="{FF2B5EF4-FFF2-40B4-BE49-F238E27FC236}">
                <a16:creationId xmlns:a16="http://schemas.microsoft.com/office/drawing/2014/main" id="{46218250-AE52-3247-69EF-0A4998635002}"/>
              </a:ext>
            </a:extLst>
          </p:cNvPr>
          <p:cNvGrpSpPr/>
          <p:nvPr/>
        </p:nvGrpSpPr>
        <p:grpSpPr>
          <a:xfrm>
            <a:off x="12428898" y="5455108"/>
            <a:ext cx="850999" cy="752090"/>
            <a:chOff x="-3137650" y="2787000"/>
            <a:chExt cx="291450" cy="257575"/>
          </a:xfrm>
          <a:solidFill>
            <a:srgbClr val="555559"/>
          </a:solidFill>
        </p:grpSpPr>
        <p:sp>
          <p:nvSpPr>
            <p:cNvPr id="1599" name="Google Shape;10597;p73">
              <a:extLst>
                <a:ext uri="{FF2B5EF4-FFF2-40B4-BE49-F238E27FC236}">
                  <a16:creationId xmlns:a16="http://schemas.microsoft.com/office/drawing/2014/main" id="{3B132299-0B57-93E7-71CB-30FD4A38EA61}"/>
                </a:ext>
              </a:extLst>
            </p:cNvPr>
            <p:cNvSpPr/>
            <p:nvPr/>
          </p:nvSpPr>
          <p:spPr>
            <a:xfrm>
              <a:off x="-3137650" y="2787000"/>
              <a:ext cx="291450" cy="257575"/>
            </a:xfrm>
            <a:custGeom>
              <a:avLst/>
              <a:gdLst/>
              <a:ahLst/>
              <a:cxnLst/>
              <a:rect l="l" t="t" r="r" b="b"/>
              <a:pathLst>
                <a:path w="11658" h="10303" extrusionOk="0">
                  <a:moveTo>
                    <a:pt x="10618" y="693"/>
                  </a:moveTo>
                  <a:cubicBezTo>
                    <a:pt x="10807" y="693"/>
                    <a:pt x="10964" y="851"/>
                    <a:pt x="10964" y="1040"/>
                  </a:cubicBezTo>
                  <a:lnTo>
                    <a:pt x="10964" y="2741"/>
                  </a:lnTo>
                  <a:lnTo>
                    <a:pt x="662" y="2741"/>
                  </a:lnTo>
                  <a:lnTo>
                    <a:pt x="662" y="1040"/>
                  </a:lnTo>
                  <a:cubicBezTo>
                    <a:pt x="662" y="851"/>
                    <a:pt x="820" y="693"/>
                    <a:pt x="1009" y="693"/>
                  </a:cubicBezTo>
                  <a:close/>
                  <a:moveTo>
                    <a:pt x="10996" y="3403"/>
                  </a:moveTo>
                  <a:lnTo>
                    <a:pt x="10996" y="9231"/>
                  </a:lnTo>
                  <a:cubicBezTo>
                    <a:pt x="10964" y="9420"/>
                    <a:pt x="10838" y="9578"/>
                    <a:pt x="10618" y="9578"/>
                  </a:cubicBezTo>
                  <a:lnTo>
                    <a:pt x="1009" y="9578"/>
                  </a:lnTo>
                  <a:cubicBezTo>
                    <a:pt x="820" y="9578"/>
                    <a:pt x="662" y="9420"/>
                    <a:pt x="662" y="9231"/>
                  </a:cubicBezTo>
                  <a:lnTo>
                    <a:pt x="662" y="3403"/>
                  </a:lnTo>
                  <a:close/>
                  <a:moveTo>
                    <a:pt x="1009" y="0"/>
                  </a:moveTo>
                  <a:cubicBezTo>
                    <a:pt x="473" y="0"/>
                    <a:pt x="1" y="473"/>
                    <a:pt x="1" y="1040"/>
                  </a:cubicBezTo>
                  <a:lnTo>
                    <a:pt x="1" y="9263"/>
                  </a:lnTo>
                  <a:cubicBezTo>
                    <a:pt x="1" y="9830"/>
                    <a:pt x="473" y="10302"/>
                    <a:pt x="1009" y="10302"/>
                  </a:cubicBezTo>
                  <a:lnTo>
                    <a:pt x="10618" y="10302"/>
                  </a:lnTo>
                  <a:cubicBezTo>
                    <a:pt x="11185" y="10302"/>
                    <a:pt x="11658" y="9830"/>
                    <a:pt x="11658" y="9263"/>
                  </a:cubicBezTo>
                  <a:lnTo>
                    <a:pt x="11658" y="1040"/>
                  </a:lnTo>
                  <a:cubicBezTo>
                    <a:pt x="11658" y="441"/>
                    <a:pt x="11217" y="0"/>
                    <a:pt x="1061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10598;p73">
              <a:extLst>
                <a:ext uri="{FF2B5EF4-FFF2-40B4-BE49-F238E27FC236}">
                  <a16:creationId xmlns:a16="http://schemas.microsoft.com/office/drawing/2014/main" id="{E20C98A1-4766-08EC-C2D7-EAAAC9A4ACA7}"/>
                </a:ext>
              </a:extLst>
            </p:cNvPr>
            <p:cNvSpPr/>
            <p:nvPr/>
          </p:nvSpPr>
          <p:spPr>
            <a:xfrm>
              <a:off x="-3104575" y="2820875"/>
              <a:ext cx="18150" cy="17350"/>
            </a:xfrm>
            <a:custGeom>
              <a:avLst/>
              <a:gdLst/>
              <a:ahLst/>
              <a:cxnLst/>
              <a:rect l="l" t="t" r="r" b="b"/>
              <a:pathLst>
                <a:path w="726" h="694" extrusionOk="0">
                  <a:moveTo>
                    <a:pt x="348" y="0"/>
                  </a:moveTo>
                  <a:cubicBezTo>
                    <a:pt x="158" y="0"/>
                    <a:pt x="1" y="158"/>
                    <a:pt x="1" y="347"/>
                  </a:cubicBezTo>
                  <a:cubicBezTo>
                    <a:pt x="1" y="536"/>
                    <a:pt x="158" y="693"/>
                    <a:pt x="348" y="693"/>
                  </a:cubicBezTo>
                  <a:cubicBezTo>
                    <a:pt x="568" y="693"/>
                    <a:pt x="726" y="536"/>
                    <a:pt x="726" y="347"/>
                  </a:cubicBezTo>
                  <a:cubicBezTo>
                    <a:pt x="726" y="158"/>
                    <a:pt x="568" y="0"/>
                    <a:pt x="34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10599;p73">
              <a:extLst>
                <a:ext uri="{FF2B5EF4-FFF2-40B4-BE49-F238E27FC236}">
                  <a16:creationId xmlns:a16="http://schemas.microsoft.com/office/drawing/2014/main" id="{D128CAB5-D4A2-A0BA-8BB2-181168B43198}"/>
                </a:ext>
              </a:extLst>
            </p:cNvPr>
            <p:cNvSpPr/>
            <p:nvPr/>
          </p:nvSpPr>
          <p:spPr>
            <a:xfrm>
              <a:off x="-3069900" y="2820875"/>
              <a:ext cx="17350" cy="17350"/>
            </a:xfrm>
            <a:custGeom>
              <a:avLst/>
              <a:gdLst/>
              <a:ahLst/>
              <a:cxnLst/>
              <a:rect l="l" t="t" r="r" b="b"/>
              <a:pathLst>
                <a:path w="694" h="694" extrusionOk="0">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10600;p73">
              <a:extLst>
                <a:ext uri="{FF2B5EF4-FFF2-40B4-BE49-F238E27FC236}">
                  <a16:creationId xmlns:a16="http://schemas.microsoft.com/office/drawing/2014/main" id="{7086C63C-B512-EEB5-284E-39A44F680A99}"/>
                </a:ext>
              </a:extLst>
            </p:cNvPr>
            <p:cNvSpPr/>
            <p:nvPr/>
          </p:nvSpPr>
          <p:spPr>
            <a:xfrm>
              <a:off x="-3035250" y="2820875"/>
              <a:ext cx="17350" cy="17350"/>
            </a:xfrm>
            <a:custGeom>
              <a:avLst/>
              <a:gdLst/>
              <a:ahLst/>
              <a:cxnLst/>
              <a:rect l="l" t="t" r="r" b="b"/>
              <a:pathLst>
                <a:path w="694" h="694" extrusionOk="0">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10601;p73">
              <a:extLst>
                <a:ext uri="{FF2B5EF4-FFF2-40B4-BE49-F238E27FC236}">
                  <a16:creationId xmlns:a16="http://schemas.microsoft.com/office/drawing/2014/main" id="{1CC97658-002D-CB99-DBE2-12B3FBF2DBE4}"/>
                </a:ext>
              </a:extLst>
            </p:cNvPr>
            <p:cNvSpPr/>
            <p:nvPr/>
          </p:nvSpPr>
          <p:spPr>
            <a:xfrm>
              <a:off x="-3002175" y="2820875"/>
              <a:ext cx="121325" cy="17350"/>
            </a:xfrm>
            <a:custGeom>
              <a:avLst/>
              <a:gdLst/>
              <a:ahLst/>
              <a:cxnLst/>
              <a:rect l="l" t="t" r="r" b="b"/>
              <a:pathLst>
                <a:path w="4853" h="694" extrusionOk="0">
                  <a:moveTo>
                    <a:pt x="347" y="0"/>
                  </a:moveTo>
                  <a:cubicBezTo>
                    <a:pt x="158" y="0"/>
                    <a:pt x="1" y="158"/>
                    <a:pt x="1" y="347"/>
                  </a:cubicBezTo>
                  <a:cubicBezTo>
                    <a:pt x="32" y="536"/>
                    <a:pt x="190" y="693"/>
                    <a:pt x="347" y="693"/>
                  </a:cubicBezTo>
                  <a:lnTo>
                    <a:pt x="4506" y="693"/>
                  </a:lnTo>
                  <a:cubicBezTo>
                    <a:pt x="4695" y="693"/>
                    <a:pt x="4852" y="536"/>
                    <a:pt x="4852" y="347"/>
                  </a:cubicBezTo>
                  <a:cubicBezTo>
                    <a:pt x="4852" y="158"/>
                    <a:pt x="4695" y="0"/>
                    <a:pt x="450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10602;p73">
              <a:extLst>
                <a:ext uri="{FF2B5EF4-FFF2-40B4-BE49-F238E27FC236}">
                  <a16:creationId xmlns:a16="http://schemas.microsoft.com/office/drawing/2014/main" id="{2A456B97-AA55-5F43-C886-0A01FDE89287}"/>
                </a:ext>
              </a:extLst>
            </p:cNvPr>
            <p:cNvSpPr/>
            <p:nvPr/>
          </p:nvSpPr>
          <p:spPr>
            <a:xfrm>
              <a:off x="-2948625" y="2907300"/>
              <a:ext cx="52025" cy="85300"/>
            </a:xfrm>
            <a:custGeom>
              <a:avLst/>
              <a:gdLst/>
              <a:ahLst/>
              <a:cxnLst/>
              <a:rect l="l" t="t" r="r" b="b"/>
              <a:pathLst>
                <a:path w="2081" h="3412" extrusionOk="0">
                  <a:moveTo>
                    <a:pt x="347" y="1"/>
                  </a:moveTo>
                  <a:cubicBezTo>
                    <a:pt x="261" y="1"/>
                    <a:pt x="174" y="24"/>
                    <a:pt x="127" y="72"/>
                  </a:cubicBezTo>
                  <a:cubicBezTo>
                    <a:pt x="1" y="198"/>
                    <a:pt x="1" y="450"/>
                    <a:pt x="127" y="544"/>
                  </a:cubicBezTo>
                  <a:lnTo>
                    <a:pt x="1261" y="1710"/>
                  </a:lnTo>
                  <a:lnTo>
                    <a:pt x="127" y="2844"/>
                  </a:lnTo>
                  <a:cubicBezTo>
                    <a:pt x="1" y="2970"/>
                    <a:pt x="1" y="3191"/>
                    <a:pt x="127" y="3317"/>
                  </a:cubicBezTo>
                  <a:cubicBezTo>
                    <a:pt x="174" y="3380"/>
                    <a:pt x="261" y="3411"/>
                    <a:pt x="347" y="3411"/>
                  </a:cubicBezTo>
                  <a:cubicBezTo>
                    <a:pt x="434" y="3411"/>
                    <a:pt x="521" y="3380"/>
                    <a:pt x="568" y="3317"/>
                  </a:cubicBezTo>
                  <a:lnTo>
                    <a:pt x="1954" y="1930"/>
                  </a:lnTo>
                  <a:cubicBezTo>
                    <a:pt x="2080" y="1804"/>
                    <a:pt x="2080" y="1584"/>
                    <a:pt x="1954" y="1458"/>
                  </a:cubicBezTo>
                  <a:lnTo>
                    <a:pt x="568" y="72"/>
                  </a:lnTo>
                  <a:cubicBezTo>
                    <a:pt x="521" y="24"/>
                    <a:pt x="434"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10603;p73">
              <a:extLst>
                <a:ext uri="{FF2B5EF4-FFF2-40B4-BE49-F238E27FC236}">
                  <a16:creationId xmlns:a16="http://schemas.microsoft.com/office/drawing/2014/main" id="{63743D00-4635-1FA5-2185-8616234FDE5D}"/>
                </a:ext>
              </a:extLst>
            </p:cNvPr>
            <p:cNvSpPr/>
            <p:nvPr/>
          </p:nvSpPr>
          <p:spPr>
            <a:xfrm>
              <a:off x="-3088025" y="2907300"/>
              <a:ext cx="53575" cy="85300"/>
            </a:xfrm>
            <a:custGeom>
              <a:avLst/>
              <a:gdLst/>
              <a:ahLst/>
              <a:cxnLst/>
              <a:rect l="l" t="t" r="r" b="b"/>
              <a:pathLst>
                <a:path w="2143" h="3412" extrusionOk="0">
                  <a:moveTo>
                    <a:pt x="1749" y="1"/>
                  </a:moveTo>
                  <a:cubicBezTo>
                    <a:pt x="1662" y="1"/>
                    <a:pt x="1576" y="24"/>
                    <a:pt x="1513" y="72"/>
                  </a:cubicBezTo>
                  <a:lnTo>
                    <a:pt x="127" y="1458"/>
                  </a:lnTo>
                  <a:cubicBezTo>
                    <a:pt x="1" y="1584"/>
                    <a:pt x="1" y="1804"/>
                    <a:pt x="127" y="1930"/>
                  </a:cubicBezTo>
                  <a:lnTo>
                    <a:pt x="1513" y="3317"/>
                  </a:lnTo>
                  <a:cubicBezTo>
                    <a:pt x="1576" y="3380"/>
                    <a:pt x="1662" y="3411"/>
                    <a:pt x="1749" y="3411"/>
                  </a:cubicBezTo>
                  <a:cubicBezTo>
                    <a:pt x="1836" y="3411"/>
                    <a:pt x="1922" y="3380"/>
                    <a:pt x="1985" y="3317"/>
                  </a:cubicBezTo>
                  <a:cubicBezTo>
                    <a:pt x="2111" y="3191"/>
                    <a:pt x="2111" y="2970"/>
                    <a:pt x="1985" y="2844"/>
                  </a:cubicBezTo>
                  <a:lnTo>
                    <a:pt x="851" y="1710"/>
                  </a:lnTo>
                  <a:lnTo>
                    <a:pt x="1985" y="544"/>
                  </a:lnTo>
                  <a:cubicBezTo>
                    <a:pt x="2143" y="450"/>
                    <a:pt x="2143" y="198"/>
                    <a:pt x="1985" y="72"/>
                  </a:cubicBezTo>
                  <a:cubicBezTo>
                    <a:pt x="1922" y="24"/>
                    <a:pt x="1836" y="1"/>
                    <a:pt x="174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10604;p73">
              <a:extLst>
                <a:ext uri="{FF2B5EF4-FFF2-40B4-BE49-F238E27FC236}">
                  <a16:creationId xmlns:a16="http://schemas.microsoft.com/office/drawing/2014/main" id="{5A418D98-0FD9-B638-3653-7B759831F288}"/>
                </a:ext>
              </a:extLst>
            </p:cNvPr>
            <p:cNvSpPr/>
            <p:nvPr/>
          </p:nvSpPr>
          <p:spPr>
            <a:xfrm>
              <a:off x="-3019500" y="2888975"/>
              <a:ext cx="54375" cy="119400"/>
            </a:xfrm>
            <a:custGeom>
              <a:avLst/>
              <a:gdLst/>
              <a:ahLst/>
              <a:cxnLst/>
              <a:rect l="l" t="t" r="r" b="b"/>
              <a:pathLst>
                <a:path w="2175" h="4776" extrusionOk="0">
                  <a:moveTo>
                    <a:pt x="1778" y="0"/>
                  </a:moveTo>
                  <a:cubicBezTo>
                    <a:pt x="1617" y="0"/>
                    <a:pt x="1501" y="108"/>
                    <a:pt x="1450" y="237"/>
                  </a:cubicBezTo>
                  <a:lnTo>
                    <a:pt x="63" y="4333"/>
                  </a:lnTo>
                  <a:cubicBezTo>
                    <a:pt x="0" y="4522"/>
                    <a:pt x="95" y="4680"/>
                    <a:pt x="253" y="4743"/>
                  </a:cubicBezTo>
                  <a:cubicBezTo>
                    <a:pt x="305" y="4765"/>
                    <a:pt x="354" y="4775"/>
                    <a:pt x="399" y="4775"/>
                  </a:cubicBezTo>
                  <a:cubicBezTo>
                    <a:pt x="543" y="4775"/>
                    <a:pt x="646" y="4674"/>
                    <a:pt x="694" y="4554"/>
                  </a:cubicBezTo>
                  <a:lnTo>
                    <a:pt x="2080" y="458"/>
                  </a:lnTo>
                  <a:cubicBezTo>
                    <a:pt x="2174" y="300"/>
                    <a:pt x="2048" y="111"/>
                    <a:pt x="1891" y="17"/>
                  </a:cubicBezTo>
                  <a:cubicBezTo>
                    <a:pt x="1851" y="6"/>
                    <a:pt x="1813" y="0"/>
                    <a:pt x="177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40" name="Google Shape;10605;p73">
            <a:extLst>
              <a:ext uri="{FF2B5EF4-FFF2-40B4-BE49-F238E27FC236}">
                <a16:creationId xmlns:a16="http://schemas.microsoft.com/office/drawing/2014/main" id="{9C0C8B35-BDC9-B839-49FE-F2B7EEFDECE2}"/>
              </a:ext>
            </a:extLst>
          </p:cNvPr>
          <p:cNvSpPr/>
          <p:nvPr/>
        </p:nvSpPr>
        <p:spPr>
          <a:xfrm>
            <a:off x="17890118" y="3449397"/>
            <a:ext cx="850999" cy="597993"/>
          </a:xfrm>
          <a:custGeom>
            <a:avLst/>
            <a:gdLst/>
            <a:ahLst/>
            <a:cxnLst/>
            <a:rect l="l" t="t" r="r" b="b"/>
            <a:pathLst>
              <a:path w="11658" h="8192" extrusionOk="0">
                <a:moveTo>
                  <a:pt x="10429" y="662"/>
                </a:moveTo>
                <a:cubicBezTo>
                  <a:pt x="10114" y="1008"/>
                  <a:pt x="6207" y="4915"/>
                  <a:pt x="6081" y="5072"/>
                </a:cubicBezTo>
                <a:cubicBezTo>
                  <a:pt x="6018" y="5135"/>
                  <a:pt x="5916" y="5167"/>
                  <a:pt x="5813" y="5167"/>
                </a:cubicBezTo>
                <a:cubicBezTo>
                  <a:pt x="5711" y="5167"/>
                  <a:pt x="5608" y="5135"/>
                  <a:pt x="5545" y="5072"/>
                </a:cubicBezTo>
                <a:lnTo>
                  <a:pt x="1135" y="662"/>
                </a:lnTo>
                <a:close/>
                <a:moveTo>
                  <a:pt x="662" y="1134"/>
                </a:moveTo>
                <a:lnTo>
                  <a:pt x="3624" y="4096"/>
                </a:lnTo>
                <a:lnTo>
                  <a:pt x="662" y="7057"/>
                </a:lnTo>
                <a:lnTo>
                  <a:pt x="662" y="1134"/>
                </a:lnTo>
                <a:close/>
                <a:moveTo>
                  <a:pt x="10996" y="1134"/>
                </a:moveTo>
                <a:lnTo>
                  <a:pt x="10996" y="7057"/>
                </a:lnTo>
                <a:lnTo>
                  <a:pt x="8034" y="4096"/>
                </a:lnTo>
                <a:lnTo>
                  <a:pt x="10996" y="1134"/>
                </a:lnTo>
                <a:close/>
                <a:moveTo>
                  <a:pt x="7562" y="4568"/>
                </a:moveTo>
                <a:lnTo>
                  <a:pt x="10492" y="7530"/>
                </a:lnTo>
                <a:lnTo>
                  <a:pt x="1198" y="7530"/>
                </a:lnTo>
                <a:lnTo>
                  <a:pt x="4096" y="4568"/>
                </a:lnTo>
                <a:lnTo>
                  <a:pt x="5073" y="5545"/>
                </a:lnTo>
                <a:cubicBezTo>
                  <a:pt x="5278" y="5750"/>
                  <a:pt x="5553" y="5852"/>
                  <a:pt x="5829" y="5852"/>
                </a:cubicBezTo>
                <a:cubicBezTo>
                  <a:pt x="6105" y="5852"/>
                  <a:pt x="6380" y="5750"/>
                  <a:pt x="6585" y="5545"/>
                </a:cubicBezTo>
                <a:lnTo>
                  <a:pt x="7562" y="4568"/>
                </a:lnTo>
                <a:close/>
                <a:moveTo>
                  <a:pt x="1009" y="0"/>
                </a:moveTo>
                <a:cubicBezTo>
                  <a:pt x="473" y="0"/>
                  <a:pt x="1" y="473"/>
                  <a:pt x="1" y="1008"/>
                </a:cubicBezTo>
                <a:lnTo>
                  <a:pt x="1" y="7152"/>
                </a:lnTo>
                <a:cubicBezTo>
                  <a:pt x="1" y="7719"/>
                  <a:pt x="473" y="8191"/>
                  <a:pt x="1009" y="8191"/>
                </a:cubicBezTo>
                <a:lnTo>
                  <a:pt x="10618" y="8191"/>
                </a:lnTo>
                <a:cubicBezTo>
                  <a:pt x="11185" y="8191"/>
                  <a:pt x="11657" y="7719"/>
                  <a:pt x="11657" y="7152"/>
                </a:cubicBezTo>
                <a:lnTo>
                  <a:pt x="11657" y="1008"/>
                </a:lnTo>
                <a:cubicBezTo>
                  <a:pt x="11657" y="441"/>
                  <a:pt x="11185" y="0"/>
                  <a:pt x="10618"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10606;p73">
            <a:extLst>
              <a:ext uri="{FF2B5EF4-FFF2-40B4-BE49-F238E27FC236}">
                <a16:creationId xmlns:a16="http://schemas.microsoft.com/office/drawing/2014/main" id="{F502623D-0C00-C61E-F045-E63EC094D1CB}"/>
              </a:ext>
            </a:extLst>
          </p:cNvPr>
          <p:cNvSpPr/>
          <p:nvPr/>
        </p:nvSpPr>
        <p:spPr>
          <a:xfrm>
            <a:off x="2532915" y="3321588"/>
            <a:ext cx="853263" cy="853629"/>
          </a:xfrm>
          <a:custGeom>
            <a:avLst/>
            <a:gdLst/>
            <a:ahLst/>
            <a:cxnLst/>
            <a:rect l="l" t="t" r="r" b="b"/>
            <a:pathLst>
              <a:path w="11689" h="11694" extrusionOk="0">
                <a:moveTo>
                  <a:pt x="5829" y="2048"/>
                </a:moveTo>
                <a:cubicBezTo>
                  <a:pt x="6018" y="2048"/>
                  <a:pt x="6175" y="2206"/>
                  <a:pt x="6175" y="2395"/>
                </a:cubicBezTo>
                <a:cubicBezTo>
                  <a:pt x="6175" y="2615"/>
                  <a:pt x="6018" y="2804"/>
                  <a:pt x="5829" y="2804"/>
                </a:cubicBezTo>
                <a:cubicBezTo>
                  <a:pt x="5640" y="2804"/>
                  <a:pt x="5482" y="2615"/>
                  <a:pt x="5482" y="2395"/>
                </a:cubicBezTo>
                <a:cubicBezTo>
                  <a:pt x="5482" y="2206"/>
                  <a:pt x="5640" y="2048"/>
                  <a:pt x="5829" y="2048"/>
                </a:cubicBezTo>
                <a:close/>
                <a:moveTo>
                  <a:pt x="5829" y="725"/>
                </a:moveTo>
                <a:cubicBezTo>
                  <a:pt x="6774" y="725"/>
                  <a:pt x="7530" y="1449"/>
                  <a:pt x="7530" y="2395"/>
                </a:cubicBezTo>
                <a:cubicBezTo>
                  <a:pt x="7530" y="2521"/>
                  <a:pt x="7530" y="2678"/>
                  <a:pt x="7467" y="2804"/>
                </a:cubicBezTo>
                <a:lnTo>
                  <a:pt x="6774" y="2804"/>
                </a:lnTo>
                <a:cubicBezTo>
                  <a:pt x="6806" y="2678"/>
                  <a:pt x="6837" y="2552"/>
                  <a:pt x="6837" y="2395"/>
                </a:cubicBezTo>
                <a:cubicBezTo>
                  <a:pt x="6837" y="1859"/>
                  <a:pt x="6364" y="1386"/>
                  <a:pt x="5829" y="1386"/>
                </a:cubicBezTo>
                <a:cubicBezTo>
                  <a:pt x="5262" y="1386"/>
                  <a:pt x="4789" y="1859"/>
                  <a:pt x="4789" y="2395"/>
                </a:cubicBezTo>
                <a:cubicBezTo>
                  <a:pt x="4789" y="2521"/>
                  <a:pt x="4852" y="2678"/>
                  <a:pt x="4884" y="2804"/>
                </a:cubicBezTo>
                <a:lnTo>
                  <a:pt x="4159" y="2804"/>
                </a:lnTo>
                <a:cubicBezTo>
                  <a:pt x="4128" y="2678"/>
                  <a:pt x="4128" y="2521"/>
                  <a:pt x="4128" y="2395"/>
                </a:cubicBezTo>
                <a:cubicBezTo>
                  <a:pt x="4128" y="1449"/>
                  <a:pt x="4884" y="725"/>
                  <a:pt x="5829" y="725"/>
                </a:cubicBezTo>
                <a:close/>
                <a:moveTo>
                  <a:pt x="10681" y="3466"/>
                </a:moveTo>
                <a:cubicBezTo>
                  <a:pt x="10870" y="3466"/>
                  <a:pt x="11027" y="3623"/>
                  <a:pt x="11027" y="3812"/>
                </a:cubicBezTo>
                <a:cubicBezTo>
                  <a:pt x="11027" y="4033"/>
                  <a:pt x="10870" y="4190"/>
                  <a:pt x="10681" y="4190"/>
                </a:cubicBezTo>
                <a:lnTo>
                  <a:pt x="1009" y="4190"/>
                </a:lnTo>
                <a:cubicBezTo>
                  <a:pt x="820" y="4190"/>
                  <a:pt x="662" y="4033"/>
                  <a:pt x="662" y="3812"/>
                </a:cubicBezTo>
                <a:cubicBezTo>
                  <a:pt x="662" y="3623"/>
                  <a:pt x="851" y="3466"/>
                  <a:pt x="1009" y="3466"/>
                </a:cubicBezTo>
                <a:close/>
                <a:moveTo>
                  <a:pt x="9799" y="4852"/>
                </a:moveTo>
                <a:lnTo>
                  <a:pt x="7058" y="7593"/>
                </a:lnTo>
                <a:lnTo>
                  <a:pt x="4600" y="7593"/>
                </a:lnTo>
                <a:lnTo>
                  <a:pt x="1859" y="4852"/>
                </a:lnTo>
                <a:close/>
                <a:moveTo>
                  <a:pt x="6869" y="8255"/>
                </a:moveTo>
                <a:lnTo>
                  <a:pt x="6869" y="9767"/>
                </a:lnTo>
                <a:lnTo>
                  <a:pt x="4789" y="10775"/>
                </a:lnTo>
                <a:lnTo>
                  <a:pt x="4789" y="8255"/>
                </a:lnTo>
                <a:close/>
                <a:moveTo>
                  <a:pt x="5829" y="0"/>
                </a:moveTo>
                <a:cubicBezTo>
                  <a:pt x="4474" y="0"/>
                  <a:pt x="3435" y="1071"/>
                  <a:pt x="3435" y="2395"/>
                </a:cubicBezTo>
                <a:cubicBezTo>
                  <a:pt x="3435" y="2521"/>
                  <a:pt x="3435" y="2678"/>
                  <a:pt x="3466" y="2804"/>
                </a:cubicBezTo>
                <a:lnTo>
                  <a:pt x="1009" y="2804"/>
                </a:lnTo>
                <a:cubicBezTo>
                  <a:pt x="473" y="2804"/>
                  <a:pt x="0" y="3277"/>
                  <a:pt x="0" y="3812"/>
                </a:cubicBezTo>
                <a:cubicBezTo>
                  <a:pt x="0" y="4348"/>
                  <a:pt x="379" y="4757"/>
                  <a:pt x="851" y="4852"/>
                </a:cubicBezTo>
                <a:lnTo>
                  <a:pt x="4096" y="8065"/>
                </a:lnTo>
                <a:lnTo>
                  <a:pt x="4096" y="11342"/>
                </a:lnTo>
                <a:cubicBezTo>
                  <a:pt x="4096" y="11518"/>
                  <a:pt x="4277" y="11694"/>
                  <a:pt x="4462" y="11694"/>
                </a:cubicBezTo>
                <a:cubicBezTo>
                  <a:pt x="4508" y="11694"/>
                  <a:pt x="4556" y="11683"/>
                  <a:pt x="4600" y="11657"/>
                </a:cubicBezTo>
                <a:lnTo>
                  <a:pt x="7373" y="10271"/>
                </a:lnTo>
                <a:cubicBezTo>
                  <a:pt x="7467" y="10239"/>
                  <a:pt x="7562" y="10113"/>
                  <a:pt x="7562" y="9956"/>
                </a:cubicBezTo>
                <a:lnTo>
                  <a:pt x="7562" y="8034"/>
                </a:lnTo>
                <a:lnTo>
                  <a:pt x="10838" y="4820"/>
                </a:lnTo>
                <a:cubicBezTo>
                  <a:pt x="11311" y="4757"/>
                  <a:pt x="11689" y="4348"/>
                  <a:pt x="11689" y="3812"/>
                </a:cubicBezTo>
                <a:cubicBezTo>
                  <a:pt x="11689" y="3277"/>
                  <a:pt x="11216" y="2804"/>
                  <a:pt x="10681" y="2804"/>
                </a:cubicBezTo>
                <a:lnTo>
                  <a:pt x="8192" y="2804"/>
                </a:lnTo>
                <a:cubicBezTo>
                  <a:pt x="8192" y="2678"/>
                  <a:pt x="8223" y="2521"/>
                  <a:pt x="8223" y="2395"/>
                </a:cubicBezTo>
                <a:cubicBezTo>
                  <a:pt x="8223" y="1071"/>
                  <a:pt x="7152" y="0"/>
                  <a:pt x="5829"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10607;p73">
            <a:extLst>
              <a:ext uri="{FF2B5EF4-FFF2-40B4-BE49-F238E27FC236}">
                <a16:creationId xmlns:a16="http://schemas.microsoft.com/office/drawing/2014/main" id="{5A3E836A-3E5F-B5F4-A2D5-2449977E8D52}"/>
              </a:ext>
            </a:extLst>
          </p:cNvPr>
          <p:cNvSpPr/>
          <p:nvPr/>
        </p:nvSpPr>
        <p:spPr>
          <a:xfrm>
            <a:off x="2529451" y="4350536"/>
            <a:ext cx="860197" cy="855016"/>
          </a:xfrm>
          <a:custGeom>
            <a:avLst/>
            <a:gdLst/>
            <a:ahLst/>
            <a:cxnLst/>
            <a:rect l="l" t="t" r="r" b="b"/>
            <a:pathLst>
              <a:path w="11784" h="11713" extrusionOk="0">
                <a:moveTo>
                  <a:pt x="5136" y="4128"/>
                </a:moveTo>
                <a:cubicBezTo>
                  <a:pt x="5671" y="4128"/>
                  <a:pt x="6112" y="4569"/>
                  <a:pt x="6144" y="5136"/>
                </a:cubicBezTo>
                <a:lnTo>
                  <a:pt x="5230" y="4853"/>
                </a:lnTo>
                <a:cubicBezTo>
                  <a:pt x="5198" y="4839"/>
                  <a:pt x="5165" y="4832"/>
                  <a:pt x="5131" y="4832"/>
                </a:cubicBezTo>
                <a:cubicBezTo>
                  <a:pt x="4934" y="4832"/>
                  <a:pt x="4735" y="5052"/>
                  <a:pt x="4789" y="5294"/>
                </a:cubicBezTo>
                <a:lnTo>
                  <a:pt x="5073" y="6239"/>
                </a:lnTo>
                <a:cubicBezTo>
                  <a:pt x="4537" y="6176"/>
                  <a:pt x="4096" y="5703"/>
                  <a:pt x="4096" y="5168"/>
                </a:cubicBezTo>
                <a:cubicBezTo>
                  <a:pt x="4096" y="4601"/>
                  <a:pt x="4569" y="4128"/>
                  <a:pt x="5136" y="4128"/>
                </a:cubicBezTo>
                <a:close/>
                <a:moveTo>
                  <a:pt x="5199" y="2364"/>
                </a:moveTo>
                <a:cubicBezTo>
                  <a:pt x="6680" y="2364"/>
                  <a:pt x="7940" y="3592"/>
                  <a:pt x="7940" y="5136"/>
                </a:cubicBezTo>
                <a:cubicBezTo>
                  <a:pt x="7940" y="5294"/>
                  <a:pt x="7940" y="5388"/>
                  <a:pt x="7908" y="5546"/>
                </a:cubicBezTo>
                <a:lnTo>
                  <a:pt x="6932" y="5294"/>
                </a:lnTo>
                <a:lnTo>
                  <a:pt x="6932" y="5136"/>
                </a:lnTo>
                <a:cubicBezTo>
                  <a:pt x="6806" y="4223"/>
                  <a:pt x="6049" y="3466"/>
                  <a:pt x="5104" y="3466"/>
                </a:cubicBezTo>
                <a:cubicBezTo>
                  <a:pt x="4159" y="3466"/>
                  <a:pt x="3435" y="4223"/>
                  <a:pt x="3435" y="5168"/>
                </a:cubicBezTo>
                <a:cubicBezTo>
                  <a:pt x="3435" y="5609"/>
                  <a:pt x="3624" y="6081"/>
                  <a:pt x="3939" y="6396"/>
                </a:cubicBezTo>
                <a:cubicBezTo>
                  <a:pt x="4254" y="6743"/>
                  <a:pt x="4695" y="6900"/>
                  <a:pt x="5167" y="6900"/>
                </a:cubicBezTo>
                <a:lnTo>
                  <a:pt x="5325" y="6900"/>
                </a:lnTo>
                <a:lnTo>
                  <a:pt x="5577" y="7877"/>
                </a:lnTo>
                <a:cubicBezTo>
                  <a:pt x="5482" y="7909"/>
                  <a:pt x="5325" y="7909"/>
                  <a:pt x="5199" y="7909"/>
                </a:cubicBezTo>
                <a:cubicBezTo>
                  <a:pt x="3687" y="7909"/>
                  <a:pt x="2426" y="6648"/>
                  <a:pt x="2426" y="5136"/>
                </a:cubicBezTo>
                <a:cubicBezTo>
                  <a:pt x="2426" y="3624"/>
                  <a:pt x="3655" y="2364"/>
                  <a:pt x="5199" y="2364"/>
                </a:cubicBezTo>
                <a:close/>
                <a:moveTo>
                  <a:pt x="5167" y="726"/>
                </a:moveTo>
                <a:cubicBezTo>
                  <a:pt x="7940" y="726"/>
                  <a:pt x="10051" y="3277"/>
                  <a:pt x="9515" y="6018"/>
                </a:cubicBezTo>
                <a:lnTo>
                  <a:pt x="8507" y="5766"/>
                </a:lnTo>
                <a:cubicBezTo>
                  <a:pt x="8538" y="5546"/>
                  <a:pt x="8538" y="5357"/>
                  <a:pt x="8538" y="5136"/>
                </a:cubicBezTo>
                <a:cubicBezTo>
                  <a:pt x="8538" y="3246"/>
                  <a:pt x="7026" y="1702"/>
                  <a:pt x="5104" y="1702"/>
                </a:cubicBezTo>
                <a:cubicBezTo>
                  <a:pt x="3214" y="1702"/>
                  <a:pt x="1702" y="3246"/>
                  <a:pt x="1702" y="5136"/>
                </a:cubicBezTo>
                <a:cubicBezTo>
                  <a:pt x="1702" y="7027"/>
                  <a:pt x="3214" y="8602"/>
                  <a:pt x="5104" y="8602"/>
                </a:cubicBezTo>
                <a:cubicBezTo>
                  <a:pt x="5325" y="8602"/>
                  <a:pt x="5514" y="8602"/>
                  <a:pt x="5703" y="8539"/>
                </a:cubicBezTo>
                <a:lnTo>
                  <a:pt x="5986" y="9578"/>
                </a:lnTo>
                <a:cubicBezTo>
                  <a:pt x="5695" y="9636"/>
                  <a:pt x="5405" y="9664"/>
                  <a:pt x="5119" y="9664"/>
                </a:cubicBezTo>
                <a:cubicBezTo>
                  <a:pt x="2751" y="9664"/>
                  <a:pt x="694" y="7758"/>
                  <a:pt x="694" y="5199"/>
                </a:cubicBezTo>
                <a:cubicBezTo>
                  <a:pt x="694" y="2679"/>
                  <a:pt x="2773" y="726"/>
                  <a:pt x="5167" y="726"/>
                </a:cubicBezTo>
                <a:close/>
                <a:moveTo>
                  <a:pt x="5671" y="5672"/>
                </a:moveTo>
                <a:lnTo>
                  <a:pt x="5671" y="5672"/>
                </a:lnTo>
                <a:cubicBezTo>
                  <a:pt x="10240" y="6964"/>
                  <a:pt x="9578" y="6774"/>
                  <a:pt x="9704" y="6806"/>
                </a:cubicBezTo>
                <a:lnTo>
                  <a:pt x="8853" y="7373"/>
                </a:lnTo>
                <a:cubicBezTo>
                  <a:pt x="8664" y="7499"/>
                  <a:pt x="8664" y="7751"/>
                  <a:pt x="8822" y="7877"/>
                </a:cubicBezTo>
                <a:lnTo>
                  <a:pt x="10964" y="9956"/>
                </a:lnTo>
                <a:cubicBezTo>
                  <a:pt x="11027" y="10114"/>
                  <a:pt x="11027" y="10335"/>
                  <a:pt x="10901" y="10492"/>
                </a:cubicBezTo>
                <a:lnTo>
                  <a:pt x="10429" y="10965"/>
                </a:lnTo>
                <a:cubicBezTo>
                  <a:pt x="10366" y="11012"/>
                  <a:pt x="10279" y="11035"/>
                  <a:pt x="10192" y="11035"/>
                </a:cubicBezTo>
                <a:cubicBezTo>
                  <a:pt x="10106" y="11035"/>
                  <a:pt x="10019" y="11012"/>
                  <a:pt x="9956" y="10965"/>
                </a:cubicBezTo>
                <a:lnTo>
                  <a:pt x="7845" y="8854"/>
                </a:lnTo>
                <a:cubicBezTo>
                  <a:pt x="7777" y="8786"/>
                  <a:pt x="7691" y="8753"/>
                  <a:pt x="7606" y="8753"/>
                </a:cubicBezTo>
                <a:cubicBezTo>
                  <a:pt x="7493" y="8753"/>
                  <a:pt x="7381" y="8809"/>
                  <a:pt x="7310" y="8917"/>
                </a:cubicBezTo>
                <a:cubicBezTo>
                  <a:pt x="7247" y="8980"/>
                  <a:pt x="6806" y="9641"/>
                  <a:pt x="6774" y="9736"/>
                </a:cubicBezTo>
                <a:cubicBezTo>
                  <a:pt x="6680" y="9484"/>
                  <a:pt x="5703" y="5861"/>
                  <a:pt x="5671" y="5672"/>
                </a:cubicBezTo>
                <a:close/>
                <a:moveTo>
                  <a:pt x="5104" y="1"/>
                </a:moveTo>
                <a:cubicBezTo>
                  <a:pt x="2363" y="1"/>
                  <a:pt x="0" y="2238"/>
                  <a:pt x="0" y="5168"/>
                </a:cubicBezTo>
                <a:cubicBezTo>
                  <a:pt x="0" y="8066"/>
                  <a:pt x="2332" y="10303"/>
                  <a:pt x="5104" y="10303"/>
                </a:cubicBezTo>
                <a:cubicBezTo>
                  <a:pt x="5482" y="10303"/>
                  <a:pt x="5797" y="10272"/>
                  <a:pt x="6144" y="10208"/>
                </a:cubicBezTo>
                <a:lnTo>
                  <a:pt x="6270" y="10587"/>
                </a:lnTo>
                <a:cubicBezTo>
                  <a:pt x="6307" y="10755"/>
                  <a:pt x="6444" y="10845"/>
                  <a:pt x="6596" y="10845"/>
                </a:cubicBezTo>
                <a:cubicBezTo>
                  <a:pt x="6700" y="10845"/>
                  <a:pt x="6810" y="10802"/>
                  <a:pt x="6900" y="10713"/>
                </a:cubicBezTo>
                <a:lnTo>
                  <a:pt x="7625" y="9610"/>
                </a:lnTo>
                <a:lnTo>
                  <a:pt x="9483" y="11406"/>
                </a:lnTo>
                <a:cubicBezTo>
                  <a:pt x="9688" y="11610"/>
                  <a:pt x="9956" y="11713"/>
                  <a:pt x="10220" y="11713"/>
                </a:cubicBezTo>
                <a:cubicBezTo>
                  <a:pt x="10484" y="11713"/>
                  <a:pt x="10744" y="11610"/>
                  <a:pt x="10933" y="11406"/>
                </a:cubicBezTo>
                <a:lnTo>
                  <a:pt x="11405" y="10933"/>
                </a:lnTo>
                <a:cubicBezTo>
                  <a:pt x="11783" y="10555"/>
                  <a:pt x="11783" y="9893"/>
                  <a:pt x="11374" y="9484"/>
                </a:cubicBezTo>
                <a:lnTo>
                  <a:pt x="9515" y="7720"/>
                </a:lnTo>
                <a:lnTo>
                  <a:pt x="10618" y="6964"/>
                </a:lnTo>
                <a:cubicBezTo>
                  <a:pt x="10870" y="6806"/>
                  <a:pt x="10838" y="6428"/>
                  <a:pt x="10555" y="6333"/>
                </a:cubicBezTo>
                <a:lnTo>
                  <a:pt x="10145" y="6239"/>
                </a:lnTo>
                <a:cubicBezTo>
                  <a:pt x="10303" y="5483"/>
                  <a:pt x="10271" y="4695"/>
                  <a:pt x="10082" y="3908"/>
                </a:cubicBezTo>
                <a:cubicBezTo>
                  <a:pt x="9483" y="1576"/>
                  <a:pt x="7436" y="1"/>
                  <a:pt x="5104"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43" name="Google Shape;10608;p73">
            <a:extLst>
              <a:ext uri="{FF2B5EF4-FFF2-40B4-BE49-F238E27FC236}">
                <a16:creationId xmlns:a16="http://schemas.microsoft.com/office/drawing/2014/main" id="{B58BFEB9-2152-2D3D-1465-AB7066C68E5A}"/>
              </a:ext>
            </a:extLst>
          </p:cNvPr>
          <p:cNvGrpSpPr/>
          <p:nvPr/>
        </p:nvGrpSpPr>
        <p:grpSpPr>
          <a:xfrm>
            <a:off x="2556099" y="5404518"/>
            <a:ext cx="853263" cy="853263"/>
            <a:chOff x="-6354300" y="2757075"/>
            <a:chExt cx="292225" cy="292225"/>
          </a:xfrm>
          <a:solidFill>
            <a:srgbClr val="555559"/>
          </a:solidFill>
        </p:grpSpPr>
        <p:sp>
          <p:nvSpPr>
            <p:cNvPr id="2144" name="Google Shape;10609;p73">
              <a:extLst>
                <a:ext uri="{FF2B5EF4-FFF2-40B4-BE49-F238E27FC236}">
                  <a16:creationId xmlns:a16="http://schemas.microsoft.com/office/drawing/2014/main" id="{2EF6194D-F8E9-6252-DC39-1FD056F7DE68}"/>
                </a:ext>
              </a:extLst>
            </p:cNvPr>
            <p:cNvSpPr/>
            <p:nvPr/>
          </p:nvSpPr>
          <p:spPr>
            <a:xfrm>
              <a:off x="-6354300" y="2757075"/>
              <a:ext cx="292225" cy="292225"/>
            </a:xfrm>
            <a:custGeom>
              <a:avLst/>
              <a:gdLst/>
              <a:ahLst/>
              <a:cxnLst/>
              <a:rect l="l" t="t" r="r" b="b"/>
              <a:pathLst>
                <a:path w="11689" h="11689" extrusionOk="0">
                  <a:moveTo>
                    <a:pt x="10681" y="4159"/>
                  </a:moveTo>
                  <a:cubicBezTo>
                    <a:pt x="10870" y="4159"/>
                    <a:pt x="11027" y="4316"/>
                    <a:pt x="11027" y="4505"/>
                  </a:cubicBezTo>
                  <a:lnTo>
                    <a:pt x="11027" y="4915"/>
                  </a:lnTo>
                  <a:cubicBezTo>
                    <a:pt x="10901" y="4883"/>
                    <a:pt x="10775" y="4883"/>
                    <a:pt x="10681" y="4883"/>
                  </a:cubicBezTo>
                  <a:lnTo>
                    <a:pt x="9609" y="4883"/>
                  </a:lnTo>
                  <a:lnTo>
                    <a:pt x="9609" y="4190"/>
                  </a:lnTo>
                  <a:lnTo>
                    <a:pt x="10681" y="4190"/>
                  </a:lnTo>
                  <a:lnTo>
                    <a:pt x="10681" y="4159"/>
                  </a:lnTo>
                  <a:close/>
                  <a:moveTo>
                    <a:pt x="2048" y="2773"/>
                  </a:moveTo>
                  <a:lnTo>
                    <a:pt x="2048" y="6207"/>
                  </a:lnTo>
                  <a:lnTo>
                    <a:pt x="662" y="6207"/>
                  </a:lnTo>
                  <a:lnTo>
                    <a:pt x="662" y="3151"/>
                  </a:lnTo>
                  <a:cubicBezTo>
                    <a:pt x="694" y="2930"/>
                    <a:pt x="851" y="2773"/>
                    <a:pt x="1009" y="2773"/>
                  </a:cubicBezTo>
                  <a:close/>
                  <a:moveTo>
                    <a:pt x="8885" y="693"/>
                  </a:moveTo>
                  <a:lnTo>
                    <a:pt x="8885" y="4883"/>
                  </a:lnTo>
                  <a:cubicBezTo>
                    <a:pt x="8538" y="4915"/>
                    <a:pt x="8223" y="5104"/>
                    <a:pt x="8066" y="5419"/>
                  </a:cubicBezTo>
                  <a:lnTo>
                    <a:pt x="7751" y="6049"/>
                  </a:lnTo>
                  <a:cubicBezTo>
                    <a:pt x="7719" y="6175"/>
                    <a:pt x="7593" y="6238"/>
                    <a:pt x="7436" y="6238"/>
                  </a:cubicBezTo>
                  <a:lnTo>
                    <a:pt x="2710" y="6238"/>
                  </a:lnTo>
                  <a:lnTo>
                    <a:pt x="2710" y="693"/>
                  </a:lnTo>
                  <a:close/>
                  <a:moveTo>
                    <a:pt x="10681" y="5513"/>
                  </a:moveTo>
                  <a:cubicBezTo>
                    <a:pt x="10870" y="5513"/>
                    <a:pt x="11027" y="5671"/>
                    <a:pt x="11027" y="5860"/>
                  </a:cubicBezTo>
                  <a:lnTo>
                    <a:pt x="11027" y="10649"/>
                  </a:lnTo>
                  <a:cubicBezTo>
                    <a:pt x="11027" y="10869"/>
                    <a:pt x="10870" y="11027"/>
                    <a:pt x="10681" y="11027"/>
                  </a:cubicBezTo>
                  <a:lnTo>
                    <a:pt x="1009" y="11027"/>
                  </a:lnTo>
                  <a:cubicBezTo>
                    <a:pt x="820" y="11027"/>
                    <a:pt x="662" y="10869"/>
                    <a:pt x="662" y="10649"/>
                  </a:cubicBezTo>
                  <a:lnTo>
                    <a:pt x="662" y="6868"/>
                  </a:lnTo>
                  <a:lnTo>
                    <a:pt x="7436" y="6868"/>
                  </a:lnTo>
                  <a:cubicBezTo>
                    <a:pt x="7845" y="6868"/>
                    <a:pt x="8192" y="6648"/>
                    <a:pt x="8349" y="6333"/>
                  </a:cubicBezTo>
                  <a:lnTo>
                    <a:pt x="8664" y="5703"/>
                  </a:lnTo>
                  <a:cubicBezTo>
                    <a:pt x="8696" y="5576"/>
                    <a:pt x="8822" y="5513"/>
                    <a:pt x="8979" y="5513"/>
                  </a:cubicBezTo>
                  <a:close/>
                  <a:moveTo>
                    <a:pt x="2395" y="0"/>
                  </a:moveTo>
                  <a:cubicBezTo>
                    <a:pt x="2206" y="0"/>
                    <a:pt x="2048" y="158"/>
                    <a:pt x="2048" y="347"/>
                  </a:cubicBezTo>
                  <a:lnTo>
                    <a:pt x="2048" y="2111"/>
                  </a:lnTo>
                  <a:lnTo>
                    <a:pt x="1009" y="2111"/>
                  </a:lnTo>
                  <a:cubicBezTo>
                    <a:pt x="473" y="2111"/>
                    <a:pt x="0" y="2584"/>
                    <a:pt x="0" y="3151"/>
                  </a:cubicBezTo>
                  <a:lnTo>
                    <a:pt x="0" y="10649"/>
                  </a:lnTo>
                  <a:cubicBezTo>
                    <a:pt x="0" y="11216"/>
                    <a:pt x="473" y="11688"/>
                    <a:pt x="1009" y="11688"/>
                  </a:cubicBezTo>
                  <a:lnTo>
                    <a:pt x="10618" y="11688"/>
                  </a:lnTo>
                  <a:cubicBezTo>
                    <a:pt x="11185" y="11688"/>
                    <a:pt x="11657" y="11216"/>
                    <a:pt x="11657" y="10649"/>
                  </a:cubicBezTo>
                  <a:lnTo>
                    <a:pt x="11657" y="4505"/>
                  </a:lnTo>
                  <a:cubicBezTo>
                    <a:pt x="11689" y="3938"/>
                    <a:pt x="11216" y="3466"/>
                    <a:pt x="10681" y="3466"/>
                  </a:cubicBezTo>
                  <a:lnTo>
                    <a:pt x="9609" y="3466"/>
                  </a:lnTo>
                  <a:lnTo>
                    <a:pt x="9609" y="347"/>
                  </a:lnTo>
                  <a:cubicBezTo>
                    <a:pt x="9609" y="158"/>
                    <a:pt x="9452" y="0"/>
                    <a:pt x="926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10610;p73">
              <a:extLst>
                <a:ext uri="{FF2B5EF4-FFF2-40B4-BE49-F238E27FC236}">
                  <a16:creationId xmlns:a16="http://schemas.microsoft.com/office/drawing/2014/main" id="{5C9E8824-BA0B-8B93-FD96-4CCF15CE7756}"/>
                </a:ext>
              </a:extLst>
            </p:cNvPr>
            <p:cNvSpPr/>
            <p:nvPr/>
          </p:nvSpPr>
          <p:spPr>
            <a:xfrm>
              <a:off x="-6268450" y="2790150"/>
              <a:ext cx="119750" cy="18125"/>
            </a:xfrm>
            <a:custGeom>
              <a:avLst/>
              <a:gdLst/>
              <a:ahLst/>
              <a:cxnLst/>
              <a:rect l="l" t="t" r="r" b="b"/>
              <a:pathLst>
                <a:path w="4790" h="725" extrusionOk="0">
                  <a:moveTo>
                    <a:pt x="347" y="0"/>
                  </a:moveTo>
                  <a:cubicBezTo>
                    <a:pt x="158" y="0"/>
                    <a:pt x="1" y="158"/>
                    <a:pt x="1" y="347"/>
                  </a:cubicBezTo>
                  <a:cubicBezTo>
                    <a:pt x="1" y="599"/>
                    <a:pt x="158" y="725"/>
                    <a:pt x="347" y="725"/>
                  </a:cubicBezTo>
                  <a:lnTo>
                    <a:pt x="4443" y="725"/>
                  </a:lnTo>
                  <a:cubicBezTo>
                    <a:pt x="4632" y="725"/>
                    <a:pt x="4789" y="567"/>
                    <a:pt x="4789" y="347"/>
                  </a:cubicBezTo>
                  <a:cubicBezTo>
                    <a:pt x="4789" y="158"/>
                    <a:pt x="4632" y="0"/>
                    <a:pt x="444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10611;p73">
              <a:extLst>
                <a:ext uri="{FF2B5EF4-FFF2-40B4-BE49-F238E27FC236}">
                  <a16:creationId xmlns:a16="http://schemas.microsoft.com/office/drawing/2014/main" id="{22FDEFC8-F8F2-12AD-EF6E-C3AF8C3E46DC}"/>
                </a:ext>
              </a:extLst>
            </p:cNvPr>
            <p:cNvSpPr/>
            <p:nvPr/>
          </p:nvSpPr>
          <p:spPr>
            <a:xfrm>
              <a:off x="-6268450" y="2825600"/>
              <a:ext cx="119750" cy="18125"/>
            </a:xfrm>
            <a:custGeom>
              <a:avLst/>
              <a:gdLst/>
              <a:ahLst/>
              <a:cxnLst/>
              <a:rect l="l" t="t" r="r" b="b"/>
              <a:pathLst>
                <a:path w="4790" h="725" extrusionOk="0">
                  <a:moveTo>
                    <a:pt x="347" y="0"/>
                  </a:moveTo>
                  <a:cubicBezTo>
                    <a:pt x="158" y="0"/>
                    <a:pt x="1" y="158"/>
                    <a:pt x="1" y="347"/>
                  </a:cubicBezTo>
                  <a:cubicBezTo>
                    <a:pt x="1" y="599"/>
                    <a:pt x="158" y="725"/>
                    <a:pt x="347" y="725"/>
                  </a:cubicBezTo>
                  <a:lnTo>
                    <a:pt x="4443" y="725"/>
                  </a:lnTo>
                  <a:cubicBezTo>
                    <a:pt x="4632" y="725"/>
                    <a:pt x="4789" y="567"/>
                    <a:pt x="4789" y="347"/>
                  </a:cubicBezTo>
                  <a:cubicBezTo>
                    <a:pt x="4789" y="158"/>
                    <a:pt x="4632" y="0"/>
                    <a:pt x="444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10612;p73">
              <a:extLst>
                <a:ext uri="{FF2B5EF4-FFF2-40B4-BE49-F238E27FC236}">
                  <a16:creationId xmlns:a16="http://schemas.microsoft.com/office/drawing/2014/main" id="{323726E1-EE9D-3735-2D95-4A34736C368A}"/>
                </a:ext>
              </a:extLst>
            </p:cNvPr>
            <p:cNvSpPr/>
            <p:nvPr/>
          </p:nvSpPr>
          <p:spPr>
            <a:xfrm>
              <a:off x="-6268450" y="2860250"/>
              <a:ext cx="119750" cy="17350"/>
            </a:xfrm>
            <a:custGeom>
              <a:avLst/>
              <a:gdLst/>
              <a:ahLst/>
              <a:cxnLst/>
              <a:rect l="l" t="t" r="r" b="b"/>
              <a:pathLst>
                <a:path w="4790" h="694" extrusionOk="0">
                  <a:moveTo>
                    <a:pt x="347" y="0"/>
                  </a:moveTo>
                  <a:cubicBezTo>
                    <a:pt x="158" y="0"/>
                    <a:pt x="1" y="158"/>
                    <a:pt x="1" y="347"/>
                  </a:cubicBezTo>
                  <a:cubicBezTo>
                    <a:pt x="1" y="536"/>
                    <a:pt x="158" y="693"/>
                    <a:pt x="347" y="693"/>
                  </a:cubicBezTo>
                  <a:lnTo>
                    <a:pt x="4443" y="693"/>
                  </a:lnTo>
                  <a:cubicBezTo>
                    <a:pt x="4632" y="693"/>
                    <a:pt x="4789" y="536"/>
                    <a:pt x="4789" y="347"/>
                  </a:cubicBezTo>
                  <a:cubicBezTo>
                    <a:pt x="4789" y="158"/>
                    <a:pt x="4632" y="0"/>
                    <a:pt x="444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8" name="Google Shape;10613;p73">
            <a:extLst>
              <a:ext uri="{FF2B5EF4-FFF2-40B4-BE49-F238E27FC236}">
                <a16:creationId xmlns:a16="http://schemas.microsoft.com/office/drawing/2014/main" id="{A02561C3-6A4C-B139-4125-663FDA602BA8}"/>
              </a:ext>
            </a:extLst>
          </p:cNvPr>
          <p:cNvGrpSpPr/>
          <p:nvPr/>
        </p:nvGrpSpPr>
        <p:grpSpPr>
          <a:xfrm>
            <a:off x="8004339" y="3319796"/>
            <a:ext cx="857862" cy="857863"/>
            <a:chOff x="-4573475" y="2045850"/>
            <a:chExt cx="293800" cy="293800"/>
          </a:xfrm>
          <a:solidFill>
            <a:srgbClr val="555559"/>
          </a:solidFill>
        </p:grpSpPr>
        <p:sp>
          <p:nvSpPr>
            <p:cNvPr id="2149" name="Google Shape;10614;p73">
              <a:extLst>
                <a:ext uri="{FF2B5EF4-FFF2-40B4-BE49-F238E27FC236}">
                  <a16:creationId xmlns:a16="http://schemas.microsoft.com/office/drawing/2014/main" id="{929537C9-23C4-5FB1-4A75-BEF9DB5D40EC}"/>
                </a:ext>
              </a:extLst>
            </p:cNvPr>
            <p:cNvSpPr/>
            <p:nvPr/>
          </p:nvSpPr>
          <p:spPr>
            <a:xfrm>
              <a:off x="-4573475" y="2045850"/>
              <a:ext cx="293800" cy="293800"/>
            </a:xfrm>
            <a:custGeom>
              <a:avLst/>
              <a:gdLst/>
              <a:ahLst/>
              <a:cxnLst/>
              <a:rect l="l" t="t" r="r" b="b"/>
              <a:pathLst>
                <a:path w="11752" h="11752" extrusionOk="0">
                  <a:moveTo>
                    <a:pt x="6333" y="756"/>
                  </a:moveTo>
                  <a:lnTo>
                    <a:pt x="6459" y="1292"/>
                  </a:lnTo>
                  <a:cubicBezTo>
                    <a:pt x="6490" y="1418"/>
                    <a:pt x="6585" y="1544"/>
                    <a:pt x="6742" y="1576"/>
                  </a:cubicBezTo>
                  <a:cubicBezTo>
                    <a:pt x="7372" y="1702"/>
                    <a:pt x="7908" y="1922"/>
                    <a:pt x="8444" y="2300"/>
                  </a:cubicBezTo>
                  <a:cubicBezTo>
                    <a:pt x="8491" y="2332"/>
                    <a:pt x="8546" y="2347"/>
                    <a:pt x="8605" y="2347"/>
                  </a:cubicBezTo>
                  <a:cubicBezTo>
                    <a:pt x="8664" y="2347"/>
                    <a:pt x="8727" y="2332"/>
                    <a:pt x="8790" y="2300"/>
                  </a:cubicBezTo>
                  <a:lnTo>
                    <a:pt x="9231" y="2017"/>
                  </a:lnTo>
                  <a:lnTo>
                    <a:pt x="9798" y="2584"/>
                  </a:lnTo>
                  <a:lnTo>
                    <a:pt x="9546" y="3025"/>
                  </a:lnTo>
                  <a:cubicBezTo>
                    <a:pt x="9452" y="3151"/>
                    <a:pt x="9452" y="3308"/>
                    <a:pt x="9546" y="3371"/>
                  </a:cubicBezTo>
                  <a:cubicBezTo>
                    <a:pt x="9893" y="3907"/>
                    <a:pt x="10113" y="4505"/>
                    <a:pt x="10239" y="5073"/>
                  </a:cubicBezTo>
                  <a:cubicBezTo>
                    <a:pt x="10271" y="5199"/>
                    <a:pt x="10365" y="5325"/>
                    <a:pt x="10523" y="5356"/>
                  </a:cubicBezTo>
                  <a:lnTo>
                    <a:pt x="11058" y="5482"/>
                  </a:lnTo>
                  <a:lnTo>
                    <a:pt x="11058" y="6301"/>
                  </a:lnTo>
                  <a:lnTo>
                    <a:pt x="10523" y="6427"/>
                  </a:lnTo>
                  <a:cubicBezTo>
                    <a:pt x="10397" y="6459"/>
                    <a:pt x="10271" y="6553"/>
                    <a:pt x="10239" y="6711"/>
                  </a:cubicBezTo>
                  <a:cubicBezTo>
                    <a:pt x="10113" y="7309"/>
                    <a:pt x="9893" y="7877"/>
                    <a:pt x="9546" y="8381"/>
                  </a:cubicBezTo>
                  <a:cubicBezTo>
                    <a:pt x="9452" y="8507"/>
                    <a:pt x="9452" y="8633"/>
                    <a:pt x="9546" y="8759"/>
                  </a:cubicBezTo>
                  <a:lnTo>
                    <a:pt x="9798" y="9168"/>
                  </a:lnTo>
                  <a:lnTo>
                    <a:pt x="9231" y="9767"/>
                  </a:lnTo>
                  <a:lnTo>
                    <a:pt x="8790" y="9483"/>
                  </a:lnTo>
                  <a:cubicBezTo>
                    <a:pt x="8727" y="9452"/>
                    <a:pt x="8656" y="9436"/>
                    <a:pt x="8593" y="9436"/>
                  </a:cubicBezTo>
                  <a:cubicBezTo>
                    <a:pt x="8530" y="9436"/>
                    <a:pt x="8475" y="9452"/>
                    <a:pt x="8444" y="9483"/>
                  </a:cubicBezTo>
                  <a:cubicBezTo>
                    <a:pt x="7908" y="9861"/>
                    <a:pt x="7341" y="10082"/>
                    <a:pt x="6742" y="10208"/>
                  </a:cubicBezTo>
                  <a:cubicBezTo>
                    <a:pt x="6616" y="10239"/>
                    <a:pt x="6490" y="10334"/>
                    <a:pt x="6459" y="10428"/>
                  </a:cubicBezTo>
                  <a:lnTo>
                    <a:pt x="6333" y="10964"/>
                  </a:lnTo>
                  <a:lnTo>
                    <a:pt x="5514" y="10964"/>
                  </a:lnTo>
                  <a:lnTo>
                    <a:pt x="5388" y="10428"/>
                  </a:lnTo>
                  <a:cubicBezTo>
                    <a:pt x="5356" y="10334"/>
                    <a:pt x="5230" y="10208"/>
                    <a:pt x="5136" y="10208"/>
                  </a:cubicBezTo>
                  <a:cubicBezTo>
                    <a:pt x="4505" y="10082"/>
                    <a:pt x="3938" y="9861"/>
                    <a:pt x="3434" y="9483"/>
                  </a:cubicBezTo>
                  <a:cubicBezTo>
                    <a:pt x="3371" y="9452"/>
                    <a:pt x="3308" y="9436"/>
                    <a:pt x="3249" y="9436"/>
                  </a:cubicBezTo>
                  <a:cubicBezTo>
                    <a:pt x="3190" y="9436"/>
                    <a:pt x="3135" y="9452"/>
                    <a:pt x="3088" y="9483"/>
                  </a:cubicBezTo>
                  <a:lnTo>
                    <a:pt x="2647" y="9767"/>
                  </a:lnTo>
                  <a:lnTo>
                    <a:pt x="2048" y="9168"/>
                  </a:lnTo>
                  <a:lnTo>
                    <a:pt x="2332" y="8759"/>
                  </a:lnTo>
                  <a:cubicBezTo>
                    <a:pt x="2395" y="8633"/>
                    <a:pt x="2395" y="8475"/>
                    <a:pt x="2332" y="8381"/>
                  </a:cubicBezTo>
                  <a:cubicBezTo>
                    <a:pt x="1985" y="7877"/>
                    <a:pt x="1733" y="7278"/>
                    <a:pt x="1607" y="6711"/>
                  </a:cubicBezTo>
                  <a:cubicBezTo>
                    <a:pt x="1575" y="6585"/>
                    <a:pt x="1512" y="6459"/>
                    <a:pt x="1386" y="6427"/>
                  </a:cubicBezTo>
                  <a:lnTo>
                    <a:pt x="882" y="6301"/>
                  </a:lnTo>
                  <a:lnTo>
                    <a:pt x="882" y="5482"/>
                  </a:lnTo>
                  <a:lnTo>
                    <a:pt x="1386" y="5356"/>
                  </a:lnTo>
                  <a:cubicBezTo>
                    <a:pt x="1512" y="5325"/>
                    <a:pt x="1607" y="5199"/>
                    <a:pt x="1607" y="5073"/>
                  </a:cubicBezTo>
                  <a:cubicBezTo>
                    <a:pt x="1733" y="4442"/>
                    <a:pt x="1985" y="3907"/>
                    <a:pt x="2332" y="3371"/>
                  </a:cubicBezTo>
                  <a:cubicBezTo>
                    <a:pt x="2395" y="3277"/>
                    <a:pt x="2395" y="3151"/>
                    <a:pt x="2332" y="3025"/>
                  </a:cubicBezTo>
                  <a:lnTo>
                    <a:pt x="2048" y="2584"/>
                  </a:lnTo>
                  <a:lnTo>
                    <a:pt x="2647" y="2017"/>
                  </a:lnTo>
                  <a:lnTo>
                    <a:pt x="3088" y="2300"/>
                  </a:lnTo>
                  <a:cubicBezTo>
                    <a:pt x="3135" y="2332"/>
                    <a:pt x="3198" y="2347"/>
                    <a:pt x="3261" y="2347"/>
                  </a:cubicBezTo>
                  <a:cubicBezTo>
                    <a:pt x="3324" y="2347"/>
                    <a:pt x="3387" y="2332"/>
                    <a:pt x="3434" y="2300"/>
                  </a:cubicBezTo>
                  <a:cubicBezTo>
                    <a:pt x="3938" y="1922"/>
                    <a:pt x="4537" y="1702"/>
                    <a:pt x="5136" y="1576"/>
                  </a:cubicBezTo>
                  <a:cubicBezTo>
                    <a:pt x="5230" y="1544"/>
                    <a:pt x="5356" y="1450"/>
                    <a:pt x="5388" y="1292"/>
                  </a:cubicBezTo>
                  <a:lnTo>
                    <a:pt x="5514" y="756"/>
                  </a:lnTo>
                  <a:close/>
                  <a:moveTo>
                    <a:pt x="5167" y="0"/>
                  </a:moveTo>
                  <a:cubicBezTo>
                    <a:pt x="5009" y="0"/>
                    <a:pt x="4852" y="126"/>
                    <a:pt x="4852" y="284"/>
                  </a:cubicBezTo>
                  <a:lnTo>
                    <a:pt x="4694" y="882"/>
                  </a:lnTo>
                  <a:cubicBezTo>
                    <a:pt x="4127" y="977"/>
                    <a:pt x="3623" y="1229"/>
                    <a:pt x="3119" y="1513"/>
                  </a:cubicBezTo>
                  <a:lnTo>
                    <a:pt x="2615" y="1197"/>
                  </a:lnTo>
                  <a:cubicBezTo>
                    <a:pt x="2557" y="1154"/>
                    <a:pt x="2485" y="1130"/>
                    <a:pt x="2412" y="1130"/>
                  </a:cubicBezTo>
                  <a:cubicBezTo>
                    <a:pt x="2327" y="1130"/>
                    <a:pt x="2242" y="1161"/>
                    <a:pt x="2174" y="1229"/>
                  </a:cubicBezTo>
                  <a:lnTo>
                    <a:pt x="1197" y="2206"/>
                  </a:lnTo>
                  <a:cubicBezTo>
                    <a:pt x="1071" y="2332"/>
                    <a:pt x="1071" y="2489"/>
                    <a:pt x="1134" y="2647"/>
                  </a:cubicBezTo>
                  <a:lnTo>
                    <a:pt x="1449" y="3151"/>
                  </a:lnTo>
                  <a:cubicBezTo>
                    <a:pt x="1134" y="3623"/>
                    <a:pt x="945" y="4159"/>
                    <a:pt x="819" y="4726"/>
                  </a:cubicBezTo>
                  <a:lnTo>
                    <a:pt x="284" y="4884"/>
                  </a:lnTo>
                  <a:cubicBezTo>
                    <a:pt x="126" y="4915"/>
                    <a:pt x="0" y="5041"/>
                    <a:pt x="0" y="5199"/>
                  </a:cubicBezTo>
                  <a:lnTo>
                    <a:pt x="0" y="6585"/>
                  </a:lnTo>
                  <a:cubicBezTo>
                    <a:pt x="0" y="6742"/>
                    <a:pt x="126" y="6868"/>
                    <a:pt x="284" y="6900"/>
                  </a:cubicBezTo>
                  <a:lnTo>
                    <a:pt x="819" y="7057"/>
                  </a:lnTo>
                  <a:cubicBezTo>
                    <a:pt x="945" y="7593"/>
                    <a:pt x="1197" y="8129"/>
                    <a:pt x="1449" y="8633"/>
                  </a:cubicBezTo>
                  <a:lnTo>
                    <a:pt x="1134" y="9137"/>
                  </a:lnTo>
                  <a:cubicBezTo>
                    <a:pt x="1071" y="9263"/>
                    <a:pt x="1071" y="9452"/>
                    <a:pt x="1197" y="9578"/>
                  </a:cubicBezTo>
                  <a:lnTo>
                    <a:pt x="2174" y="10554"/>
                  </a:lnTo>
                  <a:cubicBezTo>
                    <a:pt x="2242" y="10622"/>
                    <a:pt x="2318" y="10653"/>
                    <a:pt x="2399" y="10653"/>
                  </a:cubicBezTo>
                  <a:cubicBezTo>
                    <a:pt x="2469" y="10653"/>
                    <a:pt x="2542" y="10630"/>
                    <a:pt x="2615" y="10586"/>
                  </a:cubicBezTo>
                  <a:lnTo>
                    <a:pt x="3119" y="10271"/>
                  </a:lnTo>
                  <a:cubicBezTo>
                    <a:pt x="3592" y="10586"/>
                    <a:pt x="4127" y="10806"/>
                    <a:pt x="4694" y="10901"/>
                  </a:cubicBezTo>
                  <a:lnTo>
                    <a:pt x="4852" y="11468"/>
                  </a:lnTo>
                  <a:cubicBezTo>
                    <a:pt x="4883" y="11626"/>
                    <a:pt x="5009" y="11752"/>
                    <a:pt x="5167" y="11752"/>
                  </a:cubicBezTo>
                  <a:lnTo>
                    <a:pt x="6553" y="11752"/>
                  </a:lnTo>
                  <a:cubicBezTo>
                    <a:pt x="6711" y="11752"/>
                    <a:pt x="6805" y="11626"/>
                    <a:pt x="6868" y="11468"/>
                  </a:cubicBezTo>
                  <a:lnTo>
                    <a:pt x="7026" y="10901"/>
                  </a:lnTo>
                  <a:cubicBezTo>
                    <a:pt x="7561" y="10806"/>
                    <a:pt x="8065" y="10554"/>
                    <a:pt x="8601" y="10271"/>
                  </a:cubicBezTo>
                  <a:lnTo>
                    <a:pt x="9105" y="10586"/>
                  </a:lnTo>
                  <a:cubicBezTo>
                    <a:pt x="9164" y="10630"/>
                    <a:pt x="9236" y="10653"/>
                    <a:pt x="9309" y="10653"/>
                  </a:cubicBezTo>
                  <a:cubicBezTo>
                    <a:pt x="9393" y="10653"/>
                    <a:pt x="9479" y="10622"/>
                    <a:pt x="9546" y="10554"/>
                  </a:cubicBezTo>
                  <a:lnTo>
                    <a:pt x="10523" y="9578"/>
                  </a:lnTo>
                  <a:cubicBezTo>
                    <a:pt x="10649" y="9452"/>
                    <a:pt x="10649" y="9294"/>
                    <a:pt x="10554" y="9137"/>
                  </a:cubicBezTo>
                  <a:lnTo>
                    <a:pt x="10239" y="8633"/>
                  </a:lnTo>
                  <a:cubicBezTo>
                    <a:pt x="10554" y="8160"/>
                    <a:pt x="10743" y="7656"/>
                    <a:pt x="10869" y="7057"/>
                  </a:cubicBezTo>
                  <a:lnTo>
                    <a:pt x="11468" y="6900"/>
                  </a:lnTo>
                  <a:cubicBezTo>
                    <a:pt x="11626" y="6868"/>
                    <a:pt x="11752" y="6742"/>
                    <a:pt x="11752" y="6585"/>
                  </a:cubicBezTo>
                  <a:lnTo>
                    <a:pt x="11752" y="5199"/>
                  </a:lnTo>
                  <a:cubicBezTo>
                    <a:pt x="11752" y="5041"/>
                    <a:pt x="11626" y="4915"/>
                    <a:pt x="11468" y="4884"/>
                  </a:cubicBezTo>
                  <a:lnTo>
                    <a:pt x="10869" y="4726"/>
                  </a:lnTo>
                  <a:cubicBezTo>
                    <a:pt x="10743" y="4159"/>
                    <a:pt x="10523" y="3655"/>
                    <a:pt x="10239" y="3151"/>
                  </a:cubicBezTo>
                  <a:lnTo>
                    <a:pt x="10554" y="2647"/>
                  </a:lnTo>
                  <a:cubicBezTo>
                    <a:pt x="10649" y="2521"/>
                    <a:pt x="10649" y="2332"/>
                    <a:pt x="10523" y="2206"/>
                  </a:cubicBezTo>
                  <a:lnTo>
                    <a:pt x="9546" y="1229"/>
                  </a:lnTo>
                  <a:cubicBezTo>
                    <a:pt x="9479" y="1161"/>
                    <a:pt x="9402" y="1130"/>
                    <a:pt x="9321" y="1130"/>
                  </a:cubicBezTo>
                  <a:cubicBezTo>
                    <a:pt x="9251" y="1130"/>
                    <a:pt x="9178" y="1154"/>
                    <a:pt x="9105" y="1197"/>
                  </a:cubicBezTo>
                  <a:lnTo>
                    <a:pt x="8601" y="1513"/>
                  </a:lnTo>
                  <a:cubicBezTo>
                    <a:pt x="8128" y="1197"/>
                    <a:pt x="7593" y="977"/>
                    <a:pt x="7026" y="882"/>
                  </a:cubicBezTo>
                  <a:lnTo>
                    <a:pt x="6868" y="284"/>
                  </a:lnTo>
                  <a:cubicBezTo>
                    <a:pt x="6805" y="126"/>
                    <a:pt x="6711" y="0"/>
                    <a:pt x="655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10615;p73">
              <a:extLst>
                <a:ext uri="{FF2B5EF4-FFF2-40B4-BE49-F238E27FC236}">
                  <a16:creationId xmlns:a16="http://schemas.microsoft.com/office/drawing/2014/main" id="{9DB626B1-487B-B959-46E0-46610A924125}"/>
                </a:ext>
              </a:extLst>
            </p:cNvPr>
            <p:cNvSpPr/>
            <p:nvPr/>
          </p:nvSpPr>
          <p:spPr>
            <a:xfrm>
              <a:off x="-4521500" y="2099400"/>
              <a:ext cx="189050" cy="188275"/>
            </a:xfrm>
            <a:custGeom>
              <a:avLst/>
              <a:gdLst/>
              <a:ahLst/>
              <a:cxnLst/>
              <a:rect l="l" t="t" r="r" b="b"/>
              <a:pathLst>
                <a:path w="7562" h="7531" extrusionOk="0">
                  <a:moveTo>
                    <a:pt x="3750" y="662"/>
                  </a:moveTo>
                  <a:cubicBezTo>
                    <a:pt x="5451" y="662"/>
                    <a:pt x="6837" y="2017"/>
                    <a:pt x="6837" y="3718"/>
                  </a:cubicBezTo>
                  <a:cubicBezTo>
                    <a:pt x="6869" y="5104"/>
                    <a:pt x="6049" y="6239"/>
                    <a:pt x="4821" y="6648"/>
                  </a:cubicBezTo>
                  <a:lnTo>
                    <a:pt x="4821" y="5892"/>
                  </a:lnTo>
                  <a:cubicBezTo>
                    <a:pt x="5640" y="5514"/>
                    <a:pt x="6207" y="4663"/>
                    <a:pt x="6207" y="3718"/>
                  </a:cubicBezTo>
                  <a:cubicBezTo>
                    <a:pt x="6207" y="2710"/>
                    <a:pt x="5577" y="1796"/>
                    <a:pt x="4569" y="1481"/>
                  </a:cubicBezTo>
                  <a:cubicBezTo>
                    <a:pt x="4535" y="1472"/>
                    <a:pt x="4501" y="1467"/>
                    <a:pt x="4468" y="1467"/>
                  </a:cubicBezTo>
                  <a:cubicBezTo>
                    <a:pt x="4278" y="1467"/>
                    <a:pt x="4096" y="1609"/>
                    <a:pt x="4096" y="1796"/>
                  </a:cubicBezTo>
                  <a:lnTo>
                    <a:pt x="4096" y="3372"/>
                  </a:lnTo>
                  <a:lnTo>
                    <a:pt x="3435" y="3372"/>
                  </a:lnTo>
                  <a:lnTo>
                    <a:pt x="3435" y="1796"/>
                  </a:lnTo>
                  <a:cubicBezTo>
                    <a:pt x="3435" y="1609"/>
                    <a:pt x="3276" y="1467"/>
                    <a:pt x="3073" y="1467"/>
                  </a:cubicBezTo>
                  <a:cubicBezTo>
                    <a:pt x="3037" y="1467"/>
                    <a:pt x="3000" y="1472"/>
                    <a:pt x="2962" y="1481"/>
                  </a:cubicBezTo>
                  <a:cubicBezTo>
                    <a:pt x="2017" y="1828"/>
                    <a:pt x="1355" y="2742"/>
                    <a:pt x="1355" y="3718"/>
                  </a:cubicBezTo>
                  <a:cubicBezTo>
                    <a:pt x="1355" y="4663"/>
                    <a:pt x="1891" y="5514"/>
                    <a:pt x="2741" y="5892"/>
                  </a:cubicBezTo>
                  <a:lnTo>
                    <a:pt x="2741" y="6648"/>
                  </a:lnTo>
                  <a:cubicBezTo>
                    <a:pt x="1544" y="6207"/>
                    <a:pt x="694" y="5073"/>
                    <a:pt x="694" y="3718"/>
                  </a:cubicBezTo>
                  <a:cubicBezTo>
                    <a:pt x="694" y="2017"/>
                    <a:pt x="2048" y="662"/>
                    <a:pt x="3750" y="662"/>
                  </a:cubicBezTo>
                  <a:close/>
                  <a:moveTo>
                    <a:pt x="4852" y="2363"/>
                  </a:moveTo>
                  <a:cubicBezTo>
                    <a:pt x="5293" y="2679"/>
                    <a:pt x="5514" y="3183"/>
                    <a:pt x="5514" y="3718"/>
                  </a:cubicBezTo>
                  <a:cubicBezTo>
                    <a:pt x="5514" y="4443"/>
                    <a:pt x="5041" y="5104"/>
                    <a:pt x="4380" y="5356"/>
                  </a:cubicBezTo>
                  <a:cubicBezTo>
                    <a:pt x="4254" y="5388"/>
                    <a:pt x="4159" y="5545"/>
                    <a:pt x="4159" y="5671"/>
                  </a:cubicBezTo>
                  <a:lnTo>
                    <a:pt x="4159" y="6806"/>
                  </a:lnTo>
                  <a:lnTo>
                    <a:pt x="3781" y="6806"/>
                  </a:lnTo>
                  <a:cubicBezTo>
                    <a:pt x="3734" y="6821"/>
                    <a:pt x="3679" y="6829"/>
                    <a:pt x="3624" y="6829"/>
                  </a:cubicBezTo>
                  <a:cubicBezTo>
                    <a:pt x="3568" y="6829"/>
                    <a:pt x="3513" y="6821"/>
                    <a:pt x="3466" y="6806"/>
                  </a:cubicBezTo>
                  <a:lnTo>
                    <a:pt x="3466" y="5671"/>
                  </a:lnTo>
                  <a:cubicBezTo>
                    <a:pt x="3466" y="5514"/>
                    <a:pt x="3403" y="5388"/>
                    <a:pt x="3246" y="5356"/>
                  </a:cubicBezTo>
                  <a:cubicBezTo>
                    <a:pt x="2584" y="5104"/>
                    <a:pt x="2111" y="4443"/>
                    <a:pt x="2111" y="3718"/>
                  </a:cubicBezTo>
                  <a:cubicBezTo>
                    <a:pt x="2111" y="3183"/>
                    <a:pt x="2363" y="2679"/>
                    <a:pt x="2773" y="2363"/>
                  </a:cubicBezTo>
                  <a:lnTo>
                    <a:pt x="2773" y="3718"/>
                  </a:lnTo>
                  <a:cubicBezTo>
                    <a:pt x="2773" y="3939"/>
                    <a:pt x="2930" y="4096"/>
                    <a:pt x="3120" y="4096"/>
                  </a:cubicBezTo>
                  <a:lnTo>
                    <a:pt x="4506" y="4096"/>
                  </a:lnTo>
                  <a:cubicBezTo>
                    <a:pt x="4695" y="4096"/>
                    <a:pt x="4852" y="3939"/>
                    <a:pt x="4852" y="3718"/>
                  </a:cubicBezTo>
                  <a:lnTo>
                    <a:pt x="4852" y="2363"/>
                  </a:lnTo>
                  <a:close/>
                  <a:moveTo>
                    <a:pt x="3781" y="1"/>
                  </a:moveTo>
                  <a:cubicBezTo>
                    <a:pt x="1702" y="1"/>
                    <a:pt x="1" y="1670"/>
                    <a:pt x="1" y="3781"/>
                  </a:cubicBezTo>
                  <a:cubicBezTo>
                    <a:pt x="1" y="5861"/>
                    <a:pt x="1702" y="7530"/>
                    <a:pt x="3781" y="7530"/>
                  </a:cubicBezTo>
                  <a:cubicBezTo>
                    <a:pt x="5892" y="7530"/>
                    <a:pt x="7562" y="5861"/>
                    <a:pt x="7562" y="3781"/>
                  </a:cubicBezTo>
                  <a:cubicBezTo>
                    <a:pt x="7562" y="1670"/>
                    <a:pt x="5892" y="1"/>
                    <a:pt x="378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51" name="Google Shape;10616;p73">
            <a:extLst>
              <a:ext uri="{FF2B5EF4-FFF2-40B4-BE49-F238E27FC236}">
                <a16:creationId xmlns:a16="http://schemas.microsoft.com/office/drawing/2014/main" id="{BC67CE2C-F743-32B6-DCD8-363BA33C76A2}"/>
              </a:ext>
            </a:extLst>
          </p:cNvPr>
          <p:cNvGrpSpPr/>
          <p:nvPr/>
        </p:nvGrpSpPr>
        <p:grpSpPr>
          <a:xfrm>
            <a:off x="8003172" y="4349456"/>
            <a:ext cx="860197" cy="857935"/>
            <a:chOff x="-4570325" y="2405775"/>
            <a:chExt cx="294600" cy="293825"/>
          </a:xfrm>
          <a:solidFill>
            <a:srgbClr val="555559"/>
          </a:solidFill>
        </p:grpSpPr>
        <p:sp>
          <p:nvSpPr>
            <p:cNvPr id="2152" name="Google Shape;10617;p73">
              <a:extLst>
                <a:ext uri="{FF2B5EF4-FFF2-40B4-BE49-F238E27FC236}">
                  <a16:creationId xmlns:a16="http://schemas.microsoft.com/office/drawing/2014/main" id="{24F3B436-A3AD-05EE-25D2-283A336E26CA}"/>
                </a:ext>
              </a:extLst>
            </p:cNvPr>
            <p:cNvSpPr/>
            <p:nvPr/>
          </p:nvSpPr>
          <p:spPr>
            <a:xfrm>
              <a:off x="-4570325" y="2405775"/>
              <a:ext cx="294600" cy="293825"/>
            </a:xfrm>
            <a:custGeom>
              <a:avLst/>
              <a:gdLst/>
              <a:ahLst/>
              <a:cxnLst/>
              <a:rect l="l" t="t" r="r" b="b"/>
              <a:pathLst>
                <a:path w="11784" h="11753" extrusionOk="0">
                  <a:moveTo>
                    <a:pt x="5734" y="694"/>
                  </a:moveTo>
                  <a:cubicBezTo>
                    <a:pt x="7624" y="694"/>
                    <a:pt x="9168" y="2238"/>
                    <a:pt x="9168" y="4128"/>
                  </a:cubicBezTo>
                  <a:cubicBezTo>
                    <a:pt x="9168" y="6050"/>
                    <a:pt x="7624" y="7594"/>
                    <a:pt x="5734" y="7594"/>
                  </a:cubicBezTo>
                  <a:cubicBezTo>
                    <a:pt x="3844" y="7594"/>
                    <a:pt x="2332" y="6018"/>
                    <a:pt x="2332" y="4128"/>
                  </a:cubicBezTo>
                  <a:cubicBezTo>
                    <a:pt x="2332" y="2238"/>
                    <a:pt x="3844" y="694"/>
                    <a:pt x="5734" y="694"/>
                  </a:cubicBezTo>
                  <a:close/>
                  <a:moveTo>
                    <a:pt x="977" y="7531"/>
                  </a:moveTo>
                  <a:cubicBezTo>
                    <a:pt x="1166" y="7531"/>
                    <a:pt x="1323" y="7688"/>
                    <a:pt x="1323" y="7909"/>
                  </a:cubicBezTo>
                  <a:cubicBezTo>
                    <a:pt x="1292" y="8129"/>
                    <a:pt x="1134" y="8255"/>
                    <a:pt x="977" y="8255"/>
                  </a:cubicBezTo>
                  <a:cubicBezTo>
                    <a:pt x="788" y="8255"/>
                    <a:pt x="630" y="8098"/>
                    <a:pt x="630" y="7909"/>
                  </a:cubicBezTo>
                  <a:cubicBezTo>
                    <a:pt x="630" y="7688"/>
                    <a:pt x="788" y="7531"/>
                    <a:pt x="977" y="7531"/>
                  </a:cubicBezTo>
                  <a:close/>
                  <a:moveTo>
                    <a:pt x="10586" y="7531"/>
                  </a:moveTo>
                  <a:cubicBezTo>
                    <a:pt x="10775" y="7531"/>
                    <a:pt x="10932" y="7688"/>
                    <a:pt x="10932" y="7909"/>
                  </a:cubicBezTo>
                  <a:cubicBezTo>
                    <a:pt x="10932" y="8129"/>
                    <a:pt x="10775" y="8255"/>
                    <a:pt x="10586" y="8255"/>
                  </a:cubicBezTo>
                  <a:cubicBezTo>
                    <a:pt x="10397" y="8255"/>
                    <a:pt x="10239" y="8098"/>
                    <a:pt x="10239" y="7909"/>
                  </a:cubicBezTo>
                  <a:cubicBezTo>
                    <a:pt x="10239" y="7688"/>
                    <a:pt x="10397" y="7531"/>
                    <a:pt x="10586" y="7531"/>
                  </a:cubicBezTo>
                  <a:close/>
                  <a:moveTo>
                    <a:pt x="3025" y="9641"/>
                  </a:moveTo>
                  <a:cubicBezTo>
                    <a:pt x="3214" y="9641"/>
                    <a:pt x="3371" y="9799"/>
                    <a:pt x="3371" y="9988"/>
                  </a:cubicBezTo>
                  <a:cubicBezTo>
                    <a:pt x="3340" y="10177"/>
                    <a:pt x="3214" y="10335"/>
                    <a:pt x="3025" y="10335"/>
                  </a:cubicBezTo>
                  <a:cubicBezTo>
                    <a:pt x="2836" y="10335"/>
                    <a:pt x="2678" y="10177"/>
                    <a:pt x="2678" y="9988"/>
                  </a:cubicBezTo>
                  <a:cubicBezTo>
                    <a:pt x="2678" y="9799"/>
                    <a:pt x="2836" y="9641"/>
                    <a:pt x="3025" y="9641"/>
                  </a:cubicBezTo>
                  <a:close/>
                  <a:moveTo>
                    <a:pt x="8475" y="9641"/>
                  </a:moveTo>
                  <a:cubicBezTo>
                    <a:pt x="8696" y="9641"/>
                    <a:pt x="8822" y="9799"/>
                    <a:pt x="8822" y="9988"/>
                  </a:cubicBezTo>
                  <a:cubicBezTo>
                    <a:pt x="8822" y="10177"/>
                    <a:pt x="8664" y="10335"/>
                    <a:pt x="8475" y="10335"/>
                  </a:cubicBezTo>
                  <a:cubicBezTo>
                    <a:pt x="8255" y="10335"/>
                    <a:pt x="8128" y="10177"/>
                    <a:pt x="8128" y="9988"/>
                  </a:cubicBezTo>
                  <a:cubicBezTo>
                    <a:pt x="8128" y="9799"/>
                    <a:pt x="8255" y="9641"/>
                    <a:pt x="8475" y="9641"/>
                  </a:cubicBezTo>
                  <a:close/>
                  <a:moveTo>
                    <a:pt x="5734" y="10303"/>
                  </a:moveTo>
                  <a:cubicBezTo>
                    <a:pt x="5955" y="10303"/>
                    <a:pt x="6112" y="10461"/>
                    <a:pt x="6112" y="10650"/>
                  </a:cubicBezTo>
                  <a:cubicBezTo>
                    <a:pt x="6112" y="10839"/>
                    <a:pt x="5955" y="10996"/>
                    <a:pt x="5734" y="10996"/>
                  </a:cubicBezTo>
                  <a:cubicBezTo>
                    <a:pt x="5545" y="10996"/>
                    <a:pt x="5388" y="10839"/>
                    <a:pt x="5388" y="10650"/>
                  </a:cubicBezTo>
                  <a:cubicBezTo>
                    <a:pt x="5388" y="10461"/>
                    <a:pt x="5545" y="10303"/>
                    <a:pt x="5734" y="10303"/>
                  </a:cubicBezTo>
                  <a:close/>
                  <a:moveTo>
                    <a:pt x="5797" y="1"/>
                  </a:moveTo>
                  <a:cubicBezTo>
                    <a:pt x="3497" y="1"/>
                    <a:pt x="1701" y="1860"/>
                    <a:pt x="1701" y="4097"/>
                  </a:cubicBezTo>
                  <a:cubicBezTo>
                    <a:pt x="1701" y="5010"/>
                    <a:pt x="2017" y="5924"/>
                    <a:pt x="2552" y="6617"/>
                  </a:cubicBezTo>
                  <a:lnTo>
                    <a:pt x="1701" y="7153"/>
                  </a:lnTo>
                  <a:cubicBezTo>
                    <a:pt x="1481" y="6995"/>
                    <a:pt x="1260" y="6901"/>
                    <a:pt x="1040" y="6901"/>
                  </a:cubicBezTo>
                  <a:cubicBezTo>
                    <a:pt x="473" y="6901"/>
                    <a:pt x="0" y="7373"/>
                    <a:pt x="0" y="7940"/>
                  </a:cubicBezTo>
                  <a:cubicBezTo>
                    <a:pt x="0" y="8476"/>
                    <a:pt x="473" y="8948"/>
                    <a:pt x="1040" y="8948"/>
                  </a:cubicBezTo>
                  <a:cubicBezTo>
                    <a:pt x="1575" y="8948"/>
                    <a:pt x="2048" y="8476"/>
                    <a:pt x="2048" y="7940"/>
                  </a:cubicBezTo>
                  <a:lnTo>
                    <a:pt x="2048" y="7751"/>
                  </a:lnTo>
                  <a:lnTo>
                    <a:pt x="3088" y="7153"/>
                  </a:lnTo>
                  <a:cubicBezTo>
                    <a:pt x="3340" y="7373"/>
                    <a:pt x="3623" y="7625"/>
                    <a:pt x="3970" y="7783"/>
                  </a:cubicBezTo>
                  <a:lnTo>
                    <a:pt x="3308" y="8948"/>
                  </a:lnTo>
                  <a:lnTo>
                    <a:pt x="3119" y="8948"/>
                  </a:lnTo>
                  <a:cubicBezTo>
                    <a:pt x="2552" y="8948"/>
                    <a:pt x="2080" y="9421"/>
                    <a:pt x="2080" y="9988"/>
                  </a:cubicBezTo>
                  <a:cubicBezTo>
                    <a:pt x="2080" y="10524"/>
                    <a:pt x="2552" y="10996"/>
                    <a:pt x="3119" y="10996"/>
                  </a:cubicBezTo>
                  <a:cubicBezTo>
                    <a:pt x="3655" y="10996"/>
                    <a:pt x="4127" y="10524"/>
                    <a:pt x="4127" y="9988"/>
                  </a:cubicBezTo>
                  <a:cubicBezTo>
                    <a:pt x="4127" y="9736"/>
                    <a:pt x="4064" y="9515"/>
                    <a:pt x="3907" y="9326"/>
                  </a:cubicBezTo>
                  <a:lnTo>
                    <a:pt x="4600" y="8098"/>
                  </a:lnTo>
                  <a:cubicBezTo>
                    <a:pt x="4883" y="8161"/>
                    <a:pt x="5199" y="8255"/>
                    <a:pt x="5514" y="8287"/>
                  </a:cubicBezTo>
                  <a:lnTo>
                    <a:pt x="5514" y="9736"/>
                  </a:lnTo>
                  <a:cubicBezTo>
                    <a:pt x="5136" y="9894"/>
                    <a:pt x="4852" y="10272"/>
                    <a:pt x="4852" y="10713"/>
                  </a:cubicBezTo>
                  <a:cubicBezTo>
                    <a:pt x="4852" y="11280"/>
                    <a:pt x="5325" y="11752"/>
                    <a:pt x="5860" y="11752"/>
                  </a:cubicBezTo>
                  <a:cubicBezTo>
                    <a:pt x="6427" y="11752"/>
                    <a:pt x="6900" y="11280"/>
                    <a:pt x="6900" y="10713"/>
                  </a:cubicBezTo>
                  <a:cubicBezTo>
                    <a:pt x="6900" y="10303"/>
                    <a:pt x="6616" y="9894"/>
                    <a:pt x="6238" y="9736"/>
                  </a:cubicBezTo>
                  <a:lnTo>
                    <a:pt x="6238" y="8287"/>
                  </a:lnTo>
                  <a:cubicBezTo>
                    <a:pt x="6553" y="8255"/>
                    <a:pt x="6868" y="8224"/>
                    <a:pt x="7120" y="8098"/>
                  </a:cubicBezTo>
                  <a:lnTo>
                    <a:pt x="7845" y="9326"/>
                  </a:lnTo>
                  <a:cubicBezTo>
                    <a:pt x="7687" y="9515"/>
                    <a:pt x="7593" y="9736"/>
                    <a:pt x="7593" y="9988"/>
                  </a:cubicBezTo>
                  <a:cubicBezTo>
                    <a:pt x="7593" y="10524"/>
                    <a:pt x="8065" y="10996"/>
                    <a:pt x="8633" y="10996"/>
                  </a:cubicBezTo>
                  <a:cubicBezTo>
                    <a:pt x="9168" y="10996"/>
                    <a:pt x="9641" y="10524"/>
                    <a:pt x="9641" y="9988"/>
                  </a:cubicBezTo>
                  <a:cubicBezTo>
                    <a:pt x="9641" y="9421"/>
                    <a:pt x="9168" y="8948"/>
                    <a:pt x="8633" y="8948"/>
                  </a:cubicBezTo>
                  <a:lnTo>
                    <a:pt x="8444" y="8948"/>
                  </a:lnTo>
                  <a:lnTo>
                    <a:pt x="7750" y="7783"/>
                  </a:lnTo>
                  <a:cubicBezTo>
                    <a:pt x="8065" y="7625"/>
                    <a:pt x="8381" y="7373"/>
                    <a:pt x="8664" y="7153"/>
                  </a:cubicBezTo>
                  <a:lnTo>
                    <a:pt x="9735" y="7751"/>
                  </a:lnTo>
                  <a:lnTo>
                    <a:pt x="9735" y="7940"/>
                  </a:lnTo>
                  <a:cubicBezTo>
                    <a:pt x="9735" y="8476"/>
                    <a:pt x="10208" y="8948"/>
                    <a:pt x="10743" y="8948"/>
                  </a:cubicBezTo>
                  <a:cubicBezTo>
                    <a:pt x="11310" y="8948"/>
                    <a:pt x="11783" y="8476"/>
                    <a:pt x="11783" y="7940"/>
                  </a:cubicBezTo>
                  <a:cubicBezTo>
                    <a:pt x="11626" y="7342"/>
                    <a:pt x="11153" y="6901"/>
                    <a:pt x="10586" y="6901"/>
                  </a:cubicBezTo>
                  <a:cubicBezTo>
                    <a:pt x="10302" y="6901"/>
                    <a:pt x="10082" y="6995"/>
                    <a:pt x="9924" y="7153"/>
                  </a:cubicBezTo>
                  <a:lnTo>
                    <a:pt x="9011" y="6617"/>
                  </a:lnTo>
                  <a:cubicBezTo>
                    <a:pt x="9578" y="5924"/>
                    <a:pt x="9893" y="5010"/>
                    <a:pt x="9893" y="4097"/>
                  </a:cubicBezTo>
                  <a:cubicBezTo>
                    <a:pt x="9893" y="1828"/>
                    <a:pt x="8034" y="1"/>
                    <a:pt x="579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10618;p73">
              <a:extLst>
                <a:ext uri="{FF2B5EF4-FFF2-40B4-BE49-F238E27FC236}">
                  <a16:creationId xmlns:a16="http://schemas.microsoft.com/office/drawing/2014/main" id="{5D91B8D2-BB87-9BE5-0ADE-42E084F8E120}"/>
                </a:ext>
              </a:extLst>
            </p:cNvPr>
            <p:cNvSpPr/>
            <p:nvPr/>
          </p:nvSpPr>
          <p:spPr>
            <a:xfrm>
              <a:off x="-4478175" y="2439650"/>
              <a:ext cx="103975" cy="120525"/>
            </a:xfrm>
            <a:custGeom>
              <a:avLst/>
              <a:gdLst/>
              <a:ahLst/>
              <a:cxnLst/>
              <a:rect l="l" t="t" r="r" b="b"/>
              <a:pathLst>
                <a:path w="4159" h="4821" extrusionOk="0">
                  <a:moveTo>
                    <a:pt x="2048" y="725"/>
                  </a:moveTo>
                  <a:cubicBezTo>
                    <a:pt x="2458" y="725"/>
                    <a:pt x="2741" y="1040"/>
                    <a:pt x="2741" y="1387"/>
                  </a:cubicBezTo>
                  <a:cubicBezTo>
                    <a:pt x="2741" y="1765"/>
                    <a:pt x="2426" y="2049"/>
                    <a:pt x="2048" y="2049"/>
                  </a:cubicBezTo>
                  <a:cubicBezTo>
                    <a:pt x="1702" y="2049"/>
                    <a:pt x="1387" y="1733"/>
                    <a:pt x="1387" y="1387"/>
                  </a:cubicBezTo>
                  <a:cubicBezTo>
                    <a:pt x="1387" y="1040"/>
                    <a:pt x="1702" y="725"/>
                    <a:pt x="2048" y="725"/>
                  </a:cubicBezTo>
                  <a:close/>
                  <a:moveTo>
                    <a:pt x="2363" y="2773"/>
                  </a:moveTo>
                  <a:cubicBezTo>
                    <a:pt x="2930" y="2773"/>
                    <a:pt x="3403" y="3246"/>
                    <a:pt x="3403" y="3781"/>
                  </a:cubicBezTo>
                  <a:lnTo>
                    <a:pt x="3403" y="4128"/>
                  </a:lnTo>
                  <a:lnTo>
                    <a:pt x="630" y="4128"/>
                  </a:lnTo>
                  <a:lnTo>
                    <a:pt x="630" y="3781"/>
                  </a:lnTo>
                  <a:lnTo>
                    <a:pt x="693" y="3781"/>
                  </a:lnTo>
                  <a:cubicBezTo>
                    <a:pt x="693" y="3246"/>
                    <a:pt x="1166" y="2773"/>
                    <a:pt x="1702" y="2773"/>
                  </a:cubicBezTo>
                  <a:close/>
                  <a:moveTo>
                    <a:pt x="2111" y="1"/>
                  </a:moveTo>
                  <a:cubicBezTo>
                    <a:pt x="1355" y="1"/>
                    <a:pt x="725" y="631"/>
                    <a:pt x="725" y="1387"/>
                  </a:cubicBezTo>
                  <a:cubicBezTo>
                    <a:pt x="725" y="1702"/>
                    <a:pt x="851" y="2017"/>
                    <a:pt x="1040" y="2238"/>
                  </a:cubicBezTo>
                  <a:cubicBezTo>
                    <a:pt x="441" y="2521"/>
                    <a:pt x="63" y="3120"/>
                    <a:pt x="63" y="3781"/>
                  </a:cubicBezTo>
                  <a:lnTo>
                    <a:pt x="63" y="4443"/>
                  </a:lnTo>
                  <a:cubicBezTo>
                    <a:pt x="0" y="4663"/>
                    <a:pt x="158" y="4821"/>
                    <a:pt x="378" y="4821"/>
                  </a:cubicBezTo>
                  <a:lnTo>
                    <a:pt x="3781" y="4821"/>
                  </a:lnTo>
                  <a:cubicBezTo>
                    <a:pt x="4001" y="4821"/>
                    <a:pt x="4159" y="4663"/>
                    <a:pt x="4159" y="4443"/>
                  </a:cubicBezTo>
                  <a:lnTo>
                    <a:pt x="4159" y="3781"/>
                  </a:lnTo>
                  <a:cubicBezTo>
                    <a:pt x="4159" y="3120"/>
                    <a:pt x="3749" y="2521"/>
                    <a:pt x="3151" y="2238"/>
                  </a:cubicBezTo>
                  <a:cubicBezTo>
                    <a:pt x="3371" y="2017"/>
                    <a:pt x="3466" y="1733"/>
                    <a:pt x="3466" y="1387"/>
                  </a:cubicBezTo>
                  <a:cubicBezTo>
                    <a:pt x="3466" y="631"/>
                    <a:pt x="2836" y="1"/>
                    <a:pt x="211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54" name="Google Shape;10619;p73">
            <a:extLst>
              <a:ext uri="{FF2B5EF4-FFF2-40B4-BE49-F238E27FC236}">
                <a16:creationId xmlns:a16="http://schemas.microsoft.com/office/drawing/2014/main" id="{BDD5B60D-5691-FBA2-E94C-E7AE4EC42EA4}"/>
              </a:ext>
            </a:extLst>
          </p:cNvPr>
          <p:cNvGrpSpPr/>
          <p:nvPr/>
        </p:nvGrpSpPr>
        <p:grpSpPr>
          <a:xfrm>
            <a:off x="8029601" y="5403387"/>
            <a:ext cx="855599" cy="855525"/>
            <a:chOff x="-4572700" y="2764950"/>
            <a:chExt cx="293025" cy="293000"/>
          </a:xfrm>
          <a:solidFill>
            <a:srgbClr val="555559"/>
          </a:solidFill>
        </p:grpSpPr>
        <p:sp>
          <p:nvSpPr>
            <p:cNvPr id="2155" name="Google Shape;10620;p73">
              <a:extLst>
                <a:ext uri="{FF2B5EF4-FFF2-40B4-BE49-F238E27FC236}">
                  <a16:creationId xmlns:a16="http://schemas.microsoft.com/office/drawing/2014/main" id="{7BCE0205-5492-603F-D09E-5E936B0E3D30}"/>
                </a:ext>
              </a:extLst>
            </p:cNvPr>
            <p:cNvSpPr/>
            <p:nvPr/>
          </p:nvSpPr>
          <p:spPr>
            <a:xfrm>
              <a:off x="-4572700" y="2764950"/>
              <a:ext cx="293025" cy="293000"/>
            </a:xfrm>
            <a:custGeom>
              <a:avLst/>
              <a:gdLst/>
              <a:ahLst/>
              <a:cxnLst/>
              <a:rect l="l" t="t" r="r" b="b"/>
              <a:pathLst>
                <a:path w="11721" h="11720" extrusionOk="0">
                  <a:moveTo>
                    <a:pt x="10681" y="2048"/>
                  </a:moveTo>
                  <a:cubicBezTo>
                    <a:pt x="10870" y="2048"/>
                    <a:pt x="11027" y="2206"/>
                    <a:pt x="11027" y="2395"/>
                  </a:cubicBezTo>
                  <a:lnTo>
                    <a:pt x="11027" y="7246"/>
                  </a:lnTo>
                  <a:cubicBezTo>
                    <a:pt x="11027" y="7435"/>
                    <a:pt x="10870" y="7593"/>
                    <a:pt x="10681" y="7593"/>
                  </a:cubicBezTo>
                  <a:lnTo>
                    <a:pt x="1072" y="7593"/>
                  </a:lnTo>
                  <a:cubicBezTo>
                    <a:pt x="883" y="7593"/>
                    <a:pt x="725" y="7435"/>
                    <a:pt x="725" y="7246"/>
                  </a:cubicBezTo>
                  <a:lnTo>
                    <a:pt x="725" y="2395"/>
                  </a:lnTo>
                  <a:cubicBezTo>
                    <a:pt x="725" y="2206"/>
                    <a:pt x="883" y="2048"/>
                    <a:pt x="1072" y="2048"/>
                  </a:cubicBezTo>
                  <a:close/>
                  <a:moveTo>
                    <a:pt x="4821" y="8286"/>
                  </a:moveTo>
                  <a:lnTo>
                    <a:pt x="4821" y="8979"/>
                  </a:lnTo>
                  <a:lnTo>
                    <a:pt x="3435" y="8979"/>
                  </a:lnTo>
                  <a:lnTo>
                    <a:pt x="3435" y="8286"/>
                  </a:lnTo>
                  <a:close/>
                  <a:moveTo>
                    <a:pt x="8287" y="8286"/>
                  </a:moveTo>
                  <a:lnTo>
                    <a:pt x="8287" y="8979"/>
                  </a:lnTo>
                  <a:lnTo>
                    <a:pt x="6869" y="8979"/>
                  </a:lnTo>
                  <a:lnTo>
                    <a:pt x="6869" y="8286"/>
                  </a:lnTo>
                  <a:close/>
                  <a:moveTo>
                    <a:pt x="6207" y="8254"/>
                  </a:moveTo>
                  <a:lnTo>
                    <a:pt x="6207" y="11027"/>
                  </a:lnTo>
                  <a:lnTo>
                    <a:pt x="5514" y="11027"/>
                  </a:lnTo>
                  <a:lnTo>
                    <a:pt x="5514" y="8254"/>
                  </a:lnTo>
                  <a:close/>
                  <a:moveTo>
                    <a:pt x="1733" y="0"/>
                  </a:moveTo>
                  <a:cubicBezTo>
                    <a:pt x="1544" y="0"/>
                    <a:pt x="1387" y="158"/>
                    <a:pt x="1387" y="347"/>
                  </a:cubicBezTo>
                  <a:cubicBezTo>
                    <a:pt x="1387" y="536"/>
                    <a:pt x="1544" y="693"/>
                    <a:pt x="1733" y="693"/>
                  </a:cubicBezTo>
                  <a:lnTo>
                    <a:pt x="2112" y="693"/>
                  </a:lnTo>
                  <a:lnTo>
                    <a:pt x="2112" y="1355"/>
                  </a:lnTo>
                  <a:lnTo>
                    <a:pt x="1072" y="1355"/>
                  </a:lnTo>
                  <a:cubicBezTo>
                    <a:pt x="536" y="1355"/>
                    <a:pt x="64" y="1827"/>
                    <a:pt x="64" y="2395"/>
                  </a:cubicBezTo>
                  <a:lnTo>
                    <a:pt x="64" y="7246"/>
                  </a:lnTo>
                  <a:cubicBezTo>
                    <a:pt x="64" y="7782"/>
                    <a:pt x="536" y="8254"/>
                    <a:pt x="1072" y="8254"/>
                  </a:cubicBezTo>
                  <a:lnTo>
                    <a:pt x="2773" y="8254"/>
                  </a:lnTo>
                  <a:lnTo>
                    <a:pt x="2773" y="8916"/>
                  </a:lnTo>
                  <a:lnTo>
                    <a:pt x="1733" y="8916"/>
                  </a:lnTo>
                  <a:cubicBezTo>
                    <a:pt x="1544" y="8916"/>
                    <a:pt x="1387" y="9074"/>
                    <a:pt x="1387" y="9294"/>
                  </a:cubicBezTo>
                  <a:cubicBezTo>
                    <a:pt x="1387" y="9483"/>
                    <a:pt x="1544" y="9641"/>
                    <a:pt x="1733" y="9641"/>
                  </a:cubicBezTo>
                  <a:lnTo>
                    <a:pt x="4821" y="9641"/>
                  </a:lnTo>
                  <a:lnTo>
                    <a:pt x="4821" y="11027"/>
                  </a:lnTo>
                  <a:lnTo>
                    <a:pt x="379" y="11027"/>
                  </a:lnTo>
                  <a:cubicBezTo>
                    <a:pt x="158" y="11027"/>
                    <a:pt x="1" y="11184"/>
                    <a:pt x="1" y="11373"/>
                  </a:cubicBezTo>
                  <a:cubicBezTo>
                    <a:pt x="1" y="11562"/>
                    <a:pt x="158" y="11720"/>
                    <a:pt x="379" y="11720"/>
                  </a:cubicBezTo>
                  <a:lnTo>
                    <a:pt x="11342" y="11720"/>
                  </a:lnTo>
                  <a:cubicBezTo>
                    <a:pt x="11563" y="11720"/>
                    <a:pt x="11721" y="11562"/>
                    <a:pt x="11721" y="11373"/>
                  </a:cubicBezTo>
                  <a:cubicBezTo>
                    <a:pt x="11721" y="11184"/>
                    <a:pt x="11563" y="11027"/>
                    <a:pt x="11342" y="11027"/>
                  </a:cubicBezTo>
                  <a:lnTo>
                    <a:pt x="6869" y="11027"/>
                  </a:lnTo>
                  <a:lnTo>
                    <a:pt x="6869" y="9641"/>
                  </a:lnTo>
                  <a:lnTo>
                    <a:pt x="9988" y="9641"/>
                  </a:lnTo>
                  <a:cubicBezTo>
                    <a:pt x="10177" y="9641"/>
                    <a:pt x="10334" y="9483"/>
                    <a:pt x="10334" y="9294"/>
                  </a:cubicBezTo>
                  <a:cubicBezTo>
                    <a:pt x="10334" y="9074"/>
                    <a:pt x="10177" y="8916"/>
                    <a:pt x="9988" y="8916"/>
                  </a:cubicBezTo>
                  <a:lnTo>
                    <a:pt x="8948" y="8916"/>
                  </a:lnTo>
                  <a:lnTo>
                    <a:pt x="8948" y="8254"/>
                  </a:lnTo>
                  <a:lnTo>
                    <a:pt x="10681" y="8254"/>
                  </a:lnTo>
                  <a:cubicBezTo>
                    <a:pt x="11248" y="8254"/>
                    <a:pt x="11721" y="7782"/>
                    <a:pt x="11721" y="7246"/>
                  </a:cubicBezTo>
                  <a:lnTo>
                    <a:pt x="11721" y="2395"/>
                  </a:lnTo>
                  <a:cubicBezTo>
                    <a:pt x="11721" y="1827"/>
                    <a:pt x="11248" y="1355"/>
                    <a:pt x="10681" y="1355"/>
                  </a:cubicBezTo>
                  <a:lnTo>
                    <a:pt x="9673" y="1355"/>
                  </a:lnTo>
                  <a:lnTo>
                    <a:pt x="9673" y="693"/>
                  </a:lnTo>
                  <a:lnTo>
                    <a:pt x="10019" y="693"/>
                  </a:lnTo>
                  <a:cubicBezTo>
                    <a:pt x="10208" y="693"/>
                    <a:pt x="10366" y="536"/>
                    <a:pt x="10366" y="347"/>
                  </a:cubicBezTo>
                  <a:cubicBezTo>
                    <a:pt x="10366" y="158"/>
                    <a:pt x="10208" y="0"/>
                    <a:pt x="10019" y="0"/>
                  </a:cubicBezTo>
                  <a:lnTo>
                    <a:pt x="8633" y="0"/>
                  </a:lnTo>
                  <a:cubicBezTo>
                    <a:pt x="8444" y="0"/>
                    <a:pt x="8287" y="158"/>
                    <a:pt x="8287" y="347"/>
                  </a:cubicBezTo>
                  <a:cubicBezTo>
                    <a:pt x="8287" y="536"/>
                    <a:pt x="8444" y="693"/>
                    <a:pt x="8633" y="693"/>
                  </a:cubicBezTo>
                  <a:lnTo>
                    <a:pt x="8980" y="693"/>
                  </a:lnTo>
                  <a:lnTo>
                    <a:pt x="8980" y="1355"/>
                  </a:lnTo>
                  <a:lnTo>
                    <a:pt x="6207" y="1355"/>
                  </a:lnTo>
                  <a:lnTo>
                    <a:pt x="6207" y="693"/>
                  </a:lnTo>
                  <a:lnTo>
                    <a:pt x="6554" y="693"/>
                  </a:lnTo>
                  <a:cubicBezTo>
                    <a:pt x="6743" y="693"/>
                    <a:pt x="6900" y="536"/>
                    <a:pt x="6900" y="347"/>
                  </a:cubicBezTo>
                  <a:cubicBezTo>
                    <a:pt x="6900" y="158"/>
                    <a:pt x="6743" y="0"/>
                    <a:pt x="6554" y="0"/>
                  </a:cubicBezTo>
                  <a:lnTo>
                    <a:pt x="5168" y="0"/>
                  </a:lnTo>
                  <a:cubicBezTo>
                    <a:pt x="4978" y="0"/>
                    <a:pt x="4821" y="158"/>
                    <a:pt x="4821" y="347"/>
                  </a:cubicBezTo>
                  <a:cubicBezTo>
                    <a:pt x="4821" y="536"/>
                    <a:pt x="4978" y="693"/>
                    <a:pt x="5168" y="693"/>
                  </a:cubicBezTo>
                  <a:lnTo>
                    <a:pt x="5514" y="693"/>
                  </a:lnTo>
                  <a:lnTo>
                    <a:pt x="5514" y="1355"/>
                  </a:lnTo>
                  <a:lnTo>
                    <a:pt x="2773" y="1355"/>
                  </a:lnTo>
                  <a:lnTo>
                    <a:pt x="2773" y="693"/>
                  </a:lnTo>
                  <a:lnTo>
                    <a:pt x="3120" y="693"/>
                  </a:lnTo>
                  <a:cubicBezTo>
                    <a:pt x="3309" y="693"/>
                    <a:pt x="3466" y="536"/>
                    <a:pt x="3466" y="347"/>
                  </a:cubicBezTo>
                  <a:cubicBezTo>
                    <a:pt x="3466" y="158"/>
                    <a:pt x="3309" y="0"/>
                    <a:pt x="31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10621;p73">
              <a:extLst>
                <a:ext uri="{FF2B5EF4-FFF2-40B4-BE49-F238E27FC236}">
                  <a16:creationId xmlns:a16="http://schemas.microsoft.com/office/drawing/2014/main" id="{7D111D1E-9A69-9E0C-99F3-D243ED679B42}"/>
                </a:ext>
              </a:extLst>
            </p:cNvPr>
            <p:cNvSpPr/>
            <p:nvPr/>
          </p:nvSpPr>
          <p:spPr>
            <a:xfrm>
              <a:off x="-4538825" y="2833475"/>
              <a:ext cx="86650" cy="104775"/>
            </a:xfrm>
            <a:custGeom>
              <a:avLst/>
              <a:gdLst/>
              <a:ahLst/>
              <a:cxnLst/>
              <a:rect l="l" t="t" r="r" b="b"/>
              <a:pathLst>
                <a:path w="3466" h="4191" extrusionOk="0">
                  <a:moveTo>
                    <a:pt x="2804" y="662"/>
                  </a:moveTo>
                  <a:lnTo>
                    <a:pt x="2804" y="3466"/>
                  </a:lnTo>
                  <a:lnTo>
                    <a:pt x="757" y="3466"/>
                  </a:lnTo>
                  <a:lnTo>
                    <a:pt x="757" y="662"/>
                  </a:lnTo>
                  <a:close/>
                  <a:moveTo>
                    <a:pt x="347" y="0"/>
                  </a:moveTo>
                  <a:cubicBezTo>
                    <a:pt x="158" y="0"/>
                    <a:pt x="0" y="158"/>
                    <a:pt x="0" y="347"/>
                  </a:cubicBezTo>
                  <a:lnTo>
                    <a:pt x="0" y="3812"/>
                  </a:lnTo>
                  <a:cubicBezTo>
                    <a:pt x="0" y="4033"/>
                    <a:pt x="158" y="4190"/>
                    <a:pt x="347" y="4190"/>
                  </a:cubicBezTo>
                  <a:lnTo>
                    <a:pt x="3119" y="4190"/>
                  </a:lnTo>
                  <a:cubicBezTo>
                    <a:pt x="3308" y="4190"/>
                    <a:pt x="3466" y="4033"/>
                    <a:pt x="3466" y="3812"/>
                  </a:cubicBezTo>
                  <a:lnTo>
                    <a:pt x="3466" y="347"/>
                  </a:lnTo>
                  <a:cubicBezTo>
                    <a:pt x="3466" y="158"/>
                    <a:pt x="3308" y="0"/>
                    <a:pt x="311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10622;p73">
              <a:extLst>
                <a:ext uri="{FF2B5EF4-FFF2-40B4-BE49-F238E27FC236}">
                  <a16:creationId xmlns:a16="http://schemas.microsoft.com/office/drawing/2014/main" id="{011910FF-798F-CD0C-AF56-B2F9537F125C}"/>
                </a:ext>
              </a:extLst>
            </p:cNvPr>
            <p:cNvSpPr/>
            <p:nvPr/>
          </p:nvSpPr>
          <p:spPr>
            <a:xfrm>
              <a:off x="-4435650" y="2902775"/>
              <a:ext cx="121325" cy="17350"/>
            </a:xfrm>
            <a:custGeom>
              <a:avLst/>
              <a:gdLst/>
              <a:ahLst/>
              <a:cxnLst/>
              <a:rect l="l" t="t" r="r" b="b"/>
              <a:pathLst>
                <a:path w="4853" h="694" extrusionOk="0">
                  <a:moveTo>
                    <a:pt x="347" y="1"/>
                  </a:moveTo>
                  <a:cubicBezTo>
                    <a:pt x="158" y="1"/>
                    <a:pt x="1" y="158"/>
                    <a:pt x="1" y="347"/>
                  </a:cubicBezTo>
                  <a:cubicBezTo>
                    <a:pt x="32" y="536"/>
                    <a:pt x="158" y="694"/>
                    <a:pt x="347" y="694"/>
                  </a:cubicBezTo>
                  <a:lnTo>
                    <a:pt x="4506" y="694"/>
                  </a:lnTo>
                  <a:cubicBezTo>
                    <a:pt x="4695" y="694"/>
                    <a:pt x="4852" y="536"/>
                    <a:pt x="4852" y="347"/>
                  </a:cubicBezTo>
                  <a:cubicBezTo>
                    <a:pt x="4852" y="158"/>
                    <a:pt x="4695" y="1"/>
                    <a:pt x="450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10623;p73">
              <a:extLst>
                <a:ext uri="{FF2B5EF4-FFF2-40B4-BE49-F238E27FC236}">
                  <a16:creationId xmlns:a16="http://schemas.microsoft.com/office/drawing/2014/main" id="{560D71FB-F083-7689-F55C-EF585ED3A0EF}"/>
                </a:ext>
              </a:extLst>
            </p:cNvPr>
            <p:cNvSpPr/>
            <p:nvPr/>
          </p:nvSpPr>
          <p:spPr>
            <a:xfrm>
              <a:off x="-4435650" y="2867325"/>
              <a:ext cx="121325" cy="17350"/>
            </a:xfrm>
            <a:custGeom>
              <a:avLst/>
              <a:gdLst/>
              <a:ahLst/>
              <a:cxnLst/>
              <a:rect l="l" t="t" r="r" b="b"/>
              <a:pathLst>
                <a:path w="4853" h="694" extrusionOk="0">
                  <a:moveTo>
                    <a:pt x="347" y="1"/>
                  </a:moveTo>
                  <a:cubicBezTo>
                    <a:pt x="158" y="1"/>
                    <a:pt x="1" y="158"/>
                    <a:pt x="1" y="347"/>
                  </a:cubicBezTo>
                  <a:cubicBezTo>
                    <a:pt x="32" y="568"/>
                    <a:pt x="158" y="694"/>
                    <a:pt x="347" y="694"/>
                  </a:cubicBezTo>
                  <a:lnTo>
                    <a:pt x="4506" y="694"/>
                  </a:lnTo>
                  <a:cubicBezTo>
                    <a:pt x="4695" y="694"/>
                    <a:pt x="4852" y="536"/>
                    <a:pt x="4852" y="347"/>
                  </a:cubicBezTo>
                  <a:cubicBezTo>
                    <a:pt x="4852" y="158"/>
                    <a:pt x="4695" y="1"/>
                    <a:pt x="450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10624;p73">
              <a:extLst>
                <a:ext uri="{FF2B5EF4-FFF2-40B4-BE49-F238E27FC236}">
                  <a16:creationId xmlns:a16="http://schemas.microsoft.com/office/drawing/2014/main" id="{458E92F4-C587-BC43-7413-4E1D689F16EB}"/>
                </a:ext>
              </a:extLst>
            </p:cNvPr>
            <p:cNvSpPr/>
            <p:nvPr/>
          </p:nvSpPr>
          <p:spPr>
            <a:xfrm>
              <a:off x="-4435650" y="2833475"/>
              <a:ext cx="121325" cy="18125"/>
            </a:xfrm>
            <a:custGeom>
              <a:avLst/>
              <a:gdLst/>
              <a:ahLst/>
              <a:cxnLst/>
              <a:rect l="l" t="t" r="r" b="b"/>
              <a:pathLst>
                <a:path w="4853" h="725" extrusionOk="0">
                  <a:moveTo>
                    <a:pt x="347" y="0"/>
                  </a:moveTo>
                  <a:cubicBezTo>
                    <a:pt x="158" y="0"/>
                    <a:pt x="1" y="158"/>
                    <a:pt x="1" y="347"/>
                  </a:cubicBezTo>
                  <a:cubicBezTo>
                    <a:pt x="32" y="567"/>
                    <a:pt x="158" y="725"/>
                    <a:pt x="347" y="725"/>
                  </a:cubicBezTo>
                  <a:lnTo>
                    <a:pt x="4506" y="725"/>
                  </a:lnTo>
                  <a:cubicBezTo>
                    <a:pt x="4695" y="725"/>
                    <a:pt x="4852" y="567"/>
                    <a:pt x="4852" y="347"/>
                  </a:cubicBezTo>
                  <a:cubicBezTo>
                    <a:pt x="4852" y="158"/>
                    <a:pt x="4695" y="0"/>
                    <a:pt x="450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60" name="Google Shape;10625;p73">
            <a:extLst>
              <a:ext uri="{FF2B5EF4-FFF2-40B4-BE49-F238E27FC236}">
                <a16:creationId xmlns:a16="http://schemas.microsoft.com/office/drawing/2014/main" id="{C55ADC74-6E81-7BAB-1C4E-3518E01C5569}"/>
              </a:ext>
            </a:extLst>
          </p:cNvPr>
          <p:cNvGrpSpPr/>
          <p:nvPr/>
        </p:nvGrpSpPr>
        <p:grpSpPr>
          <a:xfrm>
            <a:off x="13507057" y="3323191"/>
            <a:ext cx="838955" cy="851073"/>
            <a:chOff x="-2777700" y="2049775"/>
            <a:chExt cx="287325" cy="291475"/>
          </a:xfrm>
          <a:solidFill>
            <a:srgbClr val="555559"/>
          </a:solidFill>
        </p:grpSpPr>
        <p:sp>
          <p:nvSpPr>
            <p:cNvPr id="2161" name="Google Shape;10626;p73">
              <a:extLst>
                <a:ext uri="{FF2B5EF4-FFF2-40B4-BE49-F238E27FC236}">
                  <a16:creationId xmlns:a16="http://schemas.microsoft.com/office/drawing/2014/main" id="{6404F8ED-EDA2-7D7B-B8AA-148BC6D18BB3}"/>
                </a:ext>
              </a:extLst>
            </p:cNvPr>
            <p:cNvSpPr/>
            <p:nvPr/>
          </p:nvSpPr>
          <p:spPr>
            <a:xfrm>
              <a:off x="-2777700" y="2049775"/>
              <a:ext cx="287325" cy="291475"/>
            </a:xfrm>
            <a:custGeom>
              <a:avLst/>
              <a:gdLst/>
              <a:ahLst/>
              <a:cxnLst/>
              <a:rect l="l" t="t" r="r" b="b"/>
              <a:pathLst>
                <a:path w="11493" h="11659" extrusionOk="0">
                  <a:moveTo>
                    <a:pt x="7121" y="662"/>
                  </a:moveTo>
                  <a:cubicBezTo>
                    <a:pt x="7341" y="662"/>
                    <a:pt x="7499" y="820"/>
                    <a:pt x="7499" y="1040"/>
                  </a:cubicBezTo>
                  <a:cubicBezTo>
                    <a:pt x="7499" y="1230"/>
                    <a:pt x="7341" y="1387"/>
                    <a:pt x="7121" y="1387"/>
                  </a:cubicBezTo>
                  <a:lnTo>
                    <a:pt x="4380" y="1387"/>
                  </a:lnTo>
                  <a:cubicBezTo>
                    <a:pt x="4191" y="1387"/>
                    <a:pt x="4033" y="1230"/>
                    <a:pt x="4033" y="1040"/>
                  </a:cubicBezTo>
                  <a:cubicBezTo>
                    <a:pt x="4033" y="820"/>
                    <a:pt x="4191" y="662"/>
                    <a:pt x="4380" y="662"/>
                  </a:cubicBezTo>
                  <a:close/>
                  <a:moveTo>
                    <a:pt x="6774" y="2049"/>
                  </a:moveTo>
                  <a:lnTo>
                    <a:pt x="6774" y="4285"/>
                  </a:lnTo>
                  <a:cubicBezTo>
                    <a:pt x="6774" y="4412"/>
                    <a:pt x="6774" y="4443"/>
                    <a:pt x="7499" y="5514"/>
                  </a:cubicBezTo>
                  <a:lnTo>
                    <a:pt x="3970" y="5514"/>
                  </a:lnTo>
                  <a:cubicBezTo>
                    <a:pt x="4758" y="4412"/>
                    <a:pt x="4726" y="4443"/>
                    <a:pt x="4726" y="4348"/>
                  </a:cubicBezTo>
                  <a:lnTo>
                    <a:pt x="4726" y="2049"/>
                  </a:lnTo>
                  <a:close/>
                  <a:moveTo>
                    <a:pt x="8003" y="6176"/>
                  </a:moveTo>
                  <a:cubicBezTo>
                    <a:pt x="8696" y="7215"/>
                    <a:pt x="9578" y="8507"/>
                    <a:pt x="10177" y="9389"/>
                  </a:cubicBezTo>
                  <a:cubicBezTo>
                    <a:pt x="10649" y="10082"/>
                    <a:pt x="10177" y="10996"/>
                    <a:pt x="9294" y="10996"/>
                  </a:cubicBezTo>
                  <a:lnTo>
                    <a:pt x="2206" y="10996"/>
                  </a:lnTo>
                  <a:cubicBezTo>
                    <a:pt x="1387" y="10996"/>
                    <a:pt x="914" y="10051"/>
                    <a:pt x="1387" y="9389"/>
                  </a:cubicBezTo>
                  <a:cubicBezTo>
                    <a:pt x="1859" y="8665"/>
                    <a:pt x="2804" y="7341"/>
                    <a:pt x="3561" y="6176"/>
                  </a:cubicBezTo>
                  <a:close/>
                  <a:moveTo>
                    <a:pt x="4380" y="1"/>
                  </a:moveTo>
                  <a:cubicBezTo>
                    <a:pt x="3813" y="1"/>
                    <a:pt x="3340" y="473"/>
                    <a:pt x="3340" y="1040"/>
                  </a:cubicBezTo>
                  <a:cubicBezTo>
                    <a:pt x="3340" y="1513"/>
                    <a:pt x="3655" y="1860"/>
                    <a:pt x="4065" y="2017"/>
                  </a:cubicBezTo>
                  <a:lnTo>
                    <a:pt x="4065" y="4222"/>
                  </a:lnTo>
                  <a:cubicBezTo>
                    <a:pt x="3718" y="4790"/>
                    <a:pt x="1198" y="8413"/>
                    <a:pt x="788" y="8980"/>
                  </a:cubicBezTo>
                  <a:cubicBezTo>
                    <a:pt x="1" y="10114"/>
                    <a:pt x="820" y="11658"/>
                    <a:pt x="2206" y="11658"/>
                  </a:cubicBezTo>
                  <a:lnTo>
                    <a:pt x="9294" y="11658"/>
                  </a:lnTo>
                  <a:cubicBezTo>
                    <a:pt x="9308" y="11658"/>
                    <a:pt x="9322" y="11658"/>
                    <a:pt x="9335" y="11658"/>
                  </a:cubicBezTo>
                  <a:cubicBezTo>
                    <a:pt x="10697" y="11658"/>
                    <a:pt x="11492" y="10103"/>
                    <a:pt x="10712" y="9011"/>
                  </a:cubicBezTo>
                  <a:cubicBezTo>
                    <a:pt x="10271" y="8444"/>
                    <a:pt x="7845" y="4853"/>
                    <a:pt x="7499" y="4254"/>
                  </a:cubicBezTo>
                  <a:lnTo>
                    <a:pt x="7499" y="1986"/>
                  </a:lnTo>
                  <a:cubicBezTo>
                    <a:pt x="7877" y="1828"/>
                    <a:pt x="8160" y="1450"/>
                    <a:pt x="8160" y="1040"/>
                  </a:cubicBezTo>
                  <a:cubicBezTo>
                    <a:pt x="8160" y="473"/>
                    <a:pt x="7688" y="1"/>
                    <a:pt x="712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10627;p73">
              <a:extLst>
                <a:ext uri="{FF2B5EF4-FFF2-40B4-BE49-F238E27FC236}">
                  <a16:creationId xmlns:a16="http://schemas.microsoft.com/office/drawing/2014/main" id="{EB983B37-EDEC-D60C-D8F8-EE1539531463}"/>
                </a:ext>
              </a:extLst>
            </p:cNvPr>
            <p:cNvSpPr/>
            <p:nvPr/>
          </p:nvSpPr>
          <p:spPr>
            <a:xfrm>
              <a:off x="-2694200" y="2221475"/>
              <a:ext cx="69325" cy="68550"/>
            </a:xfrm>
            <a:custGeom>
              <a:avLst/>
              <a:gdLst/>
              <a:ahLst/>
              <a:cxnLst/>
              <a:rect l="l" t="t" r="r" b="b"/>
              <a:pathLst>
                <a:path w="2773" h="2742" extrusionOk="0">
                  <a:moveTo>
                    <a:pt x="1386" y="694"/>
                  </a:moveTo>
                  <a:cubicBezTo>
                    <a:pt x="1733" y="694"/>
                    <a:pt x="2048" y="1009"/>
                    <a:pt x="2048" y="1356"/>
                  </a:cubicBezTo>
                  <a:cubicBezTo>
                    <a:pt x="2048" y="1765"/>
                    <a:pt x="1764" y="2049"/>
                    <a:pt x="1386" y="2049"/>
                  </a:cubicBezTo>
                  <a:cubicBezTo>
                    <a:pt x="1008" y="2049"/>
                    <a:pt x="725" y="1702"/>
                    <a:pt x="725" y="1356"/>
                  </a:cubicBezTo>
                  <a:cubicBezTo>
                    <a:pt x="725" y="978"/>
                    <a:pt x="1040" y="694"/>
                    <a:pt x="1386" y="694"/>
                  </a:cubicBezTo>
                  <a:close/>
                  <a:moveTo>
                    <a:pt x="1386" y="1"/>
                  </a:moveTo>
                  <a:cubicBezTo>
                    <a:pt x="630" y="1"/>
                    <a:pt x="0" y="631"/>
                    <a:pt x="0" y="1356"/>
                  </a:cubicBezTo>
                  <a:cubicBezTo>
                    <a:pt x="0" y="2112"/>
                    <a:pt x="630" y="2742"/>
                    <a:pt x="1386" y="2742"/>
                  </a:cubicBezTo>
                  <a:cubicBezTo>
                    <a:pt x="2142" y="2742"/>
                    <a:pt x="2772" y="2112"/>
                    <a:pt x="2772" y="1356"/>
                  </a:cubicBezTo>
                  <a:cubicBezTo>
                    <a:pt x="2772" y="631"/>
                    <a:pt x="2142" y="1"/>
                    <a:pt x="138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10628;p73">
              <a:extLst>
                <a:ext uri="{FF2B5EF4-FFF2-40B4-BE49-F238E27FC236}">
                  <a16:creationId xmlns:a16="http://schemas.microsoft.com/office/drawing/2014/main" id="{D3285C9A-17E0-F7D3-90C8-7875FF7DDDED}"/>
                </a:ext>
              </a:extLst>
            </p:cNvPr>
            <p:cNvSpPr/>
            <p:nvPr/>
          </p:nvSpPr>
          <p:spPr>
            <a:xfrm>
              <a:off x="-2608350" y="2255350"/>
              <a:ext cx="51200" cy="51225"/>
            </a:xfrm>
            <a:custGeom>
              <a:avLst/>
              <a:gdLst/>
              <a:ahLst/>
              <a:cxnLst/>
              <a:rect l="l" t="t" r="r" b="b"/>
              <a:pathLst>
                <a:path w="2048" h="2049" extrusionOk="0">
                  <a:moveTo>
                    <a:pt x="1040" y="694"/>
                  </a:moveTo>
                  <a:cubicBezTo>
                    <a:pt x="1229" y="694"/>
                    <a:pt x="1386" y="851"/>
                    <a:pt x="1386" y="1040"/>
                  </a:cubicBezTo>
                  <a:cubicBezTo>
                    <a:pt x="1386" y="1229"/>
                    <a:pt x="1229" y="1387"/>
                    <a:pt x="1040" y="1387"/>
                  </a:cubicBezTo>
                  <a:cubicBezTo>
                    <a:pt x="819" y="1387"/>
                    <a:pt x="693" y="1229"/>
                    <a:pt x="693" y="1040"/>
                  </a:cubicBezTo>
                  <a:cubicBezTo>
                    <a:pt x="693" y="851"/>
                    <a:pt x="819" y="694"/>
                    <a:pt x="1040" y="694"/>
                  </a:cubicBezTo>
                  <a:close/>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64" name="Google Shape;10629;p73">
            <a:extLst>
              <a:ext uri="{FF2B5EF4-FFF2-40B4-BE49-F238E27FC236}">
                <a16:creationId xmlns:a16="http://schemas.microsoft.com/office/drawing/2014/main" id="{02238397-FF8C-7316-A310-5A0C37254DAD}"/>
              </a:ext>
            </a:extLst>
          </p:cNvPr>
          <p:cNvGrpSpPr/>
          <p:nvPr/>
        </p:nvGrpSpPr>
        <p:grpSpPr>
          <a:xfrm>
            <a:off x="13499934" y="4352960"/>
            <a:ext cx="853263" cy="850926"/>
            <a:chOff x="-2571737" y="2403625"/>
            <a:chExt cx="292225" cy="291425"/>
          </a:xfrm>
          <a:solidFill>
            <a:srgbClr val="555559"/>
          </a:solidFill>
        </p:grpSpPr>
        <p:sp>
          <p:nvSpPr>
            <p:cNvPr id="2165" name="Google Shape;10630;p73">
              <a:extLst>
                <a:ext uri="{FF2B5EF4-FFF2-40B4-BE49-F238E27FC236}">
                  <a16:creationId xmlns:a16="http://schemas.microsoft.com/office/drawing/2014/main" id="{98F8AB94-2652-29FB-1FA2-7CC3C11E243A}"/>
                </a:ext>
              </a:extLst>
            </p:cNvPr>
            <p:cNvSpPr/>
            <p:nvPr/>
          </p:nvSpPr>
          <p:spPr>
            <a:xfrm>
              <a:off x="-2571737" y="2403625"/>
              <a:ext cx="292225" cy="291425"/>
            </a:xfrm>
            <a:custGeom>
              <a:avLst/>
              <a:gdLst/>
              <a:ahLst/>
              <a:cxnLst/>
              <a:rect l="l" t="t" r="r" b="b"/>
              <a:pathLst>
                <a:path w="11689" h="11657" extrusionOk="0">
                  <a:moveTo>
                    <a:pt x="9547" y="725"/>
                  </a:moveTo>
                  <a:cubicBezTo>
                    <a:pt x="9704" y="725"/>
                    <a:pt x="9830" y="788"/>
                    <a:pt x="9893" y="914"/>
                  </a:cubicBezTo>
                  <a:lnTo>
                    <a:pt x="10681" y="2772"/>
                  </a:lnTo>
                  <a:lnTo>
                    <a:pt x="1135" y="2772"/>
                  </a:lnTo>
                  <a:lnTo>
                    <a:pt x="1891" y="914"/>
                  </a:lnTo>
                  <a:cubicBezTo>
                    <a:pt x="1922" y="788"/>
                    <a:pt x="2080" y="725"/>
                    <a:pt x="2206" y="725"/>
                  </a:cubicBezTo>
                  <a:close/>
                  <a:moveTo>
                    <a:pt x="10649" y="3403"/>
                  </a:moveTo>
                  <a:cubicBezTo>
                    <a:pt x="10870" y="3403"/>
                    <a:pt x="11027" y="3560"/>
                    <a:pt x="11027" y="3749"/>
                  </a:cubicBezTo>
                  <a:lnTo>
                    <a:pt x="11027" y="5167"/>
                  </a:lnTo>
                  <a:cubicBezTo>
                    <a:pt x="11027" y="5356"/>
                    <a:pt x="10870" y="5513"/>
                    <a:pt x="10649" y="5513"/>
                  </a:cubicBezTo>
                  <a:lnTo>
                    <a:pt x="1040" y="5513"/>
                  </a:lnTo>
                  <a:cubicBezTo>
                    <a:pt x="851" y="5513"/>
                    <a:pt x="694" y="5356"/>
                    <a:pt x="694" y="5167"/>
                  </a:cubicBezTo>
                  <a:lnTo>
                    <a:pt x="694" y="3749"/>
                  </a:lnTo>
                  <a:cubicBezTo>
                    <a:pt x="694" y="3560"/>
                    <a:pt x="851" y="3403"/>
                    <a:pt x="1040" y="3403"/>
                  </a:cubicBezTo>
                  <a:close/>
                  <a:moveTo>
                    <a:pt x="10681" y="6206"/>
                  </a:moveTo>
                  <a:cubicBezTo>
                    <a:pt x="10870" y="6238"/>
                    <a:pt x="11027" y="6364"/>
                    <a:pt x="11027" y="6553"/>
                  </a:cubicBezTo>
                  <a:lnTo>
                    <a:pt x="11027" y="7939"/>
                  </a:lnTo>
                  <a:cubicBezTo>
                    <a:pt x="11027" y="8128"/>
                    <a:pt x="10870" y="8286"/>
                    <a:pt x="10681" y="8286"/>
                  </a:cubicBezTo>
                  <a:lnTo>
                    <a:pt x="1072" y="8286"/>
                  </a:lnTo>
                  <a:cubicBezTo>
                    <a:pt x="851" y="8286"/>
                    <a:pt x="694" y="8128"/>
                    <a:pt x="694" y="7939"/>
                  </a:cubicBezTo>
                  <a:lnTo>
                    <a:pt x="694" y="6553"/>
                  </a:lnTo>
                  <a:cubicBezTo>
                    <a:pt x="694" y="6364"/>
                    <a:pt x="851" y="6206"/>
                    <a:pt x="1072" y="6206"/>
                  </a:cubicBezTo>
                  <a:close/>
                  <a:moveTo>
                    <a:pt x="10681" y="8947"/>
                  </a:moveTo>
                  <a:cubicBezTo>
                    <a:pt x="10870" y="8947"/>
                    <a:pt x="11027" y="9105"/>
                    <a:pt x="11027" y="9294"/>
                  </a:cubicBezTo>
                  <a:lnTo>
                    <a:pt x="11027" y="10680"/>
                  </a:lnTo>
                  <a:cubicBezTo>
                    <a:pt x="11027" y="10869"/>
                    <a:pt x="10870" y="11027"/>
                    <a:pt x="10681" y="11027"/>
                  </a:cubicBezTo>
                  <a:lnTo>
                    <a:pt x="1072" y="11027"/>
                  </a:lnTo>
                  <a:cubicBezTo>
                    <a:pt x="851" y="11027"/>
                    <a:pt x="694" y="10869"/>
                    <a:pt x="694" y="10680"/>
                  </a:cubicBezTo>
                  <a:lnTo>
                    <a:pt x="694" y="9294"/>
                  </a:lnTo>
                  <a:cubicBezTo>
                    <a:pt x="694" y="9105"/>
                    <a:pt x="851" y="8947"/>
                    <a:pt x="1072" y="8947"/>
                  </a:cubicBezTo>
                  <a:close/>
                  <a:moveTo>
                    <a:pt x="2174" y="0"/>
                  </a:moveTo>
                  <a:cubicBezTo>
                    <a:pt x="1733" y="0"/>
                    <a:pt x="1387" y="252"/>
                    <a:pt x="1229" y="630"/>
                  </a:cubicBezTo>
                  <a:lnTo>
                    <a:pt x="64" y="3403"/>
                  </a:lnTo>
                  <a:cubicBezTo>
                    <a:pt x="32" y="3529"/>
                    <a:pt x="0" y="3686"/>
                    <a:pt x="0" y="3781"/>
                  </a:cubicBezTo>
                  <a:lnTo>
                    <a:pt x="0" y="5198"/>
                  </a:lnTo>
                  <a:cubicBezTo>
                    <a:pt x="0" y="5482"/>
                    <a:pt x="127" y="5734"/>
                    <a:pt x="284" y="5860"/>
                  </a:cubicBezTo>
                  <a:cubicBezTo>
                    <a:pt x="127" y="6080"/>
                    <a:pt x="0" y="6301"/>
                    <a:pt x="0" y="6553"/>
                  </a:cubicBezTo>
                  <a:lnTo>
                    <a:pt x="0" y="7908"/>
                  </a:lnTo>
                  <a:cubicBezTo>
                    <a:pt x="0" y="8191"/>
                    <a:pt x="127" y="8443"/>
                    <a:pt x="284" y="8601"/>
                  </a:cubicBezTo>
                  <a:cubicBezTo>
                    <a:pt x="127" y="8790"/>
                    <a:pt x="0" y="9010"/>
                    <a:pt x="0" y="9262"/>
                  </a:cubicBezTo>
                  <a:lnTo>
                    <a:pt x="0" y="10649"/>
                  </a:lnTo>
                  <a:cubicBezTo>
                    <a:pt x="0" y="11184"/>
                    <a:pt x="473" y="11657"/>
                    <a:pt x="1009" y="11657"/>
                  </a:cubicBezTo>
                  <a:lnTo>
                    <a:pt x="10618" y="11657"/>
                  </a:lnTo>
                  <a:cubicBezTo>
                    <a:pt x="11185" y="11657"/>
                    <a:pt x="11657" y="11184"/>
                    <a:pt x="11657" y="10649"/>
                  </a:cubicBezTo>
                  <a:lnTo>
                    <a:pt x="11657" y="9262"/>
                  </a:lnTo>
                  <a:cubicBezTo>
                    <a:pt x="11657" y="8979"/>
                    <a:pt x="11531" y="8758"/>
                    <a:pt x="11374" y="8601"/>
                  </a:cubicBezTo>
                  <a:cubicBezTo>
                    <a:pt x="11531" y="8380"/>
                    <a:pt x="11657" y="8160"/>
                    <a:pt x="11657" y="7908"/>
                  </a:cubicBezTo>
                  <a:lnTo>
                    <a:pt x="11657" y="6553"/>
                  </a:lnTo>
                  <a:cubicBezTo>
                    <a:pt x="11657" y="6269"/>
                    <a:pt x="11531" y="6017"/>
                    <a:pt x="11374" y="5860"/>
                  </a:cubicBezTo>
                  <a:cubicBezTo>
                    <a:pt x="11531" y="5671"/>
                    <a:pt x="11657" y="5450"/>
                    <a:pt x="11657" y="5198"/>
                  </a:cubicBezTo>
                  <a:lnTo>
                    <a:pt x="11657" y="3781"/>
                  </a:lnTo>
                  <a:lnTo>
                    <a:pt x="11689" y="3781"/>
                  </a:lnTo>
                  <a:cubicBezTo>
                    <a:pt x="11689" y="3686"/>
                    <a:pt x="11657" y="3529"/>
                    <a:pt x="11594" y="3403"/>
                  </a:cubicBezTo>
                  <a:lnTo>
                    <a:pt x="10460" y="630"/>
                  </a:lnTo>
                  <a:cubicBezTo>
                    <a:pt x="10303" y="252"/>
                    <a:pt x="9925" y="0"/>
                    <a:pt x="951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10631;p73">
              <a:extLst>
                <a:ext uri="{FF2B5EF4-FFF2-40B4-BE49-F238E27FC236}">
                  <a16:creationId xmlns:a16="http://schemas.microsoft.com/office/drawing/2014/main" id="{201E6472-F563-308A-376B-49A90F9D5195}"/>
                </a:ext>
              </a:extLst>
            </p:cNvPr>
            <p:cNvSpPr/>
            <p:nvPr/>
          </p:nvSpPr>
          <p:spPr>
            <a:xfrm>
              <a:off x="-2485967" y="2649150"/>
              <a:ext cx="173300" cy="18150"/>
            </a:xfrm>
            <a:custGeom>
              <a:avLst/>
              <a:gdLst/>
              <a:ahLst/>
              <a:cxnLst/>
              <a:rect l="l" t="t" r="r" b="b"/>
              <a:pathLst>
                <a:path w="6932" h="726" extrusionOk="0">
                  <a:moveTo>
                    <a:pt x="378" y="1"/>
                  </a:moveTo>
                  <a:cubicBezTo>
                    <a:pt x="158" y="1"/>
                    <a:pt x="0" y="159"/>
                    <a:pt x="0" y="379"/>
                  </a:cubicBezTo>
                  <a:cubicBezTo>
                    <a:pt x="0" y="568"/>
                    <a:pt x="158" y="726"/>
                    <a:pt x="378" y="726"/>
                  </a:cubicBezTo>
                  <a:lnTo>
                    <a:pt x="6585" y="726"/>
                  </a:lnTo>
                  <a:cubicBezTo>
                    <a:pt x="6774" y="726"/>
                    <a:pt x="6931" y="568"/>
                    <a:pt x="6931" y="379"/>
                  </a:cubicBezTo>
                  <a:cubicBezTo>
                    <a:pt x="6931" y="159"/>
                    <a:pt x="6774" y="1"/>
                    <a:pt x="658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10632;p73">
              <a:extLst>
                <a:ext uri="{FF2B5EF4-FFF2-40B4-BE49-F238E27FC236}">
                  <a16:creationId xmlns:a16="http://schemas.microsoft.com/office/drawing/2014/main" id="{637A5E36-3D34-FB8E-FD3B-D4CEDE5EA2BF}"/>
                </a:ext>
              </a:extLst>
            </p:cNvPr>
            <p:cNvSpPr/>
            <p:nvPr/>
          </p:nvSpPr>
          <p:spPr>
            <a:xfrm>
              <a:off x="-2485967" y="2511325"/>
              <a:ext cx="173300" cy="18150"/>
            </a:xfrm>
            <a:custGeom>
              <a:avLst/>
              <a:gdLst/>
              <a:ahLst/>
              <a:cxnLst/>
              <a:rect l="l" t="t" r="r" b="b"/>
              <a:pathLst>
                <a:path w="6932" h="726" extrusionOk="0">
                  <a:moveTo>
                    <a:pt x="378" y="1"/>
                  </a:moveTo>
                  <a:cubicBezTo>
                    <a:pt x="158" y="1"/>
                    <a:pt x="0" y="158"/>
                    <a:pt x="0" y="379"/>
                  </a:cubicBezTo>
                  <a:cubicBezTo>
                    <a:pt x="0" y="568"/>
                    <a:pt x="158" y="725"/>
                    <a:pt x="378" y="725"/>
                  </a:cubicBezTo>
                  <a:lnTo>
                    <a:pt x="6585" y="725"/>
                  </a:lnTo>
                  <a:cubicBezTo>
                    <a:pt x="6774" y="725"/>
                    <a:pt x="6931" y="568"/>
                    <a:pt x="6931" y="379"/>
                  </a:cubicBezTo>
                  <a:cubicBezTo>
                    <a:pt x="6931" y="158"/>
                    <a:pt x="6774" y="1"/>
                    <a:pt x="658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10633;p73">
              <a:extLst>
                <a:ext uri="{FF2B5EF4-FFF2-40B4-BE49-F238E27FC236}">
                  <a16:creationId xmlns:a16="http://schemas.microsoft.com/office/drawing/2014/main" id="{6105AC79-39F7-82C7-FA28-D4C925E3A9B1}"/>
                </a:ext>
              </a:extLst>
            </p:cNvPr>
            <p:cNvSpPr/>
            <p:nvPr/>
          </p:nvSpPr>
          <p:spPr>
            <a:xfrm>
              <a:off x="-2540185" y="2511325"/>
              <a:ext cx="18125" cy="18925"/>
            </a:xfrm>
            <a:custGeom>
              <a:avLst/>
              <a:gdLst/>
              <a:ahLst/>
              <a:cxnLst/>
              <a:rect l="l" t="t" r="r" b="b"/>
              <a:pathLst>
                <a:path w="725" h="757" extrusionOk="0">
                  <a:moveTo>
                    <a:pt x="378" y="1"/>
                  </a:moveTo>
                  <a:cubicBezTo>
                    <a:pt x="158" y="1"/>
                    <a:pt x="0" y="158"/>
                    <a:pt x="0" y="379"/>
                  </a:cubicBezTo>
                  <a:cubicBezTo>
                    <a:pt x="0" y="568"/>
                    <a:pt x="158" y="757"/>
                    <a:pt x="378" y="757"/>
                  </a:cubicBezTo>
                  <a:cubicBezTo>
                    <a:pt x="567" y="757"/>
                    <a:pt x="725" y="568"/>
                    <a:pt x="725" y="379"/>
                  </a:cubicBezTo>
                  <a:cubicBezTo>
                    <a:pt x="725" y="158"/>
                    <a:pt x="567" y="1"/>
                    <a:pt x="37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10634;p73">
              <a:extLst>
                <a:ext uri="{FF2B5EF4-FFF2-40B4-BE49-F238E27FC236}">
                  <a16:creationId xmlns:a16="http://schemas.microsoft.com/office/drawing/2014/main" id="{9FEC0909-4A25-0F07-2835-9A9007397DBE}"/>
                </a:ext>
              </a:extLst>
            </p:cNvPr>
            <p:cNvSpPr/>
            <p:nvPr/>
          </p:nvSpPr>
          <p:spPr>
            <a:xfrm>
              <a:off x="-2485579" y="2580625"/>
              <a:ext cx="172525" cy="17350"/>
            </a:xfrm>
            <a:custGeom>
              <a:avLst/>
              <a:gdLst/>
              <a:ahLst/>
              <a:cxnLst/>
              <a:rect l="l" t="t" r="r" b="b"/>
              <a:pathLst>
                <a:path w="6901" h="694" extrusionOk="0">
                  <a:moveTo>
                    <a:pt x="347" y="0"/>
                  </a:moveTo>
                  <a:cubicBezTo>
                    <a:pt x="158" y="0"/>
                    <a:pt x="1" y="158"/>
                    <a:pt x="1" y="347"/>
                  </a:cubicBezTo>
                  <a:cubicBezTo>
                    <a:pt x="32" y="536"/>
                    <a:pt x="158" y="693"/>
                    <a:pt x="347" y="693"/>
                  </a:cubicBezTo>
                  <a:lnTo>
                    <a:pt x="6554" y="693"/>
                  </a:lnTo>
                  <a:cubicBezTo>
                    <a:pt x="6774" y="693"/>
                    <a:pt x="6900" y="536"/>
                    <a:pt x="6900" y="347"/>
                  </a:cubicBezTo>
                  <a:cubicBezTo>
                    <a:pt x="6900" y="158"/>
                    <a:pt x="6774" y="0"/>
                    <a:pt x="655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10635;p73">
              <a:extLst>
                <a:ext uri="{FF2B5EF4-FFF2-40B4-BE49-F238E27FC236}">
                  <a16:creationId xmlns:a16="http://schemas.microsoft.com/office/drawing/2014/main" id="{5392DC65-2A79-CE19-3043-84401366D55C}"/>
                </a:ext>
              </a:extLst>
            </p:cNvPr>
            <p:cNvSpPr/>
            <p:nvPr/>
          </p:nvSpPr>
          <p:spPr>
            <a:xfrm>
              <a:off x="-2540185" y="2580625"/>
              <a:ext cx="18125" cy="17350"/>
            </a:xfrm>
            <a:custGeom>
              <a:avLst/>
              <a:gdLst/>
              <a:ahLst/>
              <a:cxnLst/>
              <a:rect l="l" t="t" r="r" b="b"/>
              <a:pathLst>
                <a:path w="725" h="694" extrusionOk="0">
                  <a:moveTo>
                    <a:pt x="378" y="0"/>
                  </a:moveTo>
                  <a:cubicBezTo>
                    <a:pt x="158" y="0"/>
                    <a:pt x="0" y="158"/>
                    <a:pt x="0" y="347"/>
                  </a:cubicBezTo>
                  <a:cubicBezTo>
                    <a:pt x="0" y="536"/>
                    <a:pt x="158" y="693"/>
                    <a:pt x="378" y="693"/>
                  </a:cubicBezTo>
                  <a:cubicBezTo>
                    <a:pt x="567" y="693"/>
                    <a:pt x="725" y="536"/>
                    <a:pt x="725" y="347"/>
                  </a:cubicBezTo>
                  <a:cubicBezTo>
                    <a:pt x="725" y="158"/>
                    <a:pt x="567" y="0"/>
                    <a:pt x="37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10636;p73">
              <a:extLst>
                <a:ext uri="{FF2B5EF4-FFF2-40B4-BE49-F238E27FC236}">
                  <a16:creationId xmlns:a16="http://schemas.microsoft.com/office/drawing/2014/main" id="{25694F9C-A773-28EB-E217-4E4117F2C796}"/>
                </a:ext>
              </a:extLst>
            </p:cNvPr>
            <p:cNvSpPr/>
            <p:nvPr/>
          </p:nvSpPr>
          <p:spPr>
            <a:xfrm>
              <a:off x="-2540185" y="2649150"/>
              <a:ext cx="18125" cy="18150"/>
            </a:xfrm>
            <a:custGeom>
              <a:avLst/>
              <a:gdLst/>
              <a:ahLst/>
              <a:cxnLst/>
              <a:rect l="l" t="t" r="r" b="b"/>
              <a:pathLst>
                <a:path w="725" h="726" extrusionOk="0">
                  <a:moveTo>
                    <a:pt x="378" y="1"/>
                  </a:moveTo>
                  <a:cubicBezTo>
                    <a:pt x="158" y="1"/>
                    <a:pt x="0" y="159"/>
                    <a:pt x="0" y="379"/>
                  </a:cubicBezTo>
                  <a:cubicBezTo>
                    <a:pt x="0" y="568"/>
                    <a:pt x="158" y="726"/>
                    <a:pt x="378" y="726"/>
                  </a:cubicBezTo>
                  <a:cubicBezTo>
                    <a:pt x="567" y="726"/>
                    <a:pt x="725" y="568"/>
                    <a:pt x="725" y="379"/>
                  </a:cubicBezTo>
                  <a:cubicBezTo>
                    <a:pt x="725" y="159"/>
                    <a:pt x="567" y="1"/>
                    <a:pt x="37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72" name="Google Shape;10637;p73">
            <a:extLst>
              <a:ext uri="{FF2B5EF4-FFF2-40B4-BE49-F238E27FC236}">
                <a16:creationId xmlns:a16="http://schemas.microsoft.com/office/drawing/2014/main" id="{A67C627C-3B19-51E1-CEC0-30EDFBAF1B5D}"/>
              </a:ext>
            </a:extLst>
          </p:cNvPr>
          <p:cNvGrpSpPr/>
          <p:nvPr/>
        </p:nvGrpSpPr>
        <p:grpSpPr>
          <a:xfrm>
            <a:off x="13524063" y="5406819"/>
            <a:ext cx="853263" cy="848665"/>
            <a:chOff x="-2571737" y="2764550"/>
            <a:chExt cx="292225" cy="290650"/>
          </a:xfrm>
          <a:solidFill>
            <a:srgbClr val="555559"/>
          </a:solidFill>
        </p:grpSpPr>
        <p:sp>
          <p:nvSpPr>
            <p:cNvPr id="2173" name="Google Shape;10638;p73">
              <a:extLst>
                <a:ext uri="{FF2B5EF4-FFF2-40B4-BE49-F238E27FC236}">
                  <a16:creationId xmlns:a16="http://schemas.microsoft.com/office/drawing/2014/main" id="{021016A4-2ACB-4051-D4FA-1D66A88AE742}"/>
                </a:ext>
              </a:extLst>
            </p:cNvPr>
            <p:cNvSpPr/>
            <p:nvPr/>
          </p:nvSpPr>
          <p:spPr>
            <a:xfrm>
              <a:off x="-2496085" y="3009100"/>
              <a:ext cx="17350" cy="17350"/>
            </a:xfrm>
            <a:custGeom>
              <a:avLst/>
              <a:gdLst/>
              <a:ahLst/>
              <a:cxnLst/>
              <a:rect l="l" t="t" r="r" b="b"/>
              <a:pathLst>
                <a:path w="694" h="694" extrusionOk="0">
                  <a:moveTo>
                    <a:pt x="347" y="1"/>
                  </a:moveTo>
                  <a:cubicBezTo>
                    <a:pt x="127" y="1"/>
                    <a:pt x="0" y="158"/>
                    <a:pt x="0" y="347"/>
                  </a:cubicBezTo>
                  <a:cubicBezTo>
                    <a:pt x="0" y="536"/>
                    <a:pt x="127" y="694"/>
                    <a:pt x="347" y="694"/>
                  </a:cubicBezTo>
                  <a:cubicBezTo>
                    <a:pt x="536" y="694"/>
                    <a:pt x="694" y="536"/>
                    <a:pt x="694" y="347"/>
                  </a:cubicBezTo>
                  <a:cubicBezTo>
                    <a:pt x="662" y="158"/>
                    <a:pt x="505"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10639;p73">
              <a:extLst>
                <a:ext uri="{FF2B5EF4-FFF2-40B4-BE49-F238E27FC236}">
                  <a16:creationId xmlns:a16="http://schemas.microsoft.com/office/drawing/2014/main" id="{55FBF762-F1AB-F343-C97B-75B3AB7C2679}"/>
                </a:ext>
              </a:extLst>
            </p:cNvPr>
            <p:cNvSpPr/>
            <p:nvPr/>
          </p:nvSpPr>
          <p:spPr>
            <a:xfrm>
              <a:off x="-2398548" y="2800375"/>
              <a:ext cx="52000" cy="120525"/>
            </a:xfrm>
            <a:custGeom>
              <a:avLst/>
              <a:gdLst/>
              <a:ahLst/>
              <a:cxnLst/>
              <a:rect l="l" t="t" r="r" b="b"/>
              <a:pathLst>
                <a:path w="2080" h="4821" extrusionOk="0">
                  <a:moveTo>
                    <a:pt x="1008" y="0"/>
                  </a:moveTo>
                  <a:cubicBezTo>
                    <a:pt x="819" y="0"/>
                    <a:pt x="662" y="158"/>
                    <a:pt x="662" y="378"/>
                  </a:cubicBezTo>
                  <a:lnTo>
                    <a:pt x="662" y="757"/>
                  </a:lnTo>
                  <a:cubicBezTo>
                    <a:pt x="252" y="914"/>
                    <a:pt x="0" y="1261"/>
                    <a:pt x="0" y="1733"/>
                  </a:cubicBezTo>
                  <a:cubicBezTo>
                    <a:pt x="0" y="2300"/>
                    <a:pt x="473" y="2773"/>
                    <a:pt x="1008" y="2773"/>
                  </a:cubicBezTo>
                  <a:cubicBezTo>
                    <a:pt x="1323" y="2773"/>
                    <a:pt x="1481" y="3119"/>
                    <a:pt x="1260" y="3371"/>
                  </a:cubicBezTo>
                  <a:cubicBezTo>
                    <a:pt x="1197" y="3419"/>
                    <a:pt x="1103" y="3442"/>
                    <a:pt x="1012" y="3442"/>
                  </a:cubicBezTo>
                  <a:cubicBezTo>
                    <a:pt x="922" y="3442"/>
                    <a:pt x="835" y="3419"/>
                    <a:pt x="788" y="3371"/>
                  </a:cubicBezTo>
                  <a:cubicBezTo>
                    <a:pt x="725" y="3308"/>
                    <a:pt x="630" y="3277"/>
                    <a:pt x="540" y="3277"/>
                  </a:cubicBezTo>
                  <a:cubicBezTo>
                    <a:pt x="449" y="3277"/>
                    <a:pt x="362" y="3308"/>
                    <a:pt x="315" y="3371"/>
                  </a:cubicBezTo>
                  <a:cubicBezTo>
                    <a:pt x="189" y="3466"/>
                    <a:pt x="189" y="3718"/>
                    <a:pt x="315" y="3844"/>
                  </a:cubicBezTo>
                  <a:cubicBezTo>
                    <a:pt x="410" y="3939"/>
                    <a:pt x="536" y="4033"/>
                    <a:pt x="693" y="4065"/>
                  </a:cubicBezTo>
                  <a:lnTo>
                    <a:pt x="693" y="4474"/>
                  </a:lnTo>
                  <a:cubicBezTo>
                    <a:pt x="693" y="4663"/>
                    <a:pt x="851" y="4821"/>
                    <a:pt x="1040" y="4821"/>
                  </a:cubicBezTo>
                  <a:cubicBezTo>
                    <a:pt x="1260" y="4821"/>
                    <a:pt x="1418" y="4663"/>
                    <a:pt x="1418" y="4474"/>
                  </a:cubicBezTo>
                  <a:lnTo>
                    <a:pt x="1418" y="4065"/>
                  </a:lnTo>
                  <a:cubicBezTo>
                    <a:pt x="1796" y="3907"/>
                    <a:pt x="2079" y="3560"/>
                    <a:pt x="2079" y="3088"/>
                  </a:cubicBezTo>
                  <a:cubicBezTo>
                    <a:pt x="2079" y="2521"/>
                    <a:pt x="1607" y="2048"/>
                    <a:pt x="1040" y="2048"/>
                  </a:cubicBezTo>
                  <a:cubicBezTo>
                    <a:pt x="851" y="2048"/>
                    <a:pt x="693" y="1891"/>
                    <a:pt x="693" y="1702"/>
                  </a:cubicBezTo>
                  <a:cubicBezTo>
                    <a:pt x="693" y="1495"/>
                    <a:pt x="842" y="1356"/>
                    <a:pt x="1016" y="1356"/>
                  </a:cubicBezTo>
                  <a:cubicBezTo>
                    <a:pt x="1107" y="1356"/>
                    <a:pt x="1205" y="1394"/>
                    <a:pt x="1292" y="1481"/>
                  </a:cubicBezTo>
                  <a:cubicBezTo>
                    <a:pt x="1355" y="1528"/>
                    <a:pt x="1441" y="1552"/>
                    <a:pt x="1528" y="1552"/>
                  </a:cubicBezTo>
                  <a:cubicBezTo>
                    <a:pt x="1615" y="1552"/>
                    <a:pt x="1701" y="1528"/>
                    <a:pt x="1764" y="1481"/>
                  </a:cubicBezTo>
                  <a:cubicBezTo>
                    <a:pt x="1859" y="1355"/>
                    <a:pt x="1859" y="1103"/>
                    <a:pt x="1764" y="1009"/>
                  </a:cubicBezTo>
                  <a:cubicBezTo>
                    <a:pt x="1638" y="883"/>
                    <a:pt x="1512" y="788"/>
                    <a:pt x="1355" y="757"/>
                  </a:cubicBezTo>
                  <a:lnTo>
                    <a:pt x="1355" y="378"/>
                  </a:lnTo>
                  <a:cubicBezTo>
                    <a:pt x="1355" y="158"/>
                    <a:pt x="1197" y="0"/>
                    <a:pt x="100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10640;p73">
              <a:extLst>
                <a:ext uri="{FF2B5EF4-FFF2-40B4-BE49-F238E27FC236}">
                  <a16:creationId xmlns:a16="http://schemas.microsoft.com/office/drawing/2014/main" id="{051E5A2D-52A1-54A6-BA9A-586690295248}"/>
                </a:ext>
              </a:extLst>
            </p:cNvPr>
            <p:cNvSpPr/>
            <p:nvPr/>
          </p:nvSpPr>
          <p:spPr>
            <a:xfrm>
              <a:off x="-2571737" y="2764550"/>
              <a:ext cx="292225" cy="290650"/>
            </a:xfrm>
            <a:custGeom>
              <a:avLst/>
              <a:gdLst/>
              <a:ahLst/>
              <a:cxnLst/>
              <a:rect l="l" t="t" r="r" b="b"/>
              <a:pathLst>
                <a:path w="11689" h="11626" extrusionOk="0">
                  <a:moveTo>
                    <a:pt x="5009" y="1355"/>
                  </a:moveTo>
                  <a:cubicBezTo>
                    <a:pt x="4789" y="1576"/>
                    <a:pt x="4694" y="1796"/>
                    <a:pt x="4537" y="2049"/>
                  </a:cubicBezTo>
                  <a:lnTo>
                    <a:pt x="662" y="2049"/>
                  </a:lnTo>
                  <a:lnTo>
                    <a:pt x="662" y="1670"/>
                  </a:lnTo>
                  <a:cubicBezTo>
                    <a:pt x="662" y="1513"/>
                    <a:pt x="819" y="1355"/>
                    <a:pt x="1008" y="1355"/>
                  </a:cubicBezTo>
                  <a:close/>
                  <a:moveTo>
                    <a:pt x="7908" y="694"/>
                  </a:moveTo>
                  <a:cubicBezTo>
                    <a:pt x="9609" y="694"/>
                    <a:pt x="10995" y="2080"/>
                    <a:pt x="10995" y="3781"/>
                  </a:cubicBezTo>
                  <a:cubicBezTo>
                    <a:pt x="10995" y="5451"/>
                    <a:pt x="9609" y="6837"/>
                    <a:pt x="7908" y="6837"/>
                  </a:cubicBezTo>
                  <a:cubicBezTo>
                    <a:pt x="7309" y="6837"/>
                    <a:pt x="6679" y="6680"/>
                    <a:pt x="6206" y="6365"/>
                  </a:cubicBezTo>
                  <a:cubicBezTo>
                    <a:pt x="6162" y="6342"/>
                    <a:pt x="6086" y="6320"/>
                    <a:pt x="6023" y="6320"/>
                  </a:cubicBezTo>
                  <a:cubicBezTo>
                    <a:pt x="5997" y="6320"/>
                    <a:pt x="5973" y="6324"/>
                    <a:pt x="5954" y="6333"/>
                  </a:cubicBezTo>
                  <a:cubicBezTo>
                    <a:pt x="5671" y="6396"/>
                    <a:pt x="5324" y="6522"/>
                    <a:pt x="5009" y="6648"/>
                  </a:cubicBezTo>
                  <a:lnTo>
                    <a:pt x="5324" y="5703"/>
                  </a:lnTo>
                  <a:cubicBezTo>
                    <a:pt x="5356" y="5609"/>
                    <a:pt x="5324" y="5514"/>
                    <a:pt x="5261" y="5420"/>
                  </a:cubicBezTo>
                  <a:cubicBezTo>
                    <a:pt x="4946" y="4947"/>
                    <a:pt x="4789" y="4348"/>
                    <a:pt x="4789" y="3781"/>
                  </a:cubicBezTo>
                  <a:cubicBezTo>
                    <a:pt x="4789" y="2080"/>
                    <a:pt x="6238" y="694"/>
                    <a:pt x="7908" y="694"/>
                  </a:cubicBezTo>
                  <a:close/>
                  <a:moveTo>
                    <a:pt x="4253" y="2710"/>
                  </a:moveTo>
                  <a:cubicBezTo>
                    <a:pt x="4190" y="3025"/>
                    <a:pt x="4096" y="3372"/>
                    <a:pt x="4096" y="3718"/>
                  </a:cubicBezTo>
                  <a:cubicBezTo>
                    <a:pt x="4096" y="4411"/>
                    <a:pt x="4253" y="5041"/>
                    <a:pt x="4600" y="5609"/>
                  </a:cubicBezTo>
                  <a:lnTo>
                    <a:pt x="4127" y="7089"/>
                  </a:lnTo>
                  <a:cubicBezTo>
                    <a:pt x="4096" y="7184"/>
                    <a:pt x="4127" y="7341"/>
                    <a:pt x="4222" y="7436"/>
                  </a:cubicBezTo>
                  <a:cubicBezTo>
                    <a:pt x="4266" y="7480"/>
                    <a:pt x="4358" y="7525"/>
                    <a:pt x="4453" y="7525"/>
                  </a:cubicBezTo>
                  <a:cubicBezTo>
                    <a:pt x="4492" y="7525"/>
                    <a:pt x="4531" y="7517"/>
                    <a:pt x="4568" y="7499"/>
                  </a:cubicBezTo>
                  <a:cubicBezTo>
                    <a:pt x="4568" y="7499"/>
                    <a:pt x="5387" y="7247"/>
                    <a:pt x="6017" y="7026"/>
                  </a:cubicBezTo>
                  <a:cubicBezTo>
                    <a:pt x="6080" y="7089"/>
                    <a:pt x="6143" y="7089"/>
                    <a:pt x="6175" y="7121"/>
                  </a:cubicBezTo>
                  <a:lnTo>
                    <a:pt x="6175" y="8223"/>
                  </a:lnTo>
                  <a:lnTo>
                    <a:pt x="662" y="8223"/>
                  </a:lnTo>
                  <a:lnTo>
                    <a:pt x="662" y="2710"/>
                  </a:lnTo>
                  <a:close/>
                  <a:moveTo>
                    <a:pt x="6112" y="8885"/>
                  </a:moveTo>
                  <a:lnTo>
                    <a:pt x="6112" y="10618"/>
                  </a:lnTo>
                  <a:cubicBezTo>
                    <a:pt x="6143" y="10807"/>
                    <a:pt x="5986" y="10964"/>
                    <a:pt x="5797" y="10964"/>
                  </a:cubicBezTo>
                  <a:lnTo>
                    <a:pt x="977" y="10964"/>
                  </a:lnTo>
                  <a:cubicBezTo>
                    <a:pt x="788" y="10964"/>
                    <a:pt x="630" y="10807"/>
                    <a:pt x="630" y="10618"/>
                  </a:cubicBezTo>
                  <a:lnTo>
                    <a:pt x="630" y="8885"/>
                  </a:lnTo>
                  <a:close/>
                  <a:moveTo>
                    <a:pt x="7908" y="1"/>
                  </a:moveTo>
                  <a:cubicBezTo>
                    <a:pt x="7120" y="1"/>
                    <a:pt x="6364" y="221"/>
                    <a:pt x="5734" y="662"/>
                  </a:cubicBezTo>
                  <a:lnTo>
                    <a:pt x="1008" y="662"/>
                  </a:lnTo>
                  <a:cubicBezTo>
                    <a:pt x="473" y="662"/>
                    <a:pt x="0" y="1135"/>
                    <a:pt x="0" y="1670"/>
                  </a:cubicBezTo>
                  <a:lnTo>
                    <a:pt x="0" y="10618"/>
                  </a:lnTo>
                  <a:cubicBezTo>
                    <a:pt x="0" y="11153"/>
                    <a:pt x="473" y="11626"/>
                    <a:pt x="1008" y="11626"/>
                  </a:cubicBezTo>
                  <a:lnTo>
                    <a:pt x="5828" y="11626"/>
                  </a:lnTo>
                  <a:cubicBezTo>
                    <a:pt x="6364" y="11626"/>
                    <a:pt x="6837" y="11153"/>
                    <a:pt x="6837" y="10618"/>
                  </a:cubicBezTo>
                  <a:lnTo>
                    <a:pt x="6837" y="7341"/>
                  </a:lnTo>
                  <a:cubicBezTo>
                    <a:pt x="7215" y="7436"/>
                    <a:pt x="7561" y="7499"/>
                    <a:pt x="7908" y="7499"/>
                  </a:cubicBezTo>
                  <a:cubicBezTo>
                    <a:pt x="9987" y="7499"/>
                    <a:pt x="11688" y="5798"/>
                    <a:pt x="11688" y="3718"/>
                  </a:cubicBezTo>
                  <a:cubicBezTo>
                    <a:pt x="11657" y="1670"/>
                    <a:pt x="9956" y="1"/>
                    <a:pt x="790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76" name="Google Shape;10641;p73">
            <a:extLst>
              <a:ext uri="{FF2B5EF4-FFF2-40B4-BE49-F238E27FC236}">
                <a16:creationId xmlns:a16="http://schemas.microsoft.com/office/drawing/2014/main" id="{BAAB57C2-F3B2-8E43-0626-6CE5B4F4AB35}"/>
              </a:ext>
            </a:extLst>
          </p:cNvPr>
          <p:cNvGrpSpPr/>
          <p:nvPr/>
        </p:nvGrpSpPr>
        <p:grpSpPr>
          <a:xfrm>
            <a:off x="17888787" y="4349817"/>
            <a:ext cx="853263" cy="857204"/>
            <a:chOff x="-1333975" y="2365850"/>
            <a:chExt cx="292225" cy="293575"/>
          </a:xfrm>
          <a:solidFill>
            <a:srgbClr val="555559"/>
          </a:solidFill>
        </p:grpSpPr>
        <p:sp>
          <p:nvSpPr>
            <p:cNvPr id="2177" name="Google Shape;10642;p73">
              <a:extLst>
                <a:ext uri="{FF2B5EF4-FFF2-40B4-BE49-F238E27FC236}">
                  <a16:creationId xmlns:a16="http://schemas.microsoft.com/office/drawing/2014/main" id="{35507488-E8DD-067F-DE60-9E962823C0BD}"/>
                </a:ext>
              </a:extLst>
            </p:cNvPr>
            <p:cNvSpPr/>
            <p:nvPr/>
          </p:nvSpPr>
          <p:spPr>
            <a:xfrm>
              <a:off x="-1285150" y="2365850"/>
              <a:ext cx="191225" cy="293575"/>
            </a:xfrm>
            <a:custGeom>
              <a:avLst/>
              <a:gdLst/>
              <a:ahLst/>
              <a:cxnLst/>
              <a:rect l="l" t="t" r="r" b="b"/>
              <a:pathLst>
                <a:path w="7649" h="11743" extrusionOk="0">
                  <a:moveTo>
                    <a:pt x="3813" y="684"/>
                  </a:moveTo>
                  <a:cubicBezTo>
                    <a:pt x="5545" y="684"/>
                    <a:pt x="6900" y="2039"/>
                    <a:pt x="6900" y="3740"/>
                  </a:cubicBezTo>
                  <a:cubicBezTo>
                    <a:pt x="6931" y="4780"/>
                    <a:pt x="6553" y="5347"/>
                    <a:pt x="6270" y="5788"/>
                  </a:cubicBezTo>
                  <a:cubicBezTo>
                    <a:pt x="5797" y="6544"/>
                    <a:pt x="5608" y="6922"/>
                    <a:pt x="5608" y="7930"/>
                  </a:cubicBezTo>
                  <a:cubicBezTo>
                    <a:pt x="5608" y="8119"/>
                    <a:pt x="5451" y="8277"/>
                    <a:pt x="5230" y="8277"/>
                  </a:cubicBezTo>
                  <a:lnTo>
                    <a:pt x="2489" y="8277"/>
                  </a:lnTo>
                  <a:cubicBezTo>
                    <a:pt x="2300" y="8277"/>
                    <a:pt x="2143" y="8119"/>
                    <a:pt x="2143" y="7930"/>
                  </a:cubicBezTo>
                  <a:cubicBezTo>
                    <a:pt x="2143" y="6922"/>
                    <a:pt x="1922" y="6576"/>
                    <a:pt x="1450" y="5820"/>
                  </a:cubicBezTo>
                  <a:cubicBezTo>
                    <a:pt x="1198" y="5347"/>
                    <a:pt x="567" y="4528"/>
                    <a:pt x="788" y="3205"/>
                  </a:cubicBezTo>
                  <a:cubicBezTo>
                    <a:pt x="1040" y="1819"/>
                    <a:pt x="2237" y="684"/>
                    <a:pt x="3813" y="684"/>
                  </a:cubicBezTo>
                  <a:close/>
                  <a:moveTo>
                    <a:pt x="4852" y="8907"/>
                  </a:moveTo>
                  <a:lnTo>
                    <a:pt x="4852" y="9569"/>
                  </a:lnTo>
                  <a:lnTo>
                    <a:pt x="4506" y="9569"/>
                  </a:lnTo>
                  <a:cubicBezTo>
                    <a:pt x="4285" y="9569"/>
                    <a:pt x="4128" y="9726"/>
                    <a:pt x="4128" y="9915"/>
                  </a:cubicBezTo>
                  <a:cubicBezTo>
                    <a:pt x="4128" y="10136"/>
                    <a:pt x="4285" y="10293"/>
                    <a:pt x="4506" y="10293"/>
                  </a:cubicBezTo>
                  <a:lnTo>
                    <a:pt x="4852" y="10293"/>
                  </a:lnTo>
                  <a:lnTo>
                    <a:pt x="4852" y="10640"/>
                  </a:lnTo>
                  <a:cubicBezTo>
                    <a:pt x="4884" y="10829"/>
                    <a:pt x="4726" y="10986"/>
                    <a:pt x="4537" y="10986"/>
                  </a:cubicBezTo>
                  <a:lnTo>
                    <a:pt x="3151" y="10986"/>
                  </a:lnTo>
                  <a:cubicBezTo>
                    <a:pt x="2962" y="10986"/>
                    <a:pt x="2804" y="10829"/>
                    <a:pt x="2804" y="10640"/>
                  </a:cubicBezTo>
                  <a:lnTo>
                    <a:pt x="2804" y="10293"/>
                  </a:lnTo>
                  <a:lnTo>
                    <a:pt x="3151" y="10293"/>
                  </a:lnTo>
                  <a:cubicBezTo>
                    <a:pt x="3371" y="10293"/>
                    <a:pt x="3529" y="10136"/>
                    <a:pt x="3529" y="9915"/>
                  </a:cubicBezTo>
                  <a:cubicBezTo>
                    <a:pt x="3529" y="9726"/>
                    <a:pt x="3371" y="9569"/>
                    <a:pt x="3151" y="9569"/>
                  </a:cubicBezTo>
                  <a:lnTo>
                    <a:pt x="2804" y="9569"/>
                  </a:lnTo>
                  <a:lnTo>
                    <a:pt x="2804" y="8907"/>
                  </a:lnTo>
                  <a:close/>
                  <a:moveTo>
                    <a:pt x="3897" y="1"/>
                  </a:moveTo>
                  <a:cubicBezTo>
                    <a:pt x="3632" y="1"/>
                    <a:pt x="3361" y="28"/>
                    <a:pt x="3088" y="86"/>
                  </a:cubicBezTo>
                  <a:cubicBezTo>
                    <a:pt x="1607" y="401"/>
                    <a:pt x="441" y="1566"/>
                    <a:pt x="158" y="3079"/>
                  </a:cubicBezTo>
                  <a:cubicBezTo>
                    <a:pt x="0" y="3992"/>
                    <a:pt x="158" y="4969"/>
                    <a:pt x="631" y="5757"/>
                  </a:cubicBezTo>
                  <a:cubicBezTo>
                    <a:pt x="757" y="5914"/>
                    <a:pt x="820" y="6072"/>
                    <a:pt x="914" y="6229"/>
                  </a:cubicBezTo>
                  <a:cubicBezTo>
                    <a:pt x="1355" y="6891"/>
                    <a:pt x="1450" y="7143"/>
                    <a:pt x="1450" y="7962"/>
                  </a:cubicBezTo>
                  <a:cubicBezTo>
                    <a:pt x="1450" y="8403"/>
                    <a:pt x="1733" y="8781"/>
                    <a:pt x="2143" y="8939"/>
                  </a:cubicBezTo>
                  <a:lnTo>
                    <a:pt x="2143" y="10703"/>
                  </a:lnTo>
                  <a:cubicBezTo>
                    <a:pt x="2143" y="11270"/>
                    <a:pt x="2615" y="11743"/>
                    <a:pt x="3151" y="11743"/>
                  </a:cubicBezTo>
                  <a:lnTo>
                    <a:pt x="4537" y="11743"/>
                  </a:lnTo>
                  <a:cubicBezTo>
                    <a:pt x="5073" y="11743"/>
                    <a:pt x="5545" y="11270"/>
                    <a:pt x="5545" y="10703"/>
                  </a:cubicBezTo>
                  <a:lnTo>
                    <a:pt x="5545" y="8939"/>
                  </a:lnTo>
                  <a:cubicBezTo>
                    <a:pt x="5955" y="8781"/>
                    <a:pt x="6238" y="8435"/>
                    <a:pt x="6238" y="7962"/>
                  </a:cubicBezTo>
                  <a:lnTo>
                    <a:pt x="6238" y="7930"/>
                  </a:lnTo>
                  <a:cubicBezTo>
                    <a:pt x="6238" y="7143"/>
                    <a:pt x="6427" y="6828"/>
                    <a:pt x="6805" y="6229"/>
                  </a:cubicBezTo>
                  <a:cubicBezTo>
                    <a:pt x="7089" y="5788"/>
                    <a:pt x="7593" y="5032"/>
                    <a:pt x="7593" y="3835"/>
                  </a:cubicBezTo>
                  <a:cubicBezTo>
                    <a:pt x="7649" y="1658"/>
                    <a:pt x="5950" y="1"/>
                    <a:pt x="389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10643;p73">
              <a:extLst>
                <a:ext uri="{FF2B5EF4-FFF2-40B4-BE49-F238E27FC236}">
                  <a16:creationId xmlns:a16="http://schemas.microsoft.com/office/drawing/2014/main" id="{C7FBBFE4-654B-FA4A-89D4-929F644F4DD7}"/>
                </a:ext>
              </a:extLst>
            </p:cNvPr>
            <p:cNvSpPr/>
            <p:nvPr/>
          </p:nvSpPr>
          <p:spPr>
            <a:xfrm>
              <a:off x="-1076425" y="2452250"/>
              <a:ext cx="34675" cy="18150"/>
            </a:xfrm>
            <a:custGeom>
              <a:avLst/>
              <a:gdLst/>
              <a:ahLst/>
              <a:cxnLst/>
              <a:rect l="l" t="t" r="r" b="b"/>
              <a:pathLst>
                <a:path w="1387" h="726" extrusionOk="0">
                  <a:moveTo>
                    <a:pt x="347" y="1"/>
                  </a:moveTo>
                  <a:cubicBezTo>
                    <a:pt x="158" y="1"/>
                    <a:pt x="0" y="158"/>
                    <a:pt x="0" y="379"/>
                  </a:cubicBezTo>
                  <a:cubicBezTo>
                    <a:pt x="0" y="568"/>
                    <a:pt x="158" y="725"/>
                    <a:pt x="347" y="725"/>
                  </a:cubicBezTo>
                  <a:lnTo>
                    <a:pt x="1040" y="725"/>
                  </a:lnTo>
                  <a:cubicBezTo>
                    <a:pt x="1229" y="725"/>
                    <a:pt x="1386" y="568"/>
                    <a:pt x="1386" y="379"/>
                  </a:cubicBezTo>
                  <a:cubicBezTo>
                    <a:pt x="1386" y="158"/>
                    <a:pt x="1229" y="1"/>
                    <a:pt x="104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10644;p73">
              <a:extLst>
                <a:ext uri="{FF2B5EF4-FFF2-40B4-BE49-F238E27FC236}">
                  <a16:creationId xmlns:a16="http://schemas.microsoft.com/office/drawing/2014/main" id="{9162F882-B6D6-6412-8C91-91C6142E6E57}"/>
                </a:ext>
              </a:extLst>
            </p:cNvPr>
            <p:cNvSpPr/>
            <p:nvPr/>
          </p:nvSpPr>
          <p:spPr>
            <a:xfrm>
              <a:off x="-1333975" y="2452250"/>
              <a:ext cx="34675" cy="18150"/>
            </a:xfrm>
            <a:custGeom>
              <a:avLst/>
              <a:gdLst/>
              <a:ahLst/>
              <a:cxnLst/>
              <a:rect l="l" t="t" r="r" b="b"/>
              <a:pathLst>
                <a:path w="1387" h="726" extrusionOk="0">
                  <a:moveTo>
                    <a:pt x="347" y="1"/>
                  </a:moveTo>
                  <a:cubicBezTo>
                    <a:pt x="158" y="1"/>
                    <a:pt x="0" y="158"/>
                    <a:pt x="0" y="379"/>
                  </a:cubicBezTo>
                  <a:cubicBezTo>
                    <a:pt x="0" y="568"/>
                    <a:pt x="158" y="725"/>
                    <a:pt x="347" y="725"/>
                  </a:cubicBezTo>
                  <a:lnTo>
                    <a:pt x="1008" y="725"/>
                  </a:lnTo>
                  <a:cubicBezTo>
                    <a:pt x="1197" y="694"/>
                    <a:pt x="1386" y="536"/>
                    <a:pt x="1386" y="379"/>
                  </a:cubicBezTo>
                  <a:cubicBezTo>
                    <a:pt x="1386" y="158"/>
                    <a:pt x="1197" y="1"/>
                    <a:pt x="100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10645;p73">
              <a:extLst>
                <a:ext uri="{FF2B5EF4-FFF2-40B4-BE49-F238E27FC236}">
                  <a16:creationId xmlns:a16="http://schemas.microsoft.com/office/drawing/2014/main" id="{EACD3D74-C0F0-EB62-967A-B71CF326DF69}"/>
                </a:ext>
              </a:extLst>
            </p:cNvPr>
            <p:cNvSpPr/>
            <p:nvPr/>
          </p:nvSpPr>
          <p:spPr>
            <a:xfrm>
              <a:off x="-1093750" y="2383050"/>
              <a:ext cx="35450" cy="26575"/>
            </a:xfrm>
            <a:custGeom>
              <a:avLst/>
              <a:gdLst/>
              <a:ahLst/>
              <a:cxnLst/>
              <a:rect l="l" t="t" r="r" b="b"/>
              <a:pathLst>
                <a:path w="1418" h="1063" extrusionOk="0">
                  <a:moveTo>
                    <a:pt x="992" y="1"/>
                  </a:moveTo>
                  <a:cubicBezTo>
                    <a:pt x="931" y="1"/>
                    <a:pt x="870" y="19"/>
                    <a:pt x="819" y="59"/>
                  </a:cubicBezTo>
                  <a:lnTo>
                    <a:pt x="221" y="406"/>
                  </a:lnTo>
                  <a:cubicBezTo>
                    <a:pt x="63" y="500"/>
                    <a:pt x="0" y="721"/>
                    <a:pt x="95" y="878"/>
                  </a:cubicBezTo>
                  <a:cubicBezTo>
                    <a:pt x="159" y="985"/>
                    <a:pt x="295" y="1063"/>
                    <a:pt x="415" y="1063"/>
                  </a:cubicBezTo>
                  <a:cubicBezTo>
                    <a:pt x="473" y="1063"/>
                    <a:pt x="527" y="1045"/>
                    <a:pt x="567" y="1005"/>
                  </a:cubicBezTo>
                  <a:lnTo>
                    <a:pt x="1166" y="658"/>
                  </a:lnTo>
                  <a:cubicBezTo>
                    <a:pt x="1323" y="563"/>
                    <a:pt x="1418" y="343"/>
                    <a:pt x="1292" y="185"/>
                  </a:cubicBezTo>
                  <a:cubicBezTo>
                    <a:pt x="1249" y="79"/>
                    <a:pt x="1120" y="1"/>
                    <a:pt x="9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10646;p73">
              <a:extLst>
                <a:ext uri="{FF2B5EF4-FFF2-40B4-BE49-F238E27FC236}">
                  <a16:creationId xmlns:a16="http://schemas.microsoft.com/office/drawing/2014/main" id="{56AC4DBE-741A-BD70-09BD-85B14397B8F0}"/>
                </a:ext>
              </a:extLst>
            </p:cNvPr>
            <p:cNvSpPr/>
            <p:nvPr/>
          </p:nvSpPr>
          <p:spPr>
            <a:xfrm>
              <a:off x="-1317450" y="2512575"/>
              <a:ext cx="35475" cy="26225"/>
            </a:xfrm>
            <a:custGeom>
              <a:avLst/>
              <a:gdLst/>
              <a:ahLst/>
              <a:cxnLst/>
              <a:rect l="l" t="t" r="r" b="b"/>
              <a:pathLst>
                <a:path w="1419" h="1049" extrusionOk="0">
                  <a:moveTo>
                    <a:pt x="1005" y="1"/>
                  </a:moveTo>
                  <a:cubicBezTo>
                    <a:pt x="944" y="1"/>
                    <a:pt x="880" y="15"/>
                    <a:pt x="820" y="45"/>
                  </a:cubicBezTo>
                  <a:lnTo>
                    <a:pt x="221" y="392"/>
                  </a:lnTo>
                  <a:cubicBezTo>
                    <a:pt x="64" y="486"/>
                    <a:pt x="1" y="707"/>
                    <a:pt x="127" y="864"/>
                  </a:cubicBezTo>
                  <a:cubicBezTo>
                    <a:pt x="169" y="971"/>
                    <a:pt x="299" y="1049"/>
                    <a:pt x="427" y="1049"/>
                  </a:cubicBezTo>
                  <a:cubicBezTo>
                    <a:pt x="488" y="1049"/>
                    <a:pt x="548" y="1031"/>
                    <a:pt x="599" y="990"/>
                  </a:cubicBezTo>
                  <a:lnTo>
                    <a:pt x="1166" y="644"/>
                  </a:lnTo>
                  <a:cubicBezTo>
                    <a:pt x="1324" y="549"/>
                    <a:pt x="1418" y="329"/>
                    <a:pt x="1292" y="171"/>
                  </a:cubicBezTo>
                  <a:cubicBezTo>
                    <a:pt x="1250" y="64"/>
                    <a:pt x="1134" y="1"/>
                    <a:pt x="100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10647;p73">
              <a:extLst>
                <a:ext uri="{FF2B5EF4-FFF2-40B4-BE49-F238E27FC236}">
                  <a16:creationId xmlns:a16="http://schemas.microsoft.com/office/drawing/2014/main" id="{6CD6B328-1230-9401-922D-EA018D02E23A}"/>
                </a:ext>
              </a:extLst>
            </p:cNvPr>
            <p:cNvSpPr/>
            <p:nvPr/>
          </p:nvSpPr>
          <p:spPr>
            <a:xfrm>
              <a:off x="-1092975" y="2512575"/>
              <a:ext cx="34675" cy="25525"/>
            </a:xfrm>
            <a:custGeom>
              <a:avLst/>
              <a:gdLst/>
              <a:ahLst/>
              <a:cxnLst/>
              <a:rect l="l" t="t" r="r" b="b"/>
              <a:pathLst>
                <a:path w="1387" h="1021" extrusionOk="0">
                  <a:moveTo>
                    <a:pt x="378" y="1"/>
                  </a:moveTo>
                  <a:cubicBezTo>
                    <a:pt x="264" y="1"/>
                    <a:pt x="149" y="64"/>
                    <a:pt x="64" y="171"/>
                  </a:cubicBezTo>
                  <a:cubicBezTo>
                    <a:pt x="1" y="329"/>
                    <a:pt x="32" y="518"/>
                    <a:pt x="190" y="644"/>
                  </a:cubicBezTo>
                  <a:lnTo>
                    <a:pt x="788" y="990"/>
                  </a:lnTo>
                  <a:cubicBezTo>
                    <a:pt x="838" y="1010"/>
                    <a:pt x="891" y="1021"/>
                    <a:pt x="944" y="1021"/>
                  </a:cubicBezTo>
                  <a:cubicBezTo>
                    <a:pt x="1059" y="1021"/>
                    <a:pt x="1175" y="972"/>
                    <a:pt x="1261" y="864"/>
                  </a:cubicBezTo>
                  <a:cubicBezTo>
                    <a:pt x="1387" y="675"/>
                    <a:pt x="1292" y="486"/>
                    <a:pt x="1135" y="392"/>
                  </a:cubicBezTo>
                  <a:lnTo>
                    <a:pt x="536" y="45"/>
                  </a:lnTo>
                  <a:cubicBezTo>
                    <a:pt x="486" y="15"/>
                    <a:pt x="432" y="1"/>
                    <a:pt x="37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10648;p73">
              <a:extLst>
                <a:ext uri="{FF2B5EF4-FFF2-40B4-BE49-F238E27FC236}">
                  <a16:creationId xmlns:a16="http://schemas.microsoft.com/office/drawing/2014/main" id="{BD37F2DE-925F-7BC8-5054-16547D7D8043}"/>
                </a:ext>
              </a:extLst>
            </p:cNvPr>
            <p:cNvSpPr/>
            <p:nvPr/>
          </p:nvSpPr>
          <p:spPr>
            <a:xfrm>
              <a:off x="-1316650" y="2383750"/>
              <a:ext cx="34675" cy="25525"/>
            </a:xfrm>
            <a:custGeom>
              <a:avLst/>
              <a:gdLst/>
              <a:ahLst/>
              <a:cxnLst/>
              <a:rect l="l" t="t" r="r" b="b"/>
              <a:pathLst>
                <a:path w="1387" h="1021" extrusionOk="0">
                  <a:moveTo>
                    <a:pt x="405" y="1"/>
                  </a:moveTo>
                  <a:cubicBezTo>
                    <a:pt x="283" y="1"/>
                    <a:pt x="159" y="50"/>
                    <a:pt x="95" y="157"/>
                  </a:cubicBezTo>
                  <a:cubicBezTo>
                    <a:pt x="0" y="315"/>
                    <a:pt x="63" y="504"/>
                    <a:pt x="221" y="630"/>
                  </a:cubicBezTo>
                  <a:lnTo>
                    <a:pt x="788" y="977"/>
                  </a:lnTo>
                  <a:cubicBezTo>
                    <a:pt x="838" y="1007"/>
                    <a:pt x="895" y="1021"/>
                    <a:pt x="953" y="1021"/>
                  </a:cubicBezTo>
                  <a:cubicBezTo>
                    <a:pt x="1074" y="1021"/>
                    <a:pt x="1196" y="958"/>
                    <a:pt x="1260" y="850"/>
                  </a:cubicBezTo>
                  <a:cubicBezTo>
                    <a:pt x="1386" y="693"/>
                    <a:pt x="1292" y="504"/>
                    <a:pt x="1134" y="378"/>
                  </a:cubicBezTo>
                  <a:lnTo>
                    <a:pt x="567" y="31"/>
                  </a:lnTo>
                  <a:cubicBezTo>
                    <a:pt x="517" y="11"/>
                    <a:pt x="461" y="1"/>
                    <a:pt x="40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10649;p73">
              <a:extLst>
                <a:ext uri="{FF2B5EF4-FFF2-40B4-BE49-F238E27FC236}">
                  <a16:creationId xmlns:a16="http://schemas.microsoft.com/office/drawing/2014/main" id="{A8DBFB18-7A52-FC24-2340-1A225CDB5BE2}"/>
                </a:ext>
              </a:extLst>
            </p:cNvPr>
            <p:cNvSpPr/>
            <p:nvPr/>
          </p:nvSpPr>
          <p:spPr>
            <a:xfrm>
              <a:off x="-1239475" y="2401575"/>
              <a:ext cx="102425" cy="153100"/>
            </a:xfrm>
            <a:custGeom>
              <a:avLst/>
              <a:gdLst/>
              <a:ahLst/>
              <a:cxnLst/>
              <a:rect l="l" t="t" r="r" b="b"/>
              <a:pathLst>
                <a:path w="4097" h="6124" extrusionOk="0">
                  <a:moveTo>
                    <a:pt x="1733" y="1492"/>
                  </a:moveTo>
                  <a:lnTo>
                    <a:pt x="1733" y="2343"/>
                  </a:lnTo>
                  <a:cubicBezTo>
                    <a:pt x="1733" y="2500"/>
                    <a:pt x="1796" y="2626"/>
                    <a:pt x="1922" y="2658"/>
                  </a:cubicBezTo>
                  <a:lnTo>
                    <a:pt x="3246" y="3225"/>
                  </a:lnTo>
                  <a:lnTo>
                    <a:pt x="2395" y="4611"/>
                  </a:lnTo>
                  <a:lnTo>
                    <a:pt x="2395" y="3729"/>
                  </a:lnTo>
                  <a:cubicBezTo>
                    <a:pt x="2395" y="3572"/>
                    <a:pt x="2332" y="3445"/>
                    <a:pt x="2206" y="3414"/>
                  </a:cubicBezTo>
                  <a:lnTo>
                    <a:pt x="851" y="2878"/>
                  </a:lnTo>
                  <a:lnTo>
                    <a:pt x="1733" y="1492"/>
                  </a:lnTo>
                  <a:close/>
                  <a:moveTo>
                    <a:pt x="2038" y="0"/>
                  </a:moveTo>
                  <a:cubicBezTo>
                    <a:pt x="1919" y="0"/>
                    <a:pt x="1814" y="47"/>
                    <a:pt x="1765" y="169"/>
                  </a:cubicBezTo>
                  <a:lnTo>
                    <a:pt x="64" y="2941"/>
                  </a:lnTo>
                  <a:cubicBezTo>
                    <a:pt x="32" y="3004"/>
                    <a:pt x="1" y="3130"/>
                    <a:pt x="32" y="3225"/>
                  </a:cubicBezTo>
                  <a:cubicBezTo>
                    <a:pt x="64" y="3288"/>
                    <a:pt x="158" y="3382"/>
                    <a:pt x="221" y="3414"/>
                  </a:cubicBezTo>
                  <a:lnTo>
                    <a:pt x="1733" y="4013"/>
                  </a:lnTo>
                  <a:lnTo>
                    <a:pt x="1733" y="5808"/>
                  </a:lnTo>
                  <a:cubicBezTo>
                    <a:pt x="1733" y="5966"/>
                    <a:pt x="1859" y="6092"/>
                    <a:pt x="1954" y="6123"/>
                  </a:cubicBezTo>
                  <a:lnTo>
                    <a:pt x="2049" y="6123"/>
                  </a:lnTo>
                  <a:cubicBezTo>
                    <a:pt x="2143" y="6123"/>
                    <a:pt x="2269" y="6092"/>
                    <a:pt x="2301" y="5966"/>
                  </a:cubicBezTo>
                  <a:lnTo>
                    <a:pt x="4002" y="3225"/>
                  </a:lnTo>
                  <a:cubicBezTo>
                    <a:pt x="4033" y="3130"/>
                    <a:pt x="4096" y="3004"/>
                    <a:pt x="4033" y="2941"/>
                  </a:cubicBezTo>
                  <a:cubicBezTo>
                    <a:pt x="4033" y="2878"/>
                    <a:pt x="3970" y="2784"/>
                    <a:pt x="3907" y="2752"/>
                  </a:cubicBezTo>
                  <a:lnTo>
                    <a:pt x="2395" y="2154"/>
                  </a:lnTo>
                  <a:lnTo>
                    <a:pt x="2395" y="358"/>
                  </a:lnTo>
                  <a:cubicBezTo>
                    <a:pt x="2395" y="169"/>
                    <a:pt x="2269" y="74"/>
                    <a:pt x="2143" y="11"/>
                  </a:cubicBezTo>
                  <a:cubicBezTo>
                    <a:pt x="2108" y="4"/>
                    <a:pt x="2072" y="0"/>
                    <a:pt x="203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85" name="Google Shape;10650;p73">
            <a:extLst>
              <a:ext uri="{FF2B5EF4-FFF2-40B4-BE49-F238E27FC236}">
                <a16:creationId xmlns:a16="http://schemas.microsoft.com/office/drawing/2014/main" id="{CBF6AAF4-2161-738F-ABB1-0640E1497A76}"/>
              </a:ext>
            </a:extLst>
          </p:cNvPr>
          <p:cNvGrpSpPr/>
          <p:nvPr/>
        </p:nvGrpSpPr>
        <p:grpSpPr>
          <a:xfrm>
            <a:off x="3677889" y="5404518"/>
            <a:ext cx="804938" cy="853263"/>
            <a:chOff x="-5995925" y="2757850"/>
            <a:chExt cx="275675" cy="292225"/>
          </a:xfrm>
          <a:solidFill>
            <a:srgbClr val="555559"/>
          </a:solidFill>
        </p:grpSpPr>
        <p:sp>
          <p:nvSpPr>
            <p:cNvPr id="2186" name="Google Shape;10651;p73">
              <a:extLst>
                <a:ext uri="{FF2B5EF4-FFF2-40B4-BE49-F238E27FC236}">
                  <a16:creationId xmlns:a16="http://schemas.microsoft.com/office/drawing/2014/main" id="{FB0A4B89-F990-8616-AA3D-F4AC3E44C91C}"/>
                </a:ext>
              </a:extLst>
            </p:cNvPr>
            <p:cNvSpPr/>
            <p:nvPr/>
          </p:nvSpPr>
          <p:spPr>
            <a:xfrm>
              <a:off x="-5995925" y="2757850"/>
              <a:ext cx="275675" cy="292225"/>
            </a:xfrm>
            <a:custGeom>
              <a:avLst/>
              <a:gdLst/>
              <a:ahLst/>
              <a:cxnLst/>
              <a:rect l="l" t="t" r="r" b="b"/>
              <a:pathLst>
                <a:path w="11027" h="11689" extrusionOk="0">
                  <a:moveTo>
                    <a:pt x="9924" y="1324"/>
                  </a:moveTo>
                  <a:cubicBezTo>
                    <a:pt x="10113" y="1324"/>
                    <a:pt x="10271" y="1481"/>
                    <a:pt x="10271" y="1702"/>
                  </a:cubicBezTo>
                  <a:lnTo>
                    <a:pt x="10271" y="9263"/>
                  </a:lnTo>
                  <a:lnTo>
                    <a:pt x="10302" y="9263"/>
                  </a:lnTo>
                  <a:cubicBezTo>
                    <a:pt x="10302" y="9452"/>
                    <a:pt x="10145" y="9610"/>
                    <a:pt x="9956" y="9610"/>
                  </a:cubicBezTo>
                  <a:lnTo>
                    <a:pt x="9609" y="9610"/>
                  </a:lnTo>
                  <a:lnTo>
                    <a:pt x="9609" y="8570"/>
                  </a:lnTo>
                  <a:cubicBezTo>
                    <a:pt x="9609" y="8381"/>
                    <a:pt x="9452" y="8223"/>
                    <a:pt x="9263" y="8223"/>
                  </a:cubicBezTo>
                  <a:lnTo>
                    <a:pt x="4442" y="8223"/>
                  </a:lnTo>
                  <a:cubicBezTo>
                    <a:pt x="4253" y="8223"/>
                    <a:pt x="4096" y="8381"/>
                    <a:pt x="4096" y="8570"/>
                  </a:cubicBezTo>
                  <a:lnTo>
                    <a:pt x="4096" y="9610"/>
                  </a:lnTo>
                  <a:lnTo>
                    <a:pt x="3434" y="9610"/>
                  </a:lnTo>
                  <a:lnTo>
                    <a:pt x="3434" y="1324"/>
                  </a:lnTo>
                  <a:close/>
                  <a:moveTo>
                    <a:pt x="2426" y="631"/>
                  </a:moveTo>
                  <a:cubicBezTo>
                    <a:pt x="2647" y="631"/>
                    <a:pt x="2804" y="788"/>
                    <a:pt x="2804" y="977"/>
                  </a:cubicBezTo>
                  <a:lnTo>
                    <a:pt x="2804" y="9925"/>
                  </a:lnTo>
                  <a:cubicBezTo>
                    <a:pt x="2804" y="10114"/>
                    <a:pt x="2647" y="10271"/>
                    <a:pt x="2426" y="10271"/>
                  </a:cubicBezTo>
                  <a:lnTo>
                    <a:pt x="1071" y="10271"/>
                  </a:lnTo>
                  <a:cubicBezTo>
                    <a:pt x="851" y="10271"/>
                    <a:pt x="693" y="10114"/>
                    <a:pt x="693" y="9925"/>
                  </a:cubicBezTo>
                  <a:lnTo>
                    <a:pt x="693" y="977"/>
                  </a:lnTo>
                  <a:cubicBezTo>
                    <a:pt x="693" y="788"/>
                    <a:pt x="851" y="631"/>
                    <a:pt x="1071" y="631"/>
                  </a:cubicBezTo>
                  <a:close/>
                  <a:moveTo>
                    <a:pt x="8948" y="8948"/>
                  </a:moveTo>
                  <a:lnTo>
                    <a:pt x="8948" y="10996"/>
                  </a:lnTo>
                  <a:lnTo>
                    <a:pt x="4852" y="10996"/>
                  </a:lnTo>
                  <a:lnTo>
                    <a:pt x="4852" y="8948"/>
                  </a:lnTo>
                  <a:close/>
                  <a:moveTo>
                    <a:pt x="1008" y="1"/>
                  </a:moveTo>
                  <a:cubicBezTo>
                    <a:pt x="473" y="1"/>
                    <a:pt x="0" y="473"/>
                    <a:pt x="0" y="1009"/>
                  </a:cubicBezTo>
                  <a:lnTo>
                    <a:pt x="0" y="9956"/>
                  </a:lnTo>
                  <a:cubicBezTo>
                    <a:pt x="0" y="10523"/>
                    <a:pt x="473" y="10996"/>
                    <a:pt x="1008" y="10996"/>
                  </a:cubicBezTo>
                  <a:lnTo>
                    <a:pt x="2395" y="10996"/>
                  </a:lnTo>
                  <a:cubicBezTo>
                    <a:pt x="2836" y="10996"/>
                    <a:pt x="3214" y="10712"/>
                    <a:pt x="3371" y="10303"/>
                  </a:cubicBezTo>
                  <a:lnTo>
                    <a:pt x="4127" y="10303"/>
                  </a:lnTo>
                  <a:lnTo>
                    <a:pt x="4127" y="11342"/>
                  </a:lnTo>
                  <a:cubicBezTo>
                    <a:pt x="4127" y="11531"/>
                    <a:pt x="4285" y="11689"/>
                    <a:pt x="4474" y="11689"/>
                  </a:cubicBezTo>
                  <a:lnTo>
                    <a:pt x="9294" y="11689"/>
                  </a:lnTo>
                  <a:cubicBezTo>
                    <a:pt x="9483" y="11689"/>
                    <a:pt x="9641" y="11531"/>
                    <a:pt x="9641" y="11342"/>
                  </a:cubicBezTo>
                  <a:lnTo>
                    <a:pt x="9641" y="10271"/>
                  </a:lnTo>
                  <a:lnTo>
                    <a:pt x="9987" y="10271"/>
                  </a:lnTo>
                  <a:cubicBezTo>
                    <a:pt x="10554" y="10271"/>
                    <a:pt x="11027" y="9799"/>
                    <a:pt x="11027" y="9263"/>
                  </a:cubicBezTo>
                  <a:lnTo>
                    <a:pt x="11027" y="1702"/>
                  </a:lnTo>
                  <a:cubicBezTo>
                    <a:pt x="10995" y="1103"/>
                    <a:pt x="10554" y="662"/>
                    <a:pt x="9956" y="662"/>
                  </a:cubicBezTo>
                  <a:lnTo>
                    <a:pt x="3371" y="662"/>
                  </a:lnTo>
                  <a:cubicBezTo>
                    <a:pt x="3214" y="284"/>
                    <a:pt x="2867" y="1"/>
                    <a:pt x="239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10652;p73">
              <a:extLst>
                <a:ext uri="{FF2B5EF4-FFF2-40B4-BE49-F238E27FC236}">
                  <a16:creationId xmlns:a16="http://schemas.microsoft.com/office/drawing/2014/main" id="{3ECBBBD6-F071-74EA-CC7F-25E2D82C0371}"/>
                </a:ext>
              </a:extLst>
            </p:cNvPr>
            <p:cNvSpPr/>
            <p:nvPr/>
          </p:nvSpPr>
          <p:spPr>
            <a:xfrm>
              <a:off x="-5892750" y="2808250"/>
              <a:ext cx="137850" cy="69350"/>
            </a:xfrm>
            <a:custGeom>
              <a:avLst/>
              <a:gdLst/>
              <a:ahLst/>
              <a:cxnLst/>
              <a:rect l="l" t="t" r="r" b="b"/>
              <a:pathLst>
                <a:path w="5514" h="2774" extrusionOk="0">
                  <a:moveTo>
                    <a:pt x="4821" y="694"/>
                  </a:moveTo>
                  <a:lnTo>
                    <a:pt x="4821" y="2112"/>
                  </a:lnTo>
                  <a:lnTo>
                    <a:pt x="725" y="2112"/>
                  </a:lnTo>
                  <a:lnTo>
                    <a:pt x="725" y="694"/>
                  </a:lnTo>
                  <a:close/>
                  <a:moveTo>
                    <a:pt x="347" y="1"/>
                  </a:moveTo>
                  <a:cubicBezTo>
                    <a:pt x="158" y="1"/>
                    <a:pt x="0" y="158"/>
                    <a:pt x="0" y="348"/>
                  </a:cubicBezTo>
                  <a:lnTo>
                    <a:pt x="0" y="2427"/>
                  </a:lnTo>
                  <a:cubicBezTo>
                    <a:pt x="0" y="2616"/>
                    <a:pt x="158" y="2773"/>
                    <a:pt x="347" y="2773"/>
                  </a:cubicBezTo>
                  <a:lnTo>
                    <a:pt x="5167" y="2773"/>
                  </a:lnTo>
                  <a:cubicBezTo>
                    <a:pt x="5356" y="2773"/>
                    <a:pt x="5514" y="2616"/>
                    <a:pt x="5514" y="2427"/>
                  </a:cubicBezTo>
                  <a:lnTo>
                    <a:pt x="5514" y="348"/>
                  </a:lnTo>
                  <a:cubicBezTo>
                    <a:pt x="5514" y="158"/>
                    <a:pt x="5356" y="1"/>
                    <a:pt x="51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10653;p73">
              <a:extLst>
                <a:ext uri="{FF2B5EF4-FFF2-40B4-BE49-F238E27FC236}">
                  <a16:creationId xmlns:a16="http://schemas.microsoft.com/office/drawing/2014/main" id="{5B78BA6C-02CF-F8C9-E0D2-CEF12742EBB5}"/>
                </a:ext>
              </a:extLst>
            </p:cNvPr>
            <p:cNvSpPr/>
            <p:nvPr/>
          </p:nvSpPr>
          <p:spPr>
            <a:xfrm>
              <a:off x="-5891975" y="2895675"/>
              <a:ext cx="34700" cy="17375"/>
            </a:xfrm>
            <a:custGeom>
              <a:avLst/>
              <a:gdLst/>
              <a:ahLst/>
              <a:cxnLst/>
              <a:rect l="l" t="t" r="r" b="b"/>
              <a:pathLst>
                <a:path w="1388" h="695" extrusionOk="0">
                  <a:moveTo>
                    <a:pt x="379" y="1"/>
                  </a:moveTo>
                  <a:cubicBezTo>
                    <a:pt x="158" y="1"/>
                    <a:pt x="1" y="159"/>
                    <a:pt x="1" y="348"/>
                  </a:cubicBezTo>
                  <a:cubicBezTo>
                    <a:pt x="1" y="537"/>
                    <a:pt x="158" y="694"/>
                    <a:pt x="379" y="694"/>
                  </a:cubicBezTo>
                  <a:lnTo>
                    <a:pt x="1041" y="694"/>
                  </a:lnTo>
                  <a:cubicBezTo>
                    <a:pt x="1230" y="694"/>
                    <a:pt x="1387" y="537"/>
                    <a:pt x="1387" y="348"/>
                  </a:cubicBezTo>
                  <a:cubicBezTo>
                    <a:pt x="1356" y="127"/>
                    <a:pt x="1198" y="1"/>
                    <a:pt x="104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10654;p73">
              <a:extLst>
                <a:ext uri="{FF2B5EF4-FFF2-40B4-BE49-F238E27FC236}">
                  <a16:creationId xmlns:a16="http://schemas.microsoft.com/office/drawing/2014/main" id="{74D87567-268C-A426-4506-B7F8DFAE1E77}"/>
                </a:ext>
              </a:extLst>
            </p:cNvPr>
            <p:cNvSpPr/>
            <p:nvPr/>
          </p:nvSpPr>
          <p:spPr>
            <a:xfrm>
              <a:off x="-5891975" y="2928775"/>
              <a:ext cx="34700" cy="18125"/>
            </a:xfrm>
            <a:custGeom>
              <a:avLst/>
              <a:gdLst/>
              <a:ahLst/>
              <a:cxnLst/>
              <a:rect l="l" t="t" r="r" b="b"/>
              <a:pathLst>
                <a:path w="1388" h="725" extrusionOk="0">
                  <a:moveTo>
                    <a:pt x="379" y="0"/>
                  </a:moveTo>
                  <a:cubicBezTo>
                    <a:pt x="158" y="0"/>
                    <a:pt x="1" y="158"/>
                    <a:pt x="1" y="378"/>
                  </a:cubicBezTo>
                  <a:cubicBezTo>
                    <a:pt x="1" y="567"/>
                    <a:pt x="158" y="725"/>
                    <a:pt x="379" y="725"/>
                  </a:cubicBezTo>
                  <a:lnTo>
                    <a:pt x="1041" y="725"/>
                  </a:lnTo>
                  <a:cubicBezTo>
                    <a:pt x="1230" y="725"/>
                    <a:pt x="1387" y="567"/>
                    <a:pt x="1387" y="378"/>
                  </a:cubicBezTo>
                  <a:cubicBezTo>
                    <a:pt x="1356" y="158"/>
                    <a:pt x="1198" y="0"/>
                    <a:pt x="104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10655;p73">
              <a:extLst>
                <a:ext uri="{FF2B5EF4-FFF2-40B4-BE49-F238E27FC236}">
                  <a16:creationId xmlns:a16="http://schemas.microsoft.com/office/drawing/2014/main" id="{8A0E8F28-3558-FAB6-5DF8-E3C0122F63EC}"/>
                </a:ext>
              </a:extLst>
            </p:cNvPr>
            <p:cNvSpPr/>
            <p:nvPr/>
          </p:nvSpPr>
          <p:spPr>
            <a:xfrm>
              <a:off x="-5840775" y="2928775"/>
              <a:ext cx="34675" cy="18125"/>
            </a:xfrm>
            <a:custGeom>
              <a:avLst/>
              <a:gdLst/>
              <a:ahLst/>
              <a:cxnLst/>
              <a:rect l="l" t="t" r="r" b="b"/>
              <a:pathLst>
                <a:path w="1387" h="725" extrusionOk="0">
                  <a:moveTo>
                    <a:pt x="379" y="0"/>
                  </a:moveTo>
                  <a:cubicBezTo>
                    <a:pt x="158" y="0"/>
                    <a:pt x="1" y="158"/>
                    <a:pt x="1" y="378"/>
                  </a:cubicBezTo>
                  <a:cubicBezTo>
                    <a:pt x="1" y="567"/>
                    <a:pt x="158" y="725"/>
                    <a:pt x="379" y="725"/>
                  </a:cubicBezTo>
                  <a:lnTo>
                    <a:pt x="1040" y="725"/>
                  </a:lnTo>
                  <a:cubicBezTo>
                    <a:pt x="1229" y="725"/>
                    <a:pt x="1387" y="567"/>
                    <a:pt x="1387" y="378"/>
                  </a:cubicBezTo>
                  <a:cubicBezTo>
                    <a:pt x="1387" y="158"/>
                    <a:pt x="1229" y="0"/>
                    <a:pt x="104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10656;p73">
              <a:extLst>
                <a:ext uri="{FF2B5EF4-FFF2-40B4-BE49-F238E27FC236}">
                  <a16:creationId xmlns:a16="http://schemas.microsoft.com/office/drawing/2014/main" id="{3072224C-40AE-729F-17AE-2DCF60250C14}"/>
                </a:ext>
              </a:extLst>
            </p:cNvPr>
            <p:cNvSpPr/>
            <p:nvPr/>
          </p:nvSpPr>
          <p:spPr>
            <a:xfrm>
              <a:off x="-5840775" y="2895675"/>
              <a:ext cx="34675" cy="17375"/>
            </a:xfrm>
            <a:custGeom>
              <a:avLst/>
              <a:gdLst/>
              <a:ahLst/>
              <a:cxnLst/>
              <a:rect l="l" t="t" r="r" b="b"/>
              <a:pathLst>
                <a:path w="1387" h="695" extrusionOk="0">
                  <a:moveTo>
                    <a:pt x="379" y="1"/>
                  </a:moveTo>
                  <a:cubicBezTo>
                    <a:pt x="158" y="1"/>
                    <a:pt x="1" y="159"/>
                    <a:pt x="1" y="348"/>
                  </a:cubicBezTo>
                  <a:cubicBezTo>
                    <a:pt x="1" y="537"/>
                    <a:pt x="158" y="694"/>
                    <a:pt x="379" y="694"/>
                  </a:cubicBezTo>
                  <a:lnTo>
                    <a:pt x="1040" y="694"/>
                  </a:lnTo>
                  <a:cubicBezTo>
                    <a:pt x="1229" y="694"/>
                    <a:pt x="1387" y="537"/>
                    <a:pt x="1387" y="348"/>
                  </a:cubicBezTo>
                  <a:cubicBezTo>
                    <a:pt x="1387" y="127"/>
                    <a:pt x="1229" y="1"/>
                    <a:pt x="104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10657;p73">
              <a:extLst>
                <a:ext uri="{FF2B5EF4-FFF2-40B4-BE49-F238E27FC236}">
                  <a16:creationId xmlns:a16="http://schemas.microsoft.com/office/drawing/2014/main" id="{F271D7CF-0C60-F467-6095-96B81DFA6927}"/>
                </a:ext>
              </a:extLst>
            </p:cNvPr>
            <p:cNvSpPr/>
            <p:nvPr/>
          </p:nvSpPr>
          <p:spPr>
            <a:xfrm>
              <a:off x="-5789575" y="2895675"/>
              <a:ext cx="34675" cy="17375"/>
            </a:xfrm>
            <a:custGeom>
              <a:avLst/>
              <a:gdLst/>
              <a:ahLst/>
              <a:cxnLst/>
              <a:rect l="l" t="t" r="r" b="b"/>
              <a:pathLst>
                <a:path w="1387" h="695" extrusionOk="0">
                  <a:moveTo>
                    <a:pt x="379" y="1"/>
                  </a:moveTo>
                  <a:cubicBezTo>
                    <a:pt x="158" y="1"/>
                    <a:pt x="1" y="159"/>
                    <a:pt x="1" y="348"/>
                  </a:cubicBezTo>
                  <a:cubicBezTo>
                    <a:pt x="1" y="537"/>
                    <a:pt x="158" y="694"/>
                    <a:pt x="379" y="694"/>
                  </a:cubicBezTo>
                  <a:lnTo>
                    <a:pt x="1040" y="694"/>
                  </a:lnTo>
                  <a:cubicBezTo>
                    <a:pt x="1229" y="694"/>
                    <a:pt x="1387" y="537"/>
                    <a:pt x="1387" y="348"/>
                  </a:cubicBezTo>
                  <a:cubicBezTo>
                    <a:pt x="1387" y="127"/>
                    <a:pt x="1229" y="1"/>
                    <a:pt x="104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10658;p73">
              <a:extLst>
                <a:ext uri="{FF2B5EF4-FFF2-40B4-BE49-F238E27FC236}">
                  <a16:creationId xmlns:a16="http://schemas.microsoft.com/office/drawing/2014/main" id="{53191CA4-A7CB-600C-DA58-385508884C69}"/>
                </a:ext>
              </a:extLst>
            </p:cNvPr>
            <p:cNvSpPr/>
            <p:nvPr/>
          </p:nvSpPr>
          <p:spPr>
            <a:xfrm>
              <a:off x="-5789575" y="2928775"/>
              <a:ext cx="34675" cy="18125"/>
            </a:xfrm>
            <a:custGeom>
              <a:avLst/>
              <a:gdLst/>
              <a:ahLst/>
              <a:cxnLst/>
              <a:rect l="l" t="t" r="r" b="b"/>
              <a:pathLst>
                <a:path w="1387" h="725" extrusionOk="0">
                  <a:moveTo>
                    <a:pt x="379" y="0"/>
                  </a:moveTo>
                  <a:cubicBezTo>
                    <a:pt x="158" y="0"/>
                    <a:pt x="1" y="158"/>
                    <a:pt x="1" y="378"/>
                  </a:cubicBezTo>
                  <a:cubicBezTo>
                    <a:pt x="1" y="567"/>
                    <a:pt x="158" y="725"/>
                    <a:pt x="379" y="725"/>
                  </a:cubicBezTo>
                  <a:lnTo>
                    <a:pt x="1040" y="725"/>
                  </a:lnTo>
                  <a:cubicBezTo>
                    <a:pt x="1229" y="725"/>
                    <a:pt x="1387" y="567"/>
                    <a:pt x="1387" y="378"/>
                  </a:cubicBezTo>
                  <a:cubicBezTo>
                    <a:pt x="1387" y="158"/>
                    <a:pt x="1229" y="0"/>
                    <a:pt x="104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10659;p73">
              <a:extLst>
                <a:ext uri="{FF2B5EF4-FFF2-40B4-BE49-F238E27FC236}">
                  <a16:creationId xmlns:a16="http://schemas.microsoft.com/office/drawing/2014/main" id="{FECB8764-F168-AAE6-0AB8-10D5DB994AD3}"/>
                </a:ext>
              </a:extLst>
            </p:cNvPr>
            <p:cNvSpPr/>
            <p:nvPr/>
          </p:nvSpPr>
          <p:spPr>
            <a:xfrm>
              <a:off x="-5858100" y="2998075"/>
              <a:ext cx="68550" cy="17350"/>
            </a:xfrm>
            <a:custGeom>
              <a:avLst/>
              <a:gdLst/>
              <a:ahLst/>
              <a:cxnLst/>
              <a:rect l="l" t="t" r="r" b="b"/>
              <a:pathLst>
                <a:path w="2742" h="694" extrusionOk="0">
                  <a:moveTo>
                    <a:pt x="347" y="1"/>
                  </a:moveTo>
                  <a:cubicBezTo>
                    <a:pt x="158" y="1"/>
                    <a:pt x="1" y="158"/>
                    <a:pt x="1" y="347"/>
                  </a:cubicBezTo>
                  <a:cubicBezTo>
                    <a:pt x="1" y="536"/>
                    <a:pt x="158" y="694"/>
                    <a:pt x="347" y="694"/>
                  </a:cubicBezTo>
                  <a:lnTo>
                    <a:pt x="2395" y="694"/>
                  </a:lnTo>
                  <a:cubicBezTo>
                    <a:pt x="2584" y="694"/>
                    <a:pt x="2742" y="536"/>
                    <a:pt x="2742" y="347"/>
                  </a:cubicBezTo>
                  <a:cubicBezTo>
                    <a:pt x="2742" y="158"/>
                    <a:pt x="2584" y="1"/>
                    <a:pt x="239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5" name="Google Shape;10660;p73">
            <a:extLst>
              <a:ext uri="{FF2B5EF4-FFF2-40B4-BE49-F238E27FC236}">
                <a16:creationId xmlns:a16="http://schemas.microsoft.com/office/drawing/2014/main" id="{DBBB0AFC-B9D7-34A3-4A7E-D9CDC42DF2D0}"/>
              </a:ext>
            </a:extLst>
          </p:cNvPr>
          <p:cNvGrpSpPr/>
          <p:nvPr/>
        </p:nvGrpSpPr>
        <p:grpSpPr>
          <a:xfrm>
            <a:off x="9098394" y="3324358"/>
            <a:ext cx="853337" cy="848738"/>
            <a:chOff x="-4211975" y="2046625"/>
            <a:chExt cx="292250" cy="290675"/>
          </a:xfrm>
          <a:solidFill>
            <a:srgbClr val="555559"/>
          </a:solidFill>
        </p:grpSpPr>
        <p:sp>
          <p:nvSpPr>
            <p:cNvPr id="2196" name="Google Shape;10661;p73">
              <a:extLst>
                <a:ext uri="{FF2B5EF4-FFF2-40B4-BE49-F238E27FC236}">
                  <a16:creationId xmlns:a16="http://schemas.microsoft.com/office/drawing/2014/main" id="{868F3998-AB04-DB74-FACE-0CB26131B646}"/>
                </a:ext>
              </a:extLst>
            </p:cNvPr>
            <p:cNvSpPr/>
            <p:nvPr/>
          </p:nvSpPr>
          <p:spPr>
            <a:xfrm>
              <a:off x="-4211975" y="2081300"/>
              <a:ext cx="256025" cy="256000"/>
            </a:xfrm>
            <a:custGeom>
              <a:avLst/>
              <a:gdLst/>
              <a:ahLst/>
              <a:cxnLst/>
              <a:rect l="l" t="t" r="r" b="b"/>
              <a:pathLst>
                <a:path w="10241" h="10240" extrusionOk="0">
                  <a:moveTo>
                    <a:pt x="4758" y="693"/>
                  </a:moveTo>
                  <a:lnTo>
                    <a:pt x="4758" y="5167"/>
                  </a:lnTo>
                  <a:cubicBezTo>
                    <a:pt x="4758" y="5356"/>
                    <a:pt x="4916" y="5513"/>
                    <a:pt x="5105" y="5513"/>
                  </a:cubicBezTo>
                  <a:lnTo>
                    <a:pt x="9578" y="5513"/>
                  </a:lnTo>
                  <a:cubicBezTo>
                    <a:pt x="9358" y="7813"/>
                    <a:pt x="7436" y="9609"/>
                    <a:pt x="5105" y="9609"/>
                  </a:cubicBezTo>
                  <a:cubicBezTo>
                    <a:pt x="2679" y="9609"/>
                    <a:pt x="663" y="7593"/>
                    <a:pt x="663" y="5167"/>
                  </a:cubicBezTo>
                  <a:cubicBezTo>
                    <a:pt x="663" y="2835"/>
                    <a:pt x="2490" y="914"/>
                    <a:pt x="4758" y="693"/>
                  </a:cubicBezTo>
                  <a:close/>
                  <a:moveTo>
                    <a:pt x="5105" y="0"/>
                  </a:moveTo>
                  <a:cubicBezTo>
                    <a:pt x="2269" y="0"/>
                    <a:pt x="1" y="2300"/>
                    <a:pt x="1" y="5104"/>
                  </a:cubicBezTo>
                  <a:cubicBezTo>
                    <a:pt x="1" y="7939"/>
                    <a:pt x="2269" y="10239"/>
                    <a:pt x="5105" y="10239"/>
                  </a:cubicBezTo>
                  <a:cubicBezTo>
                    <a:pt x="7940" y="10239"/>
                    <a:pt x="10240" y="7939"/>
                    <a:pt x="10240" y="5104"/>
                  </a:cubicBezTo>
                  <a:cubicBezTo>
                    <a:pt x="10240" y="4978"/>
                    <a:pt x="10083" y="4820"/>
                    <a:pt x="9925" y="4820"/>
                  </a:cubicBezTo>
                  <a:lnTo>
                    <a:pt x="5483" y="4820"/>
                  </a:lnTo>
                  <a:lnTo>
                    <a:pt x="5483" y="347"/>
                  </a:lnTo>
                  <a:cubicBezTo>
                    <a:pt x="5483" y="158"/>
                    <a:pt x="5325" y="0"/>
                    <a:pt x="510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10662;p73">
              <a:extLst>
                <a:ext uri="{FF2B5EF4-FFF2-40B4-BE49-F238E27FC236}">
                  <a16:creationId xmlns:a16="http://schemas.microsoft.com/office/drawing/2014/main" id="{45BA600A-5103-6A82-B5D5-0D9FA3CC3DD5}"/>
                </a:ext>
              </a:extLst>
            </p:cNvPr>
            <p:cNvSpPr/>
            <p:nvPr/>
          </p:nvSpPr>
          <p:spPr>
            <a:xfrm>
              <a:off x="-4057600" y="2046625"/>
              <a:ext cx="137875" cy="137875"/>
            </a:xfrm>
            <a:custGeom>
              <a:avLst/>
              <a:gdLst/>
              <a:ahLst/>
              <a:cxnLst/>
              <a:rect l="l" t="t" r="r" b="b"/>
              <a:pathLst>
                <a:path w="5515" h="5515" extrusionOk="0">
                  <a:moveTo>
                    <a:pt x="663" y="694"/>
                  </a:moveTo>
                  <a:cubicBezTo>
                    <a:pt x="2836" y="851"/>
                    <a:pt x="4601" y="2616"/>
                    <a:pt x="4758" y="4790"/>
                  </a:cubicBezTo>
                  <a:lnTo>
                    <a:pt x="663" y="4790"/>
                  </a:lnTo>
                  <a:lnTo>
                    <a:pt x="663" y="694"/>
                  </a:lnTo>
                  <a:close/>
                  <a:moveTo>
                    <a:pt x="348" y="1"/>
                  </a:moveTo>
                  <a:cubicBezTo>
                    <a:pt x="158" y="1"/>
                    <a:pt x="1" y="158"/>
                    <a:pt x="1" y="379"/>
                  </a:cubicBezTo>
                  <a:lnTo>
                    <a:pt x="1" y="5168"/>
                  </a:lnTo>
                  <a:cubicBezTo>
                    <a:pt x="1" y="5357"/>
                    <a:pt x="158" y="5514"/>
                    <a:pt x="348" y="5514"/>
                  </a:cubicBezTo>
                  <a:lnTo>
                    <a:pt x="5168" y="5514"/>
                  </a:lnTo>
                  <a:cubicBezTo>
                    <a:pt x="5357" y="5514"/>
                    <a:pt x="5514" y="5357"/>
                    <a:pt x="5514" y="5168"/>
                  </a:cubicBezTo>
                  <a:cubicBezTo>
                    <a:pt x="5483" y="3750"/>
                    <a:pt x="4979" y="2490"/>
                    <a:pt x="3971" y="1513"/>
                  </a:cubicBezTo>
                  <a:cubicBezTo>
                    <a:pt x="2994" y="536"/>
                    <a:pt x="1734" y="1"/>
                    <a:pt x="34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8" name="Google Shape;10663;p73">
            <a:extLst>
              <a:ext uri="{FF2B5EF4-FFF2-40B4-BE49-F238E27FC236}">
                <a16:creationId xmlns:a16="http://schemas.microsoft.com/office/drawing/2014/main" id="{1F13D30D-1954-7820-E704-DDC9287D9952}"/>
              </a:ext>
            </a:extLst>
          </p:cNvPr>
          <p:cNvGrpSpPr/>
          <p:nvPr/>
        </p:nvGrpSpPr>
        <p:grpSpPr>
          <a:xfrm>
            <a:off x="9199605" y="4349456"/>
            <a:ext cx="650914" cy="857935"/>
            <a:chOff x="-4178875" y="2405775"/>
            <a:chExt cx="222925" cy="293825"/>
          </a:xfrm>
          <a:solidFill>
            <a:srgbClr val="555559"/>
          </a:solidFill>
        </p:grpSpPr>
        <p:sp>
          <p:nvSpPr>
            <p:cNvPr id="2199" name="Google Shape;10664;p73">
              <a:extLst>
                <a:ext uri="{FF2B5EF4-FFF2-40B4-BE49-F238E27FC236}">
                  <a16:creationId xmlns:a16="http://schemas.microsoft.com/office/drawing/2014/main" id="{9177AA6F-A62C-BF34-996C-8F1178159A64}"/>
                </a:ext>
              </a:extLst>
            </p:cNvPr>
            <p:cNvSpPr/>
            <p:nvPr/>
          </p:nvSpPr>
          <p:spPr>
            <a:xfrm>
              <a:off x="-4178875" y="2405775"/>
              <a:ext cx="222925" cy="293825"/>
            </a:xfrm>
            <a:custGeom>
              <a:avLst/>
              <a:gdLst/>
              <a:ahLst/>
              <a:cxnLst/>
              <a:rect l="l" t="t" r="r" b="b"/>
              <a:pathLst>
                <a:path w="8917" h="11753" extrusionOk="0">
                  <a:moveTo>
                    <a:pt x="4474" y="694"/>
                  </a:moveTo>
                  <a:cubicBezTo>
                    <a:pt x="6553" y="694"/>
                    <a:pt x="8254" y="2395"/>
                    <a:pt x="8254" y="4475"/>
                  </a:cubicBezTo>
                  <a:cubicBezTo>
                    <a:pt x="8191" y="5262"/>
                    <a:pt x="7971" y="6018"/>
                    <a:pt x="7530" y="6649"/>
                  </a:cubicBezTo>
                  <a:lnTo>
                    <a:pt x="4474" y="10776"/>
                  </a:lnTo>
                  <a:lnTo>
                    <a:pt x="1418" y="6712"/>
                  </a:lnTo>
                  <a:cubicBezTo>
                    <a:pt x="945" y="6050"/>
                    <a:pt x="693" y="5294"/>
                    <a:pt x="693" y="4475"/>
                  </a:cubicBezTo>
                  <a:cubicBezTo>
                    <a:pt x="693" y="2395"/>
                    <a:pt x="2363" y="694"/>
                    <a:pt x="4474" y="694"/>
                  </a:cubicBezTo>
                  <a:close/>
                  <a:moveTo>
                    <a:pt x="4474" y="1"/>
                  </a:moveTo>
                  <a:cubicBezTo>
                    <a:pt x="2017" y="1"/>
                    <a:pt x="0" y="2017"/>
                    <a:pt x="0" y="4475"/>
                  </a:cubicBezTo>
                  <a:cubicBezTo>
                    <a:pt x="0" y="5451"/>
                    <a:pt x="315" y="6365"/>
                    <a:pt x="882" y="7153"/>
                  </a:cubicBezTo>
                  <a:lnTo>
                    <a:pt x="4190" y="11595"/>
                  </a:lnTo>
                  <a:cubicBezTo>
                    <a:pt x="4253" y="11689"/>
                    <a:pt x="4348" y="11752"/>
                    <a:pt x="4474" y="11752"/>
                  </a:cubicBezTo>
                  <a:cubicBezTo>
                    <a:pt x="4568" y="11752"/>
                    <a:pt x="4663" y="11721"/>
                    <a:pt x="4726" y="11595"/>
                  </a:cubicBezTo>
                  <a:lnTo>
                    <a:pt x="8097" y="7058"/>
                  </a:lnTo>
                  <a:cubicBezTo>
                    <a:pt x="8633" y="6333"/>
                    <a:pt x="8916" y="5420"/>
                    <a:pt x="8916" y="4506"/>
                  </a:cubicBezTo>
                  <a:cubicBezTo>
                    <a:pt x="8916" y="1986"/>
                    <a:pt x="6900" y="1"/>
                    <a:pt x="447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10665;p73">
              <a:extLst>
                <a:ext uri="{FF2B5EF4-FFF2-40B4-BE49-F238E27FC236}">
                  <a16:creationId xmlns:a16="http://schemas.microsoft.com/office/drawing/2014/main" id="{5A7DB925-2AE6-62B6-788C-47D19D34512C}"/>
                </a:ext>
              </a:extLst>
            </p:cNvPr>
            <p:cNvSpPr/>
            <p:nvPr/>
          </p:nvSpPr>
          <p:spPr>
            <a:xfrm>
              <a:off x="-4093025" y="2491650"/>
              <a:ext cx="51225" cy="51200"/>
            </a:xfrm>
            <a:custGeom>
              <a:avLst/>
              <a:gdLst/>
              <a:ahLst/>
              <a:cxnLst/>
              <a:rect l="l" t="t" r="r" b="b"/>
              <a:pathLst>
                <a:path w="2049" h="2048" extrusionOk="0">
                  <a:moveTo>
                    <a:pt x="1040" y="630"/>
                  </a:moveTo>
                  <a:cubicBezTo>
                    <a:pt x="1229" y="630"/>
                    <a:pt x="1386" y="788"/>
                    <a:pt x="1386" y="1008"/>
                  </a:cubicBezTo>
                  <a:cubicBezTo>
                    <a:pt x="1386" y="1197"/>
                    <a:pt x="1197" y="1355"/>
                    <a:pt x="1040" y="1355"/>
                  </a:cubicBezTo>
                  <a:cubicBezTo>
                    <a:pt x="819" y="1355"/>
                    <a:pt x="662" y="1197"/>
                    <a:pt x="662" y="1008"/>
                  </a:cubicBezTo>
                  <a:cubicBezTo>
                    <a:pt x="662" y="788"/>
                    <a:pt x="819" y="630"/>
                    <a:pt x="1040" y="630"/>
                  </a:cubicBezTo>
                  <a:close/>
                  <a:moveTo>
                    <a:pt x="1040" y="0"/>
                  </a:moveTo>
                  <a:cubicBezTo>
                    <a:pt x="473" y="0"/>
                    <a:pt x="0" y="473"/>
                    <a:pt x="0" y="1040"/>
                  </a:cubicBezTo>
                  <a:cubicBezTo>
                    <a:pt x="0" y="1575"/>
                    <a:pt x="473" y="2048"/>
                    <a:pt x="1040" y="2048"/>
                  </a:cubicBezTo>
                  <a:cubicBezTo>
                    <a:pt x="1575" y="2048"/>
                    <a:pt x="2048" y="1575"/>
                    <a:pt x="2048" y="1040"/>
                  </a:cubicBezTo>
                  <a:cubicBezTo>
                    <a:pt x="2048" y="441"/>
                    <a:pt x="1575" y="0"/>
                    <a:pt x="104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10666;p73">
              <a:extLst>
                <a:ext uri="{FF2B5EF4-FFF2-40B4-BE49-F238E27FC236}">
                  <a16:creationId xmlns:a16="http://schemas.microsoft.com/office/drawing/2014/main" id="{B26D4C35-632F-04D8-ECA3-2855EF08C5C9}"/>
                </a:ext>
              </a:extLst>
            </p:cNvPr>
            <p:cNvSpPr/>
            <p:nvPr/>
          </p:nvSpPr>
          <p:spPr>
            <a:xfrm>
              <a:off x="-4145800" y="2439650"/>
              <a:ext cx="155975" cy="155200"/>
            </a:xfrm>
            <a:custGeom>
              <a:avLst/>
              <a:gdLst/>
              <a:ahLst/>
              <a:cxnLst/>
              <a:rect l="l" t="t" r="r" b="b"/>
              <a:pathLst>
                <a:path w="6239" h="6208" extrusionOk="0">
                  <a:moveTo>
                    <a:pt x="3403" y="694"/>
                  </a:moveTo>
                  <a:lnTo>
                    <a:pt x="3403" y="1166"/>
                  </a:lnTo>
                  <a:cubicBezTo>
                    <a:pt x="3403" y="1324"/>
                    <a:pt x="3497" y="1450"/>
                    <a:pt x="3655" y="1481"/>
                  </a:cubicBezTo>
                  <a:cubicBezTo>
                    <a:pt x="3844" y="1576"/>
                    <a:pt x="4033" y="1670"/>
                    <a:pt x="4191" y="1828"/>
                  </a:cubicBezTo>
                  <a:cubicBezTo>
                    <a:pt x="4268" y="1867"/>
                    <a:pt x="4358" y="1894"/>
                    <a:pt x="4445" y="1894"/>
                  </a:cubicBezTo>
                  <a:cubicBezTo>
                    <a:pt x="4499" y="1894"/>
                    <a:pt x="4552" y="1884"/>
                    <a:pt x="4600" y="1859"/>
                  </a:cubicBezTo>
                  <a:lnTo>
                    <a:pt x="4978" y="1607"/>
                  </a:lnTo>
                  <a:lnTo>
                    <a:pt x="5356" y="2206"/>
                  </a:lnTo>
                  <a:lnTo>
                    <a:pt x="4947" y="2458"/>
                  </a:lnTo>
                  <a:cubicBezTo>
                    <a:pt x="4821" y="2521"/>
                    <a:pt x="4789" y="2647"/>
                    <a:pt x="4789" y="2805"/>
                  </a:cubicBezTo>
                  <a:cubicBezTo>
                    <a:pt x="4821" y="3025"/>
                    <a:pt x="4821" y="3183"/>
                    <a:pt x="4789" y="3435"/>
                  </a:cubicBezTo>
                  <a:cubicBezTo>
                    <a:pt x="4758" y="3592"/>
                    <a:pt x="4821" y="3687"/>
                    <a:pt x="4947" y="3781"/>
                  </a:cubicBezTo>
                  <a:lnTo>
                    <a:pt x="5356" y="4033"/>
                  </a:lnTo>
                  <a:lnTo>
                    <a:pt x="4978" y="4600"/>
                  </a:lnTo>
                  <a:lnTo>
                    <a:pt x="4600" y="4380"/>
                  </a:lnTo>
                  <a:cubicBezTo>
                    <a:pt x="4554" y="4345"/>
                    <a:pt x="4503" y="4332"/>
                    <a:pt x="4452" y="4332"/>
                  </a:cubicBezTo>
                  <a:cubicBezTo>
                    <a:pt x="4363" y="4332"/>
                    <a:pt x="4270" y="4372"/>
                    <a:pt x="4191" y="4411"/>
                  </a:cubicBezTo>
                  <a:cubicBezTo>
                    <a:pt x="4033" y="4537"/>
                    <a:pt x="3844" y="4632"/>
                    <a:pt x="3655" y="4726"/>
                  </a:cubicBezTo>
                  <a:cubicBezTo>
                    <a:pt x="3529" y="4758"/>
                    <a:pt x="3403" y="4915"/>
                    <a:pt x="3403" y="5041"/>
                  </a:cubicBezTo>
                  <a:lnTo>
                    <a:pt x="3403" y="5514"/>
                  </a:lnTo>
                  <a:lnTo>
                    <a:pt x="2741" y="5514"/>
                  </a:lnTo>
                  <a:lnTo>
                    <a:pt x="2741" y="5041"/>
                  </a:lnTo>
                  <a:cubicBezTo>
                    <a:pt x="2741" y="4884"/>
                    <a:pt x="2678" y="4758"/>
                    <a:pt x="2521" y="4726"/>
                  </a:cubicBezTo>
                  <a:cubicBezTo>
                    <a:pt x="2300" y="4663"/>
                    <a:pt x="2111" y="4569"/>
                    <a:pt x="1954" y="4411"/>
                  </a:cubicBezTo>
                  <a:cubicBezTo>
                    <a:pt x="1874" y="4372"/>
                    <a:pt x="1782" y="4332"/>
                    <a:pt x="1701" y="4332"/>
                  </a:cubicBezTo>
                  <a:cubicBezTo>
                    <a:pt x="1654" y="4332"/>
                    <a:pt x="1610" y="4345"/>
                    <a:pt x="1576" y="4380"/>
                  </a:cubicBezTo>
                  <a:lnTo>
                    <a:pt x="1166" y="4600"/>
                  </a:lnTo>
                  <a:lnTo>
                    <a:pt x="820" y="4033"/>
                  </a:lnTo>
                  <a:lnTo>
                    <a:pt x="1198" y="3781"/>
                  </a:lnTo>
                  <a:cubicBezTo>
                    <a:pt x="1324" y="3718"/>
                    <a:pt x="1418" y="3592"/>
                    <a:pt x="1355" y="3435"/>
                  </a:cubicBezTo>
                  <a:cubicBezTo>
                    <a:pt x="1324" y="3183"/>
                    <a:pt x="1324" y="3025"/>
                    <a:pt x="1355" y="2805"/>
                  </a:cubicBezTo>
                  <a:cubicBezTo>
                    <a:pt x="1418" y="2647"/>
                    <a:pt x="1324" y="2521"/>
                    <a:pt x="1198" y="2458"/>
                  </a:cubicBezTo>
                  <a:lnTo>
                    <a:pt x="820" y="2206"/>
                  </a:lnTo>
                  <a:lnTo>
                    <a:pt x="1166" y="1607"/>
                  </a:lnTo>
                  <a:lnTo>
                    <a:pt x="1576" y="1859"/>
                  </a:lnTo>
                  <a:cubicBezTo>
                    <a:pt x="1612" y="1884"/>
                    <a:pt x="1657" y="1894"/>
                    <a:pt x="1706" y="1894"/>
                  </a:cubicBezTo>
                  <a:cubicBezTo>
                    <a:pt x="1786" y="1894"/>
                    <a:pt x="1876" y="1867"/>
                    <a:pt x="1954" y="1828"/>
                  </a:cubicBezTo>
                  <a:cubicBezTo>
                    <a:pt x="2111" y="1702"/>
                    <a:pt x="2300" y="1576"/>
                    <a:pt x="2521" y="1481"/>
                  </a:cubicBezTo>
                  <a:cubicBezTo>
                    <a:pt x="2615" y="1450"/>
                    <a:pt x="2741" y="1292"/>
                    <a:pt x="2741" y="1166"/>
                  </a:cubicBezTo>
                  <a:lnTo>
                    <a:pt x="2741" y="694"/>
                  </a:lnTo>
                  <a:close/>
                  <a:moveTo>
                    <a:pt x="2426" y="1"/>
                  </a:moveTo>
                  <a:cubicBezTo>
                    <a:pt x="2237" y="1"/>
                    <a:pt x="2080" y="158"/>
                    <a:pt x="2080" y="347"/>
                  </a:cubicBezTo>
                  <a:lnTo>
                    <a:pt x="2080" y="946"/>
                  </a:lnTo>
                  <a:cubicBezTo>
                    <a:pt x="1954" y="977"/>
                    <a:pt x="1828" y="1072"/>
                    <a:pt x="1765" y="1135"/>
                  </a:cubicBezTo>
                  <a:lnTo>
                    <a:pt x="1261" y="851"/>
                  </a:lnTo>
                  <a:cubicBezTo>
                    <a:pt x="1211" y="831"/>
                    <a:pt x="1158" y="821"/>
                    <a:pt x="1104" y="821"/>
                  </a:cubicBezTo>
                  <a:cubicBezTo>
                    <a:pt x="990" y="821"/>
                    <a:pt x="874" y="870"/>
                    <a:pt x="788" y="977"/>
                  </a:cubicBezTo>
                  <a:lnTo>
                    <a:pt x="126" y="2175"/>
                  </a:lnTo>
                  <a:cubicBezTo>
                    <a:pt x="32" y="2332"/>
                    <a:pt x="63" y="2521"/>
                    <a:pt x="221" y="2647"/>
                  </a:cubicBezTo>
                  <a:lnTo>
                    <a:pt x="757" y="2899"/>
                  </a:lnTo>
                  <a:lnTo>
                    <a:pt x="757" y="3120"/>
                  </a:lnTo>
                  <a:lnTo>
                    <a:pt x="757" y="3309"/>
                  </a:lnTo>
                  <a:lnTo>
                    <a:pt x="221" y="3592"/>
                  </a:lnTo>
                  <a:cubicBezTo>
                    <a:pt x="63" y="3655"/>
                    <a:pt x="0" y="3907"/>
                    <a:pt x="126" y="4065"/>
                  </a:cubicBezTo>
                  <a:lnTo>
                    <a:pt x="788" y="5231"/>
                  </a:lnTo>
                  <a:cubicBezTo>
                    <a:pt x="831" y="5337"/>
                    <a:pt x="960" y="5415"/>
                    <a:pt x="1088" y="5415"/>
                  </a:cubicBezTo>
                  <a:cubicBezTo>
                    <a:pt x="1149" y="5415"/>
                    <a:pt x="1210" y="5397"/>
                    <a:pt x="1261" y="5357"/>
                  </a:cubicBezTo>
                  <a:lnTo>
                    <a:pt x="1765" y="5073"/>
                  </a:lnTo>
                  <a:cubicBezTo>
                    <a:pt x="1891" y="5167"/>
                    <a:pt x="1954" y="5199"/>
                    <a:pt x="2080" y="5262"/>
                  </a:cubicBezTo>
                  <a:lnTo>
                    <a:pt x="2080" y="5861"/>
                  </a:lnTo>
                  <a:cubicBezTo>
                    <a:pt x="2080" y="6050"/>
                    <a:pt x="2237" y="6207"/>
                    <a:pt x="2426" y="6207"/>
                  </a:cubicBezTo>
                  <a:lnTo>
                    <a:pt x="3812" y="6207"/>
                  </a:lnTo>
                  <a:cubicBezTo>
                    <a:pt x="4002" y="6207"/>
                    <a:pt x="4159" y="6050"/>
                    <a:pt x="4159" y="5861"/>
                  </a:cubicBezTo>
                  <a:lnTo>
                    <a:pt x="4159" y="5262"/>
                  </a:lnTo>
                  <a:cubicBezTo>
                    <a:pt x="4285" y="5231"/>
                    <a:pt x="4411" y="5167"/>
                    <a:pt x="4474" y="5073"/>
                  </a:cubicBezTo>
                  <a:lnTo>
                    <a:pt x="4978" y="5357"/>
                  </a:lnTo>
                  <a:cubicBezTo>
                    <a:pt x="5028" y="5376"/>
                    <a:pt x="5084" y="5387"/>
                    <a:pt x="5141" y="5387"/>
                  </a:cubicBezTo>
                  <a:cubicBezTo>
                    <a:pt x="5263" y="5387"/>
                    <a:pt x="5386" y="5338"/>
                    <a:pt x="5451" y="5231"/>
                  </a:cubicBezTo>
                  <a:lnTo>
                    <a:pt x="6144" y="4065"/>
                  </a:lnTo>
                  <a:cubicBezTo>
                    <a:pt x="6207" y="3907"/>
                    <a:pt x="6175" y="3687"/>
                    <a:pt x="6018" y="3592"/>
                  </a:cubicBezTo>
                  <a:lnTo>
                    <a:pt x="5514" y="3309"/>
                  </a:lnTo>
                  <a:lnTo>
                    <a:pt x="5514" y="3120"/>
                  </a:lnTo>
                  <a:lnTo>
                    <a:pt x="5514" y="2899"/>
                  </a:lnTo>
                  <a:lnTo>
                    <a:pt x="6018" y="2647"/>
                  </a:lnTo>
                  <a:cubicBezTo>
                    <a:pt x="6175" y="2521"/>
                    <a:pt x="6238" y="2332"/>
                    <a:pt x="6144" y="2175"/>
                  </a:cubicBezTo>
                  <a:lnTo>
                    <a:pt x="5451" y="977"/>
                  </a:lnTo>
                  <a:cubicBezTo>
                    <a:pt x="5408" y="870"/>
                    <a:pt x="5278" y="807"/>
                    <a:pt x="5149" y="807"/>
                  </a:cubicBezTo>
                  <a:cubicBezTo>
                    <a:pt x="5089" y="807"/>
                    <a:pt x="5029" y="821"/>
                    <a:pt x="4978" y="851"/>
                  </a:cubicBezTo>
                  <a:lnTo>
                    <a:pt x="4474" y="1135"/>
                  </a:lnTo>
                  <a:cubicBezTo>
                    <a:pt x="4348" y="1072"/>
                    <a:pt x="4285" y="1009"/>
                    <a:pt x="4159" y="946"/>
                  </a:cubicBezTo>
                  <a:lnTo>
                    <a:pt x="4159" y="347"/>
                  </a:lnTo>
                  <a:cubicBezTo>
                    <a:pt x="4159" y="158"/>
                    <a:pt x="4002" y="1"/>
                    <a:pt x="381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02" name="Google Shape;10667;p73">
            <a:extLst>
              <a:ext uri="{FF2B5EF4-FFF2-40B4-BE49-F238E27FC236}">
                <a16:creationId xmlns:a16="http://schemas.microsoft.com/office/drawing/2014/main" id="{D95969E7-396D-56FB-81B3-3A6698400DF4}"/>
              </a:ext>
            </a:extLst>
          </p:cNvPr>
          <p:cNvGrpSpPr/>
          <p:nvPr/>
        </p:nvGrpSpPr>
        <p:grpSpPr>
          <a:xfrm>
            <a:off x="9123692" y="5430983"/>
            <a:ext cx="850999" cy="800340"/>
            <a:chOff x="-4211975" y="2783850"/>
            <a:chExt cx="291450" cy="274100"/>
          </a:xfrm>
          <a:solidFill>
            <a:srgbClr val="555559"/>
          </a:solidFill>
        </p:grpSpPr>
        <p:sp>
          <p:nvSpPr>
            <p:cNvPr id="2203" name="Google Shape;10668;p73">
              <a:extLst>
                <a:ext uri="{FF2B5EF4-FFF2-40B4-BE49-F238E27FC236}">
                  <a16:creationId xmlns:a16="http://schemas.microsoft.com/office/drawing/2014/main" id="{F4B1A399-C53A-6F96-4299-9E0A27DB7411}"/>
                </a:ext>
              </a:extLst>
            </p:cNvPr>
            <p:cNvSpPr/>
            <p:nvPr/>
          </p:nvSpPr>
          <p:spPr>
            <a:xfrm>
              <a:off x="-4211975" y="2937125"/>
              <a:ext cx="291450" cy="120825"/>
            </a:xfrm>
            <a:custGeom>
              <a:avLst/>
              <a:gdLst/>
              <a:ahLst/>
              <a:cxnLst/>
              <a:rect l="l" t="t" r="r" b="b"/>
              <a:pathLst>
                <a:path w="11658" h="4833" extrusionOk="0">
                  <a:moveTo>
                    <a:pt x="978" y="706"/>
                  </a:moveTo>
                  <a:cubicBezTo>
                    <a:pt x="1167" y="706"/>
                    <a:pt x="1324" y="863"/>
                    <a:pt x="1324" y="1052"/>
                  </a:cubicBezTo>
                  <a:lnTo>
                    <a:pt x="1324" y="3762"/>
                  </a:lnTo>
                  <a:cubicBezTo>
                    <a:pt x="1324" y="3982"/>
                    <a:pt x="1167" y="4140"/>
                    <a:pt x="978" y="4140"/>
                  </a:cubicBezTo>
                  <a:lnTo>
                    <a:pt x="631" y="4140"/>
                  </a:lnTo>
                  <a:lnTo>
                    <a:pt x="631" y="706"/>
                  </a:lnTo>
                  <a:close/>
                  <a:moveTo>
                    <a:pt x="3866" y="717"/>
                  </a:moveTo>
                  <a:cubicBezTo>
                    <a:pt x="4374" y="717"/>
                    <a:pt x="4886" y="859"/>
                    <a:pt x="5325" y="1147"/>
                  </a:cubicBezTo>
                  <a:cubicBezTo>
                    <a:pt x="5672" y="1367"/>
                    <a:pt x="5703" y="1399"/>
                    <a:pt x="5829" y="1399"/>
                  </a:cubicBezTo>
                  <a:lnTo>
                    <a:pt x="7247" y="1399"/>
                  </a:lnTo>
                  <a:cubicBezTo>
                    <a:pt x="7436" y="1399"/>
                    <a:pt x="7594" y="1556"/>
                    <a:pt x="7594" y="1777"/>
                  </a:cubicBezTo>
                  <a:cubicBezTo>
                    <a:pt x="7594" y="1966"/>
                    <a:pt x="7436" y="2124"/>
                    <a:pt x="7247" y="2124"/>
                  </a:cubicBezTo>
                  <a:lnTo>
                    <a:pt x="4758" y="2124"/>
                  </a:lnTo>
                  <a:cubicBezTo>
                    <a:pt x="4380" y="2124"/>
                    <a:pt x="4034" y="2344"/>
                    <a:pt x="3845" y="2659"/>
                  </a:cubicBezTo>
                  <a:cubicBezTo>
                    <a:pt x="3782" y="2817"/>
                    <a:pt x="3845" y="3069"/>
                    <a:pt x="4002" y="3132"/>
                  </a:cubicBezTo>
                  <a:cubicBezTo>
                    <a:pt x="4045" y="3158"/>
                    <a:pt x="4096" y="3169"/>
                    <a:pt x="4148" y="3169"/>
                  </a:cubicBezTo>
                  <a:cubicBezTo>
                    <a:pt x="4284" y="3169"/>
                    <a:pt x="4429" y="3088"/>
                    <a:pt x="4475" y="2974"/>
                  </a:cubicBezTo>
                  <a:cubicBezTo>
                    <a:pt x="4538" y="2848"/>
                    <a:pt x="4632" y="2785"/>
                    <a:pt x="4790" y="2785"/>
                  </a:cubicBezTo>
                  <a:lnTo>
                    <a:pt x="7562" y="2785"/>
                  </a:lnTo>
                  <a:cubicBezTo>
                    <a:pt x="7783" y="2785"/>
                    <a:pt x="8003" y="2722"/>
                    <a:pt x="8192" y="2596"/>
                  </a:cubicBezTo>
                  <a:lnTo>
                    <a:pt x="10555" y="769"/>
                  </a:lnTo>
                  <a:cubicBezTo>
                    <a:pt x="10603" y="747"/>
                    <a:pt x="10649" y="737"/>
                    <a:pt x="10693" y="737"/>
                  </a:cubicBezTo>
                  <a:cubicBezTo>
                    <a:pt x="10969" y="737"/>
                    <a:pt x="11146" y="1123"/>
                    <a:pt x="10902" y="1367"/>
                  </a:cubicBezTo>
                  <a:cubicBezTo>
                    <a:pt x="10844" y="1406"/>
                    <a:pt x="10817" y="1419"/>
                    <a:pt x="10805" y="1419"/>
                  </a:cubicBezTo>
                  <a:cubicBezTo>
                    <a:pt x="10780" y="1419"/>
                    <a:pt x="10836" y="1354"/>
                    <a:pt x="10826" y="1354"/>
                  </a:cubicBezTo>
                  <a:cubicBezTo>
                    <a:pt x="10804" y="1354"/>
                    <a:pt x="10447" y="1686"/>
                    <a:pt x="8066" y="3856"/>
                  </a:cubicBezTo>
                  <a:cubicBezTo>
                    <a:pt x="7877" y="4014"/>
                    <a:pt x="7625" y="4140"/>
                    <a:pt x="7373" y="4140"/>
                  </a:cubicBezTo>
                  <a:lnTo>
                    <a:pt x="3435" y="4140"/>
                  </a:lnTo>
                  <a:cubicBezTo>
                    <a:pt x="2962" y="4140"/>
                    <a:pt x="2490" y="4014"/>
                    <a:pt x="2049" y="3825"/>
                  </a:cubicBezTo>
                  <a:lnTo>
                    <a:pt x="2049" y="1399"/>
                  </a:lnTo>
                  <a:lnTo>
                    <a:pt x="2332" y="1210"/>
                  </a:lnTo>
                  <a:cubicBezTo>
                    <a:pt x="2774" y="883"/>
                    <a:pt x="3318" y="717"/>
                    <a:pt x="3866" y="717"/>
                  </a:cubicBezTo>
                  <a:close/>
                  <a:moveTo>
                    <a:pt x="3817" y="0"/>
                  </a:moveTo>
                  <a:cubicBezTo>
                    <a:pt x="3151" y="0"/>
                    <a:pt x="2491" y="205"/>
                    <a:pt x="1923" y="611"/>
                  </a:cubicBezTo>
                  <a:cubicBezTo>
                    <a:pt x="1765" y="265"/>
                    <a:pt x="1419" y="13"/>
                    <a:pt x="1009" y="13"/>
                  </a:cubicBezTo>
                  <a:lnTo>
                    <a:pt x="348" y="13"/>
                  </a:lnTo>
                  <a:cubicBezTo>
                    <a:pt x="159" y="13"/>
                    <a:pt x="1" y="170"/>
                    <a:pt x="1" y="391"/>
                  </a:cubicBezTo>
                  <a:lnTo>
                    <a:pt x="1" y="4486"/>
                  </a:lnTo>
                  <a:cubicBezTo>
                    <a:pt x="1" y="4675"/>
                    <a:pt x="159" y="4833"/>
                    <a:pt x="348" y="4833"/>
                  </a:cubicBezTo>
                  <a:lnTo>
                    <a:pt x="1009" y="4833"/>
                  </a:lnTo>
                  <a:cubicBezTo>
                    <a:pt x="1324" y="4833"/>
                    <a:pt x="1608" y="4675"/>
                    <a:pt x="1797" y="4486"/>
                  </a:cubicBezTo>
                  <a:cubicBezTo>
                    <a:pt x="2332" y="4707"/>
                    <a:pt x="2868" y="4833"/>
                    <a:pt x="3435" y="4833"/>
                  </a:cubicBezTo>
                  <a:lnTo>
                    <a:pt x="7373" y="4833"/>
                  </a:lnTo>
                  <a:cubicBezTo>
                    <a:pt x="7783" y="4833"/>
                    <a:pt x="8192" y="4675"/>
                    <a:pt x="8507" y="4392"/>
                  </a:cubicBezTo>
                  <a:cubicBezTo>
                    <a:pt x="8539" y="4392"/>
                    <a:pt x="11217" y="1903"/>
                    <a:pt x="11248" y="1872"/>
                  </a:cubicBezTo>
                  <a:cubicBezTo>
                    <a:pt x="11406" y="1809"/>
                    <a:pt x="11658" y="1493"/>
                    <a:pt x="11658" y="1084"/>
                  </a:cubicBezTo>
                  <a:cubicBezTo>
                    <a:pt x="11658" y="454"/>
                    <a:pt x="11185" y="44"/>
                    <a:pt x="10618" y="44"/>
                  </a:cubicBezTo>
                  <a:cubicBezTo>
                    <a:pt x="10303" y="44"/>
                    <a:pt x="10051" y="202"/>
                    <a:pt x="9925" y="296"/>
                  </a:cubicBezTo>
                  <a:lnTo>
                    <a:pt x="8192" y="1619"/>
                  </a:lnTo>
                  <a:cubicBezTo>
                    <a:pt x="8098" y="1084"/>
                    <a:pt x="7688" y="706"/>
                    <a:pt x="7153" y="706"/>
                  </a:cubicBezTo>
                  <a:lnTo>
                    <a:pt x="5861" y="706"/>
                  </a:lnTo>
                  <a:lnTo>
                    <a:pt x="5640" y="548"/>
                  </a:lnTo>
                  <a:cubicBezTo>
                    <a:pt x="5075" y="182"/>
                    <a:pt x="4444" y="0"/>
                    <a:pt x="381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10669;p73">
              <a:extLst>
                <a:ext uri="{FF2B5EF4-FFF2-40B4-BE49-F238E27FC236}">
                  <a16:creationId xmlns:a16="http://schemas.microsoft.com/office/drawing/2014/main" id="{B4498EBF-C928-0C6A-B0C9-BC3E50F96696}"/>
                </a:ext>
              </a:extLst>
            </p:cNvPr>
            <p:cNvSpPr/>
            <p:nvPr/>
          </p:nvSpPr>
          <p:spPr>
            <a:xfrm>
              <a:off x="-4109575" y="2783850"/>
              <a:ext cx="153625" cy="154400"/>
            </a:xfrm>
            <a:custGeom>
              <a:avLst/>
              <a:gdLst/>
              <a:ahLst/>
              <a:cxnLst/>
              <a:rect l="l" t="t" r="r" b="b"/>
              <a:pathLst>
                <a:path w="6145" h="6176" extrusionOk="0">
                  <a:moveTo>
                    <a:pt x="3057" y="693"/>
                  </a:moveTo>
                  <a:cubicBezTo>
                    <a:pt x="4411" y="693"/>
                    <a:pt x="5482" y="1765"/>
                    <a:pt x="5482" y="3088"/>
                  </a:cubicBezTo>
                  <a:cubicBezTo>
                    <a:pt x="5482" y="4442"/>
                    <a:pt x="4411" y="5482"/>
                    <a:pt x="3057" y="5482"/>
                  </a:cubicBezTo>
                  <a:cubicBezTo>
                    <a:pt x="1733" y="5482"/>
                    <a:pt x="662" y="4442"/>
                    <a:pt x="662" y="3088"/>
                  </a:cubicBezTo>
                  <a:cubicBezTo>
                    <a:pt x="662" y="1765"/>
                    <a:pt x="1733" y="693"/>
                    <a:pt x="3057" y="693"/>
                  </a:cubicBezTo>
                  <a:close/>
                  <a:moveTo>
                    <a:pt x="3057" y="0"/>
                  </a:moveTo>
                  <a:cubicBezTo>
                    <a:pt x="1387" y="0"/>
                    <a:pt x="1" y="1387"/>
                    <a:pt x="1" y="3088"/>
                  </a:cubicBezTo>
                  <a:cubicBezTo>
                    <a:pt x="1" y="4789"/>
                    <a:pt x="1387" y="6175"/>
                    <a:pt x="3057" y="6175"/>
                  </a:cubicBezTo>
                  <a:cubicBezTo>
                    <a:pt x="4758" y="6175"/>
                    <a:pt x="6144" y="4789"/>
                    <a:pt x="6144" y="3088"/>
                  </a:cubicBezTo>
                  <a:cubicBezTo>
                    <a:pt x="6144" y="1387"/>
                    <a:pt x="4758" y="0"/>
                    <a:pt x="305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10670;p73">
              <a:extLst>
                <a:ext uri="{FF2B5EF4-FFF2-40B4-BE49-F238E27FC236}">
                  <a16:creationId xmlns:a16="http://schemas.microsoft.com/office/drawing/2014/main" id="{5AAE2197-9213-7768-E195-ADE621E9A1EC}"/>
                </a:ext>
              </a:extLst>
            </p:cNvPr>
            <p:cNvSpPr/>
            <p:nvPr/>
          </p:nvSpPr>
          <p:spPr>
            <a:xfrm>
              <a:off x="-4074925" y="2818500"/>
              <a:ext cx="84300" cy="85100"/>
            </a:xfrm>
            <a:custGeom>
              <a:avLst/>
              <a:gdLst/>
              <a:ahLst/>
              <a:cxnLst/>
              <a:rect l="l" t="t" r="r" b="b"/>
              <a:pathLst>
                <a:path w="3372" h="3404" extrusionOk="0">
                  <a:moveTo>
                    <a:pt x="1671" y="631"/>
                  </a:moveTo>
                  <a:cubicBezTo>
                    <a:pt x="2238" y="631"/>
                    <a:pt x="2710" y="1103"/>
                    <a:pt x="2710" y="1670"/>
                  </a:cubicBezTo>
                  <a:cubicBezTo>
                    <a:pt x="2710" y="2206"/>
                    <a:pt x="2238" y="2678"/>
                    <a:pt x="1671" y="2678"/>
                  </a:cubicBezTo>
                  <a:cubicBezTo>
                    <a:pt x="1135" y="2678"/>
                    <a:pt x="662" y="2206"/>
                    <a:pt x="662" y="1670"/>
                  </a:cubicBezTo>
                  <a:cubicBezTo>
                    <a:pt x="662" y="1103"/>
                    <a:pt x="1135" y="631"/>
                    <a:pt x="1671" y="631"/>
                  </a:cubicBezTo>
                  <a:close/>
                  <a:moveTo>
                    <a:pt x="1671" y="1"/>
                  </a:moveTo>
                  <a:cubicBezTo>
                    <a:pt x="725" y="1"/>
                    <a:pt x="1" y="757"/>
                    <a:pt x="1" y="1702"/>
                  </a:cubicBezTo>
                  <a:cubicBezTo>
                    <a:pt x="1" y="2647"/>
                    <a:pt x="725" y="3403"/>
                    <a:pt x="1671" y="3403"/>
                  </a:cubicBezTo>
                  <a:cubicBezTo>
                    <a:pt x="2616" y="3403"/>
                    <a:pt x="3372" y="2647"/>
                    <a:pt x="3372" y="1702"/>
                  </a:cubicBezTo>
                  <a:cubicBezTo>
                    <a:pt x="3372" y="757"/>
                    <a:pt x="2616" y="1"/>
                    <a:pt x="167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06" name="Google Shape;10671;p73">
            <a:extLst>
              <a:ext uri="{FF2B5EF4-FFF2-40B4-BE49-F238E27FC236}">
                <a16:creationId xmlns:a16="http://schemas.microsoft.com/office/drawing/2014/main" id="{A9F3C144-6586-25C8-D76F-2FA701447698}"/>
              </a:ext>
            </a:extLst>
          </p:cNvPr>
          <p:cNvSpPr/>
          <p:nvPr/>
        </p:nvSpPr>
        <p:spPr>
          <a:xfrm>
            <a:off x="14616254" y="3320603"/>
            <a:ext cx="807275" cy="855599"/>
          </a:xfrm>
          <a:custGeom>
            <a:avLst/>
            <a:gdLst/>
            <a:ahLst/>
            <a:cxnLst/>
            <a:rect l="l" t="t" r="r" b="b"/>
            <a:pathLst>
              <a:path w="11059" h="11721" extrusionOk="0">
                <a:moveTo>
                  <a:pt x="1418" y="693"/>
                </a:moveTo>
                <a:lnTo>
                  <a:pt x="1418" y="1387"/>
                </a:lnTo>
                <a:lnTo>
                  <a:pt x="725" y="1387"/>
                </a:lnTo>
                <a:lnTo>
                  <a:pt x="725" y="693"/>
                </a:lnTo>
                <a:close/>
                <a:moveTo>
                  <a:pt x="9011" y="693"/>
                </a:moveTo>
                <a:lnTo>
                  <a:pt x="9011" y="1387"/>
                </a:lnTo>
                <a:lnTo>
                  <a:pt x="8349" y="1387"/>
                </a:lnTo>
                <a:lnTo>
                  <a:pt x="8349" y="693"/>
                </a:lnTo>
                <a:close/>
                <a:moveTo>
                  <a:pt x="7656" y="1324"/>
                </a:moveTo>
                <a:lnTo>
                  <a:pt x="7656" y="1670"/>
                </a:lnTo>
                <a:cubicBezTo>
                  <a:pt x="7656" y="1891"/>
                  <a:pt x="7813" y="2048"/>
                  <a:pt x="8034" y="2048"/>
                </a:cubicBezTo>
                <a:lnTo>
                  <a:pt x="8381" y="2048"/>
                </a:lnTo>
                <a:lnTo>
                  <a:pt x="8381" y="4222"/>
                </a:lnTo>
                <a:cubicBezTo>
                  <a:pt x="8255" y="4253"/>
                  <a:pt x="8160" y="4316"/>
                  <a:pt x="8034" y="4411"/>
                </a:cubicBezTo>
                <a:cubicBezTo>
                  <a:pt x="7845" y="4243"/>
                  <a:pt x="7614" y="4159"/>
                  <a:pt x="7369" y="4159"/>
                </a:cubicBezTo>
                <a:cubicBezTo>
                  <a:pt x="7246" y="4159"/>
                  <a:pt x="7120" y="4180"/>
                  <a:pt x="6994" y="4222"/>
                </a:cubicBezTo>
                <a:lnTo>
                  <a:pt x="6994" y="3088"/>
                </a:lnTo>
                <a:cubicBezTo>
                  <a:pt x="6994" y="2552"/>
                  <a:pt x="6522" y="2080"/>
                  <a:pt x="5986" y="2080"/>
                </a:cubicBezTo>
                <a:cubicBezTo>
                  <a:pt x="5419" y="2080"/>
                  <a:pt x="4947" y="2552"/>
                  <a:pt x="4947" y="3088"/>
                </a:cubicBezTo>
                <a:lnTo>
                  <a:pt x="4947" y="6459"/>
                </a:lnTo>
                <a:lnTo>
                  <a:pt x="4789" y="6301"/>
                </a:lnTo>
                <a:cubicBezTo>
                  <a:pt x="4600" y="6097"/>
                  <a:pt x="4340" y="5994"/>
                  <a:pt x="4076" y="5994"/>
                </a:cubicBezTo>
                <a:cubicBezTo>
                  <a:pt x="3812" y="5994"/>
                  <a:pt x="3545" y="6097"/>
                  <a:pt x="3340" y="6301"/>
                </a:cubicBezTo>
                <a:cubicBezTo>
                  <a:pt x="2962" y="6679"/>
                  <a:pt x="2962" y="7341"/>
                  <a:pt x="3340" y="7751"/>
                </a:cubicBezTo>
                <a:lnTo>
                  <a:pt x="3812" y="8223"/>
                </a:lnTo>
                <a:lnTo>
                  <a:pt x="2111" y="8223"/>
                </a:lnTo>
                <a:lnTo>
                  <a:pt x="2111" y="7908"/>
                </a:lnTo>
                <a:cubicBezTo>
                  <a:pt x="2111" y="7719"/>
                  <a:pt x="1954" y="7561"/>
                  <a:pt x="1765" y="7561"/>
                </a:cubicBezTo>
                <a:lnTo>
                  <a:pt x="1418" y="7561"/>
                </a:lnTo>
                <a:lnTo>
                  <a:pt x="1418" y="2048"/>
                </a:lnTo>
                <a:lnTo>
                  <a:pt x="1765" y="2048"/>
                </a:lnTo>
                <a:cubicBezTo>
                  <a:pt x="1954" y="2048"/>
                  <a:pt x="2111" y="1891"/>
                  <a:pt x="2111" y="1670"/>
                </a:cubicBezTo>
                <a:lnTo>
                  <a:pt x="2111" y="1324"/>
                </a:lnTo>
                <a:close/>
                <a:moveTo>
                  <a:pt x="1418" y="8255"/>
                </a:moveTo>
                <a:lnTo>
                  <a:pt x="1418" y="8948"/>
                </a:lnTo>
                <a:lnTo>
                  <a:pt x="725" y="8948"/>
                </a:lnTo>
                <a:lnTo>
                  <a:pt x="725" y="8255"/>
                </a:lnTo>
                <a:close/>
                <a:moveTo>
                  <a:pt x="5955" y="2836"/>
                </a:moveTo>
                <a:cubicBezTo>
                  <a:pt x="6144" y="2836"/>
                  <a:pt x="6301" y="2993"/>
                  <a:pt x="6301" y="3182"/>
                </a:cubicBezTo>
                <a:lnTo>
                  <a:pt x="6301" y="6616"/>
                </a:lnTo>
                <a:cubicBezTo>
                  <a:pt x="6301" y="6805"/>
                  <a:pt x="6459" y="6963"/>
                  <a:pt x="6648" y="6963"/>
                </a:cubicBezTo>
                <a:cubicBezTo>
                  <a:pt x="6837" y="6963"/>
                  <a:pt x="6994" y="6805"/>
                  <a:pt x="6994" y="6616"/>
                </a:cubicBezTo>
                <a:lnTo>
                  <a:pt x="6994" y="5230"/>
                </a:lnTo>
                <a:cubicBezTo>
                  <a:pt x="6994" y="5041"/>
                  <a:pt x="7152" y="4884"/>
                  <a:pt x="7372" y="4884"/>
                </a:cubicBezTo>
                <a:cubicBezTo>
                  <a:pt x="7561" y="4884"/>
                  <a:pt x="7719" y="5041"/>
                  <a:pt x="7719" y="5230"/>
                </a:cubicBezTo>
                <a:lnTo>
                  <a:pt x="7719" y="6616"/>
                </a:lnTo>
                <a:cubicBezTo>
                  <a:pt x="7719" y="6805"/>
                  <a:pt x="7876" y="6963"/>
                  <a:pt x="8066" y="6963"/>
                </a:cubicBezTo>
                <a:cubicBezTo>
                  <a:pt x="8255" y="6963"/>
                  <a:pt x="8412" y="6805"/>
                  <a:pt x="8412" y="6616"/>
                </a:cubicBezTo>
                <a:lnTo>
                  <a:pt x="8412" y="5230"/>
                </a:lnTo>
                <a:cubicBezTo>
                  <a:pt x="8412" y="5041"/>
                  <a:pt x="8570" y="4884"/>
                  <a:pt x="8790" y="4884"/>
                </a:cubicBezTo>
                <a:cubicBezTo>
                  <a:pt x="8979" y="4884"/>
                  <a:pt x="9137" y="5041"/>
                  <a:pt x="9137" y="5230"/>
                </a:cubicBezTo>
                <a:lnTo>
                  <a:pt x="9137" y="6616"/>
                </a:lnTo>
                <a:cubicBezTo>
                  <a:pt x="9137" y="6805"/>
                  <a:pt x="9294" y="6963"/>
                  <a:pt x="9483" y="6963"/>
                </a:cubicBezTo>
                <a:cubicBezTo>
                  <a:pt x="9672" y="6963"/>
                  <a:pt x="9830" y="6805"/>
                  <a:pt x="9830" y="6616"/>
                </a:cubicBezTo>
                <a:lnTo>
                  <a:pt x="9830" y="5955"/>
                </a:lnTo>
                <a:cubicBezTo>
                  <a:pt x="9704" y="5703"/>
                  <a:pt x="9861" y="5545"/>
                  <a:pt x="10019" y="5545"/>
                </a:cubicBezTo>
                <a:cubicBezTo>
                  <a:pt x="10239" y="5545"/>
                  <a:pt x="10397" y="5703"/>
                  <a:pt x="10397" y="5892"/>
                </a:cubicBezTo>
                <a:lnTo>
                  <a:pt x="10397" y="7057"/>
                </a:lnTo>
                <a:cubicBezTo>
                  <a:pt x="10397" y="8003"/>
                  <a:pt x="10176" y="8885"/>
                  <a:pt x="9830" y="9672"/>
                </a:cubicBezTo>
                <a:lnTo>
                  <a:pt x="6144" y="9672"/>
                </a:lnTo>
                <a:lnTo>
                  <a:pt x="3812" y="7372"/>
                </a:lnTo>
                <a:cubicBezTo>
                  <a:pt x="3686" y="7246"/>
                  <a:pt x="3686" y="6994"/>
                  <a:pt x="3812" y="6900"/>
                </a:cubicBezTo>
                <a:cubicBezTo>
                  <a:pt x="3875" y="6837"/>
                  <a:pt x="3962" y="6805"/>
                  <a:pt x="4049" y="6805"/>
                </a:cubicBezTo>
                <a:cubicBezTo>
                  <a:pt x="4135" y="6805"/>
                  <a:pt x="4222" y="6837"/>
                  <a:pt x="4285" y="6900"/>
                </a:cubicBezTo>
                <a:lnTo>
                  <a:pt x="5010" y="7593"/>
                </a:lnTo>
                <a:cubicBezTo>
                  <a:pt x="5075" y="7659"/>
                  <a:pt x="5163" y="7690"/>
                  <a:pt x="5251" y="7690"/>
                </a:cubicBezTo>
                <a:cubicBezTo>
                  <a:pt x="5415" y="7690"/>
                  <a:pt x="5577" y="7578"/>
                  <a:pt x="5577" y="7372"/>
                </a:cubicBezTo>
                <a:lnTo>
                  <a:pt x="5577" y="3182"/>
                </a:lnTo>
                <a:cubicBezTo>
                  <a:pt x="5577" y="2993"/>
                  <a:pt x="5734" y="2836"/>
                  <a:pt x="5955" y="2836"/>
                </a:cubicBezTo>
                <a:close/>
                <a:moveTo>
                  <a:pt x="9672" y="10302"/>
                </a:moveTo>
                <a:lnTo>
                  <a:pt x="9672" y="10680"/>
                </a:lnTo>
                <a:cubicBezTo>
                  <a:pt x="9704" y="10869"/>
                  <a:pt x="9546" y="11027"/>
                  <a:pt x="9357" y="11027"/>
                </a:cubicBezTo>
                <a:lnTo>
                  <a:pt x="6616" y="11027"/>
                </a:lnTo>
                <a:cubicBezTo>
                  <a:pt x="6396" y="11027"/>
                  <a:pt x="6238" y="10869"/>
                  <a:pt x="6238" y="10680"/>
                </a:cubicBezTo>
                <a:lnTo>
                  <a:pt x="6238" y="10302"/>
                </a:lnTo>
                <a:close/>
                <a:moveTo>
                  <a:pt x="347" y="0"/>
                </a:moveTo>
                <a:cubicBezTo>
                  <a:pt x="158" y="0"/>
                  <a:pt x="0" y="158"/>
                  <a:pt x="0" y="347"/>
                </a:cubicBezTo>
                <a:lnTo>
                  <a:pt x="0" y="1733"/>
                </a:lnTo>
                <a:cubicBezTo>
                  <a:pt x="0" y="1922"/>
                  <a:pt x="158" y="2080"/>
                  <a:pt x="347" y="2080"/>
                </a:cubicBezTo>
                <a:lnTo>
                  <a:pt x="693" y="2080"/>
                </a:lnTo>
                <a:lnTo>
                  <a:pt x="693" y="7593"/>
                </a:lnTo>
                <a:lnTo>
                  <a:pt x="347" y="7593"/>
                </a:lnTo>
                <a:cubicBezTo>
                  <a:pt x="158" y="7593"/>
                  <a:pt x="0" y="7751"/>
                  <a:pt x="0" y="7940"/>
                </a:cubicBezTo>
                <a:lnTo>
                  <a:pt x="0" y="9326"/>
                </a:lnTo>
                <a:cubicBezTo>
                  <a:pt x="0" y="9515"/>
                  <a:pt x="158" y="9672"/>
                  <a:pt x="347" y="9672"/>
                </a:cubicBezTo>
                <a:lnTo>
                  <a:pt x="1733" y="9672"/>
                </a:lnTo>
                <a:cubicBezTo>
                  <a:pt x="1922" y="9672"/>
                  <a:pt x="2080" y="9515"/>
                  <a:pt x="2080" y="9326"/>
                </a:cubicBezTo>
                <a:lnTo>
                  <a:pt x="2080" y="8979"/>
                </a:lnTo>
                <a:lnTo>
                  <a:pt x="4442" y="8979"/>
                </a:lnTo>
                <a:lnTo>
                  <a:pt x="5577" y="10113"/>
                </a:lnTo>
                <a:lnTo>
                  <a:pt x="5577" y="10712"/>
                </a:lnTo>
                <a:cubicBezTo>
                  <a:pt x="5577" y="11248"/>
                  <a:pt x="6049" y="11720"/>
                  <a:pt x="6616" y="11720"/>
                </a:cubicBezTo>
                <a:lnTo>
                  <a:pt x="9357" y="11720"/>
                </a:lnTo>
                <a:cubicBezTo>
                  <a:pt x="9924" y="11720"/>
                  <a:pt x="10397" y="11248"/>
                  <a:pt x="10397" y="10712"/>
                </a:cubicBezTo>
                <a:lnTo>
                  <a:pt x="10397" y="10113"/>
                </a:lnTo>
                <a:cubicBezTo>
                  <a:pt x="10806" y="9200"/>
                  <a:pt x="11058" y="8160"/>
                  <a:pt x="11058" y="7026"/>
                </a:cubicBezTo>
                <a:lnTo>
                  <a:pt x="11058" y="5892"/>
                </a:lnTo>
                <a:cubicBezTo>
                  <a:pt x="11058" y="5325"/>
                  <a:pt x="10617" y="4884"/>
                  <a:pt x="10019" y="4884"/>
                </a:cubicBezTo>
                <a:cubicBezTo>
                  <a:pt x="9924" y="4884"/>
                  <a:pt x="9767" y="4915"/>
                  <a:pt x="9641" y="4947"/>
                </a:cubicBezTo>
                <a:cubicBezTo>
                  <a:pt x="9546" y="4632"/>
                  <a:pt x="9326" y="4379"/>
                  <a:pt x="9011" y="4253"/>
                </a:cubicBezTo>
                <a:lnTo>
                  <a:pt x="9011" y="2080"/>
                </a:lnTo>
                <a:lnTo>
                  <a:pt x="9357" y="2080"/>
                </a:lnTo>
                <a:cubicBezTo>
                  <a:pt x="9546" y="2080"/>
                  <a:pt x="9735" y="1922"/>
                  <a:pt x="9735" y="1733"/>
                </a:cubicBezTo>
                <a:lnTo>
                  <a:pt x="9735" y="347"/>
                </a:lnTo>
                <a:cubicBezTo>
                  <a:pt x="9735" y="158"/>
                  <a:pt x="9546" y="0"/>
                  <a:pt x="9357" y="0"/>
                </a:cubicBezTo>
                <a:lnTo>
                  <a:pt x="7971" y="0"/>
                </a:lnTo>
                <a:cubicBezTo>
                  <a:pt x="7782" y="0"/>
                  <a:pt x="7624" y="158"/>
                  <a:pt x="7624" y="347"/>
                </a:cubicBezTo>
                <a:lnTo>
                  <a:pt x="7624" y="693"/>
                </a:lnTo>
                <a:lnTo>
                  <a:pt x="2080" y="693"/>
                </a:lnTo>
                <a:lnTo>
                  <a:pt x="2080" y="347"/>
                </a:lnTo>
                <a:cubicBezTo>
                  <a:pt x="2080" y="158"/>
                  <a:pt x="1922" y="0"/>
                  <a:pt x="1733"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07" name="Google Shape;10672;p73">
            <a:extLst>
              <a:ext uri="{FF2B5EF4-FFF2-40B4-BE49-F238E27FC236}">
                <a16:creationId xmlns:a16="http://schemas.microsoft.com/office/drawing/2014/main" id="{21137484-EF1D-ED2B-7420-11A5563BC0CE}"/>
              </a:ext>
            </a:extLst>
          </p:cNvPr>
          <p:cNvGrpSpPr/>
          <p:nvPr/>
        </p:nvGrpSpPr>
        <p:grpSpPr>
          <a:xfrm>
            <a:off x="14594030" y="4352924"/>
            <a:ext cx="850999" cy="850999"/>
            <a:chOff x="-2419325" y="2408150"/>
            <a:chExt cx="291450" cy="291450"/>
          </a:xfrm>
          <a:solidFill>
            <a:srgbClr val="555559"/>
          </a:solidFill>
        </p:grpSpPr>
        <p:sp>
          <p:nvSpPr>
            <p:cNvPr id="2208" name="Google Shape;10673;p73">
              <a:extLst>
                <a:ext uri="{FF2B5EF4-FFF2-40B4-BE49-F238E27FC236}">
                  <a16:creationId xmlns:a16="http://schemas.microsoft.com/office/drawing/2014/main" id="{6BB06B77-7BEE-1792-F4D0-0D42BCE2F96B}"/>
                </a:ext>
              </a:extLst>
            </p:cNvPr>
            <p:cNvSpPr/>
            <p:nvPr/>
          </p:nvSpPr>
          <p:spPr>
            <a:xfrm>
              <a:off x="-2419325" y="2408150"/>
              <a:ext cx="291450" cy="291450"/>
            </a:xfrm>
            <a:custGeom>
              <a:avLst/>
              <a:gdLst/>
              <a:ahLst/>
              <a:cxnLst/>
              <a:rect l="l" t="t" r="r" b="b"/>
              <a:pathLst>
                <a:path w="11658" h="11658" extrusionOk="0">
                  <a:moveTo>
                    <a:pt x="8948" y="725"/>
                  </a:moveTo>
                  <a:lnTo>
                    <a:pt x="8948" y="2489"/>
                  </a:lnTo>
                  <a:lnTo>
                    <a:pt x="8948" y="10366"/>
                  </a:lnTo>
                  <a:cubicBezTo>
                    <a:pt x="8948" y="10586"/>
                    <a:pt x="9011" y="10838"/>
                    <a:pt x="9137" y="11027"/>
                  </a:cubicBezTo>
                  <a:lnTo>
                    <a:pt x="1733" y="11027"/>
                  </a:lnTo>
                  <a:cubicBezTo>
                    <a:pt x="1134" y="11027"/>
                    <a:pt x="662" y="10586"/>
                    <a:pt x="662" y="10019"/>
                  </a:cubicBezTo>
                  <a:lnTo>
                    <a:pt x="662" y="725"/>
                  </a:lnTo>
                  <a:close/>
                  <a:moveTo>
                    <a:pt x="11027" y="2836"/>
                  </a:moveTo>
                  <a:lnTo>
                    <a:pt x="11027" y="10366"/>
                  </a:lnTo>
                  <a:lnTo>
                    <a:pt x="10995" y="10366"/>
                  </a:lnTo>
                  <a:cubicBezTo>
                    <a:pt x="10995" y="10744"/>
                    <a:pt x="10680" y="11027"/>
                    <a:pt x="10334" y="11027"/>
                  </a:cubicBezTo>
                  <a:cubicBezTo>
                    <a:pt x="9987" y="11027"/>
                    <a:pt x="9672" y="10712"/>
                    <a:pt x="9672" y="10366"/>
                  </a:cubicBezTo>
                  <a:lnTo>
                    <a:pt x="9672" y="2836"/>
                  </a:lnTo>
                  <a:close/>
                  <a:moveTo>
                    <a:pt x="347" y="1"/>
                  </a:moveTo>
                  <a:cubicBezTo>
                    <a:pt x="158" y="1"/>
                    <a:pt x="0" y="158"/>
                    <a:pt x="0" y="347"/>
                  </a:cubicBezTo>
                  <a:lnTo>
                    <a:pt x="0" y="9956"/>
                  </a:lnTo>
                  <a:cubicBezTo>
                    <a:pt x="0" y="10901"/>
                    <a:pt x="756" y="11657"/>
                    <a:pt x="1702" y="11657"/>
                  </a:cubicBezTo>
                  <a:lnTo>
                    <a:pt x="10302" y="11657"/>
                  </a:lnTo>
                  <a:cubicBezTo>
                    <a:pt x="11027" y="11657"/>
                    <a:pt x="11657" y="11027"/>
                    <a:pt x="11657" y="10271"/>
                  </a:cubicBezTo>
                  <a:lnTo>
                    <a:pt x="11657" y="2395"/>
                  </a:lnTo>
                  <a:cubicBezTo>
                    <a:pt x="11657" y="2300"/>
                    <a:pt x="11500" y="2143"/>
                    <a:pt x="11342" y="2143"/>
                  </a:cubicBezTo>
                  <a:lnTo>
                    <a:pt x="9641" y="2143"/>
                  </a:lnTo>
                  <a:lnTo>
                    <a:pt x="9641" y="347"/>
                  </a:lnTo>
                  <a:cubicBezTo>
                    <a:pt x="9641" y="158"/>
                    <a:pt x="9483" y="1"/>
                    <a:pt x="929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10674;p73">
              <a:extLst>
                <a:ext uri="{FF2B5EF4-FFF2-40B4-BE49-F238E27FC236}">
                  <a16:creationId xmlns:a16="http://schemas.microsoft.com/office/drawing/2014/main" id="{A5F9661F-7A45-D0C4-9575-683C924473C2}"/>
                </a:ext>
              </a:extLst>
            </p:cNvPr>
            <p:cNvSpPr/>
            <p:nvPr/>
          </p:nvSpPr>
          <p:spPr>
            <a:xfrm>
              <a:off x="-2385475" y="2444375"/>
              <a:ext cx="173325" cy="86675"/>
            </a:xfrm>
            <a:custGeom>
              <a:avLst/>
              <a:gdLst/>
              <a:ahLst/>
              <a:cxnLst/>
              <a:rect l="l" t="t" r="r" b="b"/>
              <a:pathLst>
                <a:path w="6933" h="3467" extrusionOk="0">
                  <a:moveTo>
                    <a:pt x="6207" y="694"/>
                  </a:moveTo>
                  <a:lnTo>
                    <a:pt x="6207" y="2742"/>
                  </a:lnTo>
                  <a:lnTo>
                    <a:pt x="694" y="2742"/>
                  </a:lnTo>
                  <a:lnTo>
                    <a:pt x="694" y="694"/>
                  </a:lnTo>
                  <a:close/>
                  <a:moveTo>
                    <a:pt x="348" y="1"/>
                  </a:moveTo>
                  <a:cubicBezTo>
                    <a:pt x="159" y="1"/>
                    <a:pt x="1" y="158"/>
                    <a:pt x="1" y="379"/>
                  </a:cubicBezTo>
                  <a:lnTo>
                    <a:pt x="1" y="3120"/>
                  </a:lnTo>
                  <a:cubicBezTo>
                    <a:pt x="1" y="3309"/>
                    <a:pt x="159" y="3466"/>
                    <a:pt x="348" y="3466"/>
                  </a:cubicBezTo>
                  <a:lnTo>
                    <a:pt x="6554" y="3466"/>
                  </a:lnTo>
                  <a:cubicBezTo>
                    <a:pt x="6775" y="3466"/>
                    <a:pt x="6932" y="3309"/>
                    <a:pt x="6932" y="3120"/>
                  </a:cubicBezTo>
                  <a:lnTo>
                    <a:pt x="6932" y="379"/>
                  </a:lnTo>
                  <a:cubicBezTo>
                    <a:pt x="6869" y="158"/>
                    <a:pt x="6712" y="1"/>
                    <a:pt x="655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10675;p73">
              <a:extLst>
                <a:ext uri="{FF2B5EF4-FFF2-40B4-BE49-F238E27FC236}">
                  <a16:creationId xmlns:a16="http://schemas.microsoft.com/office/drawing/2014/main" id="{8CA76F82-6915-DD0A-B87B-76E1434633BC}"/>
                </a:ext>
              </a:extLst>
            </p:cNvPr>
            <p:cNvSpPr/>
            <p:nvPr/>
          </p:nvSpPr>
          <p:spPr>
            <a:xfrm>
              <a:off x="-2385475" y="2545975"/>
              <a:ext cx="86675" cy="86675"/>
            </a:xfrm>
            <a:custGeom>
              <a:avLst/>
              <a:gdLst/>
              <a:ahLst/>
              <a:cxnLst/>
              <a:rect l="l" t="t" r="r" b="b"/>
              <a:pathLst>
                <a:path w="3467" h="3467" extrusionOk="0">
                  <a:moveTo>
                    <a:pt x="2742" y="757"/>
                  </a:moveTo>
                  <a:lnTo>
                    <a:pt x="2742" y="2805"/>
                  </a:lnTo>
                  <a:lnTo>
                    <a:pt x="694" y="2805"/>
                  </a:lnTo>
                  <a:lnTo>
                    <a:pt x="694" y="757"/>
                  </a:lnTo>
                  <a:close/>
                  <a:moveTo>
                    <a:pt x="348" y="1"/>
                  </a:moveTo>
                  <a:cubicBezTo>
                    <a:pt x="159" y="1"/>
                    <a:pt x="1" y="158"/>
                    <a:pt x="1" y="347"/>
                  </a:cubicBezTo>
                  <a:lnTo>
                    <a:pt x="1" y="3120"/>
                  </a:lnTo>
                  <a:cubicBezTo>
                    <a:pt x="1" y="3309"/>
                    <a:pt x="159" y="3466"/>
                    <a:pt x="348" y="3466"/>
                  </a:cubicBezTo>
                  <a:lnTo>
                    <a:pt x="3088" y="3466"/>
                  </a:lnTo>
                  <a:cubicBezTo>
                    <a:pt x="3309" y="3466"/>
                    <a:pt x="3467" y="3309"/>
                    <a:pt x="3467" y="3120"/>
                  </a:cubicBezTo>
                  <a:lnTo>
                    <a:pt x="3467" y="347"/>
                  </a:lnTo>
                  <a:cubicBezTo>
                    <a:pt x="3467" y="158"/>
                    <a:pt x="3309" y="1"/>
                    <a:pt x="308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10676;p73">
              <a:extLst>
                <a:ext uri="{FF2B5EF4-FFF2-40B4-BE49-F238E27FC236}">
                  <a16:creationId xmlns:a16="http://schemas.microsoft.com/office/drawing/2014/main" id="{EF37A041-1A77-95BB-5EEB-38E130452014}"/>
                </a:ext>
              </a:extLst>
            </p:cNvPr>
            <p:cNvSpPr/>
            <p:nvPr/>
          </p:nvSpPr>
          <p:spPr>
            <a:xfrm>
              <a:off x="-2281500" y="2546775"/>
              <a:ext cx="69350" cy="18125"/>
            </a:xfrm>
            <a:custGeom>
              <a:avLst/>
              <a:gdLst/>
              <a:ahLst/>
              <a:cxnLst/>
              <a:rect l="l" t="t" r="r" b="b"/>
              <a:pathLst>
                <a:path w="2774" h="725" extrusionOk="0">
                  <a:moveTo>
                    <a:pt x="347" y="0"/>
                  </a:moveTo>
                  <a:cubicBezTo>
                    <a:pt x="158" y="0"/>
                    <a:pt x="1" y="158"/>
                    <a:pt x="1" y="378"/>
                  </a:cubicBezTo>
                  <a:cubicBezTo>
                    <a:pt x="1" y="567"/>
                    <a:pt x="158" y="725"/>
                    <a:pt x="347" y="725"/>
                  </a:cubicBezTo>
                  <a:lnTo>
                    <a:pt x="2395" y="725"/>
                  </a:lnTo>
                  <a:cubicBezTo>
                    <a:pt x="2616" y="725"/>
                    <a:pt x="2773" y="567"/>
                    <a:pt x="2773" y="378"/>
                  </a:cubicBezTo>
                  <a:cubicBezTo>
                    <a:pt x="2710" y="158"/>
                    <a:pt x="2553" y="0"/>
                    <a:pt x="239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10677;p73">
              <a:extLst>
                <a:ext uri="{FF2B5EF4-FFF2-40B4-BE49-F238E27FC236}">
                  <a16:creationId xmlns:a16="http://schemas.microsoft.com/office/drawing/2014/main" id="{C6782946-BBC3-075C-D10D-78991F43F51D}"/>
                </a:ext>
              </a:extLst>
            </p:cNvPr>
            <p:cNvSpPr/>
            <p:nvPr/>
          </p:nvSpPr>
          <p:spPr>
            <a:xfrm>
              <a:off x="-2281500" y="2581425"/>
              <a:ext cx="69350" cy="18150"/>
            </a:xfrm>
            <a:custGeom>
              <a:avLst/>
              <a:gdLst/>
              <a:ahLst/>
              <a:cxnLst/>
              <a:rect l="l" t="t" r="r" b="b"/>
              <a:pathLst>
                <a:path w="2774" h="726" extrusionOk="0">
                  <a:moveTo>
                    <a:pt x="347" y="1"/>
                  </a:moveTo>
                  <a:cubicBezTo>
                    <a:pt x="158" y="1"/>
                    <a:pt x="1" y="158"/>
                    <a:pt x="1" y="347"/>
                  </a:cubicBezTo>
                  <a:cubicBezTo>
                    <a:pt x="1" y="568"/>
                    <a:pt x="158" y="725"/>
                    <a:pt x="347" y="725"/>
                  </a:cubicBezTo>
                  <a:lnTo>
                    <a:pt x="2395" y="725"/>
                  </a:lnTo>
                  <a:cubicBezTo>
                    <a:pt x="2616" y="725"/>
                    <a:pt x="2773" y="568"/>
                    <a:pt x="2773" y="347"/>
                  </a:cubicBezTo>
                  <a:cubicBezTo>
                    <a:pt x="2710" y="158"/>
                    <a:pt x="2553" y="1"/>
                    <a:pt x="239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10678;p73">
              <a:extLst>
                <a:ext uri="{FF2B5EF4-FFF2-40B4-BE49-F238E27FC236}">
                  <a16:creationId xmlns:a16="http://schemas.microsoft.com/office/drawing/2014/main" id="{59863F70-6D82-5BE5-3306-F2C2DD773B19}"/>
                </a:ext>
              </a:extLst>
            </p:cNvPr>
            <p:cNvSpPr/>
            <p:nvPr/>
          </p:nvSpPr>
          <p:spPr>
            <a:xfrm>
              <a:off x="-2281500" y="2616075"/>
              <a:ext cx="69350" cy="17350"/>
            </a:xfrm>
            <a:custGeom>
              <a:avLst/>
              <a:gdLst/>
              <a:ahLst/>
              <a:cxnLst/>
              <a:rect l="l" t="t" r="r" b="b"/>
              <a:pathLst>
                <a:path w="2774" h="694" extrusionOk="0">
                  <a:moveTo>
                    <a:pt x="347" y="1"/>
                  </a:moveTo>
                  <a:cubicBezTo>
                    <a:pt x="158" y="1"/>
                    <a:pt x="1" y="158"/>
                    <a:pt x="1" y="347"/>
                  </a:cubicBezTo>
                  <a:cubicBezTo>
                    <a:pt x="1" y="536"/>
                    <a:pt x="158" y="694"/>
                    <a:pt x="347" y="694"/>
                  </a:cubicBezTo>
                  <a:lnTo>
                    <a:pt x="2395" y="694"/>
                  </a:lnTo>
                  <a:cubicBezTo>
                    <a:pt x="2616" y="694"/>
                    <a:pt x="2773" y="536"/>
                    <a:pt x="2773" y="347"/>
                  </a:cubicBezTo>
                  <a:cubicBezTo>
                    <a:pt x="2710" y="158"/>
                    <a:pt x="2553" y="1"/>
                    <a:pt x="239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10679;p73">
              <a:extLst>
                <a:ext uri="{FF2B5EF4-FFF2-40B4-BE49-F238E27FC236}">
                  <a16:creationId xmlns:a16="http://schemas.microsoft.com/office/drawing/2014/main" id="{39D74179-7096-7FC5-DD2E-B1C3BD969DC8}"/>
                </a:ext>
              </a:extLst>
            </p:cNvPr>
            <p:cNvSpPr/>
            <p:nvPr/>
          </p:nvSpPr>
          <p:spPr>
            <a:xfrm>
              <a:off x="-2385475" y="2649150"/>
              <a:ext cx="173325" cy="18150"/>
            </a:xfrm>
            <a:custGeom>
              <a:avLst/>
              <a:gdLst/>
              <a:ahLst/>
              <a:cxnLst/>
              <a:rect l="l" t="t" r="r" b="b"/>
              <a:pathLst>
                <a:path w="6933" h="726" extrusionOk="0">
                  <a:moveTo>
                    <a:pt x="348" y="1"/>
                  </a:moveTo>
                  <a:cubicBezTo>
                    <a:pt x="159" y="1"/>
                    <a:pt x="1" y="159"/>
                    <a:pt x="1" y="379"/>
                  </a:cubicBezTo>
                  <a:cubicBezTo>
                    <a:pt x="1" y="568"/>
                    <a:pt x="159" y="726"/>
                    <a:pt x="348" y="726"/>
                  </a:cubicBezTo>
                  <a:lnTo>
                    <a:pt x="6554" y="726"/>
                  </a:lnTo>
                  <a:cubicBezTo>
                    <a:pt x="6775" y="726"/>
                    <a:pt x="6932" y="568"/>
                    <a:pt x="6932" y="379"/>
                  </a:cubicBezTo>
                  <a:cubicBezTo>
                    <a:pt x="6869" y="159"/>
                    <a:pt x="6712" y="1"/>
                    <a:pt x="655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15" name="Google Shape;10680;p73">
            <a:extLst>
              <a:ext uri="{FF2B5EF4-FFF2-40B4-BE49-F238E27FC236}">
                <a16:creationId xmlns:a16="http://schemas.microsoft.com/office/drawing/2014/main" id="{C7BCF54D-1F47-E503-B161-593AF0D13B41}"/>
              </a:ext>
            </a:extLst>
          </p:cNvPr>
          <p:cNvSpPr/>
          <p:nvPr/>
        </p:nvSpPr>
        <p:spPr>
          <a:xfrm>
            <a:off x="14615089" y="5402912"/>
            <a:ext cx="857862" cy="855599"/>
          </a:xfrm>
          <a:custGeom>
            <a:avLst/>
            <a:gdLst/>
            <a:ahLst/>
            <a:cxnLst/>
            <a:rect l="l" t="t" r="r" b="b"/>
            <a:pathLst>
              <a:path w="11752" h="11721" extrusionOk="0">
                <a:moveTo>
                  <a:pt x="6490" y="662"/>
                </a:moveTo>
                <a:cubicBezTo>
                  <a:pt x="6711" y="662"/>
                  <a:pt x="6868" y="820"/>
                  <a:pt x="6868" y="1009"/>
                </a:cubicBezTo>
                <a:lnTo>
                  <a:pt x="6868" y="1355"/>
                </a:lnTo>
                <a:lnTo>
                  <a:pt x="5167" y="1355"/>
                </a:lnTo>
                <a:cubicBezTo>
                  <a:pt x="4600" y="1355"/>
                  <a:pt x="4127" y="1828"/>
                  <a:pt x="4127" y="2395"/>
                </a:cubicBezTo>
                <a:lnTo>
                  <a:pt x="4127" y="2773"/>
                </a:lnTo>
                <a:lnTo>
                  <a:pt x="3088" y="2773"/>
                </a:lnTo>
                <a:cubicBezTo>
                  <a:pt x="2993" y="2773"/>
                  <a:pt x="2867" y="2836"/>
                  <a:pt x="2836" y="2899"/>
                </a:cubicBezTo>
                <a:lnTo>
                  <a:pt x="2048" y="3687"/>
                </a:lnTo>
                <a:lnTo>
                  <a:pt x="2048" y="3151"/>
                </a:lnTo>
                <a:cubicBezTo>
                  <a:pt x="2048" y="2931"/>
                  <a:pt x="1891" y="2773"/>
                  <a:pt x="1702" y="2773"/>
                </a:cubicBezTo>
                <a:lnTo>
                  <a:pt x="1040" y="2773"/>
                </a:lnTo>
                <a:cubicBezTo>
                  <a:pt x="819" y="2773"/>
                  <a:pt x="662" y="2616"/>
                  <a:pt x="662" y="2427"/>
                </a:cubicBezTo>
                <a:lnTo>
                  <a:pt x="662" y="1009"/>
                </a:lnTo>
                <a:cubicBezTo>
                  <a:pt x="662" y="820"/>
                  <a:pt x="819" y="662"/>
                  <a:pt x="1040" y="662"/>
                </a:cubicBezTo>
                <a:close/>
                <a:moveTo>
                  <a:pt x="10649" y="1986"/>
                </a:moveTo>
                <a:cubicBezTo>
                  <a:pt x="10838" y="1986"/>
                  <a:pt x="10995" y="2143"/>
                  <a:pt x="10995" y="2364"/>
                </a:cubicBezTo>
                <a:lnTo>
                  <a:pt x="10995" y="3781"/>
                </a:lnTo>
                <a:cubicBezTo>
                  <a:pt x="10995" y="3970"/>
                  <a:pt x="10838" y="4128"/>
                  <a:pt x="10649" y="4128"/>
                </a:cubicBezTo>
                <a:lnTo>
                  <a:pt x="8601" y="4128"/>
                </a:lnTo>
                <a:cubicBezTo>
                  <a:pt x="8412" y="4128"/>
                  <a:pt x="8255" y="4285"/>
                  <a:pt x="8255" y="4474"/>
                </a:cubicBezTo>
                <a:lnTo>
                  <a:pt x="8255" y="5041"/>
                </a:lnTo>
                <a:lnTo>
                  <a:pt x="7404" y="4191"/>
                </a:lnTo>
                <a:cubicBezTo>
                  <a:pt x="7372" y="4159"/>
                  <a:pt x="7246" y="4128"/>
                  <a:pt x="7183" y="4128"/>
                </a:cubicBezTo>
                <a:lnTo>
                  <a:pt x="5136" y="4128"/>
                </a:lnTo>
                <a:cubicBezTo>
                  <a:pt x="4947" y="4128"/>
                  <a:pt x="4789" y="3970"/>
                  <a:pt x="4789" y="3781"/>
                </a:cubicBezTo>
                <a:lnTo>
                  <a:pt x="4789" y="2364"/>
                </a:lnTo>
                <a:cubicBezTo>
                  <a:pt x="4789" y="2143"/>
                  <a:pt x="4947" y="1986"/>
                  <a:pt x="5136" y="1986"/>
                </a:cubicBezTo>
                <a:close/>
                <a:moveTo>
                  <a:pt x="3088" y="6207"/>
                </a:moveTo>
                <a:cubicBezTo>
                  <a:pt x="3623" y="6207"/>
                  <a:pt x="4096" y="6680"/>
                  <a:pt x="4096" y="7247"/>
                </a:cubicBezTo>
                <a:cubicBezTo>
                  <a:pt x="4096" y="7782"/>
                  <a:pt x="3623" y="8255"/>
                  <a:pt x="3088" y="8255"/>
                </a:cubicBezTo>
                <a:cubicBezTo>
                  <a:pt x="2521" y="8255"/>
                  <a:pt x="2048" y="7782"/>
                  <a:pt x="2048" y="7247"/>
                </a:cubicBezTo>
                <a:cubicBezTo>
                  <a:pt x="2048" y="6648"/>
                  <a:pt x="2489" y="6207"/>
                  <a:pt x="3088" y="6207"/>
                </a:cubicBezTo>
                <a:close/>
                <a:moveTo>
                  <a:pt x="8601" y="6207"/>
                </a:moveTo>
                <a:cubicBezTo>
                  <a:pt x="9137" y="6207"/>
                  <a:pt x="9609" y="6648"/>
                  <a:pt x="9609" y="7247"/>
                </a:cubicBezTo>
                <a:cubicBezTo>
                  <a:pt x="9609" y="7782"/>
                  <a:pt x="9137" y="8255"/>
                  <a:pt x="8601" y="8255"/>
                </a:cubicBezTo>
                <a:cubicBezTo>
                  <a:pt x="8003" y="8255"/>
                  <a:pt x="7530" y="7782"/>
                  <a:pt x="7530" y="7247"/>
                </a:cubicBezTo>
                <a:cubicBezTo>
                  <a:pt x="7530" y="6680"/>
                  <a:pt x="8003" y="6207"/>
                  <a:pt x="8601" y="6207"/>
                </a:cubicBezTo>
                <a:close/>
                <a:moveTo>
                  <a:pt x="3749" y="8980"/>
                </a:moveTo>
                <a:cubicBezTo>
                  <a:pt x="4695" y="8980"/>
                  <a:pt x="5451" y="9704"/>
                  <a:pt x="5451" y="10649"/>
                </a:cubicBezTo>
                <a:lnTo>
                  <a:pt x="5451" y="11027"/>
                </a:lnTo>
                <a:lnTo>
                  <a:pt x="630" y="11027"/>
                </a:lnTo>
                <a:lnTo>
                  <a:pt x="630" y="10649"/>
                </a:lnTo>
                <a:lnTo>
                  <a:pt x="662" y="10649"/>
                </a:lnTo>
                <a:cubicBezTo>
                  <a:pt x="662" y="9704"/>
                  <a:pt x="1418" y="8980"/>
                  <a:pt x="2363" y="8980"/>
                </a:cubicBezTo>
                <a:close/>
                <a:moveTo>
                  <a:pt x="9369" y="8976"/>
                </a:moveTo>
                <a:cubicBezTo>
                  <a:pt x="10266" y="8976"/>
                  <a:pt x="10995" y="9740"/>
                  <a:pt x="10995" y="10649"/>
                </a:cubicBezTo>
                <a:lnTo>
                  <a:pt x="10995" y="11027"/>
                </a:lnTo>
                <a:lnTo>
                  <a:pt x="6144" y="11027"/>
                </a:lnTo>
                <a:lnTo>
                  <a:pt x="6144" y="10649"/>
                </a:lnTo>
                <a:cubicBezTo>
                  <a:pt x="6144" y="9704"/>
                  <a:pt x="6900" y="8980"/>
                  <a:pt x="7845" y="8980"/>
                </a:cubicBezTo>
                <a:lnTo>
                  <a:pt x="9263" y="8980"/>
                </a:lnTo>
                <a:cubicBezTo>
                  <a:pt x="9298" y="8977"/>
                  <a:pt x="9334" y="8976"/>
                  <a:pt x="9369" y="8976"/>
                </a:cubicBezTo>
                <a:close/>
                <a:moveTo>
                  <a:pt x="1040" y="1"/>
                </a:moveTo>
                <a:cubicBezTo>
                  <a:pt x="473" y="1"/>
                  <a:pt x="0" y="473"/>
                  <a:pt x="0" y="1009"/>
                </a:cubicBezTo>
                <a:lnTo>
                  <a:pt x="0" y="2427"/>
                </a:lnTo>
                <a:cubicBezTo>
                  <a:pt x="0" y="2994"/>
                  <a:pt x="473" y="3466"/>
                  <a:pt x="1040" y="3466"/>
                </a:cubicBezTo>
                <a:lnTo>
                  <a:pt x="1386" y="3466"/>
                </a:lnTo>
                <a:lnTo>
                  <a:pt x="1386" y="4474"/>
                </a:lnTo>
                <a:cubicBezTo>
                  <a:pt x="1386" y="4688"/>
                  <a:pt x="1546" y="4829"/>
                  <a:pt x="1727" y="4829"/>
                </a:cubicBezTo>
                <a:cubicBezTo>
                  <a:pt x="1813" y="4829"/>
                  <a:pt x="1904" y="4797"/>
                  <a:pt x="1985" y="4726"/>
                </a:cubicBezTo>
                <a:lnTo>
                  <a:pt x="3245" y="3466"/>
                </a:lnTo>
                <a:lnTo>
                  <a:pt x="4096" y="3466"/>
                </a:lnTo>
                <a:lnTo>
                  <a:pt x="4096" y="3813"/>
                </a:lnTo>
                <a:cubicBezTo>
                  <a:pt x="4096" y="4348"/>
                  <a:pt x="4568" y="4821"/>
                  <a:pt x="5136" y="4821"/>
                </a:cubicBezTo>
                <a:lnTo>
                  <a:pt x="7057" y="4821"/>
                </a:lnTo>
                <a:lnTo>
                  <a:pt x="7908" y="5672"/>
                </a:lnTo>
                <a:cubicBezTo>
                  <a:pt x="7341" y="5924"/>
                  <a:pt x="6868" y="6522"/>
                  <a:pt x="6868" y="7247"/>
                </a:cubicBezTo>
                <a:cubicBezTo>
                  <a:pt x="6868" y="7625"/>
                  <a:pt x="7026" y="8034"/>
                  <a:pt x="7278" y="8349"/>
                </a:cubicBezTo>
                <a:cubicBezTo>
                  <a:pt x="6648" y="8507"/>
                  <a:pt x="6144" y="8885"/>
                  <a:pt x="5829" y="9452"/>
                </a:cubicBezTo>
                <a:cubicBezTo>
                  <a:pt x="5514" y="8917"/>
                  <a:pt x="5010" y="8539"/>
                  <a:pt x="4411" y="8381"/>
                </a:cubicBezTo>
                <a:cubicBezTo>
                  <a:pt x="4663" y="8066"/>
                  <a:pt x="4821" y="7719"/>
                  <a:pt x="4821" y="7278"/>
                </a:cubicBezTo>
                <a:cubicBezTo>
                  <a:pt x="4821" y="6333"/>
                  <a:pt x="4064" y="5577"/>
                  <a:pt x="3119" y="5577"/>
                </a:cubicBezTo>
                <a:cubicBezTo>
                  <a:pt x="2174" y="5577"/>
                  <a:pt x="1418" y="6333"/>
                  <a:pt x="1418" y="7278"/>
                </a:cubicBezTo>
                <a:cubicBezTo>
                  <a:pt x="1418" y="7719"/>
                  <a:pt x="1576" y="8097"/>
                  <a:pt x="1828" y="8381"/>
                </a:cubicBezTo>
                <a:cubicBezTo>
                  <a:pt x="788" y="8665"/>
                  <a:pt x="32" y="9610"/>
                  <a:pt x="32" y="10712"/>
                </a:cubicBezTo>
                <a:lnTo>
                  <a:pt x="32" y="11374"/>
                </a:lnTo>
                <a:cubicBezTo>
                  <a:pt x="32" y="11563"/>
                  <a:pt x="189" y="11721"/>
                  <a:pt x="410" y="11721"/>
                </a:cubicBezTo>
                <a:lnTo>
                  <a:pt x="11374" y="11721"/>
                </a:lnTo>
                <a:cubicBezTo>
                  <a:pt x="11594" y="11721"/>
                  <a:pt x="11752" y="11563"/>
                  <a:pt x="11752" y="11374"/>
                </a:cubicBezTo>
                <a:lnTo>
                  <a:pt x="11752" y="10712"/>
                </a:lnTo>
                <a:cubicBezTo>
                  <a:pt x="11752" y="9610"/>
                  <a:pt x="10995" y="8665"/>
                  <a:pt x="9956" y="8381"/>
                </a:cubicBezTo>
                <a:cubicBezTo>
                  <a:pt x="10208" y="8066"/>
                  <a:pt x="10365" y="7719"/>
                  <a:pt x="10365" y="7278"/>
                </a:cubicBezTo>
                <a:cubicBezTo>
                  <a:pt x="10365" y="6459"/>
                  <a:pt x="9767" y="5735"/>
                  <a:pt x="8979" y="5577"/>
                </a:cubicBezTo>
                <a:lnTo>
                  <a:pt x="8979" y="4884"/>
                </a:lnTo>
                <a:lnTo>
                  <a:pt x="10649" y="4884"/>
                </a:lnTo>
                <a:lnTo>
                  <a:pt x="10649" y="4821"/>
                </a:lnTo>
                <a:cubicBezTo>
                  <a:pt x="11185" y="4821"/>
                  <a:pt x="11657" y="4348"/>
                  <a:pt x="11657" y="3813"/>
                </a:cubicBezTo>
                <a:lnTo>
                  <a:pt x="11657" y="2395"/>
                </a:lnTo>
                <a:cubicBezTo>
                  <a:pt x="11657" y="1828"/>
                  <a:pt x="11185" y="1355"/>
                  <a:pt x="10649" y="1355"/>
                </a:cubicBezTo>
                <a:lnTo>
                  <a:pt x="7530" y="1355"/>
                </a:lnTo>
                <a:lnTo>
                  <a:pt x="7530" y="1009"/>
                </a:lnTo>
                <a:cubicBezTo>
                  <a:pt x="7530" y="473"/>
                  <a:pt x="7057" y="1"/>
                  <a:pt x="6490"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16" name="Google Shape;10681;p73">
            <a:extLst>
              <a:ext uri="{FF2B5EF4-FFF2-40B4-BE49-F238E27FC236}">
                <a16:creationId xmlns:a16="http://schemas.microsoft.com/office/drawing/2014/main" id="{00EF70D6-71B4-CAD1-755B-AA972C04BFC1}"/>
              </a:ext>
            </a:extLst>
          </p:cNvPr>
          <p:cNvGrpSpPr/>
          <p:nvPr/>
        </p:nvGrpSpPr>
        <p:grpSpPr>
          <a:xfrm>
            <a:off x="17914047" y="5404521"/>
            <a:ext cx="850999" cy="853263"/>
            <a:chOff x="-1333200" y="2770450"/>
            <a:chExt cx="291450" cy="292225"/>
          </a:xfrm>
          <a:solidFill>
            <a:srgbClr val="555559"/>
          </a:solidFill>
        </p:grpSpPr>
        <p:sp>
          <p:nvSpPr>
            <p:cNvPr id="2217" name="Google Shape;10682;p73">
              <a:extLst>
                <a:ext uri="{FF2B5EF4-FFF2-40B4-BE49-F238E27FC236}">
                  <a16:creationId xmlns:a16="http://schemas.microsoft.com/office/drawing/2014/main" id="{54E34A20-BB8A-7C0A-23D8-1BB9B30138A3}"/>
                </a:ext>
              </a:extLst>
            </p:cNvPr>
            <p:cNvSpPr/>
            <p:nvPr/>
          </p:nvSpPr>
          <p:spPr>
            <a:xfrm>
              <a:off x="-1299325" y="2808250"/>
              <a:ext cx="222925" cy="134725"/>
            </a:xfrm>
            <a:custGeom>
              <a:avLst/>
              <a:gdLst/>
              <a:ahLst/>
              <a:cxnLst/>
              <a:rect l="l" t="t" r="r" b="b"/>
              <a:pathLst>
                <a:path w="8917" h="5389" extrusionOk="0">
                  <a:moveTo>
                    <a:pt x="7877" y="631"/>
                  </a:moveTo>
                  <a:cubicBezTo>
                    <a:pt x="8066" y="631"/>
                    <a:pt x="8223" y="789"/>
                    <a:pt x="8223" y="978"/>
                  </a:cubicBezTo>
                  <a:cubicBezTo>
                    <a:pt x="8223" y="1167"/>
                    <a:pt x="8066" y="1324"/>
                    <a:pt x="7877" y="1324"/>
                  </a:cubicBezTo>
                  <a:cubicBezTo>
                    <a:pt x="7656" y="1324"/>
                    <a:pt x="7498" y="1167"/>
                    <a:pt x="7498" y="978"/>
                  </a:cubicBezTo>
                  <a:cubicBezTo>
                    <a:pt x="7498" y="789"/>
                    <a:pt x="7656" y="631"/>
                    <a:pt x="7877" y="631"/>
                  </a:cubicBezTo>
                  <a:close/>
                  <a:moveTo>
                    <a:pt x="3056" y="1293"/>
                  </a:moveTo>
                  <a:cubicBezTo>
                    <a:pt x="3245" y="1293"/>
                    <a:pt x="3403" y="1450"/>
                    <a:pt x="3403" y="1639"/>
                  </a:cubicBezTo>
                  <a:cubicBezTo>
                    <a:pt x="3403" y="1828"/>
                    <a:pt x="3245" y="1986"/>
                    <a:pt x="3056" y="1986"/>
                  </a:cubicBezTo>
                  <a:cubicBezTo>
                    <a:pt x="2867" y="1986"/>
                    <a:pt x="2710" y="1828"/>
                    <a:pt x="2710" y="1639"/>
                  </a:cubicBezTo>
                  <a:cubicBezTo>
                    <a:pt x="2741" y="1450"/>
                    <a:pt x="2899" y="1293"/>
                    <a:pt x="3056" y="1293"/>
                  </a:cubicBezTo>
                  <a:close/>
                  <a:moveTo>
                    <a:pt x="5797" y="3340"/>
                  </a:moveTo>
                  <a:cubicBezTo>
                    <a:pt x="6018" y="3340"/>
                    <a:pt x="6175" y="3498"/>
                    <a:pt x="6175" y="3687"/>
                  </a:cubicBezTo>
                  <a:cubicBezTo>
                    <a:pt x="6175" y="3876"/>
                    <a:pt x="6018" y="4034"/>
                    <a:pt x="5797" y="4034"/>
                  </a:cubicBezTo>
                  <a:cubicBezTo>
                    <a:pt x="5608" y="4034"/>
                    <a:pt x="5451" y="3876"/>
                    <a:pt x="5451" y="3687"/>
                  </a:cubicBezTo>
                  <a:cubicBezTo>
                    <a:pt x="5451" y="3498"/>
                    <a:pt x="5608" y="3340"/>
                    <a:pt x="5797" y="3340"/>
                  </a:cubicBezTo>
                  <a:close/>
                  <a:moveTo>
                    <a:pt x="1008" y="4034"/>
                  </a:moveTo>
                  <a:cubicBezTo>
                    <a:pt x="1198" y="4034"/>
                    <a:pt x="1355" y="4191"/>
                    <a:pt x="1355" y="4412"/>
                  </a:cubicBezTo>
                  <a:cubicBezTo>
                    <a:pt x="1355" y="4601"/>
                    <a:pt x="1198" y="4758"/>
                    <a:pt x="1008" y="4758"/>
                  </a:cubicBezTo>
                  <a:cubicBezTo>
                    <a:pt x="819" y="4758"/>
                    <a:pt x="662" y="4601"/>
                    <a:pt x="662" y="4412"/>
                  </a:cubicBezTo>
                  <a:cubicBezTo>
                    <a:pt x="662" y="4191"/>
                    <a:pt x="819" y="4034"/>
                    <a:pt x="1008" y="4034"/>
                  </a:cubicBezTo>
                  <a:close/>
                  <a:moveTo>
                    <a:pt x="7908" y="1"/>
                  </a:moveTo>
                  <a:cubicBezTo>
                    <a:pt x="7341" y="1"/>
                    <a:pt x="6868" y="474"/>
                    <a:pt x="6868" y="1009"/>
                  </a:cubicBezTo>
                  <a:cubicBezTo>
                    <a:pt x="6868" y="1198"/>
                    <a:pt x="6963" y="1419"/>
                    <a:pt x="7026" y="1576"/>
                  </a:cubicBezTo>
                  <a:lnTo>
                    <a:pt x="6112" y="2742"/>
                  </a:lnTo>
                  <a:cubicBezTo>
                    <a:pt x="6032" y="2722"/>
                    <a:pt x="5943" y="2711"/>
                    <a:pt x="5850" y="2711"/>
                  </a:cubicBezTo>
                  <a:cubicBezTo>
                    <a:pt x="5650" y="2711"/>
                    <a:pt x="5434" y="2760"/>
                    <a:pt x="5262" y="2868"/>
                  </a:cubicBezTo>
                  <a:lnTo>
                    <a:pt x="4096" y="1954"/>
                  </a:lnTo>
                  <a:cubicBezTo>
                    <a:pt x="4127" y="1891"/>
                    <a:pt x="4127" y="1765"/>
                    <a:pt x="4127" y="1639"/>
                  </a:cubicBezTo>
                  <a:cubicBezTo>
                    <a:pt x="4127" y="1104"/>
                    <a:pt x="3655" y="631"/>
                    <a:pt x="3088" y="631"/>
                  </a:cubicBezTo>
                  <a:cubicBezTo>
                    <a:pt x="2552" y="631"/>
                    <a:pt x="2080" y="1104"/>
                    <a:pt x="2080" y="1639"/>
                  </a:cubicBezTo>
                  <a:cubicBezTo>
                    <a:pt x="2080" y="1828"/>
                    <a:pt x="2143" y="2049"/>
                    <a:pt x="2237" y="2206"/>
                  </a:cubicBezTo>
                  <a:lnTo>
                    <a:pt x="1324" y="3372"/>
                  </a:lnTo>
                  <a:cubicBezTo>
                    <a:pt x="1261" y="3340"/>
                    <a:pt x="1134" y="3340"/>
                    <a:pt x="1008" y="3340"/>
                  </a:cubicBezTo>
                  <a:cubicBezTo>
                    <a:pt x="441" y="3340"/>
                    <a:pt x="0" y="3813"/>
                    <a:pt x="0" y="4349"/>
                  </a:cubicBezTo>
                  <a:cubicBezTo>
                    <a:pt x="0" y="4947"/>
                    <a:pt x="441" y="5388"/>
                    <a:pt x="1008" y="5388"/>
                  </a:cubicBezTo>
                  <a:cubicBezTo>
                    <a:pt x="1576" y="5388"/>
                    <a:pt x="2017" y="4916"/>
                    <a:pt x="2017" y="4349"/>
                  </a:cubicBezTo>
                  <a:cubicBezTo>
                    <a:pt x="2017" y="4160"/>
                    <a:pt x="1954" y="3971"/>
                    <a:pt x="1859" y="3813"/>
                  </a:cubicBezTo>
                  <a:lnTo>
                    <a:pt x="2773" y="2616"/>
                  </a:lnTo>
                  <a:cubicBezTo>
                    <a:pt x="2875" y="2650"/>
                    <a:pt x="2980" y="2667"/>
                    <a:pt x="3087" y="2667"/>
                  </a:cubicBezTo>
                  <a:cubicBezTo>
                    <a:pt x="3278" y="2667"/>
                    <a:pt x="3473" y="2611"/>
                    <a:pt x="3655" y="2490"/>
                  </a:cubicBezTo>
                  <a:lnTo>
                    <a:pt x="4821" y="3403"/>
                  </a:lnTo>
                  <a:cubicBezTo>
                    <a:pt x="4789" y="3498"/>
                    <a:pt x="4789" y="3624"/>
                    <a:pt x="4789" y="3719"/>
                  </a:cubicBezTo>
                  <a:cubicBezTo>
                    <a:pt x="4789" y="4286"/>
                    <a:pt x="5262" y="4758"/>
                    <a:pt x="5797" y="4758"/>
                  </a:cubicBezTo>
                  <a:cubicBezTo>
                    <a:pt x="6364" y="4758"/>
                    <a:pt x="6837" y="4286"/>
                    <a:pt x="6837" y="3719"/>
                  </a:cubicBezTo>
                  <a:cubicBezTo>
                    <a:pt x="6837" y="3529"/>
                    <a:pt x="6742" y="3340"/>
                    <a:pt x="6679" y="3183"/>
                  </a:cubicBezTo>
                  <a:lnTo>
                    <a:pt x="7593" y="1986"/>
                  </a:lnTo>
                  <a:cubicBezTo>
                    <a:pt x="7656" y="2049"/>
                    <a:pt x="7782" y="2049"/>
                    <a:pt x="7908" y="2049"/>
                  </a:cubicBezTo>
                  <a:cubicBezTo>
                    <a:pt x="8444" y="2049"/>
                    <a:pt x="8916" y="1576"/>
                    <a:pt x="8916" y="1009"/>
                  </a:cubicBezTo>
                  <a:cubicBezTo>
                    <a:pt x="8916" y="474"/>
                    <a:pt x="8444" y="1"/>
                    <a:pt x="790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10683;p73">
              <a:extLst>
                <a:ext uri="{FF2B5EF4-FFF2-40B4-BE49-F238E27FC236}">
                  <a16:creationId xmlns:a16="http://schemas.microsoft.com/office/drawing/2014/main" id="{F62C8D72-F062-7FC6-467D-7B6CB4D9C4A0}"/>
                </a:ext>
              </a:extLst>
            </p:cNvPr>
            <p:cNvSpPr/>
            <p:nvPr/>
          </p:nvSpPr>
          <p:spPr>
            <a:xfrm>
              <a:off x="-1333200" y="2770450"/>
              <a:ext cx="291450" cy="292225"/>
            </a:xfrm>
            <a:custGeom>
              <a:avLst/>
              <a:gdLst/>
              <a:ahLst/>
              <a:cxnLst/>
              <a:rect l="l" t="t" r="r" b="b"/>
              <a:pathLst>
                <a:path w="11658" h="11689" extrusionOk="0">
                  <a:moveTo>
                    <a:pt x="10586" y="725"/>
                  </a:moveTo>
                  <a:cubicBezTo>
                    <a:pt x="10807" y="725"/>
                    <a:pt x="10964" y="883"/>
                    <a:pt x="10964" y="1072"/>
                  </a:cubicBezTo>
                  <a:lnTo>
                    <a:pt x="10964" y="7593"/>
                  </a:lnTo>
                  <a:lnTo>
                    <a:pt x="631" y="7593"/>
                  </a:lnTo>
                  <a:lnTo>
                    <a:pt x="631" y="1072"/>
                  </a:lnTo>
                  <a:cubicBezTo>
                    <a:pt x="662" y="883"/>
                    <a:pt x="820" y="725"/>
                    <a:pt x="977" y="725"/>
                  </a:cubicBezTo>
                  <a:close/>
                  <a:moveTo>
                    <a:pt x="10996" y="8286"/>
                  </a:moveTo>
                  <a:lnTo>
                    <a:pt x="10996" y="8633"/>
                  </a:lnTo>
                  <a:cubicBezTo>
                    <a:pt x="10996" y="8822"/>
                    <a:pt x="10838" y="8980"/>
                    <a:pt x="10618" y="8980"/>
                  </a:cubicBezTo>
                  <a:lnTo>
                    <a:pt x="1009" y="8980"/>
                  </a:lnTo>
                  <a:cubicBezTo>
                    <a:pt x="820" y="8980"/>
                    <a:pt x="662" y="8822"/>
                    <a:pt x="662" y="8633"/>
                  </a:cubicBezTo>
                  <a:lnTo>
                    <a:pt x="662" y="8286"/>
                  </a:lnTo>
                  <a:close/>
                  <a:moveTo>
                    <a:pt x="6617" y="9641"/>
                  </a:moveTo>
                  <a:lnTo>
                    <a:pt x="6932" y="11027"/>
                  </a:lnTo>
                  <a:lnTo>
                    <a:pt x="4632" y="11027"/>
                  </a:lnTo>
                  <a:lnTo>
                    <a:pt x="4947" y="9641"/>
                  </a:lnTo>
                  <a:close/>
                  <a:moveTo>
                    <a:pt x="1009" y="1"/>
                  </a:moveTo>
                  <a:cubicBezTo>
                    <a:pt x="473" y="1"/>
                    <a:pt x="1" y="473"/>
                    <a:pt x="1" y="1040"/>
                  </a:cubicBezTo>
                  <a:lnTo>
                    <a:pt x="1" y="8570"/>
                  </a:lnTo>
                  <a:cubicBezTo>
                    <a:pt x="1" y="9137"/>
                    <a:pt x="473" y="9610"/>
                    <a:pt x="1009" y="9610"/>
                  </a:cubicBezTo>
                  <a:lnTo>
                    <a:pt x="4285" y="9610"/>
                  </a:lnTo>
                  <a:lnTo>
                    <a:pt x="3970" y="10996"/>
                  </a:lnTo>
                  <a:lnTo>
                    <a:pt x="3057" y="10996"/>
                  </a:lnTo>
                  <a:cubicBezTo>
                    <a:pt x="2868" y="10996"/>
                    <a:pt x="2710" y="11153"/>
                    <a:pt x="2710" y="11342"/>
                  </a:cubicBezTo>
                  <a:cubicBezTo>
                    <a:pt x="2710" y="11531"/>
                    <a:pt x="2868" y="11689"/>
                    <a:pt x="3057" y="11689"/>
                  </a:cubicBezTo>
                  <a:lnTo>
                    <a:pt x="8538" y="11689"/>
                  </a:lnTo>
                  <a:cubicBezTo>
                    <a:pt x="8727" y="11689"/>
                    <a:pt x="8885" y="11531"/>
                    <a:pt x="8885" y="11342"/>
                  </a:cubicBezTo>
                  <a:cubicBezTo>
                    <a:pt x="8885" y="11153"/>
                    <a:pt x="8727" y="10996"/>
                    <a:pt x="8538" y="10996"/>
                  </a:cubicBezTo>
                  <a:lnTo>
                    <a:pt x="7625" y="10996"/>
                  </a:lnTo>
                  <a:lnTo>
                    <a:pt x="7310" y="9610"/>
                  </a:lnTo>
                  <a:lnTo>
                    <a:pt x="10618" y="9610"/>
                  </a:lnTo>
                  <a:cubicBezTo>
                    <a:pt x="11185" y="9610"/>
                    <a:pt x="11657" y="9137"/>
                    <a:pt x="11657" y="8570"/>
                  </a:cubicBezTo>
                  <a:lnTo>
                    <a:pt x="11657" y="1040"/>
                  </a:lnTo>
                  <a:cubicBezTo>
                    <a:pt x="11657" y="473"/>
                    <a:pt x="11185" y="1"/>
                    <a:pt x="1061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19" name="Google Shape;10684;p73">
            <a:extLst>
              <a:ext uri="{FF2B5EF4-FFF2-40B4-BE49-F238E27FC236}">
                <a16:creationId xmlns:a16="http://schemas.microsoft.com/office/drawing/2014/main" id="{CA49F0A8-E664-4D06-769F-AD77E53015DB}"/>
              </a:ext>
            </a:extLst>
          </p:cNvPr>
          <p:cNvGrpSpPr/>
          <p:nvPr/>
        </p:nvGrpSpPr>
        <p:grpSpPr>
          <a:xfrm>
            <a:off x="4721152" y="3323225"/>
            <a:ext cx="855599" cy="850999"/>
            <a:chOff x="-5635200" y="2037975"/>
            <a:chExt cx="293025" cy="291450"/>
          </a:xfrm>
          <a:solidFill>
            <a:srgbClr val="555559"/>
          </a:solidFill>
        </p:grpSpPr>
        <p:sp>
          <p:nvSpPr>
            <p:cNvPr id="2220" name="Google Shape;10685;p73">
              <a:extLst>
                <a:ext uri="{FF2B5EF4-FFF2-40B4-BE49-F238E27FC236}">
                  <a16:creationId xmlns:a16="http://schemas.microsoft.com/office/drawing/2014/main" id="{A87C949C-AF83-ECB0-27B9-4365628335AC}"/>
                </a:ext>
              </a:extLst>
            </p:cNvPr>
            <p:cNvSpPr/>
            <p:nvPr/>
          </p:nvSpPr>
          <p:spPr>
            <a:xfrm>
              <a:off x="-5635200" y="2037975"/>
              <a:ext cx="293025" cy="291450"/>
            </a:xfrm>
            <a:custGeom>
              <a:avLst/>
              <a:gdLst/>
              <a:ahLst/>
              <a:cxnLst/>
              <a:rect l="l" t="t" r="r" b="b"/>
              <a:pathLst>
                <a:path w="11721" h="11658" extrusionOk="0">
                  <a:moveTo>
                    <a:pt x="2395" y="725"/>
                  </a:moveTo>
                  <a:cubicBezTo>
                    <a:pt x="2930" y="725"/>
                    <a:pt x="3403" y="1197"/>
                    <a:pt x="3403" y="1733"/>
                  </a:cubicBezTo>
                  <a:cubicBezTo>
                    <a:pt x="3403" y="2300"/>
                    <a:pt x="2930" y="2773"/>
                    <a:pt x="2395" y="2773"/>
                  </a:cubicBezTo>
                  <a:cubicBezTo>
                    <a:pt x="1828" y="2773"/>
                    <a:pt x="1355" y="2300"/>
                    <a:pt x="1355" y="1733"/>
                  </a:cubicBezTo>
                  <a:cubicBezTo>
                    <a:pt x="1355" y="1197"/>
                    <a:pt x="1828" y="725"/>
                    <a:pt x="2395" y="725"/>
                  </a:cubicBezTo>
                  <a:close/>
                  <a:moveTo>
                    <a:pt x="10303" y="725"/>
                  </a:moveTo>
                  <a:lnTo>
                    <a:pt x="10303" y="6585"/>
                  </a:lnTo>
                  <a:lnTo>
                    <a:pt x="10334" y="6585"/>
                  </a:lnTo>
                  <a:cubicBezTo>
                    <a:pt x="10334" y="6774"/>
                    <a:pt x="10177" y="6931"/>
                    <a:pt x="9988" y="6931"/>
                  </a:cubicBezTo>
                  <a:lnTo>
                    <a:pt x="4789" y="6931"/>
                  </a:lnTo>
                  <a:lnTo>
                    <a:pt x="4789" y="5167"/>
                  </a:lnTo>
                  <a:cubicBezTo>
                    <a:pt x="4789" y="4253"/>
                    <a:pt x="4285" y="3434"/>
                    <a:pt x="3498" y="3025"/>
                  </a:cubicBezTo>
                  <a:cubicBezTo>
                    <a:pt x="3844" y="2710"/>
                    <a:pt x="4096" y="2237"/>
                    <a:pt x="4096" y="1733"/>
                  </a:cubicBezTo>
                  <a:cubicBezTo>
                    <a:pt x="4096" y="1355"/>
                    <a:pt x="3970" y="977"/>
                    <a:pt x="3718" y="725"/>
                  </a:cubicBezTo>
                  <a:close/>
                  <a:moveTo>
                    <a:pt x="2710" y="3466"/>
                  </a:moveTo>
                  <a:cubicBezTo>
                    <a:pt x="3498" y="3623"/>
                    <a:pt x="4096" y="4316"/>
                    <a:pt x="4096" y="5167"/>
                  </a:cubicBezTo>
                  <a:lnTo>
                    <a:pt x="4096" y="7246"/>
                  </a:lnTo>
                  <a:cubicBezTo>
                    <a:pt x="4128" y="7435"/>
                    <a:pt x="3970" y="7593"/>
                    <a:pt x="3750" y="7593"/>
                  </a:cubicBezTo>
                  <a:cubicBezTo>
                    <a:pt x="3561" y="7593"/>
                    <a:pt x="3403" y="7750"/>
                    <a:pt x="3403" y="7971"/>
                  </a:cubicBezTo>
                  <a:lnTo>
                    <a:pt x="3403" y="10712"/>
                  </a:lnTo>
                  <a:cubicBezTo>
                    <a:pt x="3403" y="10901"/>
                    <a:pt x="3246" y="11058"/>
                    <a:pt x="3056" y="11058"/>
                  </a:cubicBezTo>
                  <a:lnTo>
                    <a:pt x="1670" y="11058"/>
                  </a:lnTo>
                  <a:cubicBezTo>
                    <a:pt x="1481" y="11058"/>
                    <a:pt x="1324" y="10901"/>
                    <a:pt x="1324" y="10712"/>
                  </a:cubicBezTo>
                  <a:lnTo>
                    <a:pt x="1324" y="7971"/>
                  </a:lnTo>
                  <a:cubicBezTo>
                    <a:pt x="1324" y="7750"/>
                    <a:pt x="1166" y="7593"/>
                    <a:pt x="977" y="7593"/>
                  </a:cubicBezTo>
                  <a:cubicBezTo>
                    <a:pt x="788" y="7593"/>
                    <a:pt x="631" y="7435"/>
                    <a:pt x="631" y="7246"/>
                  </a:cubicBezTo>
                  <a:lnTo>
                    <a:pt x="631" y="5167"/>
                  </a:lnTo>
                  <a:cubicBezTo>
                    <a:pt x="631" y="4316"/>
                    <a:pt x="1198" y="3623"/>
                    <a:pt x="1985" y="3466"/>
                  </a:cubicBezTo>
                  <a:lnTo>
                    <a:pt x="1985" y="5829"/>
                  </a:lnTo>
                  <a:cubicBezTo>
                    <a:pt x="1985" y="6018"/>
                    <a:pt x="2143" y="6175"/>
                    <a:pt x="2363" y="6175"/>
                  </a:cubicBezTo>
                  <a:cubicBezTo>
                    <a:pt x="2552" y="6175"/>
                    <a:pt x="2710" y="6018"/>
                    <a:pt x="2710" y="5829"/>
                  </a:cubicBezTo>
                  <a:lnTo>
                    <a:pt x="2710" y="3466"/>
                  </a:lnTo>
                  <a:close/>
                  <a:moveTo>
                    <a:pt x="2395" y="0"/>
                  </a:moveTo>
                  <a:cubicBezTo>
                    <a:pt x="1450" y="0"/>
                    <a:pt x="694" y="756"/>
                    <a:pt x="694" y="1702"/>
                  </a:cubicBezTo>
                  <a:cubicBezTo>
                    <a:pt x="694" y="2206"/>
                    <a:pt x="946" y="2678"/>
                    <a:pt x="1292" y="2993"/>
                  </a:cubicBezTo>
                  <a:cubicBezTo>
                    <a:pt x="536" y="3403"/>
                    <a:pt x="1" y="4222"/>
                    <a:pt x="1" y="5136"/>
                  </a:cubicBezTo>
                  <a:lnTo>
                    <a:pt x="1" y="7215"/>
                  </a:lnTo>
                  <a:cubicBezTo>
                    <a:pt x="1" y="7656"/>
                    <a:pt x="253" y="8034"/>
                    <a:pt x="662" y="8192"/>
                  </a:cubicBezTo>
                  <a:lnTo>
                    <a:pt x="662" y="10649"/>
                  </a:lnTo>
                  <a:cubicBezTo>
                    <a:pt x="662" y="11184"/>
                    <a:pt x="1135" y="11657"/>
                    <a:pt x="1670" y="11657"/>
                  </a:cubicBezTo>
                  <a:lnTo>
                    <a:pt x="3056" y="11657"/>
                  </a:lnTo>
                  <a:cubicBezTo>
                    <a:pt x="3624" y="11657"/>
                    <a:pt x="4096" y="11184"/>
                    <a:pt x="4096" y="10649"/>
                  </a:cubicBezTo>
                  <a:lnTo>
                    <a:pt x="4096" y="8192"/>
                  </a:lnTo>
                  <a:cubicBezTo>
                    <a:pt x="4348" y="8065"/>
                    <a:pt x="4600" y="7876"/>
                    <a:pt x="4726" y="7561"/>
                  </a:cubicBezTo>
                  <a:lnTo>
                    <a:pt x="9988" y="7561"/>
                  </a:lnTo>
                  <a:cubicBezTo>
                    <a:pt x="10555" y="7561"/>
                    <a:pt x="11027" y="7089"/>
                    <a:pt x="11027" y="6553"/>
                  </a:cubicBezTo>
                  <a:lnTo>
                    <a:pt x="11027" y="662"/>
                  </a:lnTo>
                  <a:lnTo>
                    <a:pt x="11374" y="662"/>
                  </a:lnTo>
                  <a:cubicBezTo>
                    <a:pt x="11563" y="662"/>
                    <a:pt x="11720" y="504"/>
                    <a:pt x="11720" y="315"/>
                  </a:cubicBezTo>
                  <a:cubicBezTo>
                    <a:pt x="11720" y="158"/>
                    <a:pt x="11563" y="0"/>
                    <a:pt x="1137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10686;p73">
              <a:extLst>
                <a:ext uri="{FF2B5EF4-FFF2-40B4-BE49-F238E27FC236}">
                  <a16:creationId xmlns:a16="http://schemas.microsoft.com/office/drawing/2014/main" id="{939D7AE2-5D16-AD3D-DE06-AFA092A0BE34}"/>
                </a:ext>
              </a:extLst>
            </p:cNvPr>
            <p:cNvSpPr/>
            <p:nvPr/>
          </p:nvSpPr>
          <p:spPr>
            <a:xfrm>
              <a:off x="-5496575" y="2072625"/>
              <a:ext cx="102425" cy="102425"/>
            </a:xfrm>
            <a:custGeom>
              <a:avLst/>
              <a:gdLst/>
              <a:ahLst/>
              <a:cxnLst/>
              <a:rect l="l" t="t" r="r" b="b"/>
              <a:pathLst>
                <a:path w="4097" h="4097" extrusionOk="0">
                  <a:moveTo>
                    <a:pt x="2395" y="725"/>
                  </a:moveTo>
                  <a:cubicBezTo>
                    <a:pt x="2867" y="851"/>
                    <a:pt x="3245" y="1229"/>
                    <a:pt x="3371" y="1733"/>
                  </a:cubicBezTo>
                  <a:lnTo>
                    <a:pt x="2395" y="1733"/>
                  </a:lnTo>
                  <a:lnTo>
                    <a:pt x="2395" y="725"/>
                  </a:lnTo>
                  <a:close/>
                  <a:moveTo>
                    <a:pt x="1733" y="757"/>
                  </a:moveTo>
                  <a:lnTo>
                    <a:pt x="1733" y="2080"/>
                  </a:lnTo>
                  <a:cubicBezTo>
                    <a:pt x="1733" y="2269"/>
                    <a:pt x="1891" y="2426"/>
                    <a:pt x="2080" y="2426"/>
                  </a:cubicBezTo>
                  <a:lnTo>
                    <a:pt x="3403" y="2426"/>
                  </a:lnTo>
                  <a:cubicBezTo>
                    <a:pt x="3245" y="3025"/>
                    <a:pt x="2741" y="3466"/>
                    <a:pt x="2080" y="3466"/>
                  </a:cubicBezTo>
                  <a:cubicBezTo>
                    <a:pt x="1324" y="3466"/>
                    <a:pt x="693" y="2836"/>
                    <a:pt x="693" y="2080"/>
                  </a:cubicBezTo>
                  <a:cubicBezTo>
                    <a:pt x="693" y="1418"/>
                    <a:pt x="1135" y="851"/>
                    <a:pt x="1733" y="757"/>
                  </a:cubicBezTo>
                  <a:close/>
                  <a:moveTo>
                    <a:pt x="2048" y="0"/>
                  </a:moveTo>
                  <a:cubicBezTo>
                    <a:pt x="883" y="0"/>
                    <a:pt x="0" y="914"/>
                    <a:pt x="0" y="2048"/>
                  </a:cubicBezTo>
                  <a:cubicBezTo>
                    <a:pt x="0" y="3182"/>
                    <a:pt x="946" y="4096"/>
                    <a:pt x="2048" y="4096"/>
                  </a:cubicBezTo>
                  <a:cubicBezTo>
                    <a:pt x="3182" y="4096"/>
                    <a:pt x="4096" y="3182"/>
                    <a:pt x="4096" y="2048"/>
                  </a:cubicBezTo>
                  <a:cubicBezTo>
                    <a:pt x="4096" y="914"/>
                    <a:pt x="3182" y="0"/>
                    <a:pt x="204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22" name="Google Shape;10687;p73">
            <a:extLst>
              <a:ext uri="{FF2B5EF4-FFF2-40B4-BE49-F238E27FC236}">
                <a16:creationId xmlns:a16="http://schemas.microsoft.com/office/drawing/2014/main" id="{7DF3BF10-C499-5547-6A9B-85232CADEC7C}"/>
              </a:ext>
            </a:extLst>
          </p:cNvPr>
          <p:cNvGrpSpPr/>
          <p:nvPr/>
        </p:nvGrpSpPr>
        <p:grpSpPr>
          <a:xfrm>
            <a:off x="4717683" y="4352924"/>
            <a:ext cx="862534" cy="850999"/>
            <a:chOff x="-5637575" y="2397900"/>
            <a:chExt cx="295400" cy="291450"/>
          </a:xfrm>
          <a:solidFill>
            <a:srgbClr val="555559"/>
          </a:solidFill>
        </p:grpSpPr>
        <p:sp>
          <p:nvSpPr>
            <p:cNvPr id="2223" name="Google Shape;10688;p73">
              <a:extLst>
                <a:ext uri="{FF2B5EF4-FFF2-40B4-BE49-F238E27FC236}">
                  <a16:creationId xmlns:a16="http://schemas.microsoft.com/office/drawing/2014/main" id="{ACC747E9-E351-5068-E8EF-E967C1577B15}"/>
                </a:ext>
              </a:extLst>
            </p:cNvPr>
            <p:cNvSpPr/>
            <p:nvPr/>
          </p:nvSpPr>
          <p:spPr>
            <a:xfrm>
              <a:off x="-5575350" y="2547550"/>
              <a:ext cx="79575" cy="88250"/>
            </a:xfrm>
            <a:custGeom>
              <a:avLst/>
              <a:gdLst/>
              <a:ahLst/>
              <a:cxnLst/>
              <a:rect l="l" t="t" r="r" b="b"/>
              <a:pathLst>
                <a:path w="3183" h="3530" extrusionOk="0">
                  <a:moveTo>
                    <a:pt x="1088" y="1"/>
                  </a:moveTo>
                  <a:cubicBezTo>
                    <a:pt x="1001" y="1"/>
                    <a:pt x="915" y="32"/>
                    <a:pt x="852" y="95"/>
                  </a:cubicBezTo>
                  <a:lnTo>
                    <a:pt x="379" y="568"/>
                  </a:lnTo>
                  <a:cubicBezTo>
                    <a:pt x="1" y="978"/>
                    <a:pt x="1" y="1639"/>
                    <a:pt x="379" y="2017"/>
                  </a:cubicBezTo>
                  <a:cubicBezTo>
                    <a:pt x="584" y="2222"/>
                    <a:pt x="852" y="2324"/>
                    <a:pt x="1115" y="2324"/>
                  </a:cubicBezTo>
                  <a:cubicBezTo>
                    <a:pt x="1379" y="2324"/>
                    <a:pt x="1639" y="2222"/>
                    <a:pt x="1828" y="2017"/>
                  </a:cubicBezTo>
                  <a:cubicBezTo>
                    <a:pt x="1891" y="1970"/>
                    <a:pt x="1986" y="1946"/>
                    <a:pt x="2076" y="1946"/>
                  </a:cubicBezTo>
                  <a:cubicBezTo>
                    <a:pt x="2167" y="1946"/>
                    <a:pt x="2253" y="1970"/>
                    <a:pt x="2301" y="2017"/>
                  </a:cubicBezTo>
                  <a:cubicBezTo>
                    <a:pt x="2427" y="2143"/>
                    <a:pt x="2427" y="2395"/>
                    <a:pt x="2301" y="2490"/>
                  </a:cubicBezTo>
                  <a:lnTo>
                    <a:pt x="1828" y="2962"/>
                  </a:lnTo>
                  <a:cubicBezTo>
                    <a:pt x="1734" y="3088"/>
                    <a:pt x="1734" y="3340"/>
                    <a:pt x="1828" y="3435"/>
                  </a:cubicBezTo>
                  <a:cubicBezTo>
                    <a:pt x="1891" y="3498"/>
                    <a:pt x="1986" y="3529"/>
                    <a:pt x="2076" y="3529"/>
                  </a:cubicBezTo>
                  <a:cubicBezTo>
                    <a:pt x="2167" y="3529"/>
                    <a:pt x="2253" y="3498"/>
                    <a:pt x="2301" y="3435"/>
                  </a:cubicBezTo>
                  <a:lnTo>
                    <a:pt x="2773" y="2962"/>
                  </a:lnTo>
                  <a:cubicBezTo>
                    <a:pt x="3183" y="2584"/>
                    <a:pt x="3183" y="1923"/>
                    <a:pt x="2773" y="1513"/>
                  </a:cubicBezTo>
                  <a:cubicBezTo>
                    <a:pt x="2569" y="1293"/>
                    <a:pt x="2309" y="1182"/>
                    <a:pt x="2049" y="1182"/>
                  </a:cubicBezTo>
                  <a:cubicBezTo>
                    <a:pt x="1789" y="1182"/>
                    <a:pt x="1529" y="1293"/>
                    <a:pt x="1324" y="1513"/>
                  </a:cubicBezTo>
                  <a:cubicBezTo>
                    <a:pt x="1261" y="1576"/>
                    <a:pt x="1174" y="1608"/>
                    <a:pt x="1088" y="1608"/>
                  </a:cubicBezTo>
                  <a:cubicBezTo>
                    <a:pt x="1001" y="1608"/>
                    <a:pt x="915" y="1576"/>
                    <a:pt x="852" y="1513"/>
                  </a:cubicBezTo>
                  <a:cubicBezTo>
                    <a:pt x="726" y="1387"/>
                    <a:pt x="726" y="1167"/>
                    <a:pt x="852" y="1041"/>
                  </a:cubicBezTo>
                  <a:lnTo>
                    <a:pt x="1324" y="568"/>
                  </a:lnTo>
                  <a:cubicBezTo>
                    <a:pt x="1450" y="442"/>
                    <a:pt x="1450" y="221"/>
                    <a:pt x="1324" y="95"/>
                  </a:cubicBezTo>
                  <a:cubicBezTo>
                    <a:pt x="1261" y="32"/>
                    <a:pt x="1174" y="1"/>
                    <a:pt x="108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10689;p73">
              <a:extLst>
                <a:ext uri="{FF2B5EF4-FFF2-40B4-BE49-F238E27FC236}">
                  <a16:creationId xmlns:a16="http://schemas.microsoft.com/office/drawing/2014/main" id="{94821F55-03AA-5096-E960-895291A7E92A}"/>
                </a:ext>
              </a:extLst>
            </p:cNvPr>
            <p:cNvSpPr/>
            <p:nvPr/>
          </p:nvSpPr>
          <p:spPr>
            <a:xfrm>
              <a:off x="-5526500" y="2499525"/>
              <a:ext cx="85075" cy="81725"/>
            </a:xfrm>
            <a:custGeom>
              <a:avLst/>
              <a:gdLst/>
              <a:ahLst/>
              <a:cxnLst/>
              <a:rect l="l" t="t" r="r" b="b"/>
              <a:pathLst>
                <a:path w="3403" h="3269" extrusionOk="0">
                  <a:moveTo>
                    <a:pt x="1107" y="0"/>
                  </a:moveTo>
                  <a:cubicBezTo>
                    <a:pt x="1016" y="0"/>
                    <a:pt x="930" y="32"/>
                    <a:pt x="882" y="95"/>
                  </a:cubicBezTo>
                  <a:lnTo>
                    <a:pt x="410" y="567"/>
                  </a:lnTo>
                  <a:cubicBezTo>
                    <a:pt x="0" y="945"/>
                    <a:pt x="0" y="1638"/>
                    <a:pt x="410" y="2016"/>
                  </a:cubicBezTo>
                  <a:lnTo>
                    <a:pt x="882" y="2489"/>
                  </a:lnTo>
                  <a:lnTo>
                    <a:pt x="1355" y="2962"/>
                  </a:lnTo>
                  <a:cubicBezTo>
                    <a:pt x="1544" y="3166"/>
                    <a:pt x="1804" y="3269"/>
                    <a:pt x="2068" y="3269"/>
                  </a:cubicBezTo>
                  <a:cubicBezTo>
                    <a:pt x="2332" y="3269"/>
                    <a:pt x="2599" y="3166"/>
                    <a:pt x="2804" y="2962"/>
                  </a:cubicBezTo>
                  <a:lnTo>
                    <a:pt x="3277" y="2489"/>
                  </a:lnTo>
                  <a:cubicBezTo>
                    <a:pt x="3403" y="2363"/>
                    <a:pt x="3403" y="2142"/>
                    <a:pt x="3277" y="2016"/>
                  </a:cubicBezTo>
                  <a:cubicBezTo>
                    <a:pt x="3178" y="1918"/>
                    <a:pt x="3070" y="1870"/>
                    <a:pt x="2977" y="1870"/>
                  </a:cubicBezTo>
                  <a:cubicBezTo>
                    <a:pt x="2892" y="1870"/>
                    <a:pt x="2818" y="1910"/>
                    <a:pt x="2773" y="1985"/>
                  </a:cubicBezTo>
                  <a:lnTo>
                    <a:pt x="2300" y="2457"/>
                  </a:lnTo>
                  <a:cubicBezTo>
                    <a:pt x="2237" y="2520"/>
                    <a:pt x="2143" y="2552"/>
                    <a:pt x="2052" y="2552"/>
                  </a:cubicBezTo>
                  <a:cubicBezTo>
                    <a:pt x="1961" y="2552"/>
                    <a:pt x="1875" y="2520"/>
                    <a:pt x="1827" y="2457"/>
                  </a:cubicBezTo>
                  <a:lnTo>
                    <a:pt x="1575" y="2205"/>
                  </a:lnTo>
                  <a:lnTo>
                    <a:pt x="2300" y="1512"/>
                  </a:lnTo>
                  <a:cubicBezTo>
                    <a:pt x="2395" y="1386"/>
                    <a:pt x="2395" y="1134"/>
                    <a:pt x="2300" y="1040"/>
                  </a:cubicBezTo>
                  <a:cubicBezTo>
                    <a:pt x="2237" y="977"/>
                    <a:pt x="2143" y="945"/>
                    <a:pt x="2052" y="945"/>
                  </a:cubicBezTo>
                  <a:cubicBezTo>
                    <a:pt x="1961" y="945"/>
                    <a:pt x="1875" y="977"/>
                    <a:pt x="1827" y="1040"/>
                  </a:cubicBezTo>
                  <a:lnTo>
                    <a:pt x="1103" y="1733"/>
                  </a:lnTo>
                  <a:lnTo>
                    <a:pt x="882" y="1512"/>
                  </a:lnTo>
                  <a:cubicBezTo>
                    <a:pt x="756" y="1386"/>
                    <a:pt x="756" y="1166"/>
                    <a:pt x="882" y="1040"/>
                  </a:cubicBezTo>
                  <a:lnTo>
                    <a:pt x="1355" y="567"/>
                  </a:lnTo>
                  <a:cubicBezTo>
                    <a:pt x="1449" y="441"/>
                    <a:pt x="1449" y="221"/>
                    <a:pt x="1355" y="95"/>
                  </a:cubicBezTo>
                  <a:cubicBezTo>
                    <a:pt x="1292" y="32"/>
                    <a:pt x="1197" y="0"/>
                    <a:pt x="110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10690;p73">
              <a:extLst>
                <a:ext uri="{FF2B5EF4-FFF2-40B4-BE49-F238E27FC236}">
                  <a16:creationId xmlns:a16="http://schemas.microsoft.com/office/drawing/2014/main" id="{4C0FAFED-DD9D-9A2C-4A66-7F9845BC80AB}"/>
                </a:ext>
              </a:extLst>
            </p:cNvPr>
            <p:cNvSpPr/>
            <p:nvPr/>
          </p:nvSpPr>
          <p:spPr>
            <a:xfrm>
              <a:off x="-5480050" y="2456975"/>
              <a:ext cx="80375" cy="75650"/>
            </a:xfrm>
            <a:custGeom>
              <a:avLst/>
              <a:gdLst/>
              <a:ahLst/>
              <a:cxnLst/>
              <a:rect l="l" t="t" r="r" b="b"/>
              <a:pathLst>
                <a:path w="3215" h="3026" extrusionOk="0">
                  <a:moveTo>
                    <a:pt x="1100" y="686"/>
                  </a:moveTo>
                  <a:cubicBezTo>
                    <a:pt x="1190" y="686"/>
                    <a:pt x="1277" y="710"/>
                    <a:pt x="1324" y="757"/>
                  </a:cubicBezTo>
                  <a:lnTo>
                    <a:pt x="2332" y="1765"/>
                  </a:lnTo>
                  <a:cubicBezTo>
                    <a:pt x="2490" y="1860"/>
                    <a:pt x="2490" y="2112"/>
                    <a:pt x="2332" y="2238"/>
                  </a:cubicBezTo>
                  <a:cubicBezTo>
                    <a:pt x="2269" y="2285"/>
                    <a:pt x="2183" y="2309"/>
                    <a:pt x="2096" y="2309"/>
                  </a:cubicBezTo>
                  <a:cubicBezTo>
                    <a:pt x="2009" y="2309"/>
                    <a:pt x="1923" y="2285"/>
                    <a:pt x="1860" y="2238"/>
                  </a:cubicBezTo>
                  <a:lnTo>
                    <a:pt x="852" y="1229"/>
                  </a:lnTo>
                  <a:cubicBezTo>
                    <a:pt x="757" y="1135"/>
                    <a:pt x="757" y="883"/>
                    <a:pt x="852" y="757"/>
                  </a:cubicBezTo>
                  <a:cubicBezTo>
                    <a:pt x="915" y="710"/>
                    <a:pt x="1009" y="686"/>
                    <a:pt x="1100" y="686"/>
                  </a:cubicBezTo>
                  <a:close/>
                  <a:moveTo>
                    <a:pt x="1119" y="1"/>
                  </a:moveTo>
                  <a:cubicBezTo>
                    <a:pt x="852" y="1"/>
                    <a:pt x="584" y="95"/>
                    <a:pt x="379" y="284"/>
                  </a:cubicBezTo>
                  <a:cubicBezTo>
                    <a:pt x="1" y="694"/>
                    <a:pt x="1" y="1356"/>
                    <a:pt x="379" y="1765"/>
                  </a:cubicBezTo>
                  <a:lnTo>
                    <a:pt x="1387" y="2742"/>
                  </a:lnTo>
                  <a:cubicBezTo>
                    <a:pt x="1576" y="2931"/>
                    <a:pt x="1836" y="3025"/>
                    <a:pt x="2100" y="3025"/>
                  </a:cubicBezTo>
                  <a:cubicBezTo>
                    <a:pt x="2364" y="3025"/>
                    <a:pt x="2632" y="2931"/>
                    <a:pt x="2836" y="2742"/>
                  </a:cubicBezTo>
                  <a:cubicBezTo>
                    <a:pt x="3214" y="2332"/>
                    <a:pt x="3214" y="1671"/>
                    <a:pt x="2836" y="1293"/>
                  </a:cubicBezTo>
                  <a:lnTo>
                    <a:pt x="1860" y="284"/>
                  </a:lnTo>
                  <a:cubicBezTo>
                    <a:pt x="1655" y="95"/>
                    <a:pt x="1387" y="1"/>
                    <a:pt x="111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10691;p73">
              <a:extLst>
                <a:ext uri="{FF2B5EF4-FFF2-40B4-BE49-F238E27FC236}">
                  <a16:creationId xmlns:a16="http://schemas.microsoft.com/office/drawing/2014/main" id="{90F9D2E1-B97A-5FF1-49A7-E5427A91699A}"/>
                </a:ext>
              </a:extLst>
            </p:cNvPr>
            <p:cNvSpPr/>
            <p:nvPr/>
          </p:nvSpPr>
          <p:spPr>
            <a:xfrm>
              <a:off x="-5637575" y="2397900"/>
              <a:ext cx="295400" cy="291450"/>
            </a:xfrm>
            <a:custGeom>
              <a:avLst/>
              <a:gdLst/>
              <a:ahLst/>
              <a:cxnLst/>
              <a:rect l="l" t="t" r="r" b="b"/>
              <a:pathLst>
                <a:path w="11816" h="11658" extrusionOk="0">
                  <a:moveTo>
                    <a:pt x="9185" y="1479"/>
                  </a:moveTo>
                  <a:cubicBezTo>
                    <a:pt x="9245" y="1479"/>
                    <a:pt x="9245" y="1482"/>
                    <a:pt x="9263" y="1482"/>
                  </a:cubicBezTo>
                  <a:cubicBezTo>
                    <a:pt x="9421" y="1482"/>
                    <a:pt x="9579" y="1513"/>
                    <a:pt x="9673" y="1545"/>
                  </a:cubicBezTo>
                  <a:lnTo>
                    <a:pt x="9106" y="2143"/>
                  </a:lnTo>
                  <a:cubicBezTo>
                    <a:pt x="8980" y="2269"/>
                    <a:pt x="8980" y="2490"/>
                    <a:pt x="9106" y="2616"/>
                  </a:cubicBezTo>
                  <a:cubicBezTo>
                    <a:pt x="9153" y="2679"/>
                    <a:pt x="9240" y="2710"/>
                    <a:pt x="9330" y="2710"/>
                  </a:cubicBezTo>
                  <a:cubicBezTo>
                    <a:pt x="9421" y="2710"/>
                    <a:pt x="9515" y="2679"/>
                    <a:pt x="9579" y="2616"/>
                  </a:cubicBezTo>
                  <a:lnTo>
                    <a:pt x="10146" y="2017"/>
                  </a:lnTo>
                  <a:cubicBezTo>
                    <a:pt x="10272" y="2175"/>
                    <a:pt x="10303" y="2332"/>
                    <a:pt x="10303" y="2553"/>
                  </a:cubicBezTo>
                  <a:lnTo>
                    <a:pt x="10146" y="5325"/>
                  </a:lnTo>
                  <a:cubicBezTo>
                    <a:pt x="10114" y="5798"/>
                    <a:pt x="9925" y="6239"/>
                    <a:pt x="9515" y="6554"/>
                  </a:cubicBezTo>
                  <a:lnTo>
                    <a:pt x="9484" y="6585"/>
                  </a:lnTo>
                  <a:lnTo>
                    <a:pt x="8570" y="7499"/>
                  </a:lnTo>
                  <a:cubicBezTo>
                    <a:pt x="5231" y="10902"/>
                    <a:pt x="5829" y="10303"/>
                    <a:pt x="5199" y="10902"/>
                  </a:cubicBezTo>
                  <a:cubicBezTo>
                    <a:pt x="5136" y="10949"/>
                    <a:pt x="5050" y="10972"/>
                    <a:pt x="4963" y="10972"/>
                  </a:cubicBezTo>
                  <a:cubicBezTo>
                    <a:pt x="4876" y="10972"/>
                    <a:pt x="4790" y="10949"/>
                    <a:pt x="4727" y="10902"/>
                  </a:cubicBezTo>
                  <a:lnTo>
                    <a:pt x="820" y="6995"/>
                  </a:lnTo>
                  <a:cubicBezTo>
                    <a:pt x="694" y="6869"/>
                    <a:pt x="694" y="6648"/>
                    <a:pt x="820" y="6522"/>
                  </a:cubicBezTo>
                  <a:lnTo>
                    <a:pt x="5262" y="2112"/>
                  </a:lnTo>
                  <a:cubicBezTo>
                    <a:pt x="5577" y="1797"/>
                    <a:pt x="5987" y="1639"/>
                    <a:pt x="6365" y="1608"/>
                  </a:cubicBezTo>
                  <a:cubicBezTo>
                    <a:pt x="8503" y="1495"/>
                    <a:pt x="9033" y="1479"/>
                    <a:pt x="9185" y="1479"/>
                  </a:cubicBezTo>
                  <a:close/>
                  <a:moveTo>
                    <a:pt x="11422" y="1"/>
                  </a:moveTo>
                  <a:cubicBezTo>
                    <a:pt x="11335" y="1"/>
                    <a:pt x="11248" y="32"/>
                    <a:pt x="11185" y="95"/>
                  </a:cubicBezTo>
                  <a:lnTo>
                    <a:pt x="10240" y="1041"/>
                  </a:lnTo>
                  <a:cubicBezTo>
                    <a:pt x="9958" y="871"/>
                    <a:pt x="9650" y="752"/>
                    <a:pt x="9316" y="752"/>
                  </a:cubicBezTo>
                  <a:cubicBezTo>
                    <a:pt x="9278" y="752"/>
                    <a:pt x="9239" y="754"/>
                    <a:pt x="9200" y="757"/>
                  </a:cubicBezTo>
                  <a:lnTo>
                    <a:pt x="6428" y="883"/>
                  </a:lnTo>
                  <a:cubicBezTo>
                    <a:pt x="5829" y="915"/>
                    <a:pt x="5262" y="1167"/>
                    <a:pt x="4853" y="1608"/>
                  </a:cubicBezTo>
                  <a:lnTo>
                    <a:pt x="379" y="6018"/>
                  </a:lnTo>
                  <a:cubicBezTo>
                    <a:pt x="1" y="6396"/>
                    <a:pt x="1" y="7058"/>
                    <a:pt x="379" y="7468"/>
                  </a:cubicBezTo>
                  <a:lnTo>
                    <a:pt x="4286" y="11374"/>
                  </a:lnTo>
                  <a:cubicBezTo>
                    <a:pt x="4490" y="11563"/>
                    <a:pt x="4758" y="11658"/>
                    <a:pt x="5022" y="11658"/>
                  </a:cubicBezTo>
                  <a:cubicBezTo>
                    <a:pt x="5286" y="11658"/>
                    <a:pt x="5546" y="11563"/>
                    <a:pt x="5735" y="11374"/>
                  </a:cubicBezTo>
                  <a:lnTo>
                    <a:pt x="9137" y="7972"/>
                  </a:lnTo>
                  <a:lnTo>
                    <a:pt x="10051" y="7058"/>
                  </a:lnTo>
                  <a:cubicBezTo>
                    <a:pt x="10555" y="6648"/>
                    <a:pt x="10870" y="6018"/>
                    <a:pt x="10902" y="5388"/>
                  </a:cubicBezTo>
                  <a:lnTo>
                    <a:pt x="11059" y="2584"/>
                  </a:lnTo>
                  <a:cubicBezTo>
                    <a:pt x="11059" y="2238"/>
                    <a:pt x="10996" y="1828"/>
                    <a:pt x="10776" y="1545"/>
                  </a:cubicBezTo>
                  <a:lnTo>
                    <a:pt x="11721" y="600"/>
                  </a:lnTo>
                  <a:cubicBezTo>
                    <a:pt x="11815" y="442"/>
                    <a:pt x="11815" y="221"/>
                    <a:pt x="11658" y="95"/>
                  </a:cubicBezTo>
                  <a:cubicBezTo>
                    <a:pt x="11595" y="32"/>
                    <a:pt x="11508" y="1"/>
                    <a:pt x="1142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27" name="Google Shape;10692;p73">
            <a:extLst>
              <a:ext uri="{FF2B5EF4-FFF2-40B4-BE49-F238E27FC236}">
                <a16:creationId xmlns:a16="http://schemas.microsoft.com/office/drawing/2014/main" id="{2314A894-80A2-6C3A-D03A-4D512604CB5A}"/>
              </a:ext>
            </a:extLst>
          </p:cNvPr>
          <p:cNvGrpSpPr/>
          <p:nvPr/>
        </p:nvGrpSpPr>
        <p:grpSpPr>
          <a:xfrm>
            <a:off x="4745316" y="5404518"/>
            <a:ext cx="855525" cy="853263"/>
            <a:chOff x="-5635975" y="2757075"/>
            <a:chExt cx="293000" cy="292225"/>
          </a:xfrm>
          <a:solidFill>
            <a:srgbClr val="555559"/>
          </a:solidFill>
        </p:grpSpPr>
        <p:sp>
          <p:nvSpPr>
            <p:cNvPr id="2228" name="Google Shape;10693;p73">
              <a:extLst>
                <a:ext uri="{FF2B5EF4-FFF2-40B4-BE49-F238E27FC236}">
                  <a16:creationId xmlns:a16="http://schemas.microsoft.com/office/drawing/2014/main" id="{7632236A-BC1A-9389-D9CF-4E6B9FEC7EED}"/>
                </a:ext>
              </a:extLst>
            </p:cNvPr>
            <p:cNvSpPr/>
            <p:nvPr/>
          </p:nvSpPr>
          <p:spPr>
            <a:xfrm>
              <a:off x="-5635975" y="2757075"/>
              <a:ext cx="293000" cy="292225"/>
            </a:xfrm>
            <a:custGeom>
              <a:avLst/>
              <a:gdLst/>
              <a:ahLst/>
              <a:cxnLst/>
              <a:rect l="l" t="t" r="r" b="b"/>
              <a:pathLst>
                <a:path w="11720" h="11689" extrusionOk="0">
                  <a:moveTo>
                    <a:pt x="10649" y="693"/>
                  </a:moveTo>
                  <a:cubicBezTo>
                    <a:pt x="10838" y="693"/>
                    <a:pt x="10995" y="851"/>
                    <a:pt x="10995" y="1040"/>
                  </a:cubicBezTo>
                  <a:lnTo>
                    <a:pt x="10995" y="7593"/>
                  </a:lnTo>
                  <a:lnTo>
                    <a:pt x="693" y="7593"/>
                  </a:lnTo>
                  <a:lnTo>
                    <a:pt x="693" y="1040"/>
                  </a:lnTo>
                  <a:cubicBezTo>
                    <a:pt x="725" y="851"/>
                    <a:pt x="882" y="693"/>
                    <a:pt x="1040" y="693"/>
                  </a:cubicBezTo>
                  <a:close/>
                  <a:moveTo>
                    <a:pt x="10995" y="8223"/>
                  </a:moveTo>
                  <a:lnTo>
                    <a:pt x="10995" y="8569"/>
                  </a:lnTo>
                  <a:cubicBezTo>
                    <a:pt x="11027" y="8821"/>
                    <a:pt x="10869" y="8916"/>
                    <a:pt x="10680" y="8916"/>
                  </a:cubicBezTo>
                  <a:lnTo>
                    <a:pt x="1040" y="8916"/>
                  </a:lnTo>
                  <a:cubicBezTo>
                    <a:pt x="851" y="8916"/>
                    <a:pt x="693" y="8758"/>
                    <a:pt x="693" y="8569"/>
                  </a:cubicBezTo>
                  <a:lnTo>
                    <a:pt x="693" y="8223"/>
                  </a:lnTo>
                  <a:close/>
                  <a:moveTo>
                    <a:pt x="6679" y="9641"/>
                  </a:moveTo>
                  <a:lnTo>
                    <a:pt x="6994" y="11027"/>
                  </a:lnTo>
                  <a:lnTo>
                    <a:pt x="4694" y="11027"/>
                  </a:lnTo>
                  <a:lnTo>
                    <a:pt x="5009" y="9641"/>
                  </a:lnTo>
                  <a:close/>
                  <a:moveTo>
                    <a:pt x="1040" y="0"/>
                  </a:moveTo>
                  <a:cubicBezTo>
                    <a:pt x="473" y="0"/>
                    <a:pt x="0" y="473"/>
                    <a:pt x="0" y="1008"/>
                  </a:cubicBezTo>
                  <a:lnTo>
                    <a:pt x="0" y="8569"/>
                  </a:lnTo>
                  <a:cubicBezTo>
                    <a:pt x="0" y="9137"/>
                    <a:pt x="473" y="9609"/>
                    <a:pt x="1040" y="9609"/>
                  </a:cubicBezTo>
                  <a:lnTo>
                    <a:pt x="4316" y="9609"/>
                  </a:lnTo>
                  <a:lnTo>
                    <a:pt x="4001" y="10964"/>
                  </a:lnTo>
                  <a:lnTo>
                    <a:pt x="3087" y="10964"/>
                  </a:lnTo>
                  <a:cubicBezTo>
                    <a:pt x="2898" y="10964"/>
                    <a:pt x="2741" y="11121"/>
                    <a:pt x="2741" y="11342"/>
                  </a:cubicBezTo>
                  <a:cubicBezTo>
                    <a:pt x="2741" y="11531"/>
                    <a:pt x="2898" y="11688"/>
                    <a:pt x="3087" y="11688"/>
                  </a:cubicBezTo>
                  <a:lnTo>
                    <a:pt x="8569" y="11688"/>
                  </a:lnTo>
                  <a:cubicBezTo>
                    <a:pt x="8758" y="11688"/>
                    <a:pt x="8916" y="11531"/>
                    <a:pt x="8916" y="11342"/>
                  </a:cubicBezTo>
                  <a:cubicBezTo>
                    <a:pt x="8916" y="11121"/>
                    <a:pt x="8758" y="10964"/>
                    <a:pt x="8569" y="10964"/>
                  </a:cubicBezTo>
                  <a:lnTo>
                    <a:pt x="7656" y="10964"/>
                  </a:lnTo>
                  <a:lnTo>
                    <a:pt x="7341" y="9609"/>
                  </a:lnTo>
                  <a:lnTo>
                    <a:pt x="10649" y="9609"/>
                  </a:lnTo>
                  <a:cubicBezTo>
                    <a:pt x="11216" y="9609"/>
                    <a:pt x="11688" y="9137"/>
                    <a:pt x="11688" y="8569"/>
                  </a:cubicBezTo>
                  <a:lnTo>
                    <a:pt x="11688" y="1008"/>
                  </a:lnTo>
                  <a:cubicBezTo>
                    <a:pt x="11720" y="473"/>
                    <a:pt x="11247" y="0"/>
                    <a:pt x="1068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10694;p73">
              <a:extLst>
                <a:ext uri="{FF2B5EF4-FFF2-40B4-BE49-F238E27FC236}">
                  <a16:creationId xmlns:a16="http://schemas.microsoft.com/office/drawing/2014/main" id="{2948CC69-1D34-D69B-979F-20BED0D7E8F1}"/>
                </a:ext>
              </a:extLst>
            </p:cNvPr>
            <p:cNvSpPr/>
            <p:nvPr/>
          </p:nvSpPr>
          <p:spPr>
            <a:xfrm>
              <a:off x="-5584800" y="2790150"/>
              <a:ext cx="189850" cy="138050"/>
            </a:xfrm>
            <a:custGeom>
              <a:avLst/>
              <a:gdLst/>
              <a:ahLst/>
              <a:cxnLst/>
              <a:rect l="l" t="t" r="r" b="b"/>
              <a:pathLst>
                <a:path w="7594" h="5522" extrusionOk="0">
                  <a:moveTo>
                    <a:pt x="2994" y="725"/>
                  </a:moveTo>
                  <a:lnTo>
                    <a:pt x="2332" y="1387"/>
                  </a:lnTo>
                  <a:lnTo>
                    <a:pt x="1230" y="1387"/>
                  </a:lnTo>
                  <a:lnTo>
                    <a:pt x="1891" y="725"/>
                  </a:lnTo>
                  <a:close/>
                  <a:moveTo>
                    <a:pt x="3781" y="882"/>
                  </a:moveTo>
                  <a:lnTo>
                    <a:pt x="4349" y="1418"/>
                  </a:lnTo>
                  <a:lnTo>
                    <a:pt x="3246" y="1418"/>
                  </a:lnTo>
                  <a:lnTo>
                    <a:pt x="3781" y="882"/>
                  </a:lnTo>
                  <a:close/>
                  <a:moveTo>
                    <a:pt x="5735" y="756"/>
                  </a:moveTo>
                  <a:lnTo>
                    <a:pt x="6396" y="1418"/>
                  </a:lnTo>
                  <a:lnTo>
                    <a:pt x="5294" y="1418"/>
                  </a:lnTo>
                  <a:lnTo>
                    <a:pt x="4632" y="756"/>
                  </a:lnTo>
                  <a:close/>
                  <a:moveTo>
                    <a:pt x="2175" y="2080"/>
                  </a:moveTo>
                  <a:lnTo>
                    <a:pt x="2868" y="3749"/>
                  </a:lnTo>
                  <a:lnTo>
                    <a:pt x="1198" y="2080"/>
                  </a:lnTo>
                  <a:close/>
                  <a:moveTo>
                    <a:pt x="6396" y="2080"/>
                  </a:moveTo>
                  <a:lnTo>
                    <a:pt x="4727" y="3749"/>
                  </a:lnTo>
                  <a:lnTo>
                    <a:pt x="5420" y="2080"/>
                  </a:lnTo>
                  <a:close/>
                  <a:moveTo>
                    <a:pt x="4664" y="2080"/>
                  </a:moveTo>
                  <a:lnTo>
                    <a:pt x="3781" y="4253"/>
                  </a:lnTo>
                  <a:lnTo>
                    <a:pt x="2931" y="2080"/>
                  </a:lnTo>
                  <a:close/>
                  <a:moveTo>
                    <a:pt x="1734" y="0"/>
                  </a:moveTo>
                  <a:cubicBezTo>
                    <a:pt x="1671" y="0"/>
                    <a:pt x="1545" y="32"/>
                    <a:pt x="1513" y="126"/>
                  </a:cubicBezTo>
                  <a:lnTo>
                    <a:pt x="127" y="1513"/>
                  </a:lnTo>
                  <a:cubicBezTo>
                    <a:pt x="1" y="1670"/>
                    <a:pt x="1" y="1859"/>
                    <a:pt x="127" y="2017"/>
                  </a:cubicBezTo>
                  <a:lnTo>
                    <a:pt x="3561" y="5451"/>
                  </a:lnTo>
                  <a:cubicBezTo>
                    <a:pt x="3624" y="5498"/>
                    <a:pt x="3711" y="5522"/>
                    <a:pt x="3797" y="5522"/>
                  </a:cubicBezTo>
                  <a:cubicBezTo>
                    <a:pt x="3884" y="5522"/>
                    <a:pt x="3970" y="5498"/>
                    <a:pt x="4033" y="5451"/>
                  </a:cubicBezTo>
                  <a:lnTo>
                    <a:pt x="7468" y="2017"/>
                  </a:lnTo>
                  <a:cubicBezTo>
                    <a:pt x="7594" y="1891"/>
                    <a:pt x="7594" y="1702"/>
                    <a:pt x="7499" y="1544"/>
                  </a:cubicBezTo>
                  <a:lnTo>
                    <a:pt x="7468" y="1513"/>
                  </a:lnTo>
                  <a:lnTo>
                    <a:pt x="6081" y="126"/>
                  </a:lnTo>
                  <a:cubicBezTo>
                    <a:pt x="6018" y="32"/>
                    <a:pt x="5924" y="0"/>
                    <a:pt x="586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0" name="Google Shape;10695;p73">
            <a:extLst>
              <a:ext uri="{FF2B5EF4-FFF2-40B4-BE49-F238E27FC236}">
                <a16:creationId xmlns:a16="http://schemas.microsoft.com/office/drawing/2014/main" id="{494D8784-8972-A7E1-079C-32C669CAAB19}"/>
              </a:ext>
            </a:extLst>
          </p:cNvPr>
          <p:cNvGrpSpPr/>
          <p:nvPr/>
        </p:nvGrpSpPr>
        <p:grpSpPr>
          <a:xfrm>
            <a:off x="10173199" y="3323227"/>
            <a:ext cx="855599" cy="850999"/>
            <a:chOff x="-3854375" y="2046625"/>
            <a:chExt cx="293025" cy="291450"/>
          </a:xfrm>
          <a:solidFill>
            <a:srgbClr val="555559"/>
          </a:solidFill>
        </p:grpSpPr>
        <p:sp>
          <p:nvSpPr>
            <p:cNvPr id="2231" name="Google Shape;10696;p73">
              <a:extLst>
                <a:ext uri="{FF2B5EF4-FFF2-40B4-BE49-F238E27FC236}">
                  <a16:creationId xmlns:a16="http://schemas.microsoft.com/office/drawing/2014/main" id="{42D3A19B-F959-1941-B437-7034A315795B}"/>
                </a:ext>
              </a:extLst>
            </p:cNvPr>
            <p:cNvSpPr/>
            <p:nvPr/>
          </p:nvSpPr>
          <p:spPr>
            <a:xfrm>
              <a:off x="-3854375" y="2046625"/>
              <a:ext cx="293025" cy="291450"/>
            </a:xfrm>
            <a:custGeom>
              <a:avLst/>
              <a:gdLst/>
              <a:ahLst/>
              <a:cxnLst/>
              <a:rect l="l" t="t" r="r" b="b"/>
              <a:pathLst>
                <a:path w="11721" h="11658" extrusionOk="0">
                  <a:moveTo>
                    <a:pt x="7624" y="694"/>
                  </a:moveTo>
                  <a:cubicBezTo>
                    <a:pt x="9515" y="694"/>
                    <a:pt x="11058" y="2206"/>
                    <a:pt x="11058" y="4096"/>
                  </a:cubicBezTo>
                  <a:cubicBezTo>
                    <a:pt x="11058" y="5987"/>
                    <a:pt x="9515" y="7530"/>
                    <a:pt x="7624" y="7530"/>
                  </a:cubicBezTo>
                  <a:cubicBezTo>
                    <a:pt x="5734" y="7530"/>
                    <a:pt x="4190" y="5987"/>
                    <a:pt x="4190" y="4096"/>
                  </a:cubicBezTo>
                  <a:cubicBezTo>
                    <a:pt x="4190" y="2206"/>
                    <a:pt x="5734" y="694"/>
                    <a:pt x="7624" y="694"/>
                  </a:cubicBezTo>
                  <a:close/>
                  <a:moveTo>
                    <a:pt x="3336" y="8066"/>
                  </a:moveTo>
                  <a:cubicBezTo>
                    <a:pt x="3426" y="8066"/>
                    <a:pt x="3513" y="8098"/>
                    <a:pt x="3560" y="8161"/>
                  </a:cubicBezTo>
                  <a:cubicBezTo>
                    <a:pt x="3686" y="8287"/>
                    <a:pt x="3686" y="8507"/>
                    <a:pt x="3560" y="8633"/>
                  </a:cubicBezTo>
                  <a:lnTo>
                    <a:pt x="1323" y="10870"/>
                  </a:lnTo>
                  <a:cubicBezTo>
                    <a:pt x="1260" y="10933"/>
                    <a:pt x="1174" y="10964"/>
                    <a:pt x="1087" y="10964"/>
                  </a:cubicBezTo>
                  <a:cubicBezTo>
                    <a:pt x="1001" y="10964"/>
                    <a:pt x="914" y="10933"/>
                    <a:pt x="851" y="10870"/>
                  </a:cubicBezTo>
                  <a:cubicBezTo>
                    <a:pt x="725" y="10744"/>
                    <a:pt x="725" y="10523"/>
                    <a:pt x="851" y="10397"/>
                  </a:cubicBezTo>
                  <a:lnTo>
                    <a:pt x="3088" y="8161"/>
                  </a:lnTo>
                  <a:cubicBezTo>
                    <a:pt x="3151" y="8098"/>
                    <a:pt x="3245" y="8066"/>
                    <a:pt x="3336" y="8066"/>
                  </a:cubicBezTo>
                  <a:close/>
                  <a:moveTo>
                    <a:pt x="7624" y="1"/>
                  </a:moveTo>
                  <a:cubicBezTo>
                    <a:pt x="5356" y="1"/>
                    <a:pt x="3529" y="1860"/>
                    <a:pt x="3529" y="4096"/>
                  </a:cubicBezTo>
                  <a:cubicBezTo>
                    <a:pt x="3529" y="5136"/>
                    <a:pt x="3875" y="6050"/>
                    <a:pt x="4505" y="6743"/>
                  </a:cubicBezTo>
                  <a:lnTo>
                    <a:pt x="3812" y="7467"/>
                  </a:lnTo>
                  <a:cubicBezTo>
                    <a:pt x="3661" y="7386"/>
                    <a:pt x="3500" y="7347"/>
                    <a:pt x="3342" y="7347"/>
                  </a:cubicBezTo>
                  <a:cubicBezTo>
                    <a:pt x="3074" y="7347"/>
                    <a:pt x="2813" y="7458"/>
                    <a:pt x="2615" y="7656"/>
                  </a:cubicBezTo>
                  <a:lnTo>
                    <a:pt x="378" y="9893"/>
                  </a:lnTo>
                  <a:cubicBezTo>
                    <a:pt x="0" y="10271"/>
                    <a:pt x="0" y="10964"/>
                    <a:pt x="378" y="11343"/>
                  </a:cubicBezTo>
                  <a:cubicBezTo>
                    <a:pt x="567" y="11532"/>
                    <a:pt x="851" y="11658"/>
                    <a:pt x="1103" y="11658"/>
                  </a:cubicBezTo>
                  <a:cubicBezTo>
                    <a:pt x="1355" y="11658"/>
                    <a:pt x="1607" y="11532"/>
                    <a:pt x="1796" y="11343"/>
                  </a:cubicBezTo>
                  <a:lnTo>
                    <a:pt x="4033" y="9106"/>
                  </a:lnTo>
                  <a:cubicBezTo>
                    <a:pt x="4348" y="8791"/>
                    <a:pt x="4442" y="8318"/>
                    <a:pt x="4253" y="7909"/>
                  </a:cubicBezTo>
                  <a:lnTo>
                    <a:pt x="4947" y="7215"/>
                  </a:lnTo>
                  <a:cubicBezTo>
                    <a:pt x="5671" y="7814"/>
                    <a:pt x="6616" y="8192"/>
                    <a:pt x="7593" y="8192"/>
                  </a:cubicBezTo>
                  <a:cubicBezTo>
                    <a:pt x="9861" y="8192"/>
                    <a:pt x="11689" y="6333"/>
                    <a:pt x="11689" y="4096"/>
                  </a:cubicBezTo>
                  <a:cubicBezTo>
                    <a:pt x="11720" y="1828"/>
                    <a:pt x="9861" y="1"/>
                    <a:pt x="762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10697;p73">
              <a:extLst>
                <a:ext uri="{FF2B5EF4-FFF2-40B4-BE49-F238E27FC236}">
                  <a16:creationId xmlns:a16="http://schemas.microsoft.com/office/drawing/2014/main" id="{263CE3FF-945E-DB4D-5083-F2B2ED9A76A8}"/>
                </a:ext>
              </a:extLst>
            </p:cNvPr>
            <p:cNvSpPr/>
            <p:nvPr/>
          </p:nvSpPr>
          <p:spPr>
            <a:xfrm>
              <a:off x="-3714975" y="2080500"/>
              <a:ext cx="103200" cy="119750"/>
            </a:xfrm>
            <a:custGeom>
              <a:avLst/>
              <a:gdLst/>
              <a:ahLst/>
              <a:cxnLst/>
              <a:rect l="l" t="t" r="r" b="b"/>
              <a:pathLst>
                <a:path w="4128" h="4790" extrusionOk="0">
                  <a:moveTo>
                    <a:pt x="2048" y="694"/>
                  </a:moveTo>
                  <a:cubicBezTo>
                    <a:pt x="2458" y="694"/>
                    <a:pt x="2710" y="1009"/>
                    <a:pt x="2710" y="1387"/>
                  </a:cubicBezTo>
                  <a:cubicBezTo>
                    <a:pt x="2710" y="1765"/>
                    <a:pt x="2395" y="2048"/>
                    <a:pt x="2048" y="2048"/>
                  </a:cubicBezTo>
                  <a:cubicBezTo>
                    <a:pt x="1702" y="2048"/>
                    <a:pt x="1387" y="1733"/>
                    <a:pt x="1387" y="1387"/>
                  </a:cubicBezTo>
                  <a:cubicBezTo>
                    <a:pt x="1355" y="1009"/>
                    <a:pt x="1670" y="694"/>
                    <a:pt x="2048" y="694"/>
                  </a:cubicBezTo>
                  <a:close/>
                  <a:moveTo>
                    <a:pt x="2363" y="2741"/>
                  </a:moveTo>
                  <a:cubicBezTo>
                    <a:pt x="2931" y="2741"/>
                    <a:pt x="3403" y="3214"/>
                    <a:pt x="3403" y="3781"/>
                  </a:cubicBezTo>
                  <a:lnTo>
                    <a:pt x="3403" y="4128"/>
                  </a:lnTo>
                  <a:lnTo>
                    <a:pt x="662" y="4128"/>
                  </a:lnTo>
                  <a:lnTo>
                    <a:pt x="662" y="3781"/>
                  </a:lnTo>
                  <a:cubicBezTo>
                    <a:pt x="662" y="3214"/>
                    <a:pt x="1135" y="2741"/>
                    <a:pt x="1702" y="2741"/>
                  </a:cubicBezTo>
                  <a:close/>
                  <a:moveTo>
                    <a:pt x="2048" y="1"/>
                  </a:moveTo>
                  <a:cubicBezTo>
                    <a:pt x="1292" y="1"/>
                    <a:pt x="662" y="631"/>
                    <a:pt x="662" y="1387"/>
                  </a:cubicBezTo>
                  <a:cubicBezTo>
                    <a:pt x="662" y="1702"/>
                    <a:pt x="788" y="2017"/>
                    <a:pt x="977" y="2237"/>
                  </a:cubicBezTo>
                  <a:cubicBezTo>
                    <a:pt x="410" y="2521"/>
                    <a:pt x="1" y="3119"/>
                    <a:pt x="1" y="3781"/>
                  </a:cubicBezTo>
                  <a:lnTo>
                    <a:pt x="1" y="4443"/>
                  </a:lnTo>
                  <a:cubicBezTo>
                    <a:pt x="1" y="4632"/>
                    <a:pt x="158" y="4789"/>
                    <a:pt x="347" y="4789"/>
                  </a:cubicBezTo>
                  <a:lnTo>
                    <a:pt x="3781" y="4789"/>
                  </a:lnTo>
                  <a:cubicBezTo>
                    <a:pt x="3970" y="4789"/>
                    <a:pt x="4128" y="4632"/>
                    <a:pt x="4128" y="4443"/>
                  </a:cubicBezTo>
                  <a:lnTo>
                    <a:pt x="4128" y="3781"/>
                  </a:lnTo>
                  <a:cubicBezTo>
                    <a:pt x="4096" y="3119"/>
                    <a:pt x="3718" y="2521"/>
                    <a:pt x="3120" y="2237"/>
                  </a:cubicBezTo>
                  <a:cubicBezTo>
                    <a:pt x="3309" y="2017"/>
                    <a:pt x="3435" y="1733"/>
                    <a:pt x="3435" y="1387"/>
                  </a:cubicBezTo>
                  <a:cubicBezTo>
                    <a:pt x="3435" y="631"/>
                    <a:pt x="2805" y="1"/>
                    <a:pt x="204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3" name="Google Shape;10698;p73">
            <a:extLst>
              <a:ext uri="{FF2B5EF4-FFF2-40B4-BE49-F238E27FC236}">
                <a16:creationId xmlns:a16="http://schemas.microsoft.com/office/drawing/2014/main" id="{6C1D1064-4910-76BD-0C1D-D66EAA3DECF7}"/>
              </a:ext>
            </a:extLst>
          </p:cNvPr>
          <p:cNvGrpSpPr/>
          <p:nvPr/>
        </p:nvGrpSpPr>
        <p:grpSpPr>
          <a:xfrm>
            <a:off x="10170898" y="4349493"/>
            <a:ext cx="860197" cy="857863"/>
            <a:chOff x="-3854375" y="2405000"/>
            <a:chExt cx="294600" cy="293800"/>
          </a:xfrm>
          <a:solidFill>
            <a:srgbClr val="555559"/>
          </a:solidFill>
        </p:grpSpPr>
        <p:sp>
          <p:nvSpPr>
            <p:cNvPr id="2234" name="Google Shape;10699;p73">
              <a:extLst>
                <a:ext uri="{FF2B5EF4-FFF2-40B4-BE49-F238E27FC236}">
                  <a16:creationId xmlns:a16="http://schemas.microsoft.com/office/drawing/2014/main" id="{66EEB98C-AFC1-4DC7-EDF7-4613108FAE8B}"/>
                </a:ext>
              </a:extLst>
            </p:cNvPr>
            <p:cNvSpPr/>
            <p:nvPr/>
          </p:nvSpPr>
          <p:spPr>
            <a:xfrm>
              <a:off x="-3854375" y="2405000"/>
              <a:ext cx="294600" cy="293800"/>
            </a:xfrm>
            <a:custGeom>
              <a:avLst/>
              <a:gdLst/>
              <a:ahLst/>
              <a:cxnLst/>
              <a:rect l="l" t="t" r="r" b="b"/>
              <a:pathLst>
                <a:path w="11784" h="11752" extrusionOk="0">
                  <a:moveTo>
                    <a:pt x="6994" y="694"/>
                  </a:moveTo>
                  <a:lnTo>
                    <a:pt x="6994" y="1103"/>
                  </a:lnTo>
                  <a:cubicBezTo>
                    <a:pt x="6994" y="1261"/>
                    <a:pt x="7120" y="1387"/>
                    <a:pt x="7278" y="1418"/>
                  </a:cubicBezTo>
                  <a:cubicBezTo>
                    <a:pt x="7467" y="1481"/>
                    <a:pt x="7719" y="1576"/>
                    <a:pt x="7908" y="1702"/>
                  </a:cubicBezTo>
                  <a:cubicBezTo>
                    <a:pt x="7954" y="1736"/>
                    <a:pt x="8009" y="1750"/>
                    <a:pt x="8066" y="1750"/>
                  </a:cubicBezTo>
                  <a:cubicBezTo>
                    <a:pt x="8164" y="1750"/>
                    <a:pt x="8269" y="1710"/>
                    <a:pt x="8349" y="1670"/>
                  </a:cubicBezTo>
                  <a:lnTo>
                    <a:pt x="8664" y="1355"/>
                  </a:lnTo>
                  <a:lnTo>
                    <a:pt x="9137" y="1828"/>
                  </a:lnTo>
                  <a:lnTo>
                    <a:pt x="8822" y="2143"/>
                  </a:lnTo>
                  <a:cubicBezTo>
                    <a:pt x="8696" y="2269"/>
                    <a:pt x="8696" y="2426"/>
                    <a:pt x="8759" y="2584"/>
                  </a:cubicBezTo>
                  <a:cubicBezTo>
                    <a:pt x="8885" y="2773"/>
                    <a:pt x="8979" y="2962"/>
                    <a:pt x="9042" y="3214"/>
                  </a:cubicBezTo>
                  <a:cubicBezTo>
                    <a:pt x="9074" y="3372"/>
                    <a:pt x="9200" y="3466"/>
                    <a:pt x="9357" y="3466"/>
                  </a:cubicBezTo>
                  <a:lnTo>
                    <a:pt x="9798" y="3466"/>
                  </a:lnTo>
                  <a:lnTo>
                    <a:pt x="9798" y="4159"/>
                  </a:lnTo>
                  <a:lnTo>
                    <a:pt x="9357" y="4159"/>
                  </a:lnTo>
                  <a:cubicBezTo>
                    <a:pt x="9200" y="4159"/>
                    <a:pt x="9074" y="4222"/>
                    <a:pt x="9042" y="4380"/>
                  </a:cubicBezTo>
                  <a:cubicBezTo>
                    <a:pt x="9011" y="4569"/>
                    <a:pt x="8885" y="4821"/>
                    <a:pt x="8759" y="5010"/>
                  </a:cubicBezTo>
                  <a:cubicBezTo>
                    <a:pt x="8696" y="5136"/>
                    <a:pt x="8727" y="5325"/>
                    <a:pt x="8822" y="5451"/>
                  </a:cubicBezTo>
                  <a:lnTo>
                    <a:pt x="9137" y="5766"/>
                  </a:lnTo>
                  <a:lnTo>
                    <a:pt x="8664" y="6238"/>
                  </a:lnTo>
                  <a:lnTo>
                    <a:pt x="8349" y="5923"/>
                  </a:lnTo>
                  <a:cubicBezTo>
                    <a:pt x="8275" y="5850"/>
                    <a:pt x="8191" y="5819"/>
                    <a:pt x="8101" y="5819"/>
                  </a:cubicBezTo>
                  <a:cubicBezTo>
                    <a:pt x="8038" y="5819"/>
                    <a:pt x="7973" y="5834"/>
                    <a:pt x="7908" y="5860"/>
                  </a:cubicBezTo>
                  <a:cubicBezTo>
                    <a:pt x="7719" y="5986"/>
                    <a:pt x="7498" y="6081"/>
                    <a:pt x="7278" y="6144"/>
                  </a:cubicBezTo>
                  <a:cubicBezTo>
                    <a:pt x="7120" y="6175"/>
                    <a:pt x="6994" y="6301"/>
                    <a:pt x="6994" y="6459"/>
                  </a:cubicBezTo>
                  <a:lnTo>
                    <a:pt x="6994" y="6900"/>
                  </a:lnTo>
                  <a:lnTo>
                    <a:pt x="6333" y="6900"/>
                  </a:lnTo>
                  <a:lnTo>
                    <a:pt x="6333" y="6459"/>
                  </a:lnTo>
                  <a:cubicBezTo>
                    <a:pt x="6333" y="6301"/>
                    <a:pt x="6207" y="6207"/>
                    <a:pt x="6049" y="6144"/>
                  </a:cubicBezTo>
                  <a:cubicBezTo>
                    <a:pt x="5860" y="6112"/>
                    <a:pt x="5608" y="5986"/>
                    <a:pt x="5419" y="5860"/>
                  </a:cubicBezTo>
                  <a:cubicBezTo>
                    <a:pt x="5374" y="5838"/>
                    <a:pt x="5322" y="5828"/>
                    <a:pt x="5267" y="5828"/>
                  </a:cubicBezTo>
                  <a:cubicBezTo>
                    <a:pt x="5167" y="5828"/>
                    <a:pt x="5059" y="5862"/>
                    <a:pt x="4978" y="5923"/>
                  </a:cubicBezTo>
                  <a:lnTo>
                    <a:pt x="4663" y="6238"/>
                  </a:lnTo>
                  <a:lnTo>
                    <a:pt x="4190" y="5766"/>
                  </a:lnTo>
                  <a:lnTo>
                    <a:pt x="4505" y="5451"/>
                  </a:lnTo>
                  <a:cubicBezTo>
                    <a:pt x="4631" y="5325"/>
                    <a:pt x="4631" y="5167"/>
                    <a:pt x="4568" y="5010"/>
                  </a:cubicBezTo>
                  <a:cubicBezTo>
                    <a:pt x="4442" y="4821"/>
                    <a:pt x="4348" y="4632"/>
                    <a:pt x="4285" y="4380"/>
                  </a:cubicBezTo>
                  <a:cubicBezTo>
                    <a:pt x="4253" y="4254"/>
                    <a:pt x="4127" y="4159"/>
                    <a:pt x="4001" y="4159"/>
                  </a:cubicBezTo>
                  <a:lnTo>
                    <a:pt x="3529" y="4159"/>
                  </a:lnTo>
                  <a:lnTo>
                    <a:pt x="3529" y="3466"/>
                  </a:lnTo>
                  <a:lnTo>
                    <a:pt x="3970" y="3466"/>
                  </a:lnTo>
                  <a:cubicBezTo>
                    <a:pt x="4127" y="3466"/>
                    <a:pt x="4253" y="3372"/>
                    <a:pt x="4285" y="3214"/>
                  </a:cubicBezTo>
                  <a:cubicBezTo>
                    <a:pt x="4316" y="2993"/>
                    <a:pt x="4442" y="2773"/>
                    <a:pt x="4568" y="2584"/>
                  </a:cubicBezTo>
                  <a:cubicBezTo>
                    <a:pt x="4631" y="2458"/>
                    <a:pt x="4600" y="2269"/>
                    <a:pt x="4505" y="2143"/>
                  </a:cubicBezTo>
                  <a:lnTo>
                    <a:pt x="4190" y="1828"/>
                  </a:lnTo>
                  <a:lnTo>
                    <a:pt x="4663" y="1355"/>
                  </a:lnTo>
                  <a:lnTo>
                    <a:pt x="4978" y="1670"/>
                  </a:lnTo>
                  <a:cubicBezTo>
                    <a:pt x="5046" y="1738"/>
                    <a:pt x="5122" y="1769"/>
                    <a:pt x="5203" y="1769"/>
                  </a:cubicBezTo>
                  <a:cubicBezTo>
                    <a:pt x="5273" y="1769"/>
                    <a:pt x="5346" y="1746"/>
                    <a:pt x="5419" y="1702"/>
                  </a:cubicBezTo>
                  <a:cubicBezTo>
                    <a:pt x="5608" y="1576"/>
                    <a:pt x="5829" y="1513"/>
                    <a:pt x="6049" y="1418"/>
                  </a:cubicBezTo>
                  <a:cubicBezTo>
                    <a:pt x="6207" y="1387"/>
                    <a:pt x="6333" y="1261"/>
                    <a:pt x="6333" y="1103"/>
                  </a:cubicBezTo>
                  <a:lnTo>
                    <a:pt x="6333" y="694"/>
                  </a:lnTo>
                  <a:close/>
                  <a:moveTo>
                    <a:pt x="10964" y="4821"/>
                  </a:moveTo>
                  <a:lnTo>
                    <a:pt x="9830" y="8255"/>
                  </a:lnTo>
                  <a:lnTo>
                    <a:pt x="2773" y="8255"/>
                  </a:lnTo>
                  <a:lnTo>
                    <a:pt x="2143" y="4821"/>
                  </a:lnTo>
                  <a:lnTo>
                    <a:pt x="3686" y="4821"/>
                  </a:lnTo>
                  <a:cubicBezTo>
                    <a:pt x="3718" y="4947"/>
                    <a:pt x="3781" y="5010"/>
                    <a:pt x="3812" y="5136"/>
                  </a:cubicBezTo>
                  <a:lnTo>
                    <a:pt x="3466" y="5482"/>
                  </a:lnTo>
                  <a:cubicBezTo>
                    <a:pt x="3340" y="5608"/>
                    <a:pt x="3340" y="5829"/>
                    <a:pt x="3466" y="5955"/>
                  </a:cubicBezTo>
                  <a:lnTo>
                    <a:pt x="4442" y="6932"/>
                  </a:lnTo>
                  <a:cubicBezTo>
                    <a:pt x="4505" y="6995"/>
                    <a:pt x="4592" y="7026"/>
                    <a:pt x="4679" y="7026"/>
                  </a:cubicBezTo>
                  <a:cubicBezTo>
                    <a:pt x="4765" y="7026"/>
                    <a:pt x="4852" y="6995"/>
                    <a:pt x="4915" y="6932"/>
                  </a:cubicBezTo>
                  <a:lnTo>
                    <a:pt x="5262" y="6585"/>
                  </a:lnTo>
                  <a:cubicBezTo>
                    <a:pt x="5356" y="6617"/>
                    <a:pt x="5451" y="6680"/>
                    <a:pt x="5577" y="6711"/>
                  </a:cubicBezTo>
                  <a:lnTo>
                    <a:pt x="5577" y="7215"/>
                  </a:lnTo>
                  <a:cubicBezTo>
                    <a:pt x="5577" y="7404"/>
                    <a:pt x="5734" y="7562"/>
                    <a:pt x="5923" y="7562"/>
                  </a:cubicBezTo>
                  <a:lnTo>
                    <a:pt x="7309" y="7562"/>
                  </a:lnTo>
                  <a:cubicBezTo>
                    <a:pt x="7498" y="7562"/>
                    <a:pt x="7656" y="7404"/>
                    <a:pt x="7656" y="7215"/>
                  </a:cubicBezTo>
                  <a:lnTo>
                    <a:pt x="7656" y="6711"/>
                  </a:lnTo>
                  <a:cubicBezTo>
                    <a:pt x="7782" y="6680"/>
                    <a:pt x="7876" y="6617"/>
                    <a:pt x="7971" y="6585"/>
                  </a:cubicBezTo>
                  <a:lnTo>
                    <a:pt x="8349" y="6932"/>
                  </a:lnTo>
                  <a:cubicBezTo>
                    <a:pt x="8396" y="6995"/>
                    <a:pt x="8483" y="7026"/>
                    <a:pt x="8574" y="7026"/>
                  </a:cubicBezTo>
                  <a:cubicBezTo>
                    <a:pt x="8664" y="7026"/>
                    <a:pt x="8759" y="6995"/>
                    <a:pt x="8822" y="6932"/>
                  </a:cubicBezTo>
                  <a:lnTo>
                    <a:pt x="9798" y="5955"/>
                  </a:lnTo>
                  <a:cubicBezTo>
                    <a:pt x="9924" y="5829"/>
                    <a:pt x="9924" y="5608"/>
                    <a:pt x="9798" y="5482"/>
                  </a:cubicBezTo>
                  <a:lnTo>
                    <a:pt x="9452" y="5136"/>
                  </a:lnTo>
                  <a:cubicBezTo>
                    <a:pt x="9483" y="5041"/>
                    <a:pt x="9515" y="4947"/>
                    <a:pt x="9546" y="4821"/>
                  </a:cubicBezTo>
                  <a:close/>
                  <a:moveTo>
                    <a:pt x="3907" y="10334"/>
                  </a:moveTo>
                  <a:cubicBezTo>
                    <a:pt x="4096" y="10366"/>
                    <a:pt x="4253" y="10523"/>
                    <a:pt x="4253" y="10681"/>
                  </a:cubicBezTo>
                  <a:cubicBezTo>
                    <a:pt x="4253" y="10870"/>
                    <a:pt x="4096" y="11027"/>
                    <a:pt x="3907" y="11027"/>
                  </a:cubicBezTo>
                  <a:cubicBezTo>
                    <a:pt x="3686" y="11027"/>
                    <a:pt x="3529" y="10870"/>
                    <a:pt x="3529" y="10681"/>
                  </a:cubicBezTo>
                  <a:cubicBezTo>
                    <a:pt x="3529" y="10492"/>
                    <a:pt x="3686" y="10334"/>
                    <a:pt x="3907" y="10334"/>
                  </a:cubicBezTo>
                  <a:close/>
                  <a:moveTo>
                    <a:pt x="8664" y="10334"/>
                  </a:moveTo>
                  <a:cubicBezTo>
                    <a:pt x="8853" y="10366"/>
                    <a:pt x="9011" y="10523"/>
                    <a:pt x="9011" y="10681"/>
                  </a:cubicBezTo>
                  <a:cubicBezTo>
                    <a:pt x="9011" y="10870"/>
                    <a:pt x="8853" y="11027"/>
                    <a:pt x="8664" y="11027"/>
                  </a:cubicBezTo>
                  <a:cubicBezTo>
                    <a:pt x="8444" y="11027"/>
                    <a:pt x="8286" y="10870"/>
                    <a:pt x="8286" y="10681"/>
                  </a:cubicBezTo>
                  <a:cubicBezTo>
                    <a:pt x="8286" y="10492"/>
                    <a:pt x="8444" y="10334"/>
                    <a:pt x="8664" y="10334"/>
                  </a:cubicBezTo>
                  <a:close/>
                  <a:moveTo>
                    <a:pt x="5892" y="0"/>
                  </a:moveTo>
                  <a:cubicBezTo>
                    <a:pt x="5703" y="0"/>
                    <a:pt x="5545" y="158"/>
                    <a:pt x="5545" y="379"/>
                  </a:cubicBezTo>
                  <a:lnTo>
                    <a:pt x="5545" y="883"/>
                  </a:lnTo>
                  <a:cubicBezTo>
                    <a:pt x="5419" y="914"/>
                    <a:pt x="5356" y="946"/>
                    <a:pt x="5230" y="1009"/>
                  </a:cubicBezTo>
                  <a:lnTo>
                    <a:pt x="4883" y="631"/>
                  </a:lnTo>
                  <a:cubicBezTo>
                    <a:pt x="4820" y="583"/>
                    <a:pt x="4734" y="560"/>
                    <a:pt x="4647" y="560"/>
                  </a:cubicBezTo>
                  <a:cubicBezTo>
                    <a:pt x="4561" y="560"/>
                    <a:pt x="4474" y="583"/>
                    <a:pt x="4411" y="631"/>
                  </a:cubicBezTo>
                  <a:lnTo>
                    <a:pt x="3434" y="1639"/>
                  </a:lnTo>
                  <a:cubicBezTo>
                    <a:pt x="3308" y="1733"/>
                    <a:pt x="3308" y="1985"/>
                    <a:pt x="3434" y="2111"/>
                  </a:cubicBezTo>
                  <a:lnTo>
                    <a:pt x="3781" y="2458"/>
                  </a:lnTo>
                  <a:cubicBezTo>
                    <a:pt x="3718" y="2521"/>
                    <a:pt x="3686" y="2647"/>
                    <a:pt x="3655" y="2773"/>
                  </a:cubicBezTo>
                  <a:lnTo>
                    <a:pt x="3151" y="2773"/>
                  </a:lnTo>
                  <a:cubicBezTo>
                    <a:pt x="2930" y="2773"/>
                    <a:pt x="2773" y="2930"/>
                    <a:pt x="2773" y="3119"/>
                  </a:cubicBezTo>
                  <a:lnTo>
                    <a:pt x="2773" y="4159"/>
                  </a:lnTo>
                  <a:lnTo>
                    <a:pt x="1985" y="4159"/>
                  </a:lnTo>
                  <a:lnTo>
                    <a:pt x="1765" y="2930"/>
                  </a:lnTo>
                  <a:cubicBezTo>
                    <a:pt x="1670" y="2458"/>
                    <a:pt x="1197" y="2111"/>
                    <a:pt x="693" y="2111"/>
                  </a:cubicBezTo>
                  <a:lnTo>
                    <a:pt x="347" y="2111"/>
                  </a:lnTo>
                  <a:cubicBezTo>
                    <a:pt x="158" y="2111"/>
                    <a:pt x="0" y="2269"/>
                    <a:pt x="0" y="2458"/>
                  </a:cubicBezTo>
                  <a:cubicBezTo>
                    <a:pt x="0" y="2647"/>
                    <a:pt x="158" y="2804"/>
                    <a:pt x="347" y="2804"/>
                  </a:cubicBezTo>
                  <a:lnTo>
                    <a:pt x="693" y="2804"/>
                  </a:lnTo>
                  <a:cubicBezTo>
                    <a:pt x="882" y="2804"/>
                    <a:pt x="1103" y="2930"/>
                    <a:pt x="1103" y="3088"/>
                  </a:cubicBezTo>
                  <a:lnTo>
                    <a:pt x="2080" y="8570"/>
                  </a:lnTo>
                  <a:cubicBezTo>
                    <a:pt x="1891" y="8759"/>
                    <a:pt x="1765" y="9042"/>
                    <a:pt x="1765" y="9357"/>
                  </a:cubicBezTo>
                  <a:cubicBezTo>
                    <a:pt x="1765" y="9861"/>
                    <a:pt x="2143" y="10366"/>
                    <a:pt x="2867" y="10366"/>
                  </a:cubicBezTo>
                  <a:cubicBezTo>
                    <a:pt x="2836" y="10492"/>
                    <a:pt x="2836" y="10618"/>
                    <a:pt x="2836" y="10712"/>
                  </a:cubicBezTo>
                  <a:cubicBezTo>
                    <a:pt x="2836" y="11279"/>
                    <a:pt x="3308" y="11752"/>
                    <a:pt x="3844" y="11752"/>
                  </a:cubicBezTo>
                  <a:cubicBezTo>
                    <a:pt x="4411" y="11752"/>
                    <a:pt x="4883" y="11279"/>
                    <a:pt x="4883" y="10712"/>
                  </a:cubicBezTo>
                  <a:cubicBezTo>
                    <a:pt x="4883" y="10618"/>
                    <a:pt x="4820" y="10492"/>
                    <a:pt x="4820" y="10366"/>
                  </a:cubicBezTo>
                  <a:lnTo>
                    <a:pt x="7719" y="10366"/>
                  </a:lnTo>
                  <a:cubicBezTo>
                    <a:pt x="7656" y="10492"/>
                    <a:pt x="7656" y="10618"/>
                    <a:pt x="7656" y="10712"/>
                  </a:cubicBezTo>
                  <a:cubicBezTo>
                    <a:pt x="7656" y="11279"/>
                    <a:pt x="8129" y="11752"/>
                    <a:pt x="8696" y="11752"/>
                  </a:cubicBezTo>
                  <a:cubicBezTo>
                    <a:pt x="9231" y="11752"/>
                    <a:pt x="9735" y="11279"/>
                    <a:pt x="9735" y="10712"/>
                  </a:cubicBezTo>
                  <a:cubicBezTo>
                    <a:pt x="9735" y="10618"/>
                    <a:pt x="9672" y="10492"/>
                    <a:pt x="9672" y="10366"/>
                  </a:cubicBezTo>
                  <a:lnTo>
                    <a:pt x="10082" y="10366"/>
                  </a:lnTo>
                  <a:cubicBezTo>
                    <a:pt x="10271" y="10366"/>
                    <a:pt x="10428" y="10208"/>
                    <a:pt x="10428" y="10019"/>
                  </a:cubicBezTo>
                  <a:cubicBezTo>
                    <a:pt x="10428" y="9830"/>
                    <a:pt x="10271" y="9672"/>
                    <a:pt x="10082" y="9672"/>
                  </a:cubicBezTo>
                  <a:lnTo>
                    <a:pt x="2867" y="9672"/>
                  </a:lnTo>
                  <a:cubicBezTo>
                    <a:pt x="2678" y="9672"/>
                    <a:pt x="2521" y="9515"/>
                    <a:pt x="2521" y="9294"/>
                  </a:cubicBezTo>
                  <a:cubicBezTo>
                    <a:pt x="2521" y="9137"/>
                    <a:pt x="2678" y="8948"/>
                    <a:pt x="2867" y="8948"/>
                  </a:cubicBezTo>
                  <a:lnTo>
                    <a:pt x="10082" y="8948"/>
                  </a:lnTo>
                  <a:cubicBezTo>
                    <a:pt x="10239" y="8948"/>
                    <a:pt x="10334" y="8885"/>
                    <a:pt x="10397" y="8727"/>
                  </a:cubicBezTo>
                  <a:lnTo>
                    <a:pt x="11720" y="4663"/>
                  </a:lnTo>
                  <a:cubicBezTo>
                    <a:pt x="11783" y="4537"/>
                    <a:pt x="11720" y="4411"/>
                    <a:pt x="11689" y="4348"/>
                  </a:cubicBezTo>
                  <a:cubicBezTo>
                    <a:pt x="11563" y="4191"/>
                    <a:pt x="11405" y="4191"/>
                    <a:pt x="11279" y="4191"/>
                  </a:cubicBezTo>
                  <a:lnTo>
                    <a:pt x="10397" y="4191"/>
                  </a:lnTo>
                  <a:lnTo>
                    <a:pt x="10397" y="3119"/>
                  </a:lnTo>
                  <a:cubicBezTo>
                    <a:pt x="10397" y="2930"/>
                    <a:pt x="10239" y="2773"/>
                    <a:pt x="10019" y="2773"/>
                  </a:cubicBezTo>
                  <a:lnTo>
                    <a:pt x="9515" y="2773"/>
                  </a:lnTo>
                  <a:cubicBezTo>
                    <a:pt x="9483" y="2647"/>
                    <a:pt x="9452" y="2584"/>
                    <a:pt x="9389" y="2458"/>
                  </a:cubicBezTo>
                  <a:lnTo>
                    <a:pt x="9767" y="2080"/>
                  </a:lnTo>
                  <a:cubicBezTo>
                    <a:pt x="9861" y="1985"/>
                    <a:pt x="9861" y="1733"/>
                    <a:pt x="9767" y="1607"/>
                  </a:cubicBezTo>
                  <a:lnTo>
                    <a:pt x="8759" y="631"/>
                  </a:lnTo>
                  <a:cubicBezTo>
                    <a:pt x="8711" y="568"/>
                    <a:pt x="8625" y="536"/>
                    <a:pt x="8534" y="536"/>
                  </a:cubicBezTo>
                  <a:cubicBezTo>
                    <a:pt x="8444" y="536"/>
                    <a:pt x="8349" y="568"/>
                    <a:pt x="8286" y="631"/>
                  </a:cubicBezTo>
                  <a:lnTo>
                    <a:pt x="7939" y="1009"/>
                  </a:lnTo>
                  <a:cubicBezTo>
                    <a:pt x="7876" y="946"/>
                    <a:pt x="7750" y="914"/>
                    <a:pt x="7624" y="883"/>
                  </a:cubicBezTo>
                  <a:lnTo>
                    <a:pt x="7624" y="379"/>
                  </a:lnTo>
                  <a:cubicBezTo>
                    <a:pt x="7624" y="158"/>
                    <a:pt x="7467" y="0"/>
                    <a:pt x="727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10700;p73">
              <a:extLst>
                <a:ext uri="{FF2B5EF4-FFF2-40B4-BE49-F238E27FC236}">
                  <a16:creationId xmlns:a16="http://schemas.microsoft.com/office/drawing/2014/main" id="{3656AE91-DC23-44BD-4051-7AA90AB68BE2}"/>
                </a:ext>
              </a:extLst>
            </p:cNvPr>
            <p:cNvSpPr/>
            <p:nvPr/>
          </p:nvSpPr>
          <p:spPr>
            <a:xfrm>
              <a:off x="-3731500" y="2458550"/>
              <a:ext cx="84300" cy="84300"/>
            </a:xfrm>
            <a:custGeom>
              <a:avLst/>
              <a:gdLst/>
              <a:ahLst/>
              <a:cxnLst/>
              <a:rect l="l" t="t" r="r" b="b"/>
              <a:pathLst>
                <a:path w="3372" h="3372" extrusionOk="0">
                  <a:moveTo>
                    <a:pt x="1701" y="631"/>
                  </a:moveTo>
                  <a:cubicBezTo>
                    <a:pt x="2237" y="631"/>
                    <a:pt x="2709" y="1103"/>
                    <a:pt x="2709" y="1639"/>
                  </a:cubicBezTo>
                  <a:cubicBezTo>
                    <a:pt x="2709" y="2206"/>
                    <a:pt x="2237" y="2679"/>
                    <a:pt x="1701" y="2679"/>
                  </a:cubicBezTo>
                  <a:cubicBezTo>
                    <a:pt x="1134" y="2679"/>
                    <a:pt x="662" y="2206"/>
                    <a:pt x="662" y="1639"/>
                  </a:cubicBezTo>
                  <a:cubicBezTo>
                    <a:pt x="662" y="1103"/>
                    <a:pt x="1134" y="631"/>
                    <a:pt x="1701" y="631"/>
                  </a:cubicBezTo>
                  <a:close/>
                  <a:moveTo>
                    <a:pt x="1701" y="1"/>
                  </a:moveTo>
                  <a:cubicBezTo>
                    <a:pt x="756" y="1"/>
                    <a:pt x="0" y="725"/>
                    <a:pt x="0" y="1702"/>
                  </a:cubicBezTo>
                  <a:cubicBezTo>
                    <a:pt x="0" y="2647"/>
                    <a:pt x="756" y="3372"/>
                    <a:pt x="1701" y="3372"/>
                  </a:cubicBezTo>
                  <a:cubicBezTo>
                    <a:pt x="2646" y="3372"/>
                    <a:pt x="3371" y="2647"/>
                    <a:pt x="3371" y="1702"/>
                  </a:cubicBezTo>
                  <a:cubicBezTo>
                    <a:pt x="3371" y="725"/>
                    <a:pt x="2646" y="1"/>
                    <a:pt x="170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6" name="Google Shape;10701;p73">
            <a:extLst>
              <a:ext uri="{FF2B5EF4-FFF2-40B4-BE49-F238E27FC236}">
                <a16:creationId xmlns:a16="http://schemas.microsoft.com/office/drawing/2014/main" id="{A559BDE5-62B9-262F-2E3E-24218210F56E}"/>
              </a:ext>
            </a:extLst>
          </p:cNvPr>
          <p:cNvGrpSpPr/>
          <p:nvPr/>
        </p:nvGrpSpPr>
        <p:grpSpPr>
          <a:xfrm>
            <a:off x="10199627" y="5403387"/>
            <a:ext cx="850999" cy="855525"/>
            <a:chOff x="-3852025" y="2764950"/>
            <a:chExt cx="291450" cy="293000"/>
          </a:xfrm>
          <a:solidFill>
            <a:srgbClr val="555559"/>
          </a:solidFill>
        </p:grpSpPr>
        <p:sp>
          <p:nvSpPr>
            <p:cNvPr id="2237" name="Google Shape;10702;p73">
              <a:extLst>
                <a:ext uri="{FF2B5EF4-FFF2-40B4-BE49-F238E27FC236}">
                  <a16:creationId xmlns:a16="http://schemas.microsoft.com/office/drawing/2014/main" id="{359416B4-0CA7-72D7-D12C-D89AB86FA40A}"/>
                </a:ext>
              </a:extLst>
            </p:cNvPr>
            <p:cNvSpPr/>
            <p:nvPr/>
          </p:nvSpPr>
          <p:spPr>
            <a:xfrm>
              <a:off x="-3852025" y="2764950"/>
              <a:ext cx="291450" cy="293000"/>
            </a:xfrm>
            <a:custGeom>
              <a:avLst/>
              <a:gdLst/>
              <a:ahLst/>
              <a:cxnLst/>
              <a:rect l="l" t="t" r="r" b="b"/>
              <a:pathLst>
                <a:path w="11658" h="11720" extrusionOk="0">
                  <a:moveTo>
                    <a:pt x="4380" y="693"/>
                  </a:moveTo>
                  <a:cubicBezTo>
                    <a:pt x="6774" y="693"/>
                    <a:pt x="8161" y="1355"/>
                    <a:pt x="8161" y="1733"/>
                  </a:cubicBezTo>
                  <a:cubicBezTo>
                    <a:pt x="8161" y="2080"/>
                    <a:pt x="6774" y="2741"/>
                    <a:pt x="4380" y="2741"/>
                  </a:cubicBezTo>
                  <a:cubicBezTo>
                    <a:pt x="1986" y="2741"/>
                    <a:pt x="599" y="2080"/>
                    <a:pt x="599" y="1733"/>
                  </a:cubicBezTo>
                  <a:cubicBezTo>
                    <a:pt x="631" y="1355"/>
                    <a:pt x="2017" y="693"/>
                    <a:pt x="4380" y="693"/>
                  </a:cubicBezTo>
                  <a:close/>
                  <a:moveTo>
                    <a:pt x="8224" y="2710"/>
                  </a:moveTo>
                  <a:lnTo>
                    <a:pt x="8224" y="4190"/>
                  </a:lnTo>
                  <a:lnTo>
                    <a:pt x="7845" y="4190"/>
                  </a:lnTo>
                  <a:cubicBezTo>
                    <a:pt x="7815" y="4189"/>
                    <a:pt x="7784" y="4189"/>
                    <a:pt x="7753" y="4189"/>
                  </a:cubicBezTo>
                  <a:cubicBezTo>
                    <a:pt x="6625" y="4189"/>
                    <a:pt x="5622" y="4748"/>
                    <a:pt x="4947" y="5545"/>
                  </a:cubicBezTo>
                  <a:cubicBezTo>
                    <a:pt x="4743" y="5555"/>
                    <a:pt x="4544" y="5560"/>
                    <a:pt x="4352" y="5560"/>
                  </a:cubicBezTo>
                  <a:cubicBezTo>
                    <a:pt x="2081" y="5560"/>
                    <a:pt x="662" y="4912"/>
                    <a:pt x="662" y="4505"/>
                  </a:cubicBezTo>
                  <a:lnTo>
                    <a:pt x="662" y="2710"/>
                  </a:lnTo>
                  <a:cubicBezTo>
                    <a:pt x="1639" y="3308"/>
                    <a:pt x="3246" y="3466"/>
                    <a:pt x="4443" y="3466"/>
                  </a:cubicBezTo>
                  <a:cubicBezTo>
                    <a:pt x="5577" y="3466"/>
                    <a:pt x="7215" y="3308"/>
                    <a:pt x="8224" y="2710"/>
                  </a:cubicBezTo>
                  <a:close/>
                  <a:moveTo>
                    <a:pt x="631" y="5514"/>
                  </a:moveTo>
                  <a:cubicBezTo>
                    <a:pt x="1639" y="6081"/>
                    <a:pt x="3309" y="6238"/>
                    <a:pt x="4474" y="6238"/>
                  </a:cubicBezTo>
                  <a:cubicBezTo>
                    <a:pt x="4222" y="6711"/>
                    <a:pt x="4065" y="7309"/>
                    <a:pt x="4065" y="7939"/>
                  </a:cubicBezTo>
                  <a:lnTo>
                    <a:pt x="4065" y="8286"/>
                  </a:lnTo>
                  <a:cubicBezTo>
                    <a:pt x="1860" y="8223"/>
                    <a:pt x="631" y="7624"/>
                    <a:pt x="631" y="7278"/>
                  </a:cubicBezTo>
                  <a:lnTo>
                    <a:pt x="631" y="5514"/>
                  </a:lnTo>
                  <a:close/>
                  <a:moveTo>
                    <a:pt x="631" y="8223"/>
                  </a:moveTo>
                  <a:cubicBezTo>
                    <a:pt x="1576" y="8759"/>
                    <a:pt x="3120" y="8979"/>
                    <a:pt x="4222" y="8979"/>
                  </a:cubicBezTo>
                  <a:cubicBezTo>
                    <a:pt x="4474" y="9798"/>
                    <a:pt x="4947" y="10460"/>
                    <a:pt x="5609" y="10964"/>
                  </a:cubicBezTo>
                  <a:cubicBezTo>
                    <a:pt x="5199" y="11005"/>
                    <a:pt x="4802" y="11024"/>
                    <a:pt x="4424" y="11024"/>
                  </a:cubicBezTo>
                  <a:cubicBezTo>
                    <a:pt x="2216" y="11024"/>
                    <a:pt x="631" y="10391"/>
                    <a:pt x="631" y="9987"/>
                  </a:cubicBezTo>
                  <a:lnTo>
                    <a:pt x="631" y="8223"/>
                  </a:lnTo>
                  <a:close/>
                  <a:moveTo>
                    <a:pt x="7814" y="4852"/>
                  </a:moveTo>
                  <a:cubicBezTo>
                    <a:pt x="9515" y="4852"/>
                    <a:pt x="10933" y="6238"/>
                    <a:pt x="10933" y="7939"/>
                  </a:cubicBezTo>
                  <a:cubicBezTo>
                    <a:pt x="10964" y="9641"/>
                    <a:pt x="9547" y="11027"/>
                    <a:pt x="7814" y="11027"/>
                  </a:cubicBezTo>
                  <a:cubicBezTo>
                    <a:pt x="6113" y="11027"/>
                    <a:pt x="4726" y="9641"/>
                    <a:pt x="4726" y="7939"/>
                  </a:cubicBezTo>
                  <a:cubicBezTo>
                    <a:pt x="4726" y="6238"/>
                    <a:pt x="6113" y="4852"/>
                    <a:pt x="7814" y="4852"/>
                  </a:cubicBezTo>
                  <a:close/>
                  <a:moveTo>
                    <a:pt x="4411" y="0"/>
                  </a:moveTo>
                  <a:cubicBezTo>
                    <a:pt x="3277" y="0"/>
                    <a:pt x="2206" y="158"/>
                    <a:pt x="1418" y="410"/>
                  </a:cubicBezTo>
                  <a:cubicBezTo>
                    <a:pt x="253" y="819"/>
                    <a:pt x="1" y="1323"/>
                    <a:pt x="1" y="1733"/>
                  </a:cubicBezTo>
                  <a:lnTo>
                    <a:pt x="1" y="9987"/>
                  </a:lnTo>
                  <a:cubicBezTo>
                    <a:pt x="1" y="10334"/>
                    <a:pt x="253" y="10901"/>
                    <a:pt x="1418" y="11279"/>
                  </a:cubicBezTo>
                  <a:cubicBezTo>
                    <a:pt x="2269" y="11562"/>
                    <a:pt x="3309" y="11720"/>
                    <a:pt x="4411" y="11720"/>
                  </a:cubicBezTo>
                  <a:cubicBezTo>
                    <a:pt x="5199" y="11720"/>
                    <a:pt x="5955" y="11657"/>
                    <a:pt x="6617" y="11531"/>
                  </a:cubicBezTo>
                  <a:cubicBezTo>
                    <a:pt x="7026" y="11657"/>
                    <a:pt x="7404" y="11720"/>
                    <a:pt x="7845" y="11720"/>
                  </a:cubicBezTo>
                  <a:cubicBezTo>
                    <a:pt x="9925" y="11720"/>
                    <a:pt x="11658" y="10019"/>
                    <a:pt x="11658" y="7939"/>
                  </a:cubicBezTo>
                  <a:cubicBezTo>
                    <a:pt x="11626" y="6175"/>
                    <a:pt x="10397" y="4757"/>
                    <a:pt x="8822" y="4316"/>
                  </a:cubicBezTo>
                  <a:lnTo>
                    <a:pt x="8822" y="1733"/>
                  </a:lnTo>
                  <a:cubicBezTo>
                    <a:pt x="8822" y="1355"/>
                    <a:pt x="8602" y="819"/>
                    <a:pt x="7404" y="410"/>
                  </a:cubicBezTo>
                  <a:cubicBezTo>
                    <a:pt x="6585" y="158"/>
                    <a:pt x="5514" y="0"/>
                    <a:pt x="441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10703;p73">
              <a:extLst>
                <a:ext uri="{FF2B5EF4-FFF2-40B4-BE49-F238E27FC236}">
                  <a16:creationId xmlns:a16="http://schemas.microsoft.com/office/drawing/2014/main" id="{2019C259-D944-7D64-C6D7-8742424F9F72}"/>
                </a:ext>
              </a:extLst>
            </p:cNvPr>
            <p:cNvSpPr/>
            <p:nvPr/>
          </p:nvSpPr>
          <p:spPr>
            <a:xfrm>
              <a:off x="-3707100" y="2937425"/>
              <a:ext cx="103200" cy="67775"/>
            </a:xfrm>
            <a:custGeom>
              <a:avLst/>
              <a:gdLst/>
              <a:ahLst/>
              <a:cxnLst/>
              <a:rect l="l" t="t" r="r" b="b"/>
              <a:pathLst>
                <a:path w="4128" h="2711" extrusionOk="0">
                  <a:moveTo>
                    <a:pt x="3785" y="1"/>
                  </a:moveTo>
                  <a:cubicBezTo>
                    <a:pt x="3695" y="1"/>
                    <a:pt x="3608" y="32"/>
                    <a:pt x="3561" y="95"/>
                  </a:cubicBezTo>
                  <a:lnTo>
                    <a:pt x="1733" y="1923"/>
                  </a:lnTo>
                  <a:lnTo>
                    <a:pt x="599" y="757"/>
                  </a:lnTo>
                  <a:cubicBezTo>
                    <a:pt x="536" y="710"/>
                    <a:pt x="450" y="686"/>
                    <a:pt x="363" y="686"/>
                  </a:cubicBezTo>
                  <a:cubicBezTo>
                    <a:pt x="276" y="686"/>
                    <a:pt x="190" y="710"/>
                    <a:pt x="127" y="757"/>
                  </a:cubicBezTo>
                  <a:cubicBezTo>
                    <a:pt x="1" y="883"/>
                    <a:pt x="1" y="1135"/>
                    <a:pt x="127" y="1229"/>
                  </a:cubicBezTo>
                  <a:lnTo>
                    <a:pt x="1513" y="2616"/>
                  </a:lnTo>
                  <a:cubicBezTo>
                    <a:pt x="1560" y="2679"/>
                    <a:pt x="1647" y="2710"/>
                    <a:pt x="1737" y="2710"/>
                  </a:cubicBezTo>
                  <a:cubicBezTo>
                    <a:pt x="1828" y="2710"/>
                    <a:pt x="1922" y="2679"/>
                    <a:pt x="1985" y="2616"/>
                  </a:cubicBezTo>
                  <a:lnTo>
                    <a:pt x="4033" y="568"/>
                  </a:lnTo>
                  <a:cubicBezTo>
                    <a:pt x="4128" y="442"/>
                    <a:pt x="4128" y="221"/>
                    <a:pt x="4033" y="95"/>
                  </a:cubicBezTo>
                  <a:cubicBezTo>
                    <a:pt x="3970" y="32"/>
                    <a:pt x="3876" y="1"/>
                    <a:pt x="378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39" name="Google Shape;10704;p73">
            <a:extLst>
              <a:ext uri="{FF2B5EF4-FFF2-40B4-BE49-F238E27FC236}">
                <a16:creationId xmlns:a16="http://schemas.microsoft.com/office/drawing/2014/main" id="{549B286C-B8A9-4099-AF39-121F20D1CF7F}"/>
              </a:ext>
            </a:extLst>
          </p:cNvPr>
          <p:cNvSpPr/>
          <p:nvPr/>
        </p:nvSpPr>
        <p:spPr>
          <a:xfrm>
            <a:off x="15697600" y="3425276"/>
            <a:ext cx="853263" cy="646242"/>
          </a:xfrm>
          <a:custGeom>
            <a:avLst/>
            <a:gdLst/>
            <a:ahLst/>
            <a:cxnLst/>
            <a:rect l="l" t="t" r="r" b="b"/>
            <a:pathLst>
              <a:path w="11689" h="8853" extrusionOk="0">
                <a:moveTo>
                  <a:pt x="1040" y="2709"/>
                </a:moveTo>
                <a:cubicBezTo>
                  <a:pt x="1229" y="2709"/>
                  <a:pt x="1386" y="2867"/>
                  <a:pt x="1386" y="3056"/>
                </a:cubicBezTo>
                <a:lnTo>
                  <a:pt x="1386" y="5828"/>
                </a:lnTo>
                <a:cubicBezTo>
                  <a:pt x="1386" y="6017"/>
                  <a:pt x="1229" y="6175"/>
                  <a:pt x="1040" y="6175"/>
                </a:cubicBezTo>
                <a:cubicBezTo>
                  <a:pt x="819" y="6175"/>
                  <a:pt x="662" y="6017"/>
                  <a:pt x="662" y="5828"/>
                </a:cubicBezTo>
                <a:lnTo>
                  <a:pt x="662" y="3056"/>
                </a:lnTo>
                <a:cubicBezTo>
                  <a:pt x="662" y="2867"/>
                  <a:pt x="819" y="2709"/>
                  <a:pt x="1040" y="2709"/>
                </a:cubicBezTo>
                <a:close/>
                <a:moveTo>
                  <a:pt x="9641" y="1449"/>
                </a:moveTo>
                <a:lnTo>
                  <a:pt x="9641" y="7435"/>
                </a:lnTo>
                <a:lnTo>
                  <a:pt x="2079" y="5545"/>
                </a:lnTo>
                <a:lnTo>
                  <a:pt x="2079" y="3340"/>
                </a:lnTo>
                <a:lnTo>
                  <a:pt x="9641" y="1449"/>
                </a:lnTo>
                <a:close/>
                <a:moveTo>
                  <a:pt x="3466" y="6616"/>
                </a:moveTo>
                <a:lnTo>
                  <a:pt x="6112" y="7278"/>
                </a:lnTo>
                <a:cubicBezTo>
                  <a:pt x="5954" y="7845"/>
                  <a:pt x="5450" y="8223"/>
                  <a:pt x="4820" y="8223"/>
                </a:cubicBezTo>
                <a:cubicBezTo>
                  <a:pt x="4064" y="8223"/>
                  <a:pt x="3434" y="7593"/>
                  <a:pt x="3434" y="6837"/>
                </a:cubicBezTo>
                <a:cubicBezTo>
                  <a:pt x="3434" y="6774"/>
                  <a:pt x="3434" y="6679"/>
                  <a:pt x="3466" y="6616"/>
                </a:cubicBezTo>
                <a:close/>
                <a:moveTo>
                  <a:pt x="10680" y="662"/>
                </a:moveTo>
                <a:cubicBezTo>
                  <a:pt x="10869" y="662"/>
                  <a:pt x="11027" y="819"/>
                  <a:pt x="11027" y="1008"/>
                </a:cubicBezTo>
                <a:lnTo>
                  <a:pt x="11027" y="7876"/>
                </a:lnTo>
                <a:cubicBezTo>
                  <a:pt x="11027" y="8065"/>
                  <a:pt x="10869" y="8223"/>
                  <a:pt x="10680" y="8223"/>
                </a:cubicBezTo>
                <a:cubicBezTo>
                  <a:pt x="10491" y="8223"/>
                  <a:pt x="10334" y="8065"/>
                  <a:pt x="10334" y="7876"/>
                </a:cubicBezTo>
                <a:lnTo>
                  <a:pt x="10334" y="1008"/>
                </a:lnTo>
                <a:cubicBezTo>
                  <a:pt x="10334" y="819"/>
                  <a:pt x="10491" y="662"/>
                  <a:pt x="10680" y="662"/>
                </a:cubicBezTo>
                <a:close/>
                <a:moveTo>
                  <a:pt x="10680" y="0"/>
                </a:moveTo>
                <a:cubicBezTo>
                  <a:pt x="10208" y="0"/>
                  <a:pt x="9798" y="315"/>
                  <a:pt x="9704" y="756"/>
                </a:cubicBezTo>
                <a:lnTo>
                  <a:pt x="1985" y="2678"/>
                </a:lnTo>
                <a:cubicBezTo>
                  <a:pt x="1827" y="2331"/>
                  <a:pt x="1449" y="2048"/>
                  <a:pt x="1040" y="2048"/>
                </a:cubicBezTo>
                <a:cubicBezTo>
                  <a:pt x="473" y="2048"/>
                  <a:pt x="0" y="2520"/>
                  <a:pt x="0" y="3056"/>
                </a:cubicBezTo>
                <a:lnTo>
                  <a:pt x="0" y="5828"/>
                </a:lnTo>
                <a:cubicBezTo>
                  <a:pt x="0" y="6364"/>
                  <a:pt x="473" y="6837"/>
                  <a:pt x="1040" y="6837"/>
                </a:cubicBezTo>
                <a:cubicBezTo>
                  <a:pt x="1449" y="6837"/>
                  <a:pt x="1827" y="6616"/>
                  <a:pt x="1985" y="6206"/>
                </a:cubicBezTo>
                <a:lnTo>
                  <a:pt x="2804" y="6427"/>
                </a:lnTo>
                <a:cubicBezTo>
                  <a:pt x="2772" y="6522"/>
                  <a:pt x="2772" y="6679"/>
                  <a:pt x="2772" y="6805"/>
                </a:cubicBezTo>
                <a:cubicBezTo>
                  <a:pt x="2772" y="7939"/>
                  <a:pt x="3655" y="8853"/>
                  <a:pt x="4820" y="8853"/>
                </a:cubicBezTo>
                <a:cubicBezTo>
                  <a:pt x="5324" y="8853"/>
                  <a:pt x="5828" y="8664"/>
                  <a:pt x="6175" y="8317"/>
                </a:cubicBezTo>
                <a:cubicBezTo>
                  <a:pt x="6459" y="8065"/>
                  <a:pt x="6648" y="7719"/>
                  <a:pt x="6774" y="7341"/>
                </a:cubicBezTo>
                <a:lnTo>
                  <a:pt x="9704" y="8065"/>
                </a:lnTo>
                <a:cubicBezTo>
                  <a:pt x="9798" y="8506"/>
                  <a:pt x="10208" y="8821"/>
                  <a:pt x="10680" y="8821"/>
                </a:cubicBezTo>
                <a:cubicBezTo>
                  <a:pt x="11216" y="8821"/>
                  <a:pt x="11688" y="8349"/>
                  <a:pt x="11688" y="7782"/>
                </a:cubicBezTo>
                <a:lnTo>
                  <a:pt x="11688" y="945"/>
                </a:lnTo>
                <a:cubicBezTo>
                  <a:pt x="11688" y="473"/>
                  <a:pt x="11279" y="0"/>
                  <a:pt x="10680"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10705;p73">
            <a:extLst>
              <a:ext uri="{FF2B5EF4-FFF2-40B4-BE49-F238E27FC236}">
                <a16:creationId xmlns:a16="http://schemas.microsoft.com/office/drawing/2014/main" id="{B3AD5160-3572-A650-B4EB-612FFDBEC2CC}"/>
              </a:ext>
            </a:extLst>
          </p:cNvPr>
          <p:cNvSpPr/>
          <p:nvPr/>
        </p:nvSpPr>
        <p:spPr>
          <a:xfrm>
            <a:off x="15697600" y="4352578"/>
            <a:ext cx="853263" cy="850926"/>
          </a:xfrm>
          <a:custGeom>
            <a:avLst/>
            <a:gdLst/>
            <a:ahLst/>
            <a:cxnLst/>
            <a:rect l="l" t="t" r="r" b="b"/>
            <a:pathLst>
              <a:path w="11689" h="11657" extrusionOk="0">
                <a:moveTo>
                  <a:pt x="5860" y="662"/>
                </a:moveTo>
                <a:cubicBezTo>
                  <a:pt x="6080" y="662"/>
                  <a:pt x="6238" y="851"/>
                  <a:pt x="6238" y="1040"/>
                </a:cubicBezTo>
                <a:lnTo>
                  <a:pt x="6238" y="1386"/>
                </a:lnTo>
                <a:lnTo>
                  <a:pt x="756" y="1386"/>
                </a:lnTo>
                <a:lnTo>
                  <a:pt x="756" y="1040"/>
                </a:lnTo>
                <a:cubicBezTo>
                  <a:pt x="725" y="851"/>
                  <a:pt x="882" y="662"/>
                  <a:pt x="1071" y="662"/>
                </a:cubicBezTo>
                <a:close/>
                <a:moveTo>
                  <a:pt x="6175" y="2048"/>
                </a:moveTo>
                <a:lnTo>
                  <a:pt x="6175" y="3686"/>
                </a:lnTo>
                <a:cubicBezTo>
                  <a:pt x="5639" y="3686"/>
                  <a:pt x="5198" y="4096"/>
                  <a:pt x="5198" y="4663"/>
                </a:cubicBezTo>
                <a:cubicBezTo>
                  <a:pt x="4820" y="4694"/>
                  <a:pt x="4505" y="4883"/>
                  <a:pt x="4348" y="5261"/>
                </a:cubicBezTo>
                <a:lnTo>
                  <a:pt x="3592" y="4505"/>
                </a:lnTo>
                <a:cubicBezTo>
                  <a:pt x="3403" y="4300"/>
                  <a:pt x="3135" y="4198"/>
                  <a:pt x="2867" y="4198"/>
                </a:cubicBezTo>
                <a:cubicBezTo>
                  <a:pt x="2599" y="4198"/>
                  <a:pt x="2331" y="4300"/>
                  <a:pt x="2142" y="4505"/>
                </a:cubicBezTo>
                <a:cubicBezTo>
                  <a:pt x="1733" y="4883"/>
                  <a:pt x="1733" y="5576"/>
                  <a:pt x="2142" y="5954"/>
                </a:cubicBezTo>
                <a:lnTo>
                  <a:pt x="4505" y="8317"/>
                </a:lnTo>
                <a:lnTo>
                  <a:pt x="4316" y="8317"/>
                </a:lnTo>
                <a:cubicBezTo>
                  <a:pt x="3875" y="8317"/>
                  <a:pt x="3466" y="8601"/>
                  <a:pt x="3308" y="9042"/>
                </a:cubicBezTo>
                <a:lnTo>
                  <a:pt x="725" y="9042"/>
                </a:lnTo>
                <a:lnTo>
                  <a:pt x="725" y="8979"/>
                </a:lnTo>
                <a:lnTo>
                  <a:pt x="725" y="2048"/>
                </a:lnTo>
                <a:close/>
                <a:moveTo>
                  <a:pt x="7640" y="3907"/>
                </a:moveTo>
                <a:cubicBezTo>
                  <a:pt x="7727" y="3907"/>
                  <a:pt x="7813" y="3938"/>
                  <a:pt x="7876" y="4001"/>
                </a:cubicBezTo>
                <a:lnTo>
                  <a:pt x="8664" y="4789"/>
                </a:lnTo>
                <a:cubicBezTo>
                  <a:pt x="9325" y="5450"/>
                  <a:pt x="9861" y="6238"/>
                  <a:pt x="10113" y="7026"/>
                </a:cubicBezTo>
                <a:lnTo>
                  <a:pt x="7530" y="9609"/>
                </a:lnTo>
                <a:lnTo>
                  <a:pt x="4222" y="9609"/>
                </a:lnTo>
                <a:cubicBezTo>
                  <a:pt x="4033" y="9609"/>
                  <a:pt x="3875" y="9451"/>
                  <a:pt x="3875" y="9262"/>
                </a:cubicBezTo>
                <a:cubicBezTo>
                  <a:pt x="3875" y="9073"/>
                  <a:pt x="4033" y="8916"/>
                  <a:pt x="4222" y="8916"/>
                </a:cubicBezTo>
                <a:lnTo>
                  <a:pt x="5230" y="8916"/>
                </a:lnTo>
                <a:cubicBezTo>
                  <a:pt x="5387" y="8916"/>
                  <a:pt x="5513" y="8821"/>
                  <a:pt x="5545" y="8695"/>
                </a:cubicBezTo>
                <a:cubicBezTo>
                  <a:pt x="5608" y="8601"/>
                  <a:pt x="5608" y="8443"/>
                  <a:pt x="5482" y="8349"/>
                </a:cubicBezTo>
                <a:lnTo>
                  <a:pt x="2520" y="5387"/>
                </a:lnTo>
                <a:cubicBezTo>
                  <a:pt x="2394" y="5293"/>
                  <a:pt x="2394" y="5041"/>
                  <a:pt x="2520" y="4915"/>
                </a:cubicBezTo>
                <a:cubicBezTo>
                  <a:pt x="2583" y="4868"/>
                  <a:pt x="2670" y="4844"/>
                  <a:pt x="2757" y="4844"/>
                </a:cubicBezTo>
                <a:cubicBezTo>
                  <a:pt x="2843" y="4844"/>
                  <a:pt x="2930" y="4868"/>
                  <a:pt x="2993" y="4915"/>
                </a:cubicBezTo>
                <a:lnTo>
                  <a:pt x="4442" y="6395"/>
                </a:lnTo>
                <a:lnTo>
                  <a:pt x="5450" y="7372"/>
                </a:lnTo>
                <a:cubicBezTo>
                  <a:pt x="5498" y="7435"/>
                  <a:pt x="5584" y="7467"/>
                  <a:pt x="5675" y="7467"/>
                </a:cubicBezTo>
                <a:cubicBezTo>
                  <a:pt x="5765" y="7467"/>
                  <a:pt x="5860" y="7435"/>
                  <a:pt x="5923" y="7372"/>
                </a:cubicBezTo>
                <a:cubicBezTo>
                  <a:pt x="6017" y="7246"/>
                  <a:pt x="6017" y="7026"/>
                  <a:pt x="5923" y="6900"/>
                </a:cubicBezTo>
                <a:lnTo>
                  <a:pt x="4915" y="5923"/>
                </a:lnTo>
                <a:cubicBezTo>
                  <a:pt x="4820" y="5797"/>
                  <a:pt x="4820" y="5545"/>
                  <a:pt x="4915" y="5450"/>
                </a:cubicBezTo>
                <a:cubicBezTo>
                  <a:pt x="4978" y="5387"/>
                  <a:pt x="5072" y="5356"/>
                  <a:pt x="5163" y="5356"/>
                </a:cubicBezTo>
                <a:cubicBezTo>
                  <a:pt x="5253" y="5356"/>
                  <a:pt x="5340" y="5387"/>
                  <a:pt x="5387" y="5450"/>
                </a:cubicBezTo>
                <a:lnTo>
                  <a:pt x="6396" y="6427"/>
                </a:lnTo>
                <a:cubicBezTo>
                  <a:pt x="6443" y="6490"/>
                  <a:pt x="6529" y="6522"/>
                  <a:pt x="6620" y="6522"/>
                </a:cubicBezTo>
                <a:cubicBezTo>
                  <a:pt x="6711" y="6522"/>
                  <a:pt x="6805" y="6490"/>
                  <a:pt x="6868" y="6427"/>
                </a:cubicBezTo>
                <a:cubicBezTo>
                  <a:pt x="6963" y="6301"/>
                  <a:pt x="6963" y="6080"/>
                  <a:pt x="6868" y="5954"/>
                </a:cubicBezTo>
                <a:lnTo>
                  <a:pt x="5860" y="4978"/>
                </a:lnTo>
                <a:cubicBezTo>
                  <a:pt x="5765" y="4852"/>
                  <a:pt x="5765" y="4631"/>
                  <a:pt x="5860" y="4505"/>
                </a:cubicBezTo>
                <a:cubicBezTo>
                  <a:pt x="5923" y="4442"/>
                  <a:pt x="6017" y="4411"/>
                  <a:pt x="6108" y="4411"/>
                </a:cubicBezTo>
                <a:cubicBezTo>
                  <a:pt x="6199" y="4411"/>
                  <a:pt x="6285" y="4442"/>
                  <a:pt x="6333" y="4505"/>
                </a:cubicBezTo>
                <a:lnTo>
                  <a:pt x="7341" y="5482"/>
                </a:lnTo>
                <a:cubicBezTo>
                  <a:pt x="7388" y="5545"/>
                  <a:pt x="7475" y="5576"/>
                  <a:pt x="7565" y="5576"/>
                </a:cubicBezTo>
                <a:cubicBezTo>
                  <a:pt x="7656" y="5576"/>
                  <a:pt x="7750" y="5545"/>
                  <a:pt x="7813" y="5482"/>
                </a:cubicBezTo>
                <a:cubicBezTo>
                  <a:pt x="7908" y="5356"/>
                  <a:pt x="7908" y="5135"/>
                  <a:pt x="7813" y="5009"/>
                </a:cubicBezTo>
                <a:lnTo>
                  <a:pt x="7341" y="4537"/>
                </a:lnTo>
                <a:cubicBezTo>
                  <a:pt x="7278" y="4348"/>
                  <a:pt x="7278" y="4096"/>
                  <a:pt x="7404" y="4001"/>
                </a:cubicBezTo>
                <a:cubicBezTo>
                  <a:pt x="7467" y="3938"/>
                  <a:pt x="7553" y="3907"/>
                  <a:pt x="7640" y="3907"/>
                </a:cubicBezTo>
                <a:close/>
                <a:moveTo>
                  <a:pt x="10554" y="7624"/>
                </a:moveTo>
                <a:lnTo>
                  <a:pt x="10806" y="7845"/>
                </a:lnTo>
                <a:cubicBezTo>
                  <a:pt x="10964" y="8002"/>
                  <a:pt x="10964" y="8191"/>
                  <a:pt x="10806" y="8317"/>
                </a:cubicBezTo>
                <a:lnTo>
                  <a:pt x="8853" y="10239"/>
                </a:lnTo>
                <a:cubicBezTo>
                  <a:pt x="8806" y="10302"/>
                  <a:pt x="8719" y="10334"/>
                  <a:pt x="8628" y="10334"/>
                </a:cubicBezTo>
                <a:cubicBezTo>
                  <a:pt x="8538" y="10334"/>
                  <a:pt x="8443" y="10302"/>
                  <a:pt x="8380" y="10239"/>
                </a:cubicBezTo>
                <a:lnTo>
                  <a:pt x="8160" y="10019"/>
                </a:lnTo>
                <a:lnTo>
                  <a:pt x="10554" y="7624"/>
                </a:lnTo>
                <a:close/>
                <a:moveTo>
                  <a:pt x="3277" y="9672"/>
                </a:moveTo>
                <a:cubicBezTo>
                  <a:pt x="3434" y="10050"/>
                  <a:pt x="3781" y="10334"/>
                  <a:pt x="4222" y="10334"/>
                </a:cubicBezTo>
                <a:lnTo>
                  <a:pt x="6143" y="10334"/>
                </a:lnTo>
                <a:lnTo>
                  <a:pt x="6143" y="10680"/>
                </a:lnTo>
                <a:lnTo>
                  <a:pt x="6175" y="10680"/>
                </a:lnTo>
                <a:cubicBezTo>
                  <a:pt x="6175" y="10869"/>
                  <a:pt x="6017" y="11027"/>
                  <a:pt x="5828" y="11027"/>
                </a:cubicBezTo>
                <a:lnTo>
                  <a:pt x="1040" y="11027"/>
                </a:lnTo>
                <a:cubicBezTo>
                  <a:pt x="819" y="11027"/>
                  <a:pt x="662" y="10869"/>
                  <a:pt x="662" y="10680"/>
                </a:cubicBezTo>
                <a:lnTo>
                  <a:pt x="662" y="9672"/>
                </a:lnTo>
                <a:close/>
                <a:moveTo>
                  <a:pt x="1040" y="0"/>
                </a:moveTo>
                <a:cubicBezTo>
                  <a:pt x="473" y="0"/>
                  <a:pt x="0" y="473"/>
                  <a:pt x="0" y="1040"/>
                </a:cubicBezTo>
                <a:lnTo>
                  <a:pt x="0" y="10649"/>
                </a:lnTo>
                <a:cubicBezTo>
                  <a:pt x="0" y="11184"/>
                  <a:pt x="473" y="11657"/>
                  <a:pt x="1040" y="11657"/>
                </a:cubicBezTo>
                <a:lnTo>
                  <a:pt x="5828" y="11657"/>
                </a:lnTo>
                <a:cubicBezTo>
                  <a:pt x="6396" y="11657"/>
                  <a:pt x="6868" y="11184"/>
                  <a:pt x="6868" y="10649"/>
                </a:cubicBezTo>
                <a:lnTo>
                  <a:pt x="6868" y="10334"/>
                </a:lnTo>
                <a:lnTo>
                  <a:pt x="7467" y="10334"/>
                </a:lnTo>
                <a:lnTo>
                  <a:pt x="7876" y="10775"/>
                </a:lnTo>
                <a:cubicBezTo>
                  <a:pt x="8081" y="10964"/>
                  <a:pt x="8349" y="11058"/>
                  <a:pt x="8613" y="11058"/>
                </a:cubicBezTo>
                <a:cubicBezTo>
                  <a:pt x="8877" y="11058"/>
                  <a:pt x="9136" y="10964"/>
                  <a:pt x="9325" y="10775"/>
                </a:cubicBezTo>
                <a:lnTo>
                  <a:pt x="11279" y="8821"/>
                </a:lnTo>
                <a:cubicBezTo>
                  <a:pt x="11688" y="8443"/>
                  <a:pt x="11688" y="7782"/>
                  <a:pt x="11310" y="7372"/>
                </a:cubicBezTo>
                <a:lnTo>
                  <a:pt x="10869" y="6931"/>
                </a:lnTo>
                <a:cubicBezTo>
                  <a:pt x="10554" y="6080"/>
                  <a:pt x="10082" y="5261"/>
                  <a:pt x="9420" y="4505"/>
                </a:cubicBezTo>
                <a:lnTo>
                  <a:pt x="8380" y="3466"/>
                </a:lnTo>
                <a:cubicBezTo>
                  <a:pt x="8191" y="3277"/>
                  <a:pt x="7931" y="3182"/>
                  <a:pt x="7668" y="3182"/>
                </a:cubicBezTo>
                <a:cubicBezTo>
                  <a:pt x="7404" y="3182"/>
                  <a:pt x="7136" y="3277"/>
                  <a:pt x="6931" y="3466"/>
                </a:cubicBezTo>
                <a:lnTo>
                  <a:pt x="6868" y="3560"/>
                </a:lnTo>
                <a:lnTo>
                  <a:pt x="6868" y="1040"/>
                </a:lnTo>
                <a:cubicBezTo>
                  <a:pt x="6868" y="473"/>
                  <a:pt x="6396" y="0"/>
                  <a:pt x="5828"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41" name="Google Shape;10706;p73">
            <a:extLst>
              <a:ext uri="{FF2B5EF4-FFF2-40B4-BE49-F238E27FC236}">
                <a16:creationId xmlns:a16="http://schemas.microsoft.com/office/drawing/2014/main" id="{B5FCD68A-183B-0029-3675-64032DE8999F}"/>
              </a:ext>
            </a:extLst>
          </p:cNvPr>
          <p:cNvGrpSpPr/>
          <p:nvPr/>
        </p:nvGrpSpPr>
        <p:grpSpPr>
          <a:xfrm>
            <a:off x="15722552" y="5404521"/>
            <a:ext cx="850999" cy="853263"/>
            <a:chOff x="-2060175" y="2768875"/>
            <a:chExt cx="291450" cy="292225"/>
          </a:xfrm>
          <a:solidFill>
            <a:srgbClr val="555559"/>
          </a:solidFill>
        </p:grpSpPr>
        <p:sp>
          <p:nvSpPr>
            <p:cNvPr id="2242" name="Google Shape;10707;p73">
              <a:extLst>
                <a:ext uri="{FF2B5EF4-FFF2-40B4-BE49-F238E27FC236}">
                  <a16:creationId xmlns:a16="http://schemas.microsoft.com/office/drawing/2014/main" id="{8E00A474-BD98-6323-0B95-29CCC567A260}"/>
                </a:ext>
              </a:extLst>
            </p:cNvPr>
            <p:cNvSpPr/>
            <p:nvPr/>
          </p:nvSpPr>
          <p:spPr>
            <a:xfrm>
              <a:off x="-2060175" y="2768875"/>
              <a:ext cx="291450" cy="292225"/>
            </a:xfrm>
            <a:custGeom>
              <a:avLst/>
              <a:gdLst/>
              <a:ahLst/>
              <a:cxnLst/>
              <a:rect l="l" t="t" r="r" b="b"/>
              <a:pathLst>
                <a:path w="11658" h="11689" extrusionOk="0">
                  <a:moveTo>
                    <a:pt x="10649" y="662"/>
                  </a:moveTo>
                  <a:cubicBezTo>
                    <a:pt x="10838" y="662"/>
                    <a:pt x="10996" y="820"/>
                    <a:pt x="10996" y="1009"/>
                  </a:cubicBezTo>
                  <a:cubicBezTo>
                    <a:pt x="10996" y="1198"/>
                    <a:pt x="10838" y="1355"/>
                    <a:pt x="10649" y="1355"/>
                  </a:cubicBezTo>
                  <a:lnTo>
                    <a:pt x="1040" y="1355"/>
                  </a:lnTo>
                  <a:cubicBezTo>
                    <a:pt x="851" y="1355"/>
                    <a:pt x="694" y="1198"/>
                    <a:pt x="694" y="1009"/>
                  </a:cubicBezTo>
                  <a:cubicBezTo>
                    <a:pt x="694" y="820"/>
                    <a:pt x="851" y="662"/>
                    <a:pt x="1040" y="662"/>
                  </a:cubicBezTo>
                  <a:close/>
                  <a:moveTo>
                    <a:pt x="10303" y="2049"/>
                  </a:moveTo>
                  <a:lnTo>
                    <a:pt x="10303" y="7908"/>
                  </a:lnTo>
                  <a:cubicBezTo>
                    <a:pt x="10334" y="8097"/>
                    <a:pt x="10177" y="8255"/>
                    <a:pt x="9988" y="8255"/>
                  </a:cubicBezTo>
                  <a:lnTo>
                    <a:pt x="1702" y="8255"/>
                  </a:lnTo>
                  <a:cubicBezTo>
                    <a:pt x="1513" y="8255"/>
                    <a:pt x="1355" y="8097"/>
                    <a:pt x="1355" y="7908"/>
                  </a:cubicBezTo>
                  <a:lnTo>
                    <a:pt x="1355" y="2049"/>
                  </a:lnTo>
                  <a:close/>
                  <a:moveTo>
                    <a:pt x="5797" y="10271"/>
                  </a:moveTo>
                  <a:cubicBezTo>
                    <a:pt x="5986" y="10271"/>
                    <a:pt x="6144" y="10429"/>
                    <a:pt x="6144" y="10618"/>
                  </a:cubicBezTo>
                  <a:cubicBezTo>
                    <a:pt x="6144" y="10807"/>
                    <a:pt x="5986" y="10964"/>
                    <a:pt x="5797" y="10964"/>
                  </a:cubicBezTo>
                  <a:cubicBezTo>
                    <a:pt x="5608" y="10964"/>
                    <a:pt x="5451" y="10807"/>
                    <a:pt x="5451" y="10618"/>
                  </a:cubicBezTo>
                  <a:cubicBezTo>
                    <a:pt x="5451" y="10429"/>
                    <a:pt x="5608" y="10271"/>
                    <a:pt x="5797" y="10271"/>
                  </a:cubicBezTo>
                  <a:close/>
                  <a:moveTo>
                    <a:pt x="1040" y="1"/>
                  </a:moveTo>
                  <a:cubicBezTo>
                    <a:pt x="473" y="1"/>
                    <a:pt x="1" y="473"/>
                    <a:pt x="1" y="1009"/>
                  </a:cubicBezTo>
                  <a:cubicBezTo>
                    <a:pt x="1" y="1450"/>
                    <a:pt x="284" y="1828"/>
                    <a:pt x="694" y="1986"/>
                  </a:cubicBezTo>
                  <a:lnTo>
                    <a:pt x="694" y="7908"/>
                  </a:lnTo>
                  <a:cubicBezTo>
                    <a:pt x="694" y="8444"/>
                    <a:pt x="1166" y="8917"/>
                    <a:pt x="1702" y="8917"/>
                  </a:cubicBezTo>
                  <a:lnTo>
                    <a:pt x="5482" y="8917"/>
                  </a:lnTo>
                  <a:lnTo>
                    <a:pt x="5482" y="9673"/>
                  </a:lnTo>
                  <a:cubicBezTo>
                    <a:pt x="5104" y="9830"/>
                    <a:pt x="4821" y="10177"/>
                    <a:pt x="4821" y="10649"/>
                  </a:cubicBezTo>
                  <a:cubicBezTo>
                    <a:pt x="4821" y="11216"/>
                    <a:pt x="5293" y="11689"/>
                    <a:pt x="5829" y="11689"/>
                  </a:cubicBezTo>
                  <a:cubicBezTo>
                    <a:pt x="6396" y="11689"/>
                    <a:pt x="6869" y="11216"/>
                    <a:pt x="6869" y="10649"/>
                  </a:cubicBezTo>
                  <a:cubicBezTo>
                    <a:pt x="6869" y="10240"/>
                    <a:pt x="6585" y="9830"/>
                    <a:pt x="6207" y="9673"/>
                  </a:cubicBezTo>
                  <a:lnTo>
                    <a:pt x="6207" y="8917"/>
                  </a:lnTo>
                  <a:lnTo>
                    <a:pt x="10019" y="8917"/>
                  </a:lnTo>
                  <a:cubicBezTo>
                    <a:pt x="10555" y="8917"/>
                    <a:pt x="11027" y="8444"/>
                    <a:pt x="11027" y="7908"/>
                  </a:cubicBezTo>
                  <a:lnTo>
                    <a:pt x="11027" y="1986"/>
                  </a:lnTo>
                  <a:cubicBezTo>
                    <a:pt x="11405" y="1828"/>
                    <a:pt x="11657" y="1450"/>
                    <a:pt x="11657" y="1009"/>
                  </a:cubicBezTo>
                  <a:cubicBezTo>
                    <a:pt x="11657" y="473"/>
                    <a:pt x="11185" y="1"/>
                    <a:pt x="1064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10708;p73">
              <a:extLst>
                <a:ext uri="{FF2B5EF4-FFF2-40B4-BE49-F238E27FC236}">
                  <a16:creationId xmlns:a16="http://schemas.microsoft.com/office/drawing/2014/main" id="{B0AC68CB-BE7D-B4AE-ABB1-EA3E3C191550}"/>
                </a:ext>
              </a:extLst>
            </p:cNvPr>
            <p:cNvSpPr/>
            <p:nvPr/>
          </p:nvSpPr>
          <p:spPr>
            <a:xfrm>
              <a:off x="-2008975" y="2855525"/>
              <a:ext cx="189050" cy="84500"/>
            </a:xfrm>
            <a:custGeom>
              <a:avLst/>
              <a:gdLst/>
              <a:ahLst/>
              <a:cxnLst/>
              <a:rect l="l" t="t" r="r" b="b"/>
              <a:pathLst>
                <a:path w="7562" h="3380" extrusionOk="0">
                  <a:moveTo>
                    <a:pt x="6553" y="0"/>
                  </a:moveTo>
                  <a:cubicBezTo>
                    <a:pt x="6144" y="0"/>
                    <a:pt x="6081" y="504"/>
                    <a:pt x="6427" y="662"/>
                  </a:cubicBezTo>
                  <a:lnTo>
                    <a:pt x="4474" y="2584"/>
                  </a:lnTo>
                  <a:lnTo>
                    <a:pt x="2647" y="788"/>
                  </a:lnTo>
                  <a:cubicBezTo>
                    <a:pt x="2584" y="725"/>
                    <a:pt x="2497" y="693"/>
                    <a:pt x="2410" y="693"/>
                  </a:cubicBezTo>
                  <a:cubicBezTo>
                    <a:pt x="2324" y="693"/>
                    <a:pt x="2237" y="725"/>
                    <a:pt x="2174" y="788"/>
                  </a:cubicBezTo>
                  <a:lnTo>
                    <a:pt x="126" y="2836"/>
                  </a:lnTo>
                  <a:cubicBezTo>
                    <a:pt x="0" y="2930"/>
                    <a:pt x="0" y="3182"/>
                    <a:pt x="126" y="3308"/>
                  </a:cubicBezTo>
                  <a:cubicBezTo>
                    <a:pt x="189" y="3356"/>
                    <a:pt x="276" y="3379"/>
                    <a:pt x="363" y="3379"/>
                  </a:cubicBezTo>
                  <a:cubicBezTo>
                    <a:pt x="449" y="3379"/>
                    <a:pt x="536" y="3356"/>
                    <a:pt x="599" y="3308"/>
                  </a:cubicBezTo>
                  <a:lnTo>
                    <a:pt x="2426" y="1481"/>
                  </a:lnTo>
                  <a:lnTo>
                    <a:pt x="4222" y="3308"/>
                  </a:lnTo>
                  <a:cubicBezTo>
                    <a:pt x="4285" y="3356"/>
                    <a:pt x="4372" y="3379"/>
                    <a:pt x="4458" y="3379"/>
                  </a:cubicBezTo>
                  <a:cubicBezTo>
                    <a:pt x="4545" y="3379"/>
                    <a:pt x="4632" y="3356"/>
                    <a:pt x="4695" y="3308"/>
                  </a:cubicBezTo>
                  <a:lnTo>
                    <a:pt x="6900" y="1134"/>
                  </a:lnTo>
                  <a:cubicBezTo>
                    <a:pt x="6931" y="1260"/>
                    <a:pt x="7057" y="1355"/>
                    <a:pt x="7215" y="1355"/>
                  </a:cubicBezTo>
                  <a:cubicBezTo>
                    <a:pt x="7404" y="1355"/>
                    <a:pt x="7562" y="1197"/>
                    <a:pt x="7562" y="1008"/>
                  </a:cubicBezTo>
                  <a:lnTo>
                    <a:pt x="7562" y="347"/>
                  </a:lnTo>
                  <a:cubicBezTo>
                    <a:pt x="7562" y="158"/>
                    <a:pt x="7467" y="0"/>
                    <a:pt x="724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44" name="Google Shape;10709;p73">
            <a:extLst>
              <a:ext uri="{FF2B5EF4-FFF2-40B4-BE49-F238E27FC236}">
                <a16:creationId xmlns:a16="http://schemas.microsoft.com/office/drawing/2014/main" id="{2ED80A6C-CF00-BB1E-73F4-F08AE48BB435}"/>
              </a:ext>
            </a:extLst>
          </p:cNvPr>
          <p:cNvGrpSpPr/>
          <p:nvPr/>
        </p:nvGrpSpPr>
        <p:grpSpPr>
          <a:xfrm>
            <a:off x="19014574" y="3323231"/>
            <a:ext cx="853263" cy="850999"/>
            <a:chOff x="-937025" y="2064750"/>
            <a:chExt cx="292225" cy="291450"/>
          </a:xfrm>
          <a:solidFill>
            <a:srgbClr val="555559"/>
          </a:solidFill>
        </p:grpSpPr>
        <p:sp>
          <p:nvSpPr>
            <p:cNvPr id="2245" name="Google Shape;10710;p73">
              <a:extLst>
                <a:ext uri="{FF2B5EF4-FFF2-40B4-BE49-F238E27FC236}">
                  <a16:creationId xmlns:a16="http://schemas.microsoft.com/office/drawing/2014/main" id="{3BF62C96-FAE3-830C-FB89-1C822BC7C351}"/>
                </a:ext>
              </a:extLst>
            </p:cNvPr>
            <p:cNvSpPr/>
            <p:nvPr/>
          </p:nvSpPr>
          <p:spPr>
            <a:xfrm>
              <a:off x="-834625" y="2134850"/>
              <a:ext cx="86650" cy="85075"/>
            </a:xfrm>
            <a:custGeom>
              <a:avLst/>
              <a:gdLst/>
              <a:ahLst/>
              <a:cxnLst/>
              <a:rect l="l" t="t" r="r" b="b"/>
              <a:pathLst>
                <a:path w="3466" h="3403" extrusionOk="0">
                  <a:moveTo>
                    <a:pt x="1702" y="599"/>
                  </a:moveTo>
                  <a:cubicBezTo>
                    <a:pt x="1922" y="599"/>
                    <a:pt x="2080" y="788"/>
                    <a:pt x="2080" y="977"/>
                  </a:cubicBezTo>
                  <a:cubicBezTo>
                    <a:pt x="2080" y="1166"/>
                    <a:pt x="1922" y="1324"/>
                    <a:pt x="1702" y="1324"/>
                  </a:cubicBezTo>
                  <a:cubicBezTo>
                    <a:pt x="1512" y="1324"/>
                    <a:pt x="1355" y="1166"/>
                    <a:pt x="1355" y="977"/>
                  </a:cubicBezTo>
                  <a:cubicBezTo>
                    <a:pt x="1355" y="788"/>
                    <a:pt x="1512" y="599"/>
                    <a:pt x="1702" y="599"/>
                  </a:cubicBezTo>
                  <a:close/>
                  <a:moveTo>
                    <a:pt x="1765" y="2048"/>
                  </a:moveTo>
                  <a:cubicBezTo>
                    <a:pt x="2174" y="2048"/>
                    <a:pt x="2584" y="2300"/>
                    <a:pt x="2741" y="2710"/>
                  </a:cubicBezTo>
                  <a:lnTo>
                    <a:pt x="756" y="2710"/>
                  </a:lnTo>
                  <a:cubicBezTo>
                    <a:pt x="914" y="2300"/>
                    <a:pt x="1292" y="2048"/>
                    <a:pt x="1765" y="2048"/>
                  </a:cubicBezTo>
                  <a:close/>
                  <a:moveTo>
                    <a:pt x="1702" y="0"/>
                  </a:moveTo>
                  <a:cubicBezTo>
                    <a:pt x="1166" y="0"/>
                    <a:pt x="693" y="441"/>
                    <a:pt x="693" y="1009"/>
                  </a:cubicBezTo>
                  <a:cubicBezTo>
                    <a:pt x="693" y="1198"/>
                    <a:pt x="788" y="1387"/>
                    <a:pt x="851" y="1576"/>
                  </a:cubicBezTo>
                  <a:cubicBezTo>
                    <a:pt x="347" y="1891"/>
                    <a:pt x="0" y="2426"/>
                    <a:pt x="0" y="3056"/>
                  </a:cubicBezTo>
                  <a:cubicBezTo>
                    <a:pt x="0" y="3245"/>
                    <a:pt x="158" y="3403"/>
                    <a:pt x="347" y="3403"/>
                  </a:cubicBezTo>
                  <a:lnTo>
                    <a:pt x="3088" y="3403"/>
                  </a:lnTo>
                  <a:cubicBezTo>
                    <a:pt x="3308" y="3403"/>
                    <a:pt x="3466" y="3245"/>
                    <a:pt x="3466" y="3056"/>
                  </a:cubicBezTo>
                  <a:cubicBezTo>
                    <a:pt x="3434" y="2426"/>
                    <a:pt x="3088" y="1828"/>
                    <a:pt x="2584" y="1576"/>
                  </a:cubicBezTo>
                  <a:cubicBezTo>
                    <a:pt x="2710" y="1387"/>
                    <a:pt x="2741" y="1198"/>
                    <a:pt x="2741" y="1009"/>
                  </a:cubicBezTo>
                  <a:cubicBezTo>
                    <a:pt x="2741" y="441"/>
                    <a:pt x="2269" y="0"/>
                    <a:pt x="170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10711;p73">
              <a:extLst>
                <a:ext uri="{FF2B5EF4-FFF2-40B4-BE49-F238E27FC236}">
                  <a16:creationId xmlns:a16="http://schemas.microsoft.com/office/drawing/2014/main" id="{0E38F164-5F5D-91B2-E4F1-913CC807D8C0}"/>
                </a:ext>
              </a:extLst>
            </p:cNvPr>
            <p:cNvSpPr/>
            <p:nvPr/>
          </p:nvSpPr>
          <p:spPr>
            <a:xfrm>
              <a:off x="-936225" y="2304975"/>
              <a:ext cx="289850" cy="51225"/>
            </a:xfrm>
            <a:custGeom>
              <a:avLst/>
              <a:gdLst/>
              <a:ahLst/>
              <a:cxnLst/>
              <a:rect l="l" t="t" r="r" b="b"/>
              <a:pathLst>
                <a:path w="11594" h="2049" extrusionOk="0">
                  <a:moveTo>
                    <a:pt x="3056" y="662"/>
                  </a:moveTo>
                  <a:cubicBezTo>
                    <a:pt x="3277" y="662"/>
                    <a:pt x="3434" y="820"/>
                    <a:pt x="3434" y="1009"/>
                  </a:cubicBezTo>
                  <a:cubicBezTo>
                    <a:pt x="3434" y="1229"/>
                    <a:pt x="3277" y="1387"/>
                    <a:pt x="3056" y="1387"/>
                  </a:cubicBezTo>
                  <a:lnTo>
                    <a:pt x="1008" y="1387"/>
                  </a:lnTo>
                  <a:cubicBezTo>
                    <a:pt x="819" y="1387"/>
                    <a:pt x="662" y="1229"/>
                    <a:pt x="662" y="1009"/>
                  </a:cubicBezTo>
                  <a:cubicBezTo>
                    <a:pt x="662" y="820"/>
                    <a:pt x="819" y="662"/>
                    <a:pt x="1008" y="662"/>
                  </a:cubicBezTo>
                  <a:close/>
                  <a:moveTo>
                    <a:pt x="10586" y="693"/>
                  </a:moveTo>
                  <a:cubicBezTo>
                    <a:pt x="10775" y="693"/>
                    <a:pt x="10932" y="851"/>
                    <a:pt x="10932" y="1072"/>
                  </a:cubicBezTo>
                  <a:cubicBezTo>
                    <a:pt x="10901" y="1229"/>
                    <a:pt x="10775" y="1387"/>
                    <a:pt x="10586" y="1387"/>
                  </a:cubicBezTo>
                  <a:lnTo>
                    <a:pt x="4001" y="1387"/>
                  </a:lnTo>
                  <a:cubicBezTo>
                    <a:pt x="4096" y="1166"/>
                    <a:pt x="4096" y="914"/>
                    <a:pt x="4001" y="693"/>
                  </a:cubicBezTo>
                  <a:close/>
                  <a:moveTo>
                    <a:pt x="1008" y="0"/>
                  </a:moveTo>
                  <a:cubicBezTo>
                    <a:pt x="473" y="0"/>
                    <a:pt x="0" y="473"/>
                    <a:pt x="0" y="1009"/>
                  </a:cubicBezTo>
                  <a:cubicBezTo>
                    <a:pt x="0" y="1576"/>
                    <a:pt x="473" y="2048"/>
                    <a:pt x="1008" y="2048"/>
                  </a:cubicBezTo>
                  <a:lnTo>
                    <a:pt x="10586" y="2048"/>
                  </a:lnTo>
                  <a:cubicBezTo>
                    <a:pt x="11121" y="2048"/>
                    <a:pt x="11594" y="1576"/>
                    <a:pt x="11594" y="1009"/>
                  </a:cubicBezTo>
                  <a:cubicBezTo>
                    <a:pt x="11594" y="473"/>
                    <a:pt x="11121" y="0"/>
                    <a:pt x="1058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10712;p73">
              <a:extLst>
                <a:ext uri="{FF2B5EF4-FFF2-40B4-BE49-F238E27FC236}">
                  <a16:creationId xmlns:a16="http://schemas.microsoft.com/office/drawing/2014/main" id="{2743EFC2-1BC4-A6AA-A228-B380BB6D3E3B}"/>
                </a:ext>
              </a:extLst>
            </p:cNvPr>
            <p:cNvSpPr/>
            <p:nvPr/>
          </p:nvSpPr>
          <p:spPr>
            <a:xfrm>
              <a:off x="-937025" y="2064750"/>
              <a:ext cx="292225" cy="223125"/>
            </a:xfrm>
            <a:custGeom>
              <a:avLst/>
              <a:gdLst/>
              <a:ahLst/>
              <a:cxnLst/>
              <a:rect l="l" t="t" r="r" b="b"/>
              <a:pathLst>
                <a:path w="11689" h="8925" extrusionOk="0">
                  <a:moveTo>
                    <a:pt x="3813" y="662"/>
                  </a:moveTo>
                  <a:cubicBezTo>
                    <a:pt x="4002" y="662"/>
                    <a:pt x="4159" y="820"/>
                    <a:pt x="4159" y="1009"/>
                  </a:cubicBezTo>
                  <a:lnTo>
                    <a:pt x="4159" y="1355"/>
                  </a:lnTo>
                  <a:lnTo>
                    <a:pt x="3813" y="1355"/>
                  </a:lnTo>
                  <a:cubicBezTo>
                    <a:pt x="3246" y="1355"/>
                    <a:pt x="2773" y="1828"/>
                    <a:pt x="2773" y="2395"/>
                  </a:cubicBezTo>
                  <a:lnTo>
                    <a:pt x="2773" y="4978"/>
                  </a:lnTo>
                  <a:lnTo>
                    <a:pt x="2080" y="5703"/>
                  </a:lnTo>
                  <a:lnTo>
                    <a:pt x="2080" y="5199"/>
                  </a:lnTo>
                  <a:cubicBezTo>
                    <a:pt x="2080" y="4978"/>
                    <a:pt x="1922" y="4821"/>
                    <a:pt x="1702" y="4821"/>
                  </a:cubicBezTo>
                  <a:lnTo>
                    <a:pt x="1040" y="4821"/>
                  </a:lnTo>
                  <a:cubicBezTo>
                    <a:pt x="851" y="4821"/>
                    <a:pt x="694" y="4663"/>
                    <a:pt x="694" y="4474"/>
                  </a:cubicBezTo>
                  <a:lnTo>
                    <a:pt x="694" y="1009"/>
                  </a:lnTo>
                  <a:cubicBezTo>
                    <a:pt x="694" y="820"/>
                    <a:pt x="851" y="662"/>
                    <a:pt x="1040" y="662"/>
                  </a:cubicBezTo>
                  <a:close/>
                  <a:moveTo>
                    <a:pt x="10649" y="662"/>
                  </a:moveTo>
                  <a:cubicBezTo>
                    <a:pt x="10838" y="662"/>
                    <a:pt x="10996" y="820"/>
                    <a:pt x="10996" y="1009"/>
                  </a:cubicBezTo>
                  <a:lnTo>
                    <a:pt x="10996" y="4474"/>
                  </a:lnTo>
                  <a:cubicBezTo>
                    <a:pt x="10996" y="4695"/>
                    <a:pt x="10838" y="4852"/>
                    <a:pt x="10649" y="4852"/>
                  </a:cubicBezTo>
                  <a:lnTo>
                    <a:pt x="9893" y="4852"/>
                  </a:lnTo>
                  <a:cubicBezTo>
                    <a:pt x="9704" y="4852"/>
                    <a:pt x="9547" y="5010"/>
                    <a:pt x="9547" y="5199"/>
                  </a:cubicBezTo>
                  <a:lnTo>
                    <a:pt x="9547" y="5703"/>
                  </a:lnTo>
                  <a:lnTo>
                    <a:pt x="8885" y="5010"/>
                  </a:lnTo>
                  <a:lnTo>
                    <a:pt x="8885" y="2395"/>
                  </a:lnTo>
                  <a:cubicBezTo>
                    <a:pt x="8885" y="1859"/>
                    <a:pt x="8412" y="1387"/>
                    <a:pt x="7845" y="1387"/>
                  </a:cubicBezTo>
                  <a:lnTo>
                    <a:pt x="7499" y="1387"/>
                  </a:lnTo>
                  <a:lnTo>
                    <a:pt x="7499" y="1009"/>
                  </a:lnTo>
                  <a:cubicBezTo>
                    <a:pt x="7499" y="820"/>
                    <a:pt x="7656" y="662"/>
                    <a:pt x="7845" y="662"/>
                  </a:cubicBezTo>
                  <a:close/>
                  <a:moveTo>
                    <a:pt x="7845" y="2048"/>
                  </a:moveTo>
                  <a:cubicBezTo>
                    <a:pt x="8066" y="2048"/>
                    <a:pt x="8223" y="2206"/>
                    <a:pt x="8223" y="2395"/>
                  </a:cubicBezTo>
                  <a:lnTo>
                    <a:pt x="8223" y="6522"/>
                  </a:lnTo>
                  <a:cubicBezTo>
                    <a:pt x="8223" y="6742"/>
                    <a:pt x="8066" y="6900"/>
                    <a:pt x="7845" y="6900"/>
                  </a:cubicBezTo>
                  <a:lnTo>
                    <a:pt x="6711" y="6900"/>
                  </a:lnTo>
                  <a:cubicBezTo>
                    <a:pt x="6585" y="6900"/>
                    <a:pt x="6491" y="6931"/>
                    <a:pt x="6428" y="7057"/>
                  </a:cubicBezTo>
                  <a:lnTo>
                    <a:pt x="5798" y="8003"/>
                  </a:lnTo>
                  <a:lnTo>
                    <a:pt x="5167" y="7057"/>
                  </a:lnTo>
                  <a:cubicBezTo>
                    <a:pt x="5104" y="6963"/>
                    <a:pt x="5010" y="6900"/>
                    <a:pt x="4915" y="6900"/>
                  </a:cubicBezTo>
                  <a:lnTo>
                    <a:pt x="3750" y="6900"/>
                  </a:lnTo>
                  <a:cubicBezTo>
                    <a:pt x="3561" y="6900"/>
                    <a:pt x="3403" y="6742"/>
                    <a:pt x="3403" y="6522"/>
                  </a:cubicBezTo>
                  <a:lnTo>
                    <a:pt x="3403" y="2395"/>
                  </a:lnTo>
                  <a:cubicBezTo>
                    <a:pt x="3403" y="2206"/>
                    <a:pt x="3561" y="2048"/>
                    <a:pt x="3750" y="2048"/>
                  </a:cubicBezTo>
                  <a:close/>
                  <a:moveTo>
                    <a:pt x="1009" y="0"/>
                  </a:moveTo>
                  <a:cubicBezTo>
                    <a:pt x="473" y="0"/>
                    <a:pt x="1" y="473"/>
                    <a:pt x="1" y="1009"/>
                  </a:cubicBezTo>
                  <a:lnTo>
                    <a:pt x="1" y="4474"/>
                  </a:lnTo>
                  <a:cubicBezTo>
                    <a:pt x="1" y="5041"/>
                    <a:pt x="473" y="5514"/>
                    <a:pt x="1009" y="5514"/>
                  </a:cubicBezTo>
                  <a:lnTo>
                    <a:pt x="1355" y="5514"/>
                  </a:lnTo>
                  <a:lnTo>
                    <a:pt x="1355" y="6522"/>
                  </a:lnTo>
                  <a:cubicBezTo>
                    <a:pt x="1355" y="6736"/>
                    <a:pt x="1544" y="6877"/>
                    <a:pt x="1724" y="6877"/>
                  </a:cubicBezTo>
                  <a:cubicBezTo>
                    <a:pt x="1809" y="6877"/>
                    <a:pt x="1893" y="6845"/>
                    <a:pt x="1954" y="6774"/>
                  </a:cubicBezTo>
                  <a:lnTo>
                    <a:pt x="2742" y="5986"/>
                  </a:lnTo>
                  <a:lnTo>
                    <a:pt x="2742" y="6522"/>
                  </a:lnTo>
                  <a:cubicBezTo>
                    <a:pt x="2742" y="7089"/>
                    <a:pt x="3214" y="7562"/>
                    <a:pt x="3781" y="7562"/>
                  </a:cubicBezTo>
                  <a:lnTo>
                    <a:pt x="4726" y="7562"/>
                  </a:lnTo>
                  <a:lnTo>
                    <a:pt x="5545" y="8759"/>
                  </a:lnTo>
                  <a:cubicBezTo>
                    <a:pt x="5608" y="8869"/>
                    <a:pt x="5719" y="8924"/>
                    <a:pt x="5825" y="8924"/>
                  </a:cubicBezTo>
                  <a:cubicBezTo>
                    <a:pt x="5931" y="8924"/>
                    <a:pt x="6034" y="8869"/>
                    <a:pt x="6081" y="8759"/>
                  </a:cubicBezTo>
                  <a:lnTo>
                    <a:pt x="6932" y="7562"/>
                  </a:lnTo>
                  <a:lnTo>
                    <a:pt x="7877" y="7562"/>
                  </a:lnTo>
                  <a:cubicBezTo>
                    <a:pt x="8412" y="7562"/>
                    <a:pt x="8885" y="7089"/>
                    <a:pt x="8885" y="6522"/>
                  </a:cubicBezTo>
                  <a:lnTo>
                    <a:pt x="8885" y="5986"/>
                  </a:lnTo>
                  <a:lnTo>
                    <a:pt x="9673" y="6774"/>
                  </a:lnTo>
                  <a:cubicBezTo>
                    <a:pt x="9733" y="6845"/>
                    <a:pt x="9817" y="6877"/>
                    <a:pt x="9903" y="6877"/>
                  </a:cubicBezTo>
                  <a:cubicBezTo>
                    <a:pt x="10083" y="6877"/>
                    <a:pt x="10271" y="6736"/>
                    <a:pt x="10271" y="6522"/>
                  </a:cubicBezTo>
                  <a:lnTo>
                    <a:pt x="10271" y="5514"/>
                  </a:lnTo>
                  <a:lnTo>
                    <a:pt x="10649" y="5514"/>
                  </a:lnTo>
                  <a:cubicBezTo>
                    <a:pt x="11216" y="5514"/>
                    <a:pt x="11689" y="5041"/>
                    <a:pt x="11689" y="4474"/>
                  </a:cubicBezTo>
                  <a:lnTo>
                    <a:pt x="11689" y="1009"/>
                  </a:lnTo>
                  <a:cubicBezTo>
                    <a:pt x="11689" y="441"/>
                    <a:pt x="11216" y="0"/>
                    <a:pt x="10649" y="0"/>
                  </a:cubicBezTo>
                  <a:lnTo>
                    <a:pt x="7845" y="0"/>
                  </a:lnTo>
                  <a:cubicBezTo>
                    <a:pt x="7310" y="0"/>
                    <a:pt x="6837" y="473"/>
                    <a:pt x="6837" y="1009"/>
                  </a:cubicBezTo>
                  <a:lnTo>
                    <a:pt x="6837" y="1387"/>
                  </a:lnTo>
                  <a:lnTo>
                    <a:pt x="4789" y="1387"/>
                  </a:lnTo>
                  <a:lnTo>
                    <a:pt x="4789" y="1009"/>
                  </a:lnTo>
                  <a:cubicBezTo>
                    <a:pt x="4789" y="473"/>
                    <a:pt x="4317" y="0"/>
                    <a:pt x="378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48" name="Google Shape;10713;p73">
            <a:extLst>
              <a:ext uri="{FF2B5EF4-FFF2-40B4-BE49-F238E27FC236}">
                <a16:creationId xmlns:a16="http://schemas.microsoft.com/office/drawing/2014/main" id="{DEB1559C-3D15-233F-12C6-CC0591FFED60}"/>
              </a:ext>
            </a:extLst>
          </p:cNvPr>
          <p:cNvGrpSpPr/>
          <p:nvPr/>
        </p:nvGrpSpPr>
        <p:grpSpPr>
          <a:xfrm>
            <a:off x="5830037" y="3322094"/>
            <a:ext cx="853337" cy="853263"/>
            <a:chOff x="-5276050" y="2037975"/>
            <a:chExt cx="292250" cy="292225"/>
          </a:xfrm>
          <a:solidFill>
            <a:srgbClr val="555559"/>
          </a:solidFill>
        </p:grpSpPr>
        <p:sp>
          <p:nvSpPr>
            <p:cNvPr id="2249" name="Google Shape;10714;p73">
              <a:extLst>
                <a:ext uri="{FF2B5EF4-FFF2-40B4-BE49-F238E27FC236}">
                  <a16:creationId xmlns:a16="http://schemas.microsoft.com/office/drawing/2014/main" id="{AF3F3D93-D1AE-4C11-D027-07E3E4A5BE6D}"/>
                </a:ext>
              </a:extLst>
            </p:cNvPr>
            <p:cNvSpPr/>
            <p:nvPr/>
          </p:nvSpPr>
          <p:spPr>
            <a:xfrm>
              <a:off x="-5102775" y="2211250"/>
              <a:ext cx="51225" cy="49650"/>
            </a:xfrm>
            <a:custGeom>
              <a:avLst/>
              <a:gdLst/>
              <a:ahLst/>
              <a:cxnLst/>
              <a:rect l="l" t="t" r="r" b="b"/>
              <a:pathLst>
                <a:path w="2049" h="1986" extrusionOk="0">
                  <a:moveTo>
                    <a:pt x="343" y="0"/>
                  </a:moveTo>
                  <a:cubicBezTo>
                    <a:pt x="253" y="0"/>
                    <a:pt x="158" y="32"/>
                    <a:pt x="95" y="95"/>
                  </a:cubicBezTo>
                  <a:cubicBezTo>
                    <a:pt x="1" y="189"/>
                    <a:pt x="1" y="441"/>
                    <a:pt x="95" y="536"/>
                  </a:cubicBezTo>
                  <a:lnTo>
                    <a:pt x="536" y="977"/>
                  </a:lnTo>
                  <a:lnTo>
                    <a:pt x="95" y="1418"/>
                  </a:lnTo>
                  <a:cubicBezTo>
                    <a:pt x="1" y="1544"/>
                    <a:pt x="1" y="1765"/>
                    <a:pt x="95" y="1891"/>
                  </a:cubicBezTo>
                  <a:cubicBezTo>
                    <a:pt x="158" y="1954"/>
                    <a:pt x="253" y="1985"/>
                    <a:pt x="343" y="1985"/>
                  </a:cubicBezTo>
                  <a:cubicBezTo>
                    <a:pt x="434" y="1985"/>
                    <a:pt x="521" y="1954"/>
                    <a:pt x="568" y="1891"/>
                  </a:cubicBezTo>
                  <a:lnTo>
                    <a:pt x="1009" y="1450"/>
                  </a:lnTo>
                  <a:lnTo>
                    <a:pt x="1450" y="1891"/>
                  </a:lnTo>
                  <a:cubicBezTo>
                    <a:pt x="1513" y="1954"/>
                    <a:pt x="1600" y="1985"/>
                    <a:pt x="1686" y="1985"/>
                  </a:cubicBezTo>
                  <a:cubicBezTo>
                    <a:pt x="1773" y="1985"/>
                    <a:pt x="1860" y="1954"/>
                    <a:pt x="1923" y="1891"/>
                  </a:cubicBezTo>
                  <a:cubicBezTo>
                    <a:pt x="2049" y="1765"/>
                    <a:pt x="2049" y="1544"/>
                    <a:pt x="1923" y="1418"/>
                  </a:cubicBezTo>
                  <a:lnTo>
                    <a:pt x="1482" y="977"/>
                  </a:lnTo>
                  <a:lnTo>
                    <a:pt x="1923" y="536"/>
                  </a:lnTo>
                  <a:cubicBezTo>
                    <a:pt x="2049" y="441"/>
                    <a:pt x="2049" y="189"/>
                    <a:pt x="1923" y="95"/>
                  </a:cubicBezTo>
                  <a:cubicBezTo>
                    <a:pt x="1860" y="32"/>
                    <a:pt x="1773" y="0"/>
                    <a:pt x="1686" y="0"/>
                  </a:cubicBezTo>
                  <a:cubicBezTo>
                    <a:pt x="1600" y="0"/>
                    <a:pt x="1513" y="32"/>
                    <a:pt x="1450" y="95"/>
                  </a:cubicBezTo>
                  <a:lnTo>
                    <a:pt x="1009" y="504"/>
                  </a:lnTo>
                  <a:lnTo>
                    <a:pt x="568" y="95"/>
                  </a:lnTo>
                  <a:cubicBezTo>
                    <a:pt x="521" y="32"/>
                    <a:pt x="434" y="0"/>
                    <a:pt x="34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10715;p73">
              <a:extLst>
                <a:ext uri="{FF2B5EF4-FFF2-40B4-BE49-F238E27FC236}">
                  <a16:creationId xmlns:a16="http://schemas.microsoft.com/office/drawing/2014/main" id="{963D3B0B-BDB6-D7D1-EC69-2220F574839D}"/>
                </a:ext>
              </a:extLst>
            </p:cNvPr>
            <p:cNvSpPr/>
            <p:nvPr/>
          </p:nvSpPr>
          <p:spPr>
            <a:xfrm>
              <a:off x="-5224050" y="2107875"/>
              <a:ext cx="51200" cy="49825"/>
            </a:xfrm>
            <a:custGeom>
              <a:avLst/>
              <a:gdLst/>
              <a:ahLst/>
              <a:cxnLst/>
              <a:rect l="l" t="t" r="r" b="b"/>
              <a:pathLst>
                <a:path w="2048" h="1993" extrusionOk="0">
                  <a:moveTo>
                    <a:pt x="351" y="0"/>
                  </a:moveTo>
                  <a:cubicBezTo>
                    <a:pt x="260" y="0"/>
                    <a:pt x="173" y="24"/>
                    <a:pt x="126" y="71"/>
                  </a:cubicBezTo>
                  <a:cubicBezTo>
                    <a:pt x="0" y="197"/>
                    <a:pt x="0" y="449"/>
                    <a:pt x="126" y="544"/>
                  </a:cubicBezTo>
                  <a:lnTo>
                    <a:pt x="536" y="985"/>
                  </a:lnTo>
                  <a:lnTo>
                    <a:pt x="126" y="1426"/>
                  </a:lnTo>
                  <a:cubicBezTo>
                    <a:pt x="0" y="1552"/>
                    <a:pt x="0" y="1772"/>
                    <a:pt x="126" y="1898"/>
                  </a:cubicBezTo>
                  <a:cubicBezTo>
                    <a:pt x="173" y="1961"/>
                    <a:pt x="260" y="1993"/>
                    <a:pt x="351" y="1993"/>
                  </a:cubicBezTo>
                  <a:cubicBezTo>
                    <a:pt x="441" y="1993"/>
                    <a:pt x="536" y="1961"/>
                    <a:pt x="599" y="1898"/>
                  </a:cubicBezTo>
                  <a:lnTo>
                    <a:pt x="1008" y="1457"/>
                  </a:lnTo>
                  <a:lnTo>
                    <a:pt x="1449" y="1898"/>
                  </a:lnTo>
                  <a:cubicBezTo>
                    <a:pt x="1512" y="1961"/>
                    <a:pt x="1599" y="1993"/>
                    <a:pt x="1686" y="1993"/>
                  </a:cubicBezTo>
                  <a:cubicBezTo>
                    <a:pt x="1772" y="1993"/>
                    <a:pt x="1859" y="1961"/>
                    <a:pt x="1922" y="1898"/>
                  </a:cubicBezTo>
                  <a:cubicBezTo>
                    <a:pt x="2048" y="1772"/>
                    <a:pt x="2048" y="1520"/>
                    <a:pt x="1922" y="1426"/>
                  </a:cubicBezTo>
                  <a:lnTo>
                    <a:pt x="1481" y="985"/>
                  </a:lnTo>
                  <a:lnTo>
                    <a:pt x="1922" y="544"/>
                  </a:lnTo>
                  <a:cubicBezTo>
                    <a:pt x="2048" y="449"/>
                    <a:pt x="2048" y="197"/>
                    <a:pt x="1922" y="71"/>
                  </a:cubicBezTo>
                  <a:cubicBezTo>
                    <a:pt x="1875" y="24"/>
                    <a:pt x="1788" y="0"/>
                    <a:pt x="1697" y="0"/>
                  </a:cubicBezTo>
                  <a:cubicBezTo>
                    <a:pt x="1607" y="0"/>
                    <a:pt x="1512" y="24"/>
                    <a:pt x="1449" y="71"/>
                  </a:cubicBezTo>
                  <a:lnTo>
                    <a:pt x="1008" y="512"/>
                  </a:lnTo>
                  <a:lnTo>
                    <a:pt x="599" y="71"/>
                  </a:lnTo>
                  <a:cubicBezTo>
                    <a:pt x="536" y="24"/>
                    <a:pt x="441" y="0"/>
                    <a:pt x="35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10716;p73">
              <a:extLst>
                <a:ext uri="{FF2B5EF4-FFF2-40B4-BE49-F238E27FC236}">
                  <a16:creationId xmlns:a16="http://schemas.microsoft.com/office/drawing/2014/main" id="{A09C68D9-E366-6C22-55AF-E8C3AD4837B9}"/>
                </a:ext>
              </a:extLst>
            </p:cNvPr>
            <p:cNvSpPr/>
            <p:nvPr/>
          </p:nvSpPr>
          <p:spPr>
            <a:xfrm>
              <a:off x="-5276050" y="2037975"/>
              <a:ext cx="292250" cy="292225"/>
            </a:xfrm>
            <a:custGeom>
              <a:avLst/>
              <a:gdLst/>
              <a:ahLst/>
              <a:cxnLst/>
              <a:rect l="l" t="t" r="r" b="b"/>
              <a:pathLst>
                <a:path w="11690" h="11689" extrusionOk="0">
                  <a:moveTo>
                    <a:pt x="10334" y="3119"/>
                  </a:moveTo>
                  <a:cubicBezTo>
                    <a:pt x="10712" y="3119"/>
                    <a:pt x="11028" y="3403"/>
                    <a:pt x="11028" y="3781"/>
                  </a:cubicBezTo>
                  <a:cubicBezTo>
                    <a:pt x="11028" y="4190"/>
                    <a:pt x="10712" y="4442"/>
                    <a:pt x="10334" y="4442"/>
                  </a:cubicBezTo>
                  <a:cubicBezTo>
                    <a:pt x="9956" y="4442"/>
                    <a:pt x="9673" y="4127"/>
                    <a:pt x="9673" y="3781"/>
                  </a:cubicBezTo>
                  <a:cubicBezTo>
                    <a:pt x="9673" y="3403"/>
                    <a:pt x="9988" y="3119"/>
                    <a:pt x="10334" y="3119"/>
                  </a:cubicBezTo>
                  <a:close/>
                  <a:moveTo>
                    <a:pt x="4443" y="7593"/>
                  </a:moveTo>
                  <a:cubicBezTo>
                    <a:pt x="4853" y="7593"/>
                    <a:pt x="5105" y="7908"/>
                    <a:pt x="5105" y="8255"/>
                  </a:cubicBezTo>
                  <a:cubicBezTo>
                    <a:pt x="5105" y="8664"/>
                    <a:pt x="4790" y="8948"/>
                    <a:pt x="4443" y="8948"/>
                  </a:cubicBezTo>
                  <a:cubicBezTo>
                    <a:pt x="4065" y="8948"/>
                    <a:pt x="3781" y="8633"/>
                    <a:pt x="3781" y="8255"/>
                  </a:cubicBezTo>
                  <a:cubicBezTo>
                    <a:pt x="3781" y="7876"/>
                    <a:pt x="4096" y="7593"/>
                    <a:pt x="4443" y="7593"/>
                  </a:cubicBezTo>
                  <a:close/>
                  <a:moveTo>
                    <a:pt x="5829" y="725"/>
                  </a:moveTo>
                  <a:cubicBezTo>
                    <a:pt x="7341" y="725"/>
                    <a:pt x="8822" y="1386"/>
                    <a:pt x="9799" y="2521"/>
                  </a:cubicBezTo>
                  <a:cubicBezTo>
                    <a:pt x="9326" y="2710"/>
                    <a:pt x="8980" y="3245"/>
                    <a:pt x="8980" y="3781"/>
                  </a:cubicBezTo>
                  <a:cubicBezTo>
                    <a:pt x="8980" y="3718"/>
                    <a:pt x="8917" y="3623"/>
                    <a:pt x="8885" y="3560"/>
                  </a:cubicBezTo>
                  <a:lnTo>
                    <a:pt x="8854" y="3497"/>
                  </a:lnTo>
                  <a:lnTo>
                    <a:pt x="8192" y="2836"/>
                  </a:lnTo>
                  <a:cubicBezTo>
                    <a:pt x="8129" y="2773"/>
                    <a:pt x="8035" y="2741"/>
                    <a:pt x="7944" y="2741"/>
                  </a:cubicBezTo>
                  <a:cubicBezTo>
                    <a:pt x="7853" y="2741"/>
                    <a:pt x="7767" y="2773"/>
                    <a:pt x="7719" y="2836"/>
                  </a:cubicBezTo>
                  <a:cubicBezTo>
                    <a:pt x="7593" y="2962"/>
                    <a:pt x="7593" y="3182"/>
                    <a:pt x="7719" y="3308"/>
                  </a:cubicBezTo>
                  <a:lnTo>
                    <a:pt x="7814" y="3434"/>
                  </a:lnTo>
                  <a:cubicBezTo>
                    <a:pt x="6869" y="3466"/>
                    <a:pt x="5987" y="3875"/>
                    <a:pt x="5262" y="4568"/>
                  </a:cubicBezTo>
                  <a:cubicBezTo>
                    <a:pt x="4600" y="5230"/>
                    <a:pt x="4254" y="6081"/>
                    <a:pt x="4159" y="6963"/>
                  </a:cubicBezTo>
                  <a:cubicBezTo>
                    <a:pt x="3561" y="7120"/>
                    <a:pt x="3151" y="7656"/>
                    <a:pt x="3151" y="8318"/>
                  </a:cubicBezTo>
                  <a:cubicBezTo>
                    <a:pt x="3151" y="9074"/>
                    <a:pt x="3781" y="9704"/>
                    <a:pt x="4506" y="9704"/>
                  </a:cubicBezTo>
                  <a:cubicBezTo>
                    <a:pt x="5262" y="9704"/>
                    <a:pt x="5892" y="9074"/>
                    <a:pt x="5892" y="8318"/>
                  </a:cubicBezTo>
                  <a:cubicBezTo>
                    <a:pt x="5892" y="7687"/>
                    <a:pt x="5451" y="7120"/>
                    <a:pt x="4884" y="6963"/>
                  </a:cubicBezTo>
                  <a:cubicBezTo>
                    <a:pt x="5042" y="5482"/>
                    <a:pt x="6302" y="4222"/>
                    <a:pt x="7814" y="4127"/>
                  </a:cubicBezTo>
                  <a:lnTo>
                    <a:pt x="7814" y="4127"/>
                  </a:lnTo>
                  <a:lnTo>
                    <a:pt x="7751" y="4222"/>
                  </a:lnTo>
                  <a:cubicBezTo>
                    <a:pt x="7625" y="4348"/>
                    <a:pt x="7625" y="4568"/>
                    <a:pt x="7751" y="4694"/>
                  </a:cubicBezTo>
                  <a:cubicBezTo>
                    <a:pt x="7814" y="4757"/>
                    <a:pt x="7901" y="4789"/>
                    <a:pt x="7987" y="4789"/>
                  </a:cubicBezTo>
                  <a:cubicBezTo>
                    <a:pt x="8074" y="4789"/>
                    <a:pt x="8161" y="4757"/>
                    <a:pt x="8224" y="4694"/>
                  </a:cubicBezTo>
                  <a:lnTo>
                    <a:pt x="8885" y="4033"/>
                  </a:lnTo>
                  <a:cubicBezTo>
                    <a:pt x="8980" y="3938"/>
                    <a:pt x="9011" y="3875"/>
                    <a:pt x="9011" y="3781"/>
                  </a:cubicBezTo>
                  <a:cubicBezTo>
                    <a:pt x="9011" y="4537"/>
                    <a:pt x="9641" y="5167"/>
                    <a:pt x="10397" y="5167"/>
                  </a:cubicBezTo>
                  <a:cubicBezTo>
                    <a:pt x="10618" y="5167"/>
                    <a:pt x="10807" y="5136"/>
                    <a:pt x="11028" y="5010"/>
                  </a:cubicBezTo>
                  <a:cubicBezTo>
                    <a:pt x="11059" y="5293"/>
                    <a:pt x="11091" y="5545"/>
                    <a:pt x="11091" y="5829"/>
                  </a:cubicBezTo>
                  <a:cubicBezTo>
                    <a:pt x="11028" y="8696"/>
                    <a:pt x="8696" y="11027"/>
                    <a:pt x="5829" y="11027"/>
                  </a:cubicBezTo>
                  <a:cubicBezTo>
                    <a:pt x="2994" y="11027"/>
                    <a:pt x="694" y="8696"/>
                    <a:pt x="694" y="5829"/>
                  </a:cubicBezTo>
                  <a:cubicBezTo>
                    <a:pt x="694" y="2993"/>
                    <a:pt x="2994" y="725"/>
                    <a:pt x="5829" y="725"/>
                  </a:cubicBezTo>
                  <a:close/>
                  <a:moveTo>
                    <a:pt x="5829" y="0"/>
                  </a:moveTo>
                  <a:cubicBezTo>
                    <a:pt x="2584" y="0"/>
                    <a:pt x="1" y="2615"/>
                    <a:pt x="1" y="5829"/>
                  </a:cubicBezTo>
                  <a:cubicBezTo>
                    <a:pt x="1" y="7404"/>
                    <a:pt x="599" y="8853"/>
                    <a:pt x="1702" y="9956"/>
                  </a:cubicBezTo>
                  <a:cubicBezTo>
                    <a:pt x="2773" y="11058"/>
                    <a:pt x="4254" y="11689"/>
                    <a:pt x="5829" y="11689"/>
                  </a:cubicBezTo>
                  <a:cubicBezTo>
                    <a:pt x="6617" y="11689"/>
                    <a:pt x="7341" y="11531"/>
                    <a:pt x="8098" y="11216"/>
                  </a:cubicBezTo>
                  <a:cubicBezTo>
                    <a:pt x="8822" y="10901"/>
                    <a:pt x="9452" y="10523"/>
                    <a:pt x="9956" y="9956"/>
                  </a:cubicBezTo>
                  <a:cubicBezTo>
                    <a:pt x="10492" y="9420"/>
                    <a:pt x="10901" y="8790"/>
                    <a:pt x="11217" y="8128"/>
                  </a:cubicBezTo>
                  <a:cubicBezTo>
                    <a:pt x="11532" y="7404"/>
                    <a:pt x="11689" y="6616"/>
                    <a:pt x="11689" y="5829"/>
                  </a:cubicBezTo>
                  <a:cubicBezTo>
                    <a:pt x="11689" y="5356"/>
                    <a:pt x="11658" y="4884"/>
                    <a:pt x="11532" y="4442"/>
                  </a:cubicBezTo>
                  <a:cubicBezTo>
                    <a:pt x="11595" y="4253"/>
                    <a:pt x="11689" y="4033"/>
                    <a:pt x="11689" y="3781"/>
                  </a:cubicBezTo>
                  <a:cubicBezTo>
                    <a:pt x="11689" y="3119"/>
                    <a:pt x="11217" y="2552"/>
                    <a:pt x="10586" y="2458"/>
                  </a:cubicBezTo>
                  <a:cubicBezTo>
                    <a:pt x="9484" y="945"/>
                    <a:pt x="7719" y="0"/>
                    <a:pt x="582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52" name="Google Shape;10717;p73">
            <a:extLst>
              <a:ext uri="{FF2B5EF4-FFF2-40B4-BE49-F238E27FC236}">
                <a16:creationId xmlns:a16="http://schemas.microsoft.com/office/drawing/2014/main" id="{33D7742E-A5B3-76EB-48F6-20A51CD3B63B}"/>
              </a:ext>
            </a:extLst>
          </p:cNvPr>
          <p:cNvSpPr/>
          <p:nvPr/>
        </p:nvSpPr>
        <p:spPr>
          <a:xfrm>
            <a:off x="5822798" y="4378126"/>
            <a:ext cx="869394" cy="799830"/>
          </a:xfrm>
          <a:custGeom>
            <a:avLst/>
            <a:gdLst/>
            <a:ahLst/>
            <a:cxnLst/>
            <a:rect l="l" t="t" r="r" b="b"/>
            <a:pathLst>
              <a:path w="11910" h="10957" extrusionOk="0">
                <a:moveTo>
                  <a:pt x="7325" y="654"/>
                </a:moveTo>
                <a:cubicBezTo>
                  <a:pt x="7412" y="654"/>
                  <a:pt x="7498" y="686"/>
                  <a:pt x="7561" y="749"/>
                </a:cubicBezTo>
                <a:lnTo>
                  <a:pt x="10995" y="4088"/>
                </a:lnTo>
                <a:cubicBezTo>
                  <a:pt x="11122" y="4246"/>
                  <a:pt x="11122" y="4466"/>
                  <a:pt x="10995" y="4592"/>
                </a:cubicBezTo>
                <a:lnTo>
                  <a:pt x="10082" y="5506"/>
                </a:lnTo>
                <a:lnTo>
                  <a:pt x="7404" y="2859"/>
                </a:lnTo>
                <a:cubicBezTo>
                  <a:pt x="7215" y="2670"/>
                  <a:pt x="6955" y="2576"/>
                  <a:pt x="6691" y="2576"/>
                </a:cubicBezTo>
                <a:cubicBezTo>
                  <a:pt x="6427" y="2576"/>
                  <a:pt x="6159" y="2670"/>
                  <a:pt x="5955" y="2859"/>
                </a:cubicBezTo>
                <a:lnTo>
                  <a:pt x="4978" y="3805"/>
                </a:lnTo>
                <a:cubicBezTo>
                  <a:pt x="4915" y="3868"/>
                  <a:pt x="4828" y="3899"/>
                  <a:pt x="4742" y="3899"/>
                </a:cubicBezTo>
                <a:cubicBezTo>
                  <a:pt x="4655" y="3899"/>
                  <a:pt x="4568" y="3868"/>
                  <a:pt x="4505" y="3805"/>
                </a:cubicBezTo>
                <a:cubicBezTo>
                  <a:pt x="4379" y="3679"/>
                  <a:pt x="4379" y="3458"/>
                  <a:pt x="4505" y="3332"/>
                </a:cubicBezTo>
                <a:lnTo>
                  <a:pt x="5955" y="1883"/>
                </a:lnTo>
                <a:lnTo>
                  <a:pt x="7089" y="749"/>
                </a:lnTo>
                <a:cubicBezTo>
                  <a:pt x="7152" y="686"/>
                  <a:pt x="7239" y="654"/>
                  <a:pt x="7325" y="654"/>
                </a:cubicBezTo>
                <a:close/>
                <a:moveTo>
                  <a:pt x="2808" y="5183"/>
                </a:moveTo>
                <a:cubicBezTo>
                  <a:pt x="2899" y="5183"/>
                  <a:pt x="2993" y="5207"/>
                  <a:pt x="3056" y="5254"/>
                </a:cubicBezTo>
                <a:cubicBezTo>
                  <a:pt x="3151" y="5380"/>
                  <a:pt x="3151" y="5632"/>
                  <a:pt x="3056" y="5726"/>
                </a:cubicBezTo>
                <a:lnTo>
                  <a:pt x="2048" y="6735"/>
                </a:lnTo>
                <a:cubicBezTo>
                  <a:pt x="2001" y="6782"/>
                  <a:pt x="1914" y="6805"/>
                  <a:pt x="1824" y="6805"/>
                </a:cubicBezTo>
                <a:cubicBezTo>
                  <a:pt x="1733" y="6805"/>
                  <a:pt x="1639" y="6782"/>
                  <a:pt x="1576" y="6735"/>
                </a:cubicBezTo>
                <a:cubicBezTo>
                  <a:pt x="1449" y="6609"/>
                  <a:pt x="1449" y="6357"/>
                  <a:pt x="1576" y="6262"/>
                </a:cubicBezTo>
                <a:lnTo>
                  <a:pt x="2584" y="5254"/>
                </a:lnTo>
                <a:cubicBezTo>
                  <a:pt x="2631" y="5207"/>
                  <a:pt x="2718" y="5183"/>
                  <a:pt x="2808" y="5183"/>
                </a:cubicBezTo>
                <a:close/>
                <a:moveTo>
                  <a:pt x="3785" y="6167"/>
                </a:moveTo>
                <a:cubicBezTo>
                  <a:pt x="3875" y="6167"/>
                  <a:pt x="3970" y="6199"/>
                  <a:pt x="4033" y="6262"/>
                </a:cubicBezTo>
                <a:cubicBezTo>
                  <a:pt x="4159" y="6357"/>
                  <a:pt x="4159" y="6609"/>
                  <a:pt x="4033" y="6735"/>
                </a:cubicBezTo>
                <a:lnTo>
                  <a:pt x="3056" y="7711"/>
                </a:lnTo>
                <a:cubicBezTo>
                  <a:pt x="2993" y="7774"/>
                  <a:pt x="2899" y="7806"/>
                  <a:pt x="2808" y="7806"/>
                </a:cubicBezTo>
                <a:cubicBezTo>
                  <a:pt x="2718" y="7806"/>
                  <a:pt x="2631" y="7774"/>
                  <a:pt x="2584" y="7711"/>
                </a:cubicBezTo>
                <a:cubicBezTo>
                  <a:pt x="2395" y="7554"/>
                  <a:pt x="2395" y="7365"/>
                  <a:pt x="2584" y="7239"/>
                </a:cubicBezTo>
                <a:lnTo>
                  <a:pt x="3560" y="6262"/>
                </a:lnTo>
                <a:cubicBezTo>
                  <a:pt x="3608" y="6199"/>
                  <a:pt x="3694" y="6167"/>
                  <a:pt x="3785" y="6167"/>
                </a:cubicBezTo>
                <a:close/>
                <a:moveTo>
                  <a:pt x="4730" y="7113"/>
                </a:moveTo>
                <a:cubicBezTo>
                  <a:pt x="4821" y="7113"/>
                  <a:pt x="4915" y="7144"/>
                  <a:pt x="4978" y="7207"/>
                </a:cubicBezTo>
                <a:cubicBezTo>
                  <a:pt x="5073" y="7302"/>
                  <a:pt x="5073" y="7554"/>
                  <a:pt x="4978" y="7680"/>
                </a:cubicBezTo>
                <a:lnTo>
                  <a:pt x="4001" y="8656"/>
                </a:lnTo>
                <a:cubicBezTo>
                  <a:pt x="3938" y="8719"/>
                  <a:pt x="3844" y="8751"/>
                  <a:pt x="3749" y="8751"/>
                </a:cubicBezTo>
                <a:cubicBezTo>
                  <a:pt x="3655" y="8751"/>
                  <a:pt x="3560" y="8719"/>
                  <a:pt x="3497" y="8656"/>
                </a:cubicBezTo>
                <a:cubicBezTo>
                  <a:pt x="3403" y="8530"/>
                  <a:pt x="3403" y="8310"/>
                  <a:pt x="3497" y="8184"/>
                </a:cubicBezTo>
                <a:lnTo>
                  <a:pt x="4505" y="7207"/>
                </a:lnTo>
                <a:cubicBezTo>
                  <a:pt x="4553" y="7144"/>
                  <a:pt x="4639" y="7113"/>
                  <a:pt x="4730" y="7113"/>
                </a:cubicBezTo>
                <a:close/>
                <a:moveTo>
                  <a:pt x="4100" y="969"/>
                </a:moveTo>
                <a:cubicBezTo>
                  <a:pt x="4190" y="969"/>
                  <a:pt x="4285" y="1001"/>
                  <a:pt x="4348" y="1064"/>
                </a:cubicBezTo>
                <a:lnTo>
                  <a:pt x="5041" y="1725"/>
                </a:lnTo>
                <a:lnTo>
                  <a:pt x="3938" y="2828"/>
                </a:lnTo>
                <a:cubicBezTo>
                  <a:pt x="3560" y="3206"/>
                  <a:pt x="3560" y="3899"/>
                  <a:pt x="3938" y="4277"/>
                </a:cubicBezTo>
                <a:cubicBezTo>
                  <a:pt x="4143" y="4482"/>
                  <a:pt x="4411" y="4584"/>
                  <a:pt x="4675" y="4584"/>
                </a:cubicBezTo>
                <a:cubicBezTo>
                  <a:pt x="4939" y="4584"/>
                  <a:pt x="5199" y="4482"/>
                  <a:pt x="5388" y="4277"/>
                </a:cubicBezTo>
                <a:lnTo>
                  <a:pt x="6396" y="3332"/>
                </a:lnTo>
                <a:cubicBezTo>
                  <a:pt x="6443" y="3269"/>
                  <a:pt x="6530" y="3238"/>
                  <a:pt x="6620" y="3238"/>
                </a:cubicBezTo>
                <a:cubicBezTo>
                  <a:pt x="6711" y="3238"/>
                  <a:pt x="6805" y="3269"/>
                  <a:pt x="6868" y="3332"/>
                </a:cubicBezTo>
                <a:lnTo>
                  <a:pt x="10334" y="6735"/>
                </a:lnTo>
                <a:cubicBezTo>
                  <a:pt x="10491" y="6829"/>
                  <a:pt x="10491" y="7113"/>
                  <a:pt x="10365" y="7239"/>
                </a:cubicBezTo>
                <a:cubicBezTo>
                  <a:pt x="10302" y="7302"/>
                  <a:pt x="10216" y="7333"/>
                  <a:pt x="10129" y="7333"/>
                </a:cubicBezTo>
                <a:cubicBezTo>
                  <a:pt x="10042" y="7333"/>
                  <a:pt x="9956" y="7302"/>
                  <a:pt x="9893" y="7239"/>
                </a:cubicBezTo>
                <a:lnTo>
                  <a:pt x="8444" y="5789"/>
                </a:lnTo>
                <a:cubicBezTo>
                  <a:pt x="8381" y="5726"/>
                  <a:pt x="8286" y="5695"/>
                  <a:pt x="8195" y="5695"/>
                </a:cubicBezTo>
                <a:cubicBezTo>
                  <a:pt x="8105" y="5695"/>
                  <a:pt x="8018" y="5726"/>
                  <a:pt x="7971" y="5789"/>
                </a:cubicBezTo>
                <a:cubicBezTo>
                  <a:pt x="7845" y="5884"/>
                  <a:pt x="7845" y="6136"/>
                  <a:pt x="7971" y="6262"/>
                </a:cubicBezTo>
                <a:lnTo>
                  <a:pt x="9420" y="7711"/>
                </a:lnTo>
                <a:cubicBezTo>
                  <a:pt x="9546" y="7837"/>
                  <a:pt x="9546" y="8058"/>
                  <a:pt x="9420" y="8184"/>
                </a:cubicBezTo>
                <a:cubicBezTo>
                  <a:pt x="9357" y="8247"/>
                  <a:pt x="9271" y="8278"/>
                  <a:pt x="9184" y="8278"/>
                </a:cubicBezTo>
                <a:cubicBezTo>
                  <a:pt x="9097" y="8278"/>
                  <a:pt x="9011" y="8247"/>
                  <a:pt x="8948" y="8184"/>
                </a:cubicBezTo>
                <a:lnTo>
                  <a:pt x="7498" y="6735"/>
                </a:lnTo>
                <a:cubicBezTo>
                  <a:pt x="7435" y="6672"/>
                  <a:pt x="7341" y="6640"/>
                  <a:pt x="7250" y="6640"/>
                </a:cubicBezTo>
                <a:cubicBezTo>
                  <a:pt x="7160" y="6640"/>
                  <a:pt x="7073" y="6672"/>
                  <a:pt x="7026" y="6735"/>
                </a:cubicBezTo>
                <a:cubicBezTo>
                  <a:pt x="6900" y="6829"/>
                  <a:pt x="6900" y="7081"/>
                  <a:pt x="7026" y="7176"/>
                </a:cubicBezTo>
                <a:lnTo>
                  <a:pt x="8475" y="8656"/>
                </a:lnTo>
                <a:cubicBezTo>
                  <a:pt x="8601" y="8751"/>
                  <a:pt x="8601" y="9003"/>
                  <a:pt x="8475" y="9129"/>
                </a:cubicBezTo>
                <a:cubicBezTo>
                  <a:pt x="8412" y="9176"/>
                  <a:pt x="8325" y="9200"/>
                  <a:pt x="8239" y="9200"/>
                </a:cubicBezTo>
                <a:cubicBezTo>
                  <a:pt x="8152" y="9200"/>
                  <a:pt x="8066" y="9176"/>
                  <a:pt x="8003" y="9129"/>
                </a:cubicBezTo>
                <a:lnTo>
                  <a:pt x="6459" y="7648"/>
                </a:lnTo>
                <a:cubicBezTo>
                  <a:pt x="6270" y="7459"/>
                  <a:pt x="6018" y="7396"/>
                  <a:pt x="5797" y="7396"/>
                </a:cubicBezTo>
                <a:cubicBezTo>
                  <a:pt x="5797" y="7144"/>
                  <a:pt x="5671" y="6924"/>
                  <a:pt x="5482" y="6735"/>
                </a:cubicBezTo>
                <a:cubicBezTo>
                  <a:pt x="5293" y="6514"/>
                  <a:pt x="5041" y="6451"/>
                  <a:pt x="4821" y="6388"/>
                </a:cubicBezTo>
                <a:cubicBezTo>
                  <a:pt x="4821" y="6167"/>
                  <a:pt x="4694" y="5947"/>
                  <a:pt x="4505" y="5726"/>
                </a:cubicBezTo>
                <a:cubicBezTo>
                  <a:pt x="4285" y="5537"/>
                  <a:pt x="4064" y="5474"/>
                  <a:pt x="3812" y="5411"/>
                </a:cubicBezTo>
                <a:cubicBezTo>
                  <a:pt x="3812" y="5191"/>
                  <a:pt x="3718" y="4939"/>
                  <a:pt x="3497" y="4750"/>
                </a:cubicBezTo>
                <a:cubicBezTo>
                  <a:pt x="3308" y="4561"/>
                  <a:pt x="3048" y="4466"/>
                  <a:pt x="2785" y="4466"/>
                </a:cubicBezTo>
                <a:cubicBezTo>
                  <a:pt x="2521" y="4466"/>
                  <a:pt x="2253" y="4561"/>
                  <a:pt x="2048" y="4750"/>
                </a:cubicBezTo>
                <a:lnTo>
                  <a:pt x="1544" y="5254"/>
                </a:lnTo>
                <a:lnTo>
                  <a:pt x="819" y="4561"/>
                </a:lnTo>
                <a:cubicBezTo>
                  <a:pt x="725" y="4435"/>
                  <a:pt x="725" y="4183"/>
                  <a:pt x="819" y="4088"/>
                </a:cubicBezTo>
                <a:lnTo>
                  <a:pt x="3875" y="1064"/>
                </a:lnTo>
                <a:cubicBezTo>
                  <a:pt x="3923" y="1001"/>
                  <a:pt x="4009" y="969"/>
                  <a:pt x="4100" y="969"/>
                </a:cubicBezTo>
                <a:close/>
                <a:moveTo>
                  <a:pt x="5718" y="8089"/>
                </a:moveTo>
                <a:cubicBezTo>
                  <a:pt x="5805" y="8089"/>
                  <a:pt x="5892" y="8121"/>
                  <a:pt x="5955" y="8184"/>
                </a:cubicBezTo>
                <a:cubicBezTo>
                  <a:pt x="6081" y="8310"/>
                  <a:pt x="6081" y="8530"/>
                  <a:pt x="5955" y="8656"/>
                </a:cubicBezTo>
                <a:lnTo>
                  <a:pt x="4978" y="9633"/>
                </a:lnTo>
                <a:cubicBezTo>
                  <a:pt x="4915" y="9696"/>
                  <a:pt x="4821" y="9728"/>
                  <a:pt x="4730" y="9728"/>
                </a:cubicBezTo>
                <a:cubicBezTo>
                  <a:pt x="4639" y="9728"/>
                  <a:pt x="4553" y="9696"/>
                  <a:pt x="4505" y="9633"/>
                </a:cubicBezTo>
                <a:cubicBezTo>
                  <a:pt x="4379" y="9507"/>
                  <a:pt x="4379" y="9286"/>
                  <a:pt x="4505" y="9160"/>
                </a:cubicBezTo>
                <a:lnTo>
                  <a:pt x="5482" y="8184"/>
                </a:lnTo>
                <a:cubicBezTo>
                  <a:pt x="5545" y="8121"/>
                  <a:pt x="5632" y="8089"/>
                  <a:pt x="5718" y="8089"/>
                </a:cubicBezTo>
                <a:close/>
                <a:moveTo>
                  <a:pt x="6616" y="8877"/>
                </a:moveTo>
                <a:lnTo>
                  <a:pt x="7467" y="9665"/>
                </a:lnTo>
                <a:cubicBezTo>
                  <a:pt x="7593" y="9759"/>
                  <a:pt x="7593" y="9980"/>
                  <a:pt x="7435" y="10106"/>
                </a:cubicBezTo>
                <a:cubicBezTo>
                  <a:pt x="7388" y="10169"/>
                  <a:pt x="7286" y="10200"/>
                  <a:pt x="7179" y="10200"/>
                </a:cubicBezTo>
                <a:cubicBezTo>
                  <a:pt x="7073" y="10200"/>
                  <a:pt x="6963" y="10169"/>
                  <a:pt x="6900" y="10106"/>
                </a:cubicBezTo>
                <a:lnTo>
                  <a:pt x="6207" y="9412"/>
                </a:lnTo>
                <a:lnTo>
                  <a:pt x="6427" y="9160"/>
                </a:lnTo>
                <a:cubicBezTo>
                  <a:pt x="6522" y="9097"/>
                  <a:pt x="6585" y="8971"/>
                  <a:pt x="6616" y="8877"/>
                </a:cubicBezTo>
                <a:close/>
                <a:moveTo>
                  <a:pt x="7309" y="0"/>
                </a:moveTo>
                <a:cubicBezTo>
                  <a:pt x="7042" y="0"/>
                  <a:pt x="6774" y="103"/>
                  <a:pt x="6585" y="308"/>
                </a:cubicBezTo>
                <a:lnTo>
                  <a:pt x="5608" y="1284"/>
                </a:lnTo>
                <a:lnTo>
                  <a:pt x="4852" y="560"/>
                </a:lnTo>
                <a:cubicBezTo>
                  <a:pt x="4656" y="394"/>
                  <a:pt x="4409" y="307"/>
                  <a:pt x="4163" y="307"/>
                </a:cubicBezTo>
                <a:cubicBezTo>
                  <a:pt x="3897" y="307"/>
                  <a:pt x="3631" y="409"/>
                  <a:pt x="3434" y="623"/>
                </a:cubicBezTo>
                <a:lnTo>
                  <a:pt x="410" y="3647"/>
                </a:lnTo>
                <a:cubicBezTo>
                  <a:pt x="0" y="4025"/>
                  <a:pt x="0" y="4718"/>
                  <a:pt x="410" y="5096"/>
                </a:cubicBezTo>
                <a:lnTo>
                  <a:pt x="1103" y="5821"/>
                </a:lnTo>
                <a:cubicBezTo>
                  <a:pt x="725" y="6199"/>
                  <a:pt x="725" y="6829"/>
                  <a:pt x="1103" y="7239"/>
                </a:cubicBezTo>
                <a:cubicBezTo>
                  <a:pt x="1292" y="7428"/>
                  <a:pt x="1544" y="7491"/>
                  <a:pt x="1765" y="7554"/>
                </a:cubicBezTo>
                <a:cubicBezTo>
                  <a:pt x="1765" y="7774"/>
                  <a:pt x="1891" y="8026"/>
                  <a:pt x="2080" y="8215"/>
                </a:cubicBezTo>
                <a:cubicBezTo>
                  <a:pt x="2300" y="8404"/>
                  <a:pt x="2521" y="8499"/>
                  <a:pt x="2773" y="8530"/>
                </a:cubicBezTo>
                <a:cubicBezTo>
                  <a:pt x="2773" y="8751"/>
                  <a:pt x="2867" y="9003"/>
                  <a:pt x="3088" y="9192"/>
                </a:cubicBezTo>
                <a:cubicBezTo>
                  <a:pt x="3277" y="9381"/>
                  <a:pt x="3497" y="9475"/>
                  <a:pt x="3749" y="9507"/>
                </a:cubicBezTo>
                <a:cubicBezTo>
                  <a:pt x="3749" y="9759"/>
                  <a:pt x="3875" y="9980"/>
                  <a:pt x="4064" y="10169"/>
                </a:cubicBezTo>
                <a:cubicBezTo>
                  <a:pt x="4253" y="10373"/>
                  <a:pt x="4521" y="10476"/>
                  <a:pt x="4789" y="10476"/>
                </a:cubicBezTo>
                <a:cubicBezTo>
                  <a:pt x="5057" y="10476"/>
                  <a:pt x="5325" y="10373"/>
                  <a:pt x="5514" y="10169"/>
                </a:cubicBezTo>
                <a:lnTo>
                  <a:pt x="5766" y="9948"/>
                </a:lnTo>
                <a:lnTo>
                  <a:pt x="6459" y="10673"/>
                </a:lnTo>
                <a:cubicBezTo>
                  <a:pt x="6664" y="10862"/>
                  <a:pt x="6939" y="10956"/>
                  <a:pt x="7219" y="10956"/>
                </a:cubicBezTo>
                <a:cubicBezTo>
                  <a:pt x="7498" y="10956"/>
                  <a:pt x="7782" y="10862"/>
                  <a:pt x="8003" y="10673"/>
                </a:cubicBezTo>
                <a:cubicBezTo>
                  <a:pt x="8192" y="10452"/>
                  <a:pt x="8286" y="10232"/>
                  <a:pt x="8318" y="9980"/>
                </a:cubicBezTo>
                <a:cubicBezTo>
                  <a:pt x="8538" y="9980"/>
                  <a:pt x="8790" y="9885"/>
                  <a:pt x="8979" y="9665"/>
                </a:cubicBezTo>
                <a:cubicBezTo>
                  <a:pt x="9168" y="9475"/>
                  <a:pt x="9263" y="9255"/>
                  <a:pt x="9294" y="9003"/>
                </a:cubicBezTo>
                <a:cubicBezTo>
                  <a:pt x="9546" y="9003"/>
                  <a:pt x="9767" y="8877"/>
                  <a:pt x="9956" y="8688"/>
                </a:cubicBezTo>
                <a:cubicBezTo>
                  <a:pt x="10176" y="8499"/>
                  <a:pt x="10239" y="8247"/>
                  <a:pt x="10271" y="8026"/>
                </a:cubicBezTo>
                <a:cubicBezTo>
                  <a:pt x="10523" y="8026"/>
                  <a:pt x="10743" y="7900"/>
                  <a:pt x="10964" y="7711"/>
                </a:cubicBezTo>
                <a:cubicBezTo>
                  <a:pt x="11342" y="7302"/>
                  <a:pt x="11342" y="6640"/>
                  <a:pt x="10964" y="6262"/>
                </a:cubicBezTo>
                <a:lnTo>
                  <a:pt x="10680" y="5978"/>
                </a:lnTo>
                <a:lnTo>
                  <a:pt x="11594" y="5065"/>
                </a:lnTo>
                <a:cubicBezTo>
                  <a:pt x="11909" y="4687"/>
                  <a:pt x="11909" y="4057"/>
                  <a:pt x="11468" y="3647"/>
                </a:cubicBezTo>
                <a:lnTo>
                  <a:pt x="8034" y="308"/>
                </a:lnTo>
                <a:cubicBezTo>
                  <a:pt x="7845" y="103"/>
                  <a:pt x="7577" y="0"/>
                  <a:pt x="7309"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10718;p73">
            <a:extLst>
              <a:ext uri="{FF2B5EF4-FFF2-40B4-BE49-F238E27FC236}">
                <a16:creationId xmlns:a16="http://schemas.microsoft.com/office/drawing/2014/main" id="{1B0CE9B5-81DB-1D6C-8FD0-B56F993D7D1E}"/>
              </a:ext>
            </a:extLst>
          </p:cNvPr>
          <p:cNvSpPr/>
          <p:nvPr/>
        </p:nvSpPr>
        <p:spPr>
          <a:xfrm>
            <a:off x="5854993" y="5405250"/>
            <a:ext cx="853263" cy="850926"/>
          </a:xfrm>
          <a:custGeom>
            <a:avLst/>
            <a:gdLst/>
            <a:ahLst/>
            <a:cxnLst/>
            <a:rect l="l" t="t" r="r" b="b"/>
            <a:pathLst>
              <a:path w="11689" h="11657" extrusionOk="0">
                <a:moveTo>
                  <a:pt x="5797" y="2111"/>
                </a:moveTo>
                <a:cubicBezTo>
                  <a:pt x="6175" y="2111"/>
                  <a:pt x="6459" y="2426"/>
                  <a:pt x="6459" y="2773"/>
                </a:cubicBezTo>
                <a:cubicBezTo>
                  <a:pt x="6459" y="3151"/>
                  <a:pt x="6175" y="3466"/>
                  <a:pt x="5797" y="3466"/>
                </a:cubicBezTo>
                <a:cubicBezTo>
                  <a:pt x="5388" y="3466"/>
                  <a:pt x="5104" y="3151"/>
                  <a:pt x="5104" y="2773"/>
                </a:cubicBezTo>
                <a:cubicBezTo>
                  <a:pt x="5104" y="2426"/>
                  <a:pt x="5419" y="2111"/>
                  <a:pt x="5797" y="2111"/>
                </a:cubicBezTo>
                <a:close/>
                <a:moveTo>
                  <a:pt x="6112" y="4159"/>
                </a:moveTo>
                <a:cubicBezTo>
                  <a:pt x="6648" y="4159"/>
                  <a:pt x="7120" y="4631"/>
                  <a:pt x="7120" y="5198"/>
                </a:cubicBezTo>
                <a:lnTo>
                  <a:pt x="7120" y="5545"/>
                </a:lnTo>
                <a:lnTo>
                  <a:pt x="4379" y="5545"/>
                </a:lnTo>
                <a:lnTo>
                  <a:pt x="4379" y="5198"/>
                </a:lnTo>
                <a:cubicBezTo>
                  <a:pt x="4411" y="4600"/>
                  <a:pt x="4884" y="4159"/>
                  <a:pt x="5419" y="4159"/>
                </a:cubicBezTo>
                <a:close/>
                <a:moveTo>
                  <a:pt x="10586" y="662"/>
                </a:moveTo>
                <a:cubicBezTo>
                  <a:pt x="10775" y="662"/>
                  <a:pt x="10932" y="819"/>
                  <a:pt x="10932" y="1008"/>
                </a:cubicBezTo>
                <a:lnTo>
                  <a:pt x="10932" y="5860"/>
                </a:lnTo>
                <a:lnTo>
                  <a:pt x="10996" y="5860"/>
                </a:lnTo>
                <a:cubicBezTo>
                  <a:pt x="10996" y="6049"/>
                  <a:pt x="10838" y="6207"/>
                  <a:pt x="10617" y="6207"/>
                </a:cubicBezTo>
                <a:lnTo>
                  <a:pt x="9483" y="6207"/>
                </a:lnTo>
                <a:cubicBezTo>
                  <a:pt x="9326" y="5829"/>
                  <a:pt x="8979" y="5545"/>
                  <a:pt x="8507" y="5545"/>
                </a:cubicBezTo>
                <a:lnTo>
                  <a:pt x="7845" y="5545"/>
                </a:lnTo>
                <a:lnTo>
                  <a:pt x="7845" y="5198"/>
                </a:lnTo>
                <a:cubicBezTo>
                  <a:pt x="7845" y="4505"/>
                  <a:pt x="7435" y="3938"/>
                  <a:pt x="6837" y="3655"/>
                </a:cubicBezTo>
                <a:cubicBezTo>
                  <a:pt x="7057" y="3403"/>
                  <a:pt x="7152" y="3151"/>
                  <a:pt x="7152" y="2773"/>
                </a:cubicBezTo>
                <a:cubicBezTo>
                  <a:pt x="7152" y="2048"/>
                  <a:pt x="6522" y="1418"/>
                  <a:pt x="5797" y="1418"/>
                </a:cubicBezTo>
                <a:cubicBezTo>
                  <a:pt x="5041" y="1418"/>
                  <a:pt x="4411" y="2048"/>
                  <a:pt x="4411" y="2773"/>
                </a:cubicBezTo>
                <a:cubicBezTo>
                  <a:pt x="4411" y="3088"/>
                  <a:pt x="4537" y="3403"/>
                  <a:pt x="4726" y="3655"/>
                </a:cubicBezTo>
                <a:cubicBezTo>
                  <a:pt x="4127" y="3938"/>
                  <a:pt x="3749" y="4505"/>
                  <a:pt x="3749" y="5198"/>
                </a:cubicBezTo>
                <a:lnTo>
                  <a:pt x="3749" y="5545"/>
                </a:lnTo>
                <a:lnTo>
                  <a:pt x="3056" y="5545"/>
                </a:lnTo>
                <a:cubicBezTo>
                  <a:pt x="2647" y="5545"/>
                  <a:pt x="2237" y="5829"/>
                  <a:pt x="2080" y="6207"/>
                </a:cubicBezTo>
                <a:lnTo>
                  <a:pt x="977" y="6207"/>
                </a:lnTo>
                <a:cubicBezTo>
                  <a:pt x="788" y="6207"/>
                  <a:pt x="630" y="6049"/>
                  <a:pt x="630" y="5860"/>
                </a:cubicBezTo>
                <a:lnTo>
                  <a:pt x="630" y="1008"/>
                </a:lnTo>
                <a:cubicBezTo>
                  <a:pt x="630" y="819"/>
                  <a:pt x="788" y="662"/>
                  <a:pt x="977" y="662"/>
                </a:cubicBezTo>
                <a:close/>
                <a:moveTo>
                  <a:pt x="8538" y="6175"/>
                </a:moveTo>
                <a:cubicBezTo>
                  <a:pt x="8759" y="6175"/>
                  <a:pt x="8916" y="6333"/>
                  <a:pt x="8916" y="6522"/>
                </a:cubicBezTo>
                <a:cubicBezTo>
                  <a:pt x="8853" y="6711"/>
                  <a:pt x="8696" y="6868"/>
                  <a:pt x="8538" y="6868"/>
                </a:cubicBezTo>
                <a:lnTo>
                  <a:pt x="3088" y="6868"/>
                </a:lnTo>
                <a:cubicBezTo>
                  <a:pt x="2867" y="6868"/>
                  <a:pt x="2710" y="6711"/>
                  <a:pt x="2710" y="6522"/>
                </a:cubicBezTo>
                <a:cubicBezTo>
                  <a:pt x="2710" y="6333"/>
                  <a:pt x="2867" y="6175"/>
                  <a:pt x="3088" y="6175"/>
                </a:cubicBezTo>
                <a:close/>
                <a:moveTo>
                  <a:pt x="8160" y="7593"/>
                </a:moveTo>
                <a:lnTo>
                  <a:pt x="7561" y="11027"/>
                </a:lnTo>
                <a:lnTo>
                  <a:pt x="4033" y="11027"/>
                </a:lnTo>
                <a:lnTo>
                  <a:pt x="3466" y="7593"/>
                </a:lnTo>
                <a:close/>
                <a:moveTo>
                  <a:pt x="1008" y="0"/>
                </a:moveTo>
                <a:cubicBezTo>
                  <a:pt x="473" y="0"/>
                  <a:pt x="0" y="473"/>
                  <a:pt x="0" y="1008"/>
                </a:cubicBezTo>
                <a:lnTo>
                  <a:pt x="0" y="5860"/>
                </a:lnTo>
                <a:cubicBezTo>
                  <a:pt x="0" y="6396"/>
                  <a:pt x="473" y="6868"/>
                  <a:pt x="1008" y="6868"/>
                </a:cubicBezTo>
                <a:lnTo>
                  <a:pt x="2111" y="6868"/>
                </a:lnTo>
                <a:cubicBezTo>
                  <a:pt x="2237" y="7183"/>
                  <a:pt x="2489" y="7435"/>
                  <a:pt x="2804" y="7498"/>
                </a:cubicBezTo>
                <a:lnTo>
                  <a:pt x="3434" y="11373"/>
                </a:lnTo>
                <a:cubicBezTo>
                  <a:pt x="3466" y="11531"/>
                  <a:pt x="3592" y="11657"/>
                  <a:pt x="3781" y="11657"/>
                </a:cubicBezTo>
                <a:lnTo>
                  <a:pt x="7877" y="11657"/>
                </a:lnTo>
                <a:cubicBezTo>
                  <a:pt x="8034" y="11657"/>
                  <a:pt x="8192" y="11531"/>
                  <a:pt x="8223" y="11373"/>
                </a:cubicBezTo>
                <a:lnTo>
                  <a:pt x="8853" y="7498"/>
                </a:lnTo>
                <a:cubicBezTo>
                  <a:pt x="9168" y="7435"/>
                  <a:pt x="9420" y="7183"/>
                  <a:pt x="9546" y="6868"/>
                </a:cubicBezTo>
                <a:lnTo>
                  <a:pt x="10680" y="6868"/>
                </a:lnTo>
                <a:cubicBezTo>
                  <a:pt x="11216" y="6868"/>
                  <a:pt x="11689" y="6396"/>
                  <a:pt x="11689" y="5860"/>
                </a:cubicBezTo>
                <a:lnTo>
                  <a:pt x="11689" y="1008"/>
                </a:lnTo>
                <a:cubicBezTo>
                  <a:pt x="11657" y="473"/>
                  <a:pt x="11185" y="0"/>
                  <a:pt x="10617"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54" name="Google Shape;10719;p73">
            <a:extLst>
              <a:ext uri="{FF2B5EF4-FFF2-40B4-BE49-F238E27FC236}">
                <a16:creationId xmlns:a16="http://schemas.microsoft.com/office/drawing/2014/main" id="{948DA715-0C96-2C5B-12F7-4CEEC9E2D7F7}"/>
              </a:ext>
            </a:extLst>
          </p:cNvPr>
          <p:cNvGrpSpPr/>
          <p:nvPr/>
        </p:nvGrpSpPr>
        <p:grpSpPr>
          <a:xfrm>
            <a:off x="11409349" y="3323227"/>
            <a:ext cx="655513" cy="850999"/>
            <a:chOff x="-3462150" y="2046625"/>
            <a:chExt cx="224500" cy="291450"/>
          </a:xfrm>
          <a:solidFill>
            <a:srgbClr val="555559"/>
          </a:solidFill>
        </p:grpSpPr>
        <p:sp>
          <p:nvSpPr>
            <p:cNvPr id="2255" name="Google Shape;10720;p73">
              <a:extLst>
                <a:ext uri="{FF2B5EF4-FFF2-40B4-BE49-F238E27FC236}">
                  <a16:creationId xmlns:a16="http://schemas.microsoft.com/office/drawing/2014/main" id="{717BA71E-0F8F-FCF9-CF14-AC38FA559001}"/>
                </a:ext>
              </a:extLst>
            </p:cNvPr>
            <p:cNvSpPr/>
            <p:nvPr/>
          </p:nvSpPr>
          <p:spPr>
            <a:xfrm>
              <a:off x="-3425125" y="2253000"/>
              <a:ext cx="51225" cy="50425"/>
            </a:xfrm>
            <a:custGeom>
              <a:avLst/>
              <a:gdLst/>
              <a:ahLst/>
              <a:cxnLst/>
              <a:rect l="l" t="t" r="r" b="b"/>
              <a:pathLst>
                <a:path w="2049" h="2017" extrusionOk="0">
                  <a:moveTo>
                    <a:pt x="1009" y="662"/>
                  </a:moveTo>
                  <a:cubicBezTo>
                    <a:pt x="1198" y="662"/>
                    <a:pt x="1355" y="819"/>
                    <a:pt x="1355" y="1008"/>
                  </a:cubicBezTo>
                  <a:cubicBezTo>
                    <a:pt x="1355" y="1197"/>
                    <a:pt x="1166" y="1355"/>
                    <a:pt x="1009" y="1355"/>
                  </a:cubicBezTo>
                  <a:cubicBezTo>
                    <a:pt x="820" y="1355"/>
                    <a:pt x="662" y="1197"/>
                    <a:pt x="662" y="1008"/>
                  </a:cubicBezTo>
                  <a:cubicBezTo>
                    <a:pt x="662" y="819"/>
                    <a:pt x="820" y="662"/>
                    <a:pt x="1009" y="662"/>
                  </a:cubicBezTo>
                  <a:close/>
                  <a:moveTo>
                    <a:pt x="1009" y="0"/>
                  </a:moveTo>
                  <a:cubicBezTo>
                    <a:pt x="473" y="0"/>
                    <a:pt x="0" y="441"/>
                    <a:pt x="0" y="1008"/>
                  </a:cubicBezTo>
                  <a:cubicBezTo>
                    <a:pt x="0" y="1575"/>
                    <a:pt x="473" y="2016"/>
                    <a:pt x="1009" y="2016"/>
                  </a:cubicBezTo>
                  <a:cubicBezTo>
                    <a:pt x="1576" y="2016"/>
                    <a:pt x="2048" y="1575"/>
                    <a:pt x="2048" y="1008"/>
                  </a:cubicBezTo>
                  <a:cubicBezTo>
                    <a:pt x="2048" y="441"/>
                    <a:pt x="1576" y="0"/>
                    <a:pt x="100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10721;p73">
              <a:extLst>
                <a:ext uri="{FF2B5EF4-FFF2-40B4-BE49-F238E27FC236}">
                  <a16:creationId xmlns:a16="http://schemas.microsoft.com/office/drawing/2014/main" id="{1AE8B45A-96E6-7D4F-E080-DF53B4C2CB43}"/>
                </a:ext>
              </a:extLst>
            </p:cNvPr>
            <p:cNvSpPr/>
            <p:nvPr/>
          </p:nvSpPr>
          <p:spPr>
            <a:xfrm>
              <a:off x="-3425125" y="2116725"/>
              <a:ext cx="51225" cy="49650"/>
            </a:xfrm>
            <a:custGeom>
              <a:avLst/>
              <a:gdLst/>
              <a:ahLst/>
              <a:cxnLst/>
              <a:rect l="l" t="t" r="r" b="b"/>
              <a:pathLst>
                <a:path w="2049" h="1986" extrusionOk="0">
                  <a:moveTo>
                    <a:pt x="343" y="1"/>
                  </a:moveTo>
                  <a:cubicBezTo>
                    <a:pt x="252" y="1"/>
                    <a:pt x="158" y="32"/>
                    <a:pt x="95" y="95"/>
                  </a:cubicBezTo>
                  <a:cubicBezTo>
                    <a:pt x="0" y="190"/>
                    <a:pt x="0" y="442"/>
                    <a:pt x="95" y="536"/>
                  </a:cubicBezTo>
                  <a:lnTo>
                    <a:pt x="536" y="977"/>
                  </a:lnTo>
                  <a:lnTo>
                    <a:pt x="95" y="1418"/>
                  </a:lnTo>
                  <a:cubicBezTo>
                    <a:pt x="0" y="1544"/>
                    <a:pt x="0" y="1765"/>
                    <a:pt x="95" y="1891"/>
                  </a:cubicBezTo>
                  <a:cubicBezTo>
                    <a:pt x="158" y="1954"/>
                    <a:pt x="252" y="1986"/>
                    <a:pt x="343" y="1986"/>
                  </a:cubicBezTo>
                  <a:cubicBezTo>
                    <a:pt x="434" y="1986"/>
                    <a:pt x="520" y="1954"/>
                    <a:pt x="568" y="1891"/>
                  </a:cubicBezTo>
                  <a:lnTo>
                    <a:pt x="1009" y="1450"/>
                  </a:lnTo>
                  <a:lnTo>
                    <a:pt x="1450" y="1891"/>
                  </a:lnTo>
                  <a:cubicBezTo>
                    <a:pt x="1513" y="1954"/>
                    <a:pt x="1599" y="1986"/>
                    <a:pt x="1686" y="1986"/>
                  </a:cubicBezTo>
                  <a:cubicBezTo>
                    <a:pt x="1773" y="1986"/>
                    <a:pt x="1859" y="1954"/>
                    <a:pt x="1922" y="1891"/>
                  </a:cubicBezTo>
                  <a:cubicBezTo>
                    <a:pt x="2048" y="1765"/>
                    <a:pt x="2048" y="1544"/>
                    <a:pt x="1922" y="1418"/>
                  </a:cubicBezTo>
                  <a:lnTo>
                    <a:pt x="1481" y="977"/>
                  </a:lnTo>
                  <a:lnTo>
                    <a:pt x="1922" y="536"/>
                  </a:lnTo>
                  <a:cubicBezTo>
                    <a:pt x="2048" y="442"/>
                    <a:pt x="2048" y="190"/>
                    <a:pt x="1922" y="95"/>
                  </a:cubicBezTo>
                  <a:cubicBezTo>
                    <a:pt x="1859" y="32"/>
                    <a:pt x="1773" y="1"/>
                    <a:pt x="1686" y="1"/>
                  </a:cubicBezTo>
                  <a:cubicBezTo>
                    <a:pt x="1599" y="1"/>
                    <a:pt x="1513" y="32"/>
                    <a:pt x="1450" y="95"/>
                  </a:cubicBezTo>
                  <a:lnTo>
                    <a:pt x="1009" y="505"/>
                  </a:lnTo>
                  <a:lnTo>
                    <a:pt x="568" y="95"/>
                  </a:lnTo>
                  <a:cubicBezTo>
                    <a:pt x="520" y="32"/>
                    <a:pt x="434" y="1"/>
                    <a:pt x="3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10722;p73">
              <a:extLst>
                <a:ext uri="{FF2B5EF4-FFF2-40B4-BE49-F238E27FC236}">
                  <a16:creationId xmlns:a16="http://schemas.microsoft.com/office/drawing/2014/main" id="{BBD69560-3161-CCCC-B9B3-8A3C5245D1B1}"/>
                </a:ext>
              </a:extLst>
            </p:cNvPr>
            <p:cNvSpPr/>
            <p:nvPr/>
          </p:nvSpPr>
          <p:spPr>
            <a:xfrm>
              <a:off x="-3425125" y="2185250"/>
              <a:ext cx="51225" cy="49650"/>
            </a:xfrm>
            <a:custGeom>
              <a:avLst/>
              <a:gdLst/>
              <a:ahLst/>
              <a:cxnLst/>
              <a:rect l="l" t="t" r="r" b="b"/>
              <a:pathLst>
                <a:path w="2049" h="1986" extrusionOk="0">
                  <a:moveTo>
                    <a:pt x="343" y="1"/>
                  </a:moveTo>
                  <a:cubicBezTo>
                    <a:pt x="252" y="1"/>
                    <a:pt x="158" y="32"/>
                    <a:pt x="95" y="95"/>
                  </a:cubicBezTo>
                  <a:cubicBezTo>
                    <a:pt x="0" y="221"/>
                    <a:pt x="0" y="442"/>
                    <a:pt x="95" y="568"/>
                  </a:cubicBezTo>
                  <a:lnTo>
                    <a:pt x="536" y="1009"/>
                  </a:lnTo>
                  <a:lnTo>
                    <a:pt x="95" y="1418"/>
                  </a:lnTo>
                  <a:cubicBezTo>
                    <a:pt x="0" y="1544"/>
                    <a:pt x="0" y="1796"/>
                    <a:pt x="95" y="1891"/>
                  </a:cubicBezTo>
                  <a:cubicBezTo>
                    <a:pt x="158" y="1954"/>
                    <a:pt x="252" y="1985"/>
                    <a:pt x="343" y="1985"/>
                  </a:cubicBezTo>
                  <a:cubicBezTo>
                    <a:pt x="434" y="1985"/>
                    <a:pt x="520" y="1954"/>
                    <a:pt x="568" y="1891"/>
                  </a:cubicBezTo>
                  <a:lnTo>
                    <a:pt x="1009" y="1481"/>
                  </a:lnTo>
                  <a:lnTo>
                    <a:pt x="1450" y="1891"/>
                  </a:lnTo>
                  <a:cubicBezTo>
                    <a:pt x="1513" y="1954"/>
                    <a:pt x="1599" y="1985"/>
                    <a:pt x="1686" y="1985"/>
                  </a:cubicBezTo>
                  <a:cubicBezTo>
                    <a:pt x="1773" y="1985"/>
                    <a:pt x="1859" y="1954"/>
                    <a:pt x="1922" y="1891"/>
                  </a:cubicBezTo>
                  <a:cubicBezTo>
                    <a:pt x="2048" y="1796"/>
                    <a:pt x="2048" y="1544"/>
                    <a:pt x="1922" y="1418"/>
                  </a:cubicBezTo>
                  <a:lnTo>
                    <a:pt x="1481" y="1009"/>
                  </a:lnTo>
                  <a:lnTo>
                    <a:pt x="1922" y="568"/>
                  </a:lnTo>
                  <a:cubicBezTo>
                    <a:pt x="2048" y="410"/>
                    <a:pt x="2048" y="221"/>
                    <a:pt x="1922" y="95"/>
                  </a:cubicBezTo>
                  <a:cubicBezTo>
                    <a:pt x="1859" y="32"/>
                    <a:pt x="1773" y="1"/>
                    <a:pt x="1686" y="1"/>
                  </a:cubicBezTo>
                  <a:cubicBezTo>
                    <a:pt x="1599" y="1"/>
                    <a:pt x="1513" y="32"/>
                    <a:pt x="1450" y="95"/>
                  </a:cubicBezTo>
                  <a:lnTo>
                    <a:pt x="1009" y="536"/>
                  </a:lnTo>
                  <a:lnTo>
                    <a:pt x="568" y="95"/>
                  </a:lnTo>
                  <a:cubicBezTo>
                    <a:pt x="520" y="32"/>
                    <a:pt x="434" y="1"/>
                    <a:pt x="3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10723;p73">
              <a:extLst>
                <a:ext uri="{FF2B5EF4-FFF2-40B4-BE49-F238E27FC236}">
                  <a16:creationId xmlns:a16="http://schemas.microsoft.com/office/drawing/2014/main" id="{C28198B4-3C60-3DB3-D5D8-0BD014878CC4}"/>
                </a:ext>
              </a:extLst>
            </p:cNvPr>
            <p:cNvSpPr/>
            <p:nvPr/>
          </p:nvSpPr>
          <p:spPr>
            <a:xfrm>
              <a:off x="-3462150" y="2046625"/>
              <a:ext cx="224500" cy="291450"/>
            </a:xfrm>
            <a:custGeom>
              <a:avLst/>
              <a:gdLst/>
              <a:ahLst/>
              <a:cxnLst/>
              <a:rect l="l" t="t" r="r" b="b"/>
              <a:pathLst>
                <a:path w="8980" h="11658" extrusionOk="0">
                  <a:moveTo>
                    <a:pt x="5924" y="694"/>
                  </a:moveTo>
                  <a:cubicBezTo>
                    <a:pt x="6113" y="694"/>
                    <a:pt x="6270" y="851"/>
                    <a:pt x="6270" y="1040"/>
                  </a:cubicBezTo>
                  <a:cubicBezTo>
                    <a:pt x="6270" y="1229"/>
                    <a:pt x="6113" y="1387"/>
                    <a:pt x="5924" y="1387"/>
                  </a:cubicBezTo>
                  <a:lnTo>
                    <a:pt x="3151" y="1387"/>
                  </a:lnTo>
                  <a:cubicBezTo>
                    <a:pt x="2962" y="1387"/>
                    <a:pt x="2805" y="1229"/>
                    <a:pt x="2805" y="1040"/>
                  </a:cubicBezTo>
                  <a:cubicBezTo>
                    <a:pt x="2805" y="851"/>
                    <a:pt x="2962" y="694"/>
                    <a:pt x="3151" y="694"/>
                  </a:cubicBezTo>
                  <a:close/>
                  <a:moveTo>
                    <a:pt x="8034" y="1356"/>
                  </a:moveTo>
                  <a:cubicBezTo>
                    <a:pt x="8255" y="1356"/>
                    <a:pt x="8413" y="1513"/>
                    <a:pt x="8413" y="1702"/>
                  </a:cubicBezTo>
                  <a:lnTo>
                    <a:pt x="8413" y="10649"/>
                  </a:lnTo>
                  <a:lnTo>
                    <a:pt x="8287" y="10649"/>
                  </a:lnTo>
                  <a:cubicBezTo>
                    <a:pt x="8287" y="10838"/>
                    <a:pt x="8129" y="10996"/>
                    <a:pt x="7940" y="10996"/>
                  </a:cubicBezTo>
                  <a:lnTo>
                    <a:pt x="1103" y="10996"/>
                  </a:lnTo>
                  <a:cubicBezTo>
                    <a:pt x="914" y="10996"/>
                    <a:pt x="757" y="10838"/>
                    <a:pt x="757" y="10649"/>
                  </a:cubicBezTo>
                  <a:lnTo>
                    <a:pt x="757" y="1702"/>
                  </a:lnTo>
                  <a:cubicBezTo>
                    <a:pt x="757" y="1513"/>
                    <a:pt x="914" y="1356"/>
                    <a:pt x="1103" y="1356"/>
                  </a:cubicBezTo>
                  <a:lnTo>
                    <a:pt x="2206" y="1356"/>
                  </a:lnTo>
                  <a:cubicBezTo>
                    <a:pt x="2364" y="1734"/>
                    <a:pt x="2742" y="2017"/>
                    <a:pt x="3214" y="2017"/>
                  </a:cubicBezTo>
                  <a:lnTo>
                    <a:pt x="5955" y="2017"/>
                  </a:lnTo>
                  <a:cubicBezTo>
                    <a:pt x="6396" y="2017"/>
                    <a:pt x="6774" y="1734"/>
                    <a:pt x="6932" y="1356"/>
                  </a:cubicBezTo>
                  <a:close/>
                  <a:moveTo>
                    <a:pt x="3120" y="1"/>
                  </a:moveTo>
                  <a:cubicBezTo>
                    <a:pt x="2679" y="1"/>
                    <a:pt x="2301" y="284"/>
                    <a:pt x="2143" y="694"/>
                  </a:cubicBezTo>
                  <a:lnTo>
                    <a:pt x="1040" y="694"/>
                  </a:lnTo>
                  <a:cubicBezTo>
                    <a:pt x="473" y="694"/>
                    <a:pt x="1" y="1166"/>
                    <a:pt x="1" y="1702"/>
                  </a:cubicBezTo>
                  <a:lnTo>
                    <a:pt x="1" y="10649"/>
                  </a:lnTo>
                  <a:cubicBezTo>
                    <a:pt x="1" y="11185"/>
                    <a:pt x="473" y="11658"/>
                    <a:pt x="1040" y="11658"/>
                  </a:cubicBezTo>
                  <a:lnTo>
                    <a:pt x="7877" y="11658"/>
                  </a:lnTo>
                  <a:cubicBezTo>
                    <a:pt x="8444" y="11658"/>
                    <a:pt x="8917" y="11185"/>
                    <a:pt x="8917" y="10649"/>
                  </a:cubicBezTo>
                  <a:lnTo>
                    <a:pt x="8917" y="1702"/>
                  </a:lnTo>
                  <a:cubicBezTo>
                    <a:pt x="8980" y="1166"/>
                    <a:pt x="8507" y="694"/>
                    <a:pt x="7971" y="694"/>
                  </a:cubicBezTo>
                  <a:lnTo>
                    <a:pt x="6869" y="694"/>
                  </a:lnTo>
                  <a:cubicBezTo>
                    <a:pt x="6711" y="284"/>
                    <a:pt x="6365" y="1"/>
                    <a:pt x="58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10724;p73">
              <a:extLst>
                <a:ext uri="{FF2B5EF4-FFF2-40B4-BE49-F238E27FC236}">
                  <a16:creationId xmlns:a16="http://schemas.microsoft.com/office/drawing/2014/main" id="{327E1483-8DE3-56C3-23F3-7D6DFC4F15A9}"/>
                </a:ext>
              </a:extLst>
            </p:cNvPr>
            <p:cNvSpPr/>
            <p:nvPr/>
          </p:nvSpPr>
          <p:spPr>
            <a:xfrm>
              <a:off x="-3358175" y="2133275"/>
              <a:ext cx="86650" cy="18125"/>
            </a:xfrm>
            <a:custGeom>
              <a:avLst/>
              <a:gdLst/>
              <a:ahLst/>
              <a:cxnLst/>
              <a:rect l="l" t="t" r="r" b="b"/>
              <a:pathLst>
                <a:path w="3466" h="725" extrusionOk="0">
                  <a:moveTo>
                    <a:pt x="347" y="0"/>
                  </a:moveTo>
                  <a:cubicBezTo>
                    <a:pt x="158" y="0"/>
                    <a:pt x="0" y="158"/>
                    <a:pt x="0" y="378"/>
                  </a:cubicBezTo>
                  <a:cubicBezTo>
                    <a:pt x="0" y="567"/>
                    <a:pt x="158" y="725"/>
                    <a:pt x="347" y="725"/>
                  </a:cubicBezTo>
                  <a:lnTo>
                    <a:pt x="3088" y="725"/>
                  </a:lnTo>
                  <a:cubicBezTo>
                    <a:pt x="3308" y="725"/>
                    <a:pt x="3466" y="567"/>
                    <a:pt x="3466" y="378"/>
                  </a:cubicBezTo>
                  <a:cubicBezTo>
                    <a:pt x="3466" y="158"/>
                    <a:pt x="3308" y="0"/>
                    <a:pt x="308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10725;p73">
              <a:extLst>
                <a:ext uri="{FF2B5EF4-FFF2-40B4-BE49-F238E27FC236}">
                  <a16:creationId xmlns:a16="http://schemas.microsoft.com/office/drawing/2014/main" id="{96F1AA77-02D6-B013-319C-93E706719978}"/>
                </a:ext>
              </a:extLst>
            </p:cNvPr>
            <p:cNvSpPr/>
            <p:nvPr/>
          </p:nvSpPr>
          <p:spPr>
            <a:xfrm>
              <a:off x="-3358175" y="2201800"/>
              <a:ext cx="86650" cy="17350"/>
            </a:xfrm>
            <a:custGeom>
              <a:avLst/>
              <a:gdLst/>
              <a:ahLst/>
              <a:cxnLst/>
              <a:rect l="l" t="t" r="r" b="b"/>
              <a:pathLst>
                <a:path w="3466" h="694" extrusionOk="0">
                  <a:moveTo>
                    <a:pt x="347" y="0"/>
                  </a:moveTo>
                  <a:cubicBezTo>
                    <a:pt x="158" y="0"/>
                    <a:pt x="0" y="158"/>
                    <a:pt x="0" y="347"/>
                  </a:cubicBezTo>
                  <a:cubicBezTo>
                    <a:pt x="0" y="536"/>
                    <a:pt x="158" y="693"/>
                    <a:pt x="347" y="693"/>
                  </a:cubicBezTo>
                  <a:lnTo>
                    <a:pt x="3088" y="693"/>
                  </a:lnTo>
                  <a:cubicBezTo>
                    <a:pt x="3308" y="693"/>
                    <a:pt x="3466" y="536"/>
                    <a:pt x="3466" y="347"/>
                  </a:cubicBezTo>
                  <a:cubicBezTo>
                    <a:pt x="3466" y="158"/>
                    <a:pt x="3308" y="0"/>
                    <a:pt x="308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10726;p73">
              <a:extLst>
                <a:ext uri="{FF2B5EF4-FFF2-40B4-BE49-F238E27FC236}">
                  <a16:creationId xmlns:a16="http://schemas.microsoft.com/office/drawing/2014/main" id="{155C670B-682C-101D-0623-E5F618F2F9D9}"/>
                </a:ext>
              </a:extLst>
            </p:cNvPr>
            <p:cNvSpPr/>
            <p:nvPr/>
          </p:nvSpPr>
          <p:spPr>
            <a:xfrm>
              <a:off x="-3358175" y="2270325"/>
              <a:ext cx="86650" cy="18125"/>
            </a:xfrm>
            <a:custGeom>
              <a:avLst/>
              <a:gdLst/>
              <a:ahLst/>
              <a:cxnLst/>
              <a:rect l="l" t="t" r="r" b="b"/>
              <a:pathLst>
                <a:path w="3466" h="725" extrusionOk="0">
                  <a:moveTo>
                    <a:pt x="347" y="0"/>
                  </a:moveTo>
                  <a:cubicBezTo>
                    <a:pt x="158" y="0"/>
                    <a:pt x="0" y="158"/>
                    <a:pt x="0" y="347"/>
                  </a:cubicBezTo>
                  <a:cubicBezTo>
                    <a:pt x="0" y="567"/>
                    <a:pt x="158" y="725"/>
                    <a:pt x="347" y="725"/>
                  </a:cubicBezTo>
                  <a:lnTo>
                    <a:pt x="3088" y="725"/>
                  </a:lnTo>
                  <a:cubicBezTo>
                    <a:pt x="3308" y="725"/>
                    <a:pt x="3466" y="567"/>
                    <a:pt x="3466" y="347"/>
                  </a:cubicBezTo>
                  <a:cubicBezTo>
                    <a:pt x="3466" y="158"/>
                    <a:pt x="3308" y="0"/>
                    <a:pt x="308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62" name="Google Shape;10727;p73">
            <a:extLst>
              <a:ext uri="{FF2B5EF4-FFF2-40B4-BE49-F238E27FC236}">
                <a16:creationId xmlns:a16="http://schemas.microsoft.com/office/drawing/2014/main" id="{D1F3D656-6F96-5F79-70A7-C49878FCA014}"/>
              </a:ext>
            </a:extLst>
          </p:cNvPr>
          <p:cNvGrpSpPr/>
          <p:nvPr/>
        </p:nvGrpSpPr>
        <p:grpSpPr>
          <a:xfrm>
            <a:off x="11359933" y="4350626"/>
            <a:ext cx="754352" cy="855599"/>
            <a:chOff x="-3478675" y="2405775"/>
            <a:chExt cx="258350" cy="293025"/>
          </a:xfrm>
          <a:solidFill>
            <a:srgbClr val="555559"/>
          </a:solidFill>
        </p:grpSpPr>
        <p:sp>
          <p:nvSpPr>
            <p:cNvPr id="2263" name="Google Shape;10728;p73">
              <a:extLst>
                <a:ext uri="{FF2B5EF4-FFF2-40B4-BE49-F238E27FC236}">
                  <a16:creationId xmlns:a16="http://schemas.microsoft.com/office/drawing/2014/main" id="{880D00A8-5E95-BB43-2043-50EE65BAB907}"/>
                </a:ext>
              </a:extLst>
            </p:cNvPr>
            <p:cNvSpPr/>
            <p:nvPr/>
          </p:nvSpPr>
          <p:spPr>
            <a:xfrm>
              <a:off x="-3478675" y="2405775"/>
              <a:ext cx="258350" cy="293025"/>
            </a:xfrm>
            <a:custGeom>
              <a:avLst/>
              <a:gdLst/>
              <a:ahLst/>
              <a:cxnLst/>
              <a:rect l="l" t="t" r="r" b="b"/>
              <a:pathLst>
                <a:path w="10334" h="11721" extrusionOk="0">
                  <a:moveTo>
                    <a:pt x="6018" y="694"/>
                  </a:moveTo>
                  <a:cubicBezTo>
                    <a:pt x="6175" y="694"/>
                    <a:pt x="6301" y="757"/>
                    <a:pt x="6333" y="915"/>
                  </a:cubicBezTo>
                  <a:lnTo>
                    <a:pt x="6490" y="1450"/>
                  </a:lnTo>
                  <a:lnTo>
                    <a:pt x="3781" y="1450"/>
                  </a:lnTo>
                  <a:lnTo>
                    <a:pt x="3970" y="915"/>
                  </a:lnTo>
                  <a:cubicBezTo>
                    <a:pt x="4033" y="757"/>
                    <a:pt x="4127" y="694"/>
                    <a:pt x="4285" y="694"/>
                  </a:cubicBezTo>
                  <a:close/>
                  <a:moveTo>
                    <a:pt x="9326" y="2049"/>
                  </a:moveTo>
                  <a:cubicBezTo>
                    <a:pt x="9546" y="2049"/>
                    <a:pt x="9704" y="2206"/>
                    <a:pt x="9704" y="2427"/>
                  </a:cubicBezTo>
                  <a:lnTo>
                    <a:pt x="9704" y="2773"/>
                  </a:lnTo>
                  <a:lnTo>
                    <a:pt x="756" y="2773"/>
                  </a:lnTo>
                  <a:lnTo>
                    <a:pt x="756" y="2427"/>
                  </a:lnTo>
                  <a:cubicBezTo>
                    <a:pt x="756" y="2206"/>
                    <a:pt x="914" y="2049"/>
                    <a:pt x="1103" y="2049"/>
                  </a:cubicBezTo>
                  <a:close/>
                  <a:moveTo>
                    <a:pt x="8916" y="3498"/>
                  </a:moveTo>
                  <a:lnTo>
                    <a:pt x="8317" y="10681"/>
                  </a:lnTo>
                  <a:cubicBezTo>
                    <a:pt x="8317" y="10839"/>
                    <a:pt x="8160" y="10996"/>
                    <a:pt x="7971" y="10996"/>
                  </a:cubicBezTo>
                  <a:lnTo>
                    <a:pt x="2363" y="10996"/>
                  </a:lnTo>
                  <a:cubicBezTo>
                    <a:pt x="2174" y="10996"/>
                    <a:pt x="2048" y="10902"/>
                    <a:pt x="2016" y="10681"/>
                  </a:cubicBezTo>
                  <a:lnTo>
                    <a:pt x="1418" y="3498"/>
                  </a:lnTo>
                  <a:close/>
                  <a:moveTo>
                    <a:pt x="4285" y="1"/>
                  </a:moveTo>
                  <a:cubicBezTo>
                    <a:pt x="3875" y="1"/>
                    <a:pt x="3466" y="285"/>
                    <a:pt x="3308" y="726"/>
                  </a:cubicBezTo>
                  <a:lnTo>
                    <a:pt x="3088" y="1450"/>
                  </a:lnTo>
                  <a:lnTo>
                    <a:pt x="1040" y="1450"/>
                  </a:lnTo>
                  <a:cubicBezTo>
                    <a:pt x="473" y="1450"/>
                    <a:pt x="0" y="1923"/>
                    <a:pt x="0" y="2458"/>
                  </a:cubicBezTo>
                  <a:lnTo>
                    <a:pt x="0" y="3120"/>
                  </a:lnTo>
                  <a:cubicBezTo>
                    <a:pt x="0" y="3341"/>
                    <a:pt x="158" y="3498"/>
                    <a:pt x="347" y="3498"/>
                  </a:cubicBezTo>
                  <a:lnTo>
                    <a:pt x="725" y="3498"/>
                  </a:lnTo>
                  <a:lnTo>
                    <a:pt x="1292" y="10776"/>
                  </a:lnTo>
                  <a:cubicBezTo>
                    <a:pt x="1355" y="11311"/>
                    <a:pt x="1764" y="11721"/>
                    <a:pt x="2331" y="11721"/>
                  </a:cubicBezTo>
                  <a:lnTo>
                    <a:pt x="7908" y="11721"/>
                  </a:lnTo>
                  <a:cubicBezTo>
                    <a:pt x="8475" y="11721"/>
                    <a:pt x="8916" y="11311"/>
                    <a:pt x="8948" y="10776"/>
                  </a:cubicBezTo>
                  <a:lnTo>
                    <a:pt x="9546" y="3498"/>
                  </a:lnTo>
                  <a:lnTo>
                    <a:pt x="9893" y="3498"/>
                  </a:lnTo>
                  <a:cubicBezTo>
                    <a:pt x="10082" y="3498"/>
                    <a:pt x="10239" y="3341"/>
                    <a:pt x="10239" y="3120"/>
                  </a:cubicBezTo>
                  <a:lnTo>
                    <a:pt x="10239" y="2458"/>
                  </a:lnTo>
                  <a:cubicBezTo>
                    <a:pt x="10334" y="1860"/>
                    <a:pt x="9861" y="1450"/>
                    <a:pt x="9294" y="1450"/>
                  </a:cubicBezTo>
                  <a:lnTo>
                    <a:pt x="7246" y="1450"/>
                  </a:lnTo>
                  <a:lnTo>
                    <a:pt x="7026" y="726"/>
                  </a:lnTo>
                  <a:cubicBezTo>
                    <a:pt x="6868" y="285"/>
                    <a:pt x="6490" y="1"/>
                    <a:pt x="601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10729;p73">
              <a:extLst>
                <a:ext uri="{FF2B5EF4-FFF2-40B4-BE49-F238E27FC236}">
                  <a16:creationId xmlns:a16="http://schemas.microsoft.com/office/drawing/2014/main" id="{3E38EE82-9E5D-05F6-5DF4-92146438006D}"/>
                </a:ext>
              </a:extLst>
            </p:cNvPr>
            <p:cNvSpPr/>
            <p:nvPr/>
          </p:nvSpPr>
          <p:spPr>
            <a:xfrm>
              <a:off x="-3408575" y="2509750"/>
              <a:ext cx="17350" cy="154400"/>
            </a:xfrm>
            <a:custGeom>
              <a:avLst/>
              <a:gdLst/>
              <a:ahLst/>
              <a:cxnLst/>
              <a:rect l="l" t="t" r="r" b="b"/>
              <a:pathLst>
                <a:path w="694" h="6176" extrusionOk="0">
                  <a:moveTo>
                    <a:pt x="347" y="1"/>
                  </a:moveTo>
                  <a:cubicBezTo>
                    <a:pt x="158" y="1"/>
                    <a:pt x="0" y="158"/>
                    <a:pt x="0" y="347"/>
                  </a:cubicBezTo>
                  <a:lnTo>
                    <a:pt x="0" y="5829"/>
                  </a:lnTo>
                  <a:cubicBezTo>
                    <a:pt x="0" y="6018"/>
                    <a:pt x="158" y="6176"/>
                    <a:pt x="347" y="6176"/>
                  </a:cubicBezTo>
                  <a:cubicBezTo>
                    <a:pt x="536" y="6176"/>
                    <a:pt x="693" y="6018"/>
                    <a:pt x="693" y="5829"/>
                  </a:cubicBezTo>
                  <a:lnTo>
                    <a:pt x="693" y="347"/>
                  </a:lnTo>
                  <a:cubicBezTo>
                    <a:pt x="693"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10730;p73">
              <a:extLst>
                <a:ext uri="{FF2B5EF4-FFF2-40B4-BE49-F238E27FC236}">
                  <a16:creationId xmlns:a16="http://schemas.microsoft.com/office/drawing/2014/main" id="{DDF47746-C1E3-599D-5B46-38A7B28870DB}"/>
                </a:ext>
              </a:extLst>
            </p:cNvPr>
            <p:cNvSpPr/>
            <p:nvPr/>
          </p:nvSpPr>
          <p:spPr>
            <a:xfrm>
              <a:off x="-3357400" y="2509750"/>
              <a:ext cx="17350" cy="154400"/>
            </a:xfrm>
            <a:custGeom>
              <a:avLst/>
              <a:gdLst/>
              <a:ahLst/>
              <a:cxnLst/>
              <a:rect l="l" t="t" r="r" b="b"/>
              <a:pathLst>
                <a:path w="694" h="6176" extrusionOk="0">
                  <a:moveTo>
                    <a:pt x="347" y="1"/>
                  </a:moveTo>
                  <a:cubicBezTo>
                    <a:pt x="158" y="1"/>
                    <a:pt x="1" y="158"/>
                    <a:pt x="1" y="347"/>
                  </a:cubicBezTo>
                  <a:lnTo>
                    <a:pt x="1" y="5829"/>
                  </a:lnTo>
                  <a:cubicBezTo>
                    <a:pt x="1" y="6018"/>
                    <a:pt x="158" y="6176"/>
                    <a:pt x="347" y="6176"/>
                  </a:cubicBezTo>
                  <a:cubicBezTo>
                    <a:pt x="536" y="6176"/>
                    <a:pt x="694" y="6018"/>
                    <a:pt x="694" y="5829"/>
                  </a:cubicBezTo>
                  <a:lnTo>
                    <a:pt x="694" y="347"/>
                  </a:lnTo>
                  <a:cubicBezTo>
                    <a:pt x="694"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10731;p73">
              <a:extLst>
                <a:ext uri="{FF2B5EF4-FFF2-40B4-BE49-F238E27FC236}">
                  <a16:creationId xmlns:a16="http://schemas.microsoft.com/office/drawing/2014/main" id="{16BCCA2F-F45B-8432-11C9-9660E22C93FF}"/>
                </a:ext>
              </a:extLst>
            </p:cNvPr>
            <p:cNvSpPr/>
            <p:nvPr/>
          </p:nvSpPr>
          <p:spPr>
            <a:xfrm>
              <a:off x="-3306200" y="2509750"/>
              <a:ext cx="17350" cy="154400"/>
            </a:xfrm>
            <a:custGeom>
              <a:avLst/>
              <a:gdLst/>
              <a:ahLst/>
              <a:cxnLst/>
              <a:rect l="l" t="t" r="r" b="b"/>
              <a:pathLst>
                <a:path w="694" h="6176" extrusionOk="0">
                  <a:moveTo>
                    <a:pt x="347" y="1"/>
                  </a:moveTo>
                  <a:cubicBezTo>
                    <a:pt x="158" y="1"/>
                    <a:pt x="1" y="158"/>
                    <a:pt x="1" y="347"/>
                  </a:cubicBezTo>
                  <a:lnTo>
                    <a:pt x="1" y="5829"/>
                  </a:lnTo>
                  <a:cubicBezTo>
                    <a:pt x="1" y="6018"/>
                    <a:pt x="158" y="6176"/>
                    <a:pt x="347" y="6176"/>
                  </a:cubicBezTo>
                  <a:cubicBezTo>
                    <a:pt x="536" y="6176"/>
                    <a:pt x="694" y="6018"/>
                    <a:pt x="694" y="5829"/>
                  </a:cubicBezTo>
                  <a:lnTo>
                    <a:pt x="694" y="347"/>
                  </a:lnTo>
                  <a:cubicBezTo>
                    <a:pt x="694"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67" name="Google Shape;10732;p73">
            <a:extLst>
              <a:ext uri="{FF2B5EF4-FFF2-40B4-BE49-F238E27FC236}">
                <a16:creationId xmlns:a16="http://schemas.microsoft.com/office/drawing/2014/main" id="{1A446015-8899-EA1D-AD0C-5FF75F4C0649}"/>
              </a:ext>
            </a:extLst>
          </p:cNvPr>
          <p:cNvGrpSpPr/>
          <p:nvPr/>
        </p:nvGrpSpPr>
        <p:grpSpPr>
          <a:xfrm>
            <a:off x="11486365" y="5404521"/>
            <a:ext cx="549741" cy="853263"/>
            <a:chOff x="-3443250" y="2765725"/>
            <a:chExt cx="188275" cy="292225"/>
          </a:xfrm>
          <a:solidFill>
            <a:srgbClr val="555559"/>
          </a:solidFill>
        </p:grpSpPr>
        <p:sp>
          <p:nvSpPr>
            <p:cNvPr id="2268" name="Google Shape;10733;p73">
              <a:extLst>
                <a:ext uri="{FF2B5EF4-FFF2-40B4-BE49-F238E27FC236}">
                  <a16:creationId xmlns:a16="http://schemas.microsoft.com/office/drawing/2014/main" id="{330C3DAB-5C9A-A9F2-D8F1-8693E4D152E7}"/>
                </a:ext>
              </a:extLst>
            </p:cNvPr>
            <p:cNvSpPr/>
            <p:nvPr/>
          </p:nvSpPr>
          <p:spPr>
            <a:xfrm>
              <a:off x="-3443250" y="2765725"/>
              <a:ext cx="188275" cy="292225"/>
            </a:xfrm>
            <a:custGeom>
              <a:avLst/>
              <a:gdLst/>
              <a:ahLst/>
              <a:cxnLst/>
              <a:rect l="l" t="t" r="r" b="b"/>
              <a:pathLst>
                <a:path w="7531" h="11689" extrusionOk="0">
                  <a:moveTo>
                    <a:pt x="6491" y="662"/>
                  </a:moveTo>
                  <a:cubicBezTo>
                    <a:pt x="6711" y="662"/>
                    <a:pt x="6869" y="820"/>
                    <a:pt x="6869" y="1009"/>
                  </a:cubicBezTo>
                  <a:lnTo>
                    <a:pt x="6869" y="7908"/>
                  </a:lnTo>
                  <a:cubicBezTo>
                    <a:pt x="6869" y="8097"/>
                    <a:pt x="6711" y="8255"/>
                    <a:pt x="6491" y="8255"/>
                  </a:cubicBezTo>
                  <a:lnTo>
                    <a:pt x="1040" y="8255"/>
                  </a:lnTo>
                  <a:cubicBezTo>
                    <a:pt x="851" y="8255"/>
                    <a:pt x="694" y="8097"/>
                    <a:pt x="694" y="7908"/>
                  </a:cubicBezTo>
                  <a:lnTo>
                    <a:pt x="694" y="1009"/>
                  </a:lnTo>
                  <a:cubicBezTo>
                    <a:pt x="694" y="820"/>
                    <a:pt x="851" y="662"/>
                    <a:pt x="1040" y="662"/>
                  </a:cubicBezTo>
                  <a:close/>
                  <a:moveTo>
                    <a:pt x="4821" y="8948"/>
                  </a:moveTo>
                  <a:lnTo>
                    <a:pt x="4821" y="10996"/>
                  </a:lnTo>
                  <a:lnTo>
                    <a:pt x="2773" y="10996"/>
                  </a:lnTo>
                  <a:lnTo>
                    <a:pt x="2773" y="8948"/>
                  </a:lnTo>
                  <a:close/>
                  <a:moveTo>
                    <a:pt x="1040" y="1"/>
                  </a:moveTo>
                  <a:cubicBezTo>
                    <a:pt x="473" y="1"/>
                    <a:pt x="1" y="473"/>
                    <a:pt x="1" y="1009"/>
                  </a:cubicBezTo>
                  <a:lnTo>
                    <a:pt x="1" y="7908"/>
                  </a:lnTo>
                  <a:cubicBezTo>
                    <a:pt x="1" y="8475"/>
                    <a:pt x="473" y="8917"/>
                    <a:pt x="1040" y="8917"/>
                  </a:cubicBezTo>
                  <a:lnTo>
                    <a:pt x="2049" y="8917"/>
                  </a:lnTo>
                  <a:lnTo>
                    <a:pt x="2049" y="10964"/>
                  </a:lnTo>
                  <a:lnTo>
                    <a:pt x="1040" y="10964"/>
                  </a:lnTo>
                  <a:cubicBezTo>
                    <a:pt x="851" y="10964"/>
                    <a:pt x="694" y="11122"/>
                    <a:pt x="694" y="11342"/>
                  </a:cubicBezTo>
                  <a:cubicBezTo>
                    <a:pt x="694" y="11531"/>
                    <a:pt x="851" y="11689"/>
                    <a:pt x="1040" y="11689"/>
                  </a:cubicBezTo>
                  <a:lnTo>
                    <a:pt x="6491" y="11689"/>
                  </a:lnTo>
                  <a:cubicBezTo>
                    <a:pt x="6711" y="11689"/>
                    <a:pt x="6869" y="11531"/>
                    <a:pt x="6869" y="11342"/>
                  </a:cubicBezTo>
                  <a:cubicBezTo>
                    <a:pt x="6869" y="11122"/>
                    <a:pt x="6711" y="10964"/>
                    <a:pt x="6491" y="10964"/>
                  </a:cubicBezTo>
                  <a:lnTo>
                    <a:pt x="5483" y="10964"/>
                  </a:lnTo>
                  <a:lnTo>
                    <a:pt x="5483" y="8917"/>
                  </a:lnTo>
                  <a:lnTo>
                    <a:pt x="6491" y="8917"/>
                  </a:lnTo>
                  <a:cubicBezTo>
                    <a:pt x="7058" y="8917"/>
                    <a:pt x="7531" y="8475"/>
                    <a:pt x="7531" y="7908"/>
                  </a:cubicBezTo>
                  <a:lnTo>
                    <a:pt x="7531" y="1009"/>
                  </a:lnTo>
                  <a:cubicBezTo>
                    <a:pt x="7531" y="442"/>
                    <a:pt x="7089" y="1"/>
                    <a:pt x="649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10734;p73">
              <a:extLst>
                <a:ext uri="{FF2B5EF4-FFF2-40B4-BE49-F238E27FC236}">
                  <a16:creationId xmlns:a16="http://schemas.microsoft.com/office/drawing/2014/main" id="{1C041ED0-1DC9-0710-FF15-BC49284B6DF6}"/>
                </a:ext>
              </a:extLst>
            </p:cNvPr>
            <p:cNvSpPr/>
            <p:nvPr/>
          </p:nvSpPr>
          <p:spPr>
            <a:xfrm>
              <a:off x="-3411725" y="2799375"/>
              <a:ext cx="124450" cy="86100"/>
            </a:xfrm>
            <a:custGeom>
              <a:avLst/>
              <a:gdLst/>
              <a:ahLst/>
              <a:cxnLst/>
              <a:rect l="l" t="t" r="r" b="b"/>
              <a:pathLst>
                <a:path w="4978" h="3444" extrusionOk="0">
                  <a:moveTo>
                    <a:pt x="1859" y="1144"/>
                  </a:moveTo>
                  <a:lnTo>
                    <a:pt x="2678" y="2750"/>
                  </a:lnTo>
                  <a:lnTo>
                    <a:pt x="1040" y="2750"/>
                  </a:lnTo>
                  <a:lnTo>
                    <a:pt x="1859" y="1144"/>
                  </a:lnTo>
                  <a:close/>
                  <a:moveTo>
                    <a:pt x="3151" y="1049"/>
                  </a:moveTo>
                  <a:lnTo>
                    <a:pt x="4033" y="2782"/>
                  </a:lnTo>
                  <a:lnTo>
                    <a:pt x="3403" y="2782"/>
                  </a:lnTo>
                  <a:lnTo>
                    <a:pt x="3403" y="2750"/>
                  </a:lnTo>
                  <a:lnTo>
                    <a:pt x="2804" y="1553"/>
                  </a:lnTo>
                  <a:lnTo>
                    <a:pt x="3151" y="1049"/>
                  </a:lnTo>
                  <a:close/>
                  <a:moveTo>
                    <a:pt x="3213" y="1"/>
                  </a:moveTo>
                  <a:cubicBezTo>
                    <a:pt x="3110" y="1"/>
                    <a:pt x="3003" y="48"/>
                    <a:pt x="2930" y="135"/>
                  </a:cubicBezTo>
                  <a:lnTo>
                    <a:pt x="2457" y="829"/>
                  </a:lnTo>
                  <a:lnTo>
                    <a:pt x="2142" y="198"/>
                  </a:lnTo>
                  <a:cubicBezTo>
                    <a:pt x="2079" y="72"/>
                    <a:pt x="1961" y="9"/>
                    <a:pt x="1839" y="9"/>
                  </a:cubicBezTo>
                  <a:cubicBezTo>
                    <a:pt x="1717" y="9"/>
                    <a:pt x="1591" y="72"/>
                    <a:pt x="1512" y="198"/>
                  </a:cubicBezTo>
                  <a:lnTo>
                    <a:pt x="126" y="2939"/>
                  </a:lnTo>
                  <a:cubicBezTo>
                    <a:pt x="0" y="3191"/>
                    <a:pt x="158" y="3443"/>
                    <a:pt x="441" y="3443"/>
                  </a:cubicBezTo>
                  <a:lnTo>
                    <a:pt x="4537" y="3443"/>
                  </a:lnTo>
                  <a:cubicBezTo>
                    <a:pt x="4757" y="3443"/>
                    <a:pt x="4978" y="3191"/>
                    <a:pt x="4852" y="2939"/>
                  </a:cubicBezTo>
                  <a:lnTo>
                    <a:pt x="3497" y="198"/>
                  </a:lnTo>
                  <a:cubicBezTo>
                    <a:pt x="3446" y="63"/>
                    <a:pt x="3332" y="1"/>
                    <a:pt x="321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10735;p73">
              <a:extLst>
                <a:ext uri="{FF2B5EF4-FFF2-40B4-BE49-F238E27FC236}">
                  <a16:creationId xmlns:a16="http://schemas.microsoft.com/office/drawing/2014/main" id="{D656F7FC-2641-CC5A-2A6E-94022C29E2C9}"/>
                </a:ext>
              </a:extLst>
            </p:cNvPr>
            <p:cNvSpPr/>
            <p:nvPr/>
          </p:nvSpPr>
          <p:spPr>
            <a:xfrm>
              <a:off x="-3392825" y="2903575"/>
              <a:ext cx="86650" cy="17350"/>
            </a:xfrm>
            <a:custGeom>
              <a:avLst/>
              <a:gdLst/>
              <a:ahLst/>
              <a:cxnLst/>
              <a:rect l="l" t="t" r="r" b="b"/>
              <a:pathLst>
                <a:path w="3466" h="694" extrusionOk="0">
                  <a:moveTo>
                    <a:pt x="347" y="0"/>
                  </a:moveTo>
                  <a:cubicBezTo>
                    <a:pt x="158" y="0"/>
                    <a:pt x="0" y="158"/>
                    <a:pt x="0" y="347"/>
                  </a:cubicBezTo>
                  <a:cubicBezTo>
                    <a:pt x="0" y="536"/>
                    <a:pt x="158" y="693"/>
                    <a:pt x="347" y="693"/>
                  </a:cubicBezTo>
                  <a:lnTo>
                    <a:pt x="3119" y="693"/>
                  </a:lnTo>
                  <a:cubicBezTo>
                    <a:pt x="3308" y="693"/>
                    <a:pt x="3466" y="536"/>
                    <a:pt x="3466" y="347"/>
                  </a:cubicBezTo>
                  <a:cubicBezTo>
                    <a:pt x="3466" y="158"/>
                    <a:pt x="3308" y="0"/>
                    <a:pt x="311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10736;p73">
              <a:extLst>
                <a:ext uri="{FF2B5EF4-FFF2-40B4-BE49-F238E27FC236}">
                  <a16:creationId xmlns:a16="http://schemas.microsoft.com/office/drawing/2014/main" id="{2BC527E1-53E1-2319-EAA6-799F8DD8CB0F}"/>
                </a:ext>
              </a:extLst>
            </p:cNvPr>
            <p:cNvSpPr/>
            <p:nvPr/>
          </p:nvSpPr>
          <p:spPr>
            <a:xfrm>
              <a:off x="-3392825" y="2938225"/>
              <a:ext cx="86650" cy="17350"/>
            </a:xfrm>
            <a:custGeom>
              <a:avLst/>
              <a:gdLst/>
              <a:ahLst/>
              <a:cxnLst/>
              <a:rect l="l" t="t" r="r" b="b"/>
              <a:pathLst>
                <a:path w="3466" h="694" extrusionOk="0">
                  <a:moveTo>
                    <a:pt x="347" y="0"/>
                  </a:moveTo>
                  <a:cubicBezTo>
                    <a:pt x="158" y="0"/>
                    <a:pt x="0" y="158"/>
                    <a:pt x="0" y="347"/>
                  </a:cubicBezTo>
                  <a:cubicBezTo>
                    <a:pt x="0" y="536"/>
                    <a:pt x="158" y="693"/>
                    <a:pt x="347" y="693"/>
                  </a:cubicBezTo>
                  <a:lnTo>
                    <a:pt x="3119" y="693"/>
                  </a:lnTo>
                  <a:cubicBezTo>
                    <a:pt x="3308" y="693"/>
                    <a:pt x="3466" y="536"/>
                    <a:pt x="3466" y="347"/>
                  </a:cubicBezTo>
                  <a:cubicBezTo>
                    <a:pt x="3466" y="158"/>
                    <a:pt x="3308" y="0"/>
                    <a:pt x="311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72" name="Google Shape;10737;p73">
            <a:extLst>
              <a:ext uri="{FF2B5EF4-FFF2-40B4-BE49-F238E27FC236}">
                <a16:creationId xmlns:a16="http://schemas.microsoft.com/office/drawing/2014/main" id="{69E8AF8A-C7FD-D69E-36B9-AFE61A659679}"/>
              </a:ext>
            </a:extLst>
          </p:cNvPr>
          <p:cNvGrpSpPr/>
          <p:nvPr/>
        </p:nvGrpSpPr>
        <p:grpSpPr>
          <a:xfrm>
            <a:off x="16848534" y="3320927"/>
            <a:ext cx="752090" cy="855599"/>
            <a:chOff x="-1684475" y="2049000"/>
            <a:chExt cx="257575" cy="293025"/>
          </a:xfrm>
          <a:solidFill>
            <a:srgbClr val="555559"/>
          </a:solidFill>
        </p:grpSpPr>
        <p:sp>
          <p:nvSpPr>
            <p:cNvPr id="2273" name="Google Shape;10738;p73">
              <a:extLst>
                <a:ext uri="{FF2B5EF4-FFF2-40B4-BE49-F238E27FC236}">
                  <a16:creationId xmlns:a16="http://schemas.microsoft.com/office/drawing/2014/main" id="{A8D0B5ED-D597-88D0-21AA-7B203A79C1D6}"/>
                </a:ext>
              </a:extLst>
            </p:cNvPr>
            <p:cNvSpPr/>
            <p:nvPr/>
          </p:nvSpPr>
          <p:spPr>
            <a:xfrm>
              <a:off x="-1684475" y="2049000"/>
              <a:ext cx="257575" cy="293025"/>
            </a:xfrm>
            <a:custGeom>
              <a:avLst/>
              <a:gdLst/>
              <a:ahLst/>
              <a:cxnLst/>
              <a:rect l="l" t="t" r="r" b="b"/>
              <a:pathLst>
                <a:path w="10303" h="11721" extrusionOk="0">
                  <a:moveTo>
                    <a:pt x="1355" y="693"/>
                  </a:moveTo>
                  <a:lnTo>
                    <a:pt x="1355" y="1387"/>
                  </a:lnTo>
                  <a:lnTo>
                    <a:pt x="694" y="1387"/>
                  </a:lnTo>
                  <a:lnTo>
                    <a:pt x="694" y="693"/>
                  </a:lnTo>
                  <a:close/>
                  <a:moveTo>
                    <a:pt x="9546" y="693"/>
                  </a:moveTo>
                  <a:lnTo>
                    <a:pt x="9546" y="1387"/>
                  </a:lnTo>
                  <a:lnTo>
                    <a:pt x="8885" y="1387"/>
                  </a:lnTo>
                  <a:lnTo>
                    <a:pt x="8885" y="693"/>
                  </a:lnTo>
                  <a:close/>
                  <a:moveTo>
                    <a:pt x="8223" y="1387"/>
                  </a:moveTo>
                  <a:lnTo>
                    <a:pt x="8223" y="1733"/>
                  </a:lnTo>
                  <a:cubicBezTo>
                    <a:pt x="8223" y="1922"/>
                    <a:pt x="8381" y="2080"/>
                    <a:pt x="8570" y="2080"/>
                  </a:cubicBezTo>
                  <a:lnTo>
                    <a:pt x="8916" y="2080"/>
                  </a:lnTo>
                  <a:lnTo>
                    <a:pt x="8916" y="9641"/>
                  </a:lnTo>
                  <a:lnTo>
                    <a:pt x="8538" y="9641"/>
                  </a:lnTo>
                  <a:cubicBezTo>
                    <a:pt x="8349" y="9641"/>
                    <a:pt x="8192" y="9798"/>
                    <a:pt x="8192" y="9987"/>
                  </a:cubicBezTo>
                  <a:lnTo>
                    <a:pt x="8192" y="10365"/>
                  </a:lnTo>
                  <a:lnTo>
                    <a:pt x="2080" y="10365"/>
                  </a:lnTo>
                  <a:lnTo>
                    <a:pt x="2080" y="9987"/>
                  </a:lnTo>
                  <a:cubicBezTo>
                    <a:pt x="2080" y="9798"/>
                    <a:pt x="1922" y="9641"/>
                    <a:pt x="1733" y="9641"/>
                  </a:cubicBezTo>
                  <a:lnTo>
                    <a:pt x="1355" y="9641"/>
                  </a:lnTo>
                  <a:lnTo>
                    <a:pt x="1355" y="2080"/>
                  </a:lnTo>
                  <a:lnTo>
                    <a:pt x="1733" y="2080"/>
                  </a:lnTo>
                  <a:cubicBezTo>
                    <a:pt x="1922" y="2080"/>
                    <a:pt x="2080" y="1922"/>
                    <a:pt x="2080" y="1733"/>
                  </a:cubicBezTo>
                  <a:lnTo>
                    <a:pt x="2080" y="1387"/>
                  </a:lnTo>
                  <a:close/>
                  <a:moveTo>
                    <a:pt x="1355" y="10365"/>
                  </a:moveTo>
                  <a:lnTo>
                    <a:pt x="1355" y="11027"/>
                  </a:lnTo>
                  <a:lnTo>
                    <a:pt x="694" y="11027"/>
                  </a:lnTo>
                  <a:lnTo>
                    <a:pt x="694" y="10365"/>
                  </a:lnTo>
                  <a:close/>
                  <a:moveTo>
                    <a:pt x="9609" y="10365"/>
                  </a:moveTo>
                  <a:lnTo>
                    <a:pt x="9609" y="11027"/>
                  </a:lnTo>
                  <a:lnTo>
                    <a:pt x="8916" y="11027"/>
                  </a:lnTo>
                  <a:lnTo>
                    <a:pt x="8916" y="10365"/>
                  </a:lnTo>
                  <a:close/>
                  <a:moveTo>
                    <a:pt x="347" y="0"/>
                  </a:moveTo>
                  <a:cubicBezTo>
                    <a:pt x="158" y="0"/>
                    <a:pt x="0" y="158"/>
                    <a:pt x="0" y="347"/>
                  </a:cubicBezTo>
                  <a:lnTo>
                    <a:pt x="0" y="1733"/>
                  </a:lnTo>
                  <a:cubicBezTo>
                    <a:pt x="0" y="1922"/>
                    <a:pt x="158" y="2080"/>
                    <a:pt x="347" y="2080"/>
                  </a:cubicBezTo>
                  <a:lnTo>
                    <a:pt x="694" y="2080"/>
                  </a:lnTo>
                  <a:lnTo>
                    <a:pt x="694" y="9641"/>
                  </a:lnTo>
                  <a:lnTo>
                    <a:pt x="347" y="9641"/>
                  </a:lnTo>
                  <a:cubicBezTo>
                    <a:pt x="158" y="9641"/>
                    <a:pt x="0" y="9798"/>
                    <a:pt x="0" y="9987"/>
                  </a:cubicBezTo>
                  <a:lnTo>
                    <a:pt x="0" y="11374"/>
                  </a:lnTo>
                  <a:cubicBezTo>
                    <a:pt x="0" y="11563"/>
                    <a:pt x="158" y="11720"/>
                    <a:pt x="347" y="11720"/>
                  </a:cubicBezTo>
                  <a:lnTo>
                    <a:pt x="1733" y="11720"/>
                  </a:lnTo>
                  <a:cubicBezTo>
                    <a:pt x="1922" y="11720"/>
                    <a:pt x="2080" y="11563"/>
                    <a:pt x="2080" y="11374"/>
                  </a:cubicBezTo>
                  <a:lnTo>
                    <a:pt x="2080" y="11027"/>
                  </a:lnTo>
                  <a:lnTo>
                    <a:pt x="8223" y="11027"/>
                  </a:lnTo>
                  <a:lnTo>
                    <a:pt x="8223" y="11374"/>
                  </a:lnTo>
                  <a:cubicBezTo>
                    <a:pt x="8223" y="11563"/>
                    <a:pt x="8381" y="11720"/>
                    <a:pt x="8570" y="11720"/>
                  </a:cubicBezTo>
                  <a:lnTo>
                    <a:pt x="9956" y="11720"/>
                  </a:lnTo>
                  <a:cubicBezTo>
                    <a:pt x="10145" y="11720"/>
                    <a:pt x="10303" y="11563"/>
                    <a:pt x="10303" y="11374"/>
                  </a:cubicBezTo>
                  <a:lnTo>
                    <a:pt x="10303" y="9987"/>
                  </a:lnTo>
                  <a:cubicBezTo>
                    <a:pt x="10303" y="9798"/>
                    <a:pt x="10145" y="9641"/>
                    <a:pt x="9956" y="9641"/>
                  </a:cubicBezTo>
                  <a:lnTo>
                    <a:pt x="9609" y="9641"/>
                  </a:lnTo>
                  <a:lnTo>
                    <a:pt x="9609" y="2080"/>
                  </a:lnTo>
                  <a:lnTo>
                    <a:pt x="9924" y="2080"/>
                  </a:lnTo>
                  <a:cubicBezTo>
                    <a:pt x="10113" y="2080"/>
                    <a:pt x="10271" y="1922"/>
                    <a:pt x="10271" y="1733"/>
                  </a:cubicBezTo>
                  <a:lnTo>
                    <a:pt x="10271" y="347"/>
                  </a:lnTo>
                  <a:cubicBezTo>
                    <a:pt x="10271" y="158"/>
                    <a:pt x="10113" y="0"/>
                    <a:pt x="9924" y="0"/>
                  </a:cubicBezTo>
                  <a:lnTo>
                    <a:pt x="8538" y="0"/>
                  </a:lnTo>
                  <a:cubicBezTo>
                    <a:pt x="8349" y="0"/>
                    <a:pt x="8192" y="158"/>
                    <a:pt x="8192" y="347"/>
                  </a:cubicBezTo>
                  <a:lnTo>
                    <a:pt x="8192" y="693"/>
                  </a:lnTo>
                  <a:lnTo>
                    <a:pt x="2080" y="693"/>
                  </a:lnTo>
                  <a:lnTo>
                    <a:pt x="2080" y="347"/>
                  </a:lnTo>
                  <a:cubicBezTo>
                    <a:pt x="2080" y="158"/>
                    <a:pt x="1922" y="0"/>
                    <a:pt x="173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10739;p73">
              <a:extLst>
                <a:ext uri="{FF2B5EF4-FFF2-40B4-BE49-F238E27FC236}">
                  <a16:creationId xmlns:a16="http://schemas.microsoft.com/office/drawing/2014/main" id="{CE89B619-15FE-45A3-CCAA-E52C5761166C}"/>
                </a:ext>
              </a:extLst>
            </p:cNvPr>
            <p:cNvSpPr/>
            <p:nvPr/>
          </p:nvSpPr>
          <p:spPr>
            <a:xfrm>
              <a:off x="-1615950" y="2238800"/>
              <a:ext cx="120525" cy="18150"/>
            </a:xfrm>
            <a:custGeom>
              <a:avLst/>
              <a:gdLst/>
              <a:ahLst/>
              <a:cxnLst/>
              <a:rect l="l" t="t" r="r" b="b"/>
              <a:pathLst>
                <a:path w="4821" h="726" extrusionOk="0">
                  <a:moveTo>
                    <a:pt x="347" y="1"/>
                  </a:moveTo>
                  <a:cubicBezTo>
                    <a:pt x="158" y="1"/>
                    <a:pt x="0" y="159"/>
                    <a:pt x="0" y="348"/>
                  </a:cubicBezTo>
                  <a:cubicBezTo>
                    <a:pt x="0" y="568"/>
                    <a:pt x="158" y="726"/>
                    <a:pt x="347" y="726"/>
                  </a:cubicBezTo>
                  <a:lnTo>
                    <a:pt x="4443" y="726"/>
                  </a:lnTo>
                  <a:cubicBezTo>
                    <a:pt x="4663" y="726"/>
                    <a:pt x="4821" y="568"/>
                    <a:pt x="4821" y="348"/>
                  </a:cubicBezTo>
                  <a:cubicBezTo>
                    <a:pt x="4821" y="159"/>
                    <a:pt x="4663" y="1"/>
                    <a:pt x="44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10740;p73">
              <a:extLst>
                <a:ext uri="{FF2B5EF4-FFF2-40B4-BE49-F238E27FC236}">
                  <a16:creationId xmlns:a16="http://schemas.microsoft.com/office/drawing/2014/main" id="{5F0AD5AD-BC5A-A123-46FB-F4B771E4B8A4}"/>
                </a:ext>
              </a:extLst>
            </p:cNvPr>
            <p:cNvSpPr/>
            <p:nvPr/>
          </p:nvSpPr>
          <p:spPr>
            <a:xfrm>
              <a:off x="-1615950" y="2273475"/>
              <a:ext cx="120525" cy="17350"/>
            </a:xfrm>
            <a:custGeom>
              <a:avLst/>
              <a:gdLst/>
              <a:ahLst/>
              <a:cxnLst/>
              <a:rect l="l" t="t" r="r" b="b"/>
              <a:pathLst>
                <a:path w="4821" h="694" extrusionOk="0">
                  <a:moveTo>
                    <a:pt x="347" y="0"/>
                  </a:moveTo>
                  <a:cubicBezTo>
                    <a:pt x="158" y="0"/>
                    <a:pt x="0" y="158"/>
                    <a:pt x="0" y="347"/>
                  </a:cubicBezTo>
                  <a:cubicBezTo>
                    <a:pt x="0" y="536"/>
                    <a:pt x="158" y="693"/>
                    <a:pt x="347" y="693"/>
                  </a:cubicBezTo>
                  <a:lnTo>
                    <a:pt x="4443" y="693"/>
                  </a:lnTo>
                  <a:cubicBezTo>
                    <a:pt x="4663" y="693"/>
                    <a:pt x="4821" y="536"/>
                    <a:pt x="4821" y="347"/>
                  </a:cubicBezTo>
                  <a:cubicBezTo>
                    <a:pt x="4821" y="158"/>
                    <a:pt x="4663" y="0"/>
                    <a:pt x="444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10741;p73">
              <a:extLst>
                <a:ext uri="{FF2B5EF4-FFF2-40B4-BE49-F238E27FC236}">
                  <a16:creationId xmlns:a16="http://schemas.microsoft.com/office/drawing/2014/main" id="{67A2D008-2C0E-05EF-DAED-1673F8AD2D07}"/>
                </a:ext>
              </a:extLst>
            </p:cNvPr>
            <p:cNvSpPr/>
            <p:nvPr/>
          </p:nvSpPr>
          <p:spPr>
            <a:xfrm>
              <a:off x="-1630925" y="2100975"/>
              <a:ext cx="153625" cy="116600"/>
            </a:xfrm>
            <a:custGeom>
              <a:avLst/>
              <a:gdLst/>
              <a:ahLst/>
              <a:cxnLst/>
              <a:rect l="l" t="t" r="r" b="b"/>
              <a:pathLst>
                <a:path w="6145" h="4664" extrusionOk="0">
                  <a:moveTo>
                    <a:pt x="4695" y="662"/>
                  </a:moveTo>
                  <a:lnTo>
                    <a:pt x="2994" y="1985"/>
                  </a:lnTo>
                  <a:lnTo>
                    <a:pt x="1261" y="662"/>
                  </a:lnTo>
                  <a:close/>
                  <a:moveTo>
                    <a:pt x="599" y="1040"/>
                  </a:moveTo>
                  <a:lnTo>
                    <a:pt x="2427" y="2395"/>
                  </a:lnTo>
                  <a:lnTo>
                    <a:pt x="599" y="3781"/>
                  </a:lnTo>
                  <a:lnTo>
                    <a:pt x="599" y="1040"/>
                  </a:lnTo>
                  <a:close/>
                  <a:moveTo>
                    <a:pt x="5357" y="1040"/>
                  </a:moveTo>
                  <a:lnTo>
                    <a:pt x="5357" y="3781"/>
                  </a:lnTo>
                  <a:lnTo>
                    <a:pt x="3561" y="2395"/>
                  </a:lnTo>
                  <a:lnTo>
                    <a:pt x="5357" y="1040"/>
                  </a:lnTo>
                  <a:close/>
                  <a:moveTo>
                    <a:pt x="2994" y="2836"/>
                  </a:moveTo>
                  <a:lnTo>
                    <a:pt x="4695" y="4128"/>
                  </a:lnTo>
                  <a:lnTo>
                    <a:pt x="1292" y="4128"/>
                  </a:lnTo>
                  <a:lnTo>
                    <a:pt x="2994" y="2836"/>
                  </a:lnTo>
                  <a:close/>
                  <a:moveTo>
                    <a:pt x="316" y="1"/>
                  </a:moveTo>
                  <a:cubicBezTo>
                    <a:pt x="158" y="1"/>
                    <a:pt x="1" y="127"/>
                    <a:pt x="1" y="284"/>
                  </a:cubicBezTo>
                  <a:lnTo>
                    <a:pt x="1" y="4380"/>
                  </a:lnTo>
                  <a:cubicBezTo>
                    <a:pt x="64" y="4506"/>
                    <a:pt x="127" y="4600"/>
                    <a:pt x="253" y="4663"/>
                  </a:cubicBezTo>
                  <a:lnTo>
                    <a:pt x="5798" y="4663"/>
                  </a:lnTo>
                  <a:cubicBezTo>
                    <a:pt x="5955" y="4663"/>
                    <a:pt x="6113" y="4537"/>
                    <a:pt x="6144" y="4317"/>
                  </a:cubicBezTo>
                  <a:lnTo>
                    <a:pt x="6081" y="316"/>
                  </a:lnTo>
                  <a:cubicBezTo>
                    <a:pt x="6081" y="158"/>
                    <a:pt x="5955" y="32"/>
                    <a:pt x="579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77" name="Google Shape;10742;p73">
            <a:extLst>
              <a:ext uri="{FF2B5EF4-FFF2-40B4-BE49-F238E27FC236}">
                <a16:creationId xmlns:a16="http://schemas.microsoft.com/office/drawing/2014/main" id="{FDA07264-C161-C503-CB01-B170104E319F}"/>
              </a:ext>
            </a:extLst>
          </p:cNvPr>
          <p:cNvSpPr/>
          <p:nvPr/>
        </p:nvSpPr>
        <p:spPr>
          <a:xfrm>
            <a:off x="16779808" y="4351959"/>
            <a:ext cx="890054" cy="852166"/>
          </a:xfrm>
          <a:custGeom>
            <a:avLst/>
            <a:gdLst/>
            <a:ahLst/>
            <a:cxnLst/>
            <a:rect l="l" t="t" r="r" b="b"/>
            <a:pathLst>
              <a:path w="12193" h="11674" extrusionOk="0">
                <a:moveTo>
                  <a:pt x="9483" y="1174"/>
                </a:moveTo>
                <a:lnTo>
                  <a:pt x="9483" y="2308"/>
                </a:lnTo>
                <a:cubicBezTo>
                  <a:pt x="9483" y="2497"/>
                  <a:pt x="9641" y="2655"/>
                  <a:pt x="9830" y="2655"/>
                </a:cubicBezTo>
                <a:lnTo>
                  <a:pt x="10901" y="2655"/>
                </a:lnTo>
                <a:lnTo>
                  <a:pt x="9515" y="4041"/>
                </a:lnTo>
                <a:lnTo>
                  <a:pt x="8097" y="4041"/>
                </a:lnTo>
                <a:lnTo>
                  <a:pt x="8097" y="2560"/>
                </a:lnTo>
                <a:lnTo>
                  <a:pt x="9483" y="1174"/>
                </a:lnTo>
                <a:close/>
                <a:moveTo>
                  <a:pt x="4885" y="6181"/>
                </a:moveTo>
                <a:cubicBezTo>
                  <a:pt x="5033" y="6181"/>
                  <a:pt x="5183" y="6212"/>
                  <a:pt x="5325" y="6278"/>
                </a:cubicBezTo>
                <a:lnTo>
                  <a:pt x="4600" y="7003"/>
                </a:lnTo>
                <a:cubicBezTo>
                  <a:pt x="4474" y="7129"/>
                  <a:pt x="4474" y="7349"/>
                  <a:pt x="4600" y="7475"/>
                </a:cubicBezTo>
                <a:cubicBezTo>
                  <a:pt x="4663" y="7538"/>
                  <a:pt x="4750" y="7570"/>
                  <a:pt x="4836" y="7570"/>
                </a:cubicBezTo>
                <a:cubicBezTo>
                  <a:pt x="4923" y="7570"/>
                  <a:pt x="5010" y="7538"/>
                  <a:pt x="5073" y="7475"/>
                </a:cubicBezTo>
                <a:lnTo>
                  <a:pt x="5797" y="6751"/>
                </a:lnTo>
                <a:lnTo>
                  <a:pt x="5797" y="6751"/>
                </a:lnTo>
                <a:cubicBezTo>
                  <a:pt x="5986" y="7160"/>
                  <a:pt x="5892" y="7633"/>
                  <a:pt x="5577" y="7948"/>
                </a:cubicBezTo>
                <a:cubicBezTo>
                  <a:pt x="5388" y="8137"/>
                  <a:pt x="5128" y="8231"/>
                  <a:pt x="4864" y="8231"/>
                </a:cubicBezTo>
                <a:cubicBezTo>
                  <a:pt x="4600" y="8231"/>
                  <a:pt x="4332" y="8137"/>
                  <a:pt x="4127" y="7948"/>
                </a:cubicBezTo>
                <a:cubicBezTo>
                  <a:pt x="3749" y="7538"/>
                  <a:pt x="3749" y="6877"/>
                  <a:pt x="4127" y="6499"/>
                </a:cubicBezTo>
                <a:cubicBezTo>
                  <a:pt x="4333" y="6293"/>
                  <a:pt x="4606" y="6181"/>
                  <a:pt x="4885" y="6181"/>
                </a:cubicBezTo>
                <a:close/>
                <a:moveTo>
                  <a:pt x="4897" y="4831"/>
                </a:moveTo>
                <a:cubicBezTo>
                  <a:pt x="5396" y="4831"/>
                  <a:pt x="5890" y="4990"/>
                  <a:pt x="6301" y="5301"/>
                </a:cubicBezTo>
                <a:lnTo>
                  <a:pt x="5829" y="5774"/>
                </a:lnTo>
                <a:cubicBezTo>
                  <a:pt x="5553" y="5590"/>
                  <a:pt x="5233" y="5499"/>
                  <a:pt x="4911" y="5499"/>
                </a:cubicBezTo>
                <a:cubicBezTo>
                  <a:pt x="4460" y="5499"/>
                  <a:pt x="4004" y="5677"/>
                  <a:pt x="3655" y="6026"/>
                </a:cubicBezTo>
                <a:cubicBezTo>
                  <a:pt x="2993" y="6688"/>
                  <a:pt x="2993" y="7790"/>
                  <a:pt x="3655" y="8420"/>
                </a:cubicBezTo>
                <a:cubicBezTo>
                  <a:pt x="3986" y="8751"/>
                  <a:pt x="4427" y="8917"/>
                  <a:pt x="4864" y="8917"/>
                </a:cubicBezTo>
                <a:cubicBezTo>
                  <a:pt x="5301" y="8917"/>
                  <a:pt x="5734" y="8751"/>
                  <a:pt x="6049" y="8420"/>
                </a:cubicBezTo>
                <a:cubicBezTo>
                  <a:pt x="6648" y="7822"/>
                  <a:pt x="6742" y="6908"/>
                  <a:pt x="6301" y="6246"/>
                </a:cubicBezTo>
                <a:lnTo>
                  <a:pt x="6774" y="5774"/>
                </a:lnTo>
                <a:lnTo>
                  <a:pt x="6774" y="5774"/>
                </a:lnTo>
                <a:cubicBezTo>
                  <a:pt x="7467" y="6719"/>
                  <a:pt x="7404" y="8074"/>
                  <a:pt x="6585" y="8924"/>
                </a:cubicBezTo>
                <a:cubicBezTo>
                  <a:pt x="6112" y="9397"/>
                  <a:pt x="5498" y="9633"/>
                  <a:pt x="4883" y="9633"/>
                </a:cubicBezTo>
                <a:cubicBezTo>
                  <a:pt x="4269" y="9633"/>
                  <a:pt x="3655" y="9397"/>
                  <a:pt x="3182" y="8924"/>
                </a:cubicBezTo>
                <a:cubicBezTo>
                  <a:pt x="2237" y="7979"/>
                  <a:pt x="2237" y="6499"/>
                  <a:pt x="3182" y="5553"/>
                </a:cubicBezTo>
                <a:cubicBezTo>
                  <a:pt x="3667" y="5068"/>
                  <a:pt x="4286" y="4831"/>
                  <a:pt x="4897" y="4831"/>
                </a:cubicBezTo>
                <a:close/>
                <a:moveTo>
                  <a:pt x="4873" y="3463"/>
                </a:moveTo>
                <a:cubicBezTo>
                  <a:pt x="5728" y="3463"/>
                  <a:pt x="6583" y="3748"/>
                  <a:pt x="7278" y="4325"/>
                </a:cubicBezTo>
                <a:lnTo>
                  <a:pt x="6805" y="4797"/>
                </a:lnTo>
                <a:cubicBezTo>
                  <a:pt x="6228" y="4353"/>
                  <a:pt x="5533" y="4125"/>
                  <a:pt x="4844" y="4125"/>
                </a:cubicBezTo>
                <a:cubicBezTo>
                  <a:pt x="4065" y="4125"/>
                  <a:pt x="3294" y="4416"/>
                  <a:pt x="2710" y="5018"/>
                </a:cubicBezTo>
                <a:cubicBezTo>
                  <a:pt x="1481" y="6246"/>
                  <a:pt x="1481" y="8168"/>
                  <a:pt x="2710" y="9397"/>
                </a:cubicBezTo>
                <a:cubicBezTo>
                  <a:pt x="3324" y="10011"/>
                  <a:pt x="4112" y="10318"/>
                  <a:pt x="4899" y="10318"/>
                </a:cubicBezTo>
                <a:cubicBezTo>
                  <a:pt x="5687" y="10318"/>
                  <a:pt x="6474" y="10011"/>
                  <a:pt x="7089" y="9397"/>
                </a:cubicBezTo>
                <a:cubicBezTo>
                  <a:pt x="8223" y="8263"/>
                  <a:pt x="8255" y="6467"/>
                  <a:pt x="7309" y="5301"/>
                </a:cubicBezTo>
                <a:lnTo>
                  <a:pt x="7782" y="4829"/>
                </a:lnTo>
                <a:lnTo>
                  <a:pt x="7782" y="4829"/>
                </a:lnTo>
                <a:cubicBezTo>
                  <a:pt x="8979" y="6278"/>
                  <a:pt x="8885" y="8483"/>
                  <a:pt x="7530" y="9870"/>
                </a:cubicBezTo>
                <a:cubicBezTo>
                  <a:pt x="6790" y="10594"/>
                  <a:pt x="5821" y="10956"/>
                  <a:pt x="4856" y="10956"/>
                </a:cubicBezTo>
                <a:cubicBezTo>
                  <a:pt x="3891" y="10956"/>
                  <a:pt x="2930" y="10594"/>
                  <a:pt x="2206" y="9870"/>
                </a:cubicBezTo>
                <a:cubicBezTo>
                  <a:pt x="756" y="8420"/>
                  <a:pt x="756" y="6026"/>
                  <a:pt x="2206" y="4545"/>
                </a:cubicBezTo>
                <a:cubicBezTo>
                  <a:pt x="2941" y="3827"/>
                  <a:pt x="3907" y="3463"/>
                  <a:pt x="4873" y="3463"/>
                </a:cubicBezTo>
                <a:close/>
                <a:moveTo>
                  <a:pt x="9899" y="0"/>
                </a:moveTo>
                <a:cubicBezTo>
                  <a:pt x="9813" y="0"/>
                  <a:pt x="9722" y="32"/>
                  <a:pt x="9641" y="103"/>
                </a:cubicBezTo>
                <a:lnTo>
                  <a:pt x="7561" y="2182"/>
                </a:lnTo>
                <a:cubicBezTo>
                  <a:pt x="7467" y="2277"/>
                  <a:pt x="7435" y="2340"/>
                  <a:pt x="7435" y="2434"/>
                </a:cubicBezTo>
                <a:lnTo>
                  <a:pt x="7435" y="3600"/>
                </a:lnTo>
                <a:cubicBezTo>
                  <a:pt x="6670" y="3071"/>
                  <a:pt x="5769" y="2807"/>
                  <a:pt x="4868" y="2807"/>
                </a:cubicBezTo>
                <a:cubicBezTo>
                  <a:pt x="3731" y="2807"/>
                  <a:pt x="2595" y="3229"/>
                  <a:pt x="1733" y="4073"/>
                </a:cubicBezTo>
                <a:cubicBezTo>
                  <a:pt x="0" y="5805"/>
                  <a:pt x="0" y="8641"/>
                  <a:pt x="1733" y="10374"/>
                </a:cubicBezTo>
                <a:cubicBezTo>
                  <a:pt x="2599" y="11240"/>
                  <a:pt x="3741" y="11673"/>
                  <a:pt x="4883" y="11673"/>
                </a:cubicBezTo>
                <a:cubicBezTo>
                  <a:pt x="6026" y="11673"/>
                  <a:pt x="7168" y="11240"/>
                  <a:pt x="8034" y="10374"/>
                </a:cubicBezTo>
                <a:cubicBezTo>
                  <a:pt x="9578" y="8861"/>
                  <a:pt x="9735" y="6436"/>
                  <a:pt x="8538" y="4703"/>
                </a:cubicBezTo>
                <a:lnTo>
                  <a:pt x="9672" y="4703"/>
                </a:lnTo>
                <a:cubicBezTo>
                  <a:pt x="9767" y="4703"/>
                  <a:pt x="9893" y="4671"/>
                  <a:pt x="9924" y="4608"/>
                </a:cubicBezTo>
                <a:lnTo>
                  <a:pt x="12004" y="2497"/>
                </a:lnTo>
                <a:cubicBezTo>
                  <a:pt x="12193" y="2308"/>
                  <a:pt x="12035" y="1962"/>
                  <a:pt x="11783" y="1962"/>
                </a:cubicBezTo>
                <a:lnTo>
                  <a:pt x="10239" y="1962"/>
                </a:lnTo>
                <a:lnTo>
                  <a:pt x="10239" y="355"/>
                </a:lnTo>
                <a:cubicBezTo>
                  <a:pt x="10239" y="141"/>
                  <a:pt x="10080" y="0"/>
                  <a:pt x="9899"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78" name="Google Shape;10743;p73">
            <a:extLst>
              <a:ext uri="{FF2B5EF4-FFF2-40B4-BE49-F238E27FC236}">
                <a16:creationId xmlns:a16="http://schemas.microsoft.com/office/drawing/2014/main" id="{9E1A9464-12C9-71A2-FC8F-1CBF41A6113E}"/>
              </a:ext>
            </a:extLst>
          </p:cNvPr>
          <p:cNvGrpSpPr/>
          <p:nvPr/>
        </p:nvGrpSpPr>
        <p:grpSpPr>
          <a:xfrm>
            <a:off x="16823208" y="5404521"/>
            <a:ext cx="850999" cy="853263"/>
            <a:chOff x="-1700225" y="2768875"/>
            <a:chExt cx="291450" cy="292225"/>
          </a:xfrm>
          <a:solidFill>
            <a:srgbClr val="555559"/>
          </a:solidFill>
        </p:grpSpPr>
        <p:sp>
          <p:nvSpPr>
            <p:cNvPr id="2279" name="Google Shape;10744;p73">
              <a:extLst>
                <a:ext uri="{FF2B5EF4-FFF2-40B4-BE49-F238E27FC236}">
                  <a16:creationId xmlns:a16="http://schemas.microsoft.com/office/drawing/2014/main" id="{F4464BBF-30C7-CA1A-F8A4-4DD7F311C1DA}"/>
                </a:ext>
              </a:extLst>
            </p:cNvPr>
            <p:cNvSpPr/>
            <p:nvPr/>
          </p:nvSpPr>
          <p:spPr>
            <a:xfrm>
              <a:off x="-1700225" y="2768875"/>
              <a:ext cx="291450" cy="292225"/>
            </a:xfrm>
            <a:custGeom>
              <a:avLst/>
              <a:gdLst/>
              <a:ahLst/>
              <a:cxnLst/>
              <a:rect l="l" t="t" r="r" b="b"/>
              <a:pathLst>
                <a:path w="11658" h="11689" extrusionOk="0">
                  <a:moveTo>
                    <a:pt x="10617" y="662"/>
                  </a:moveTo>
                  <a:cubicBezTo>
                    <a:pt x="10806" y="662"/>
                    <a:pt x="10964" y="820"/>
                    <a:pt x="10964" y="1009"/>
                  </a:cubicBezTo>
                  <a:lnTo>
                    <a:pt x="10964" y="2710"/>
                  </a:lnTo>
                  <a:lnTo>
                    <a:pt x="662" y="2710"/>
                  </a:lnTo>
                  <a:lnTo>
                    <a:pt x="662" y="1009"/>
                  </a:lnTo>
                  <a:cubicBezTo>
                    <a:pt x="662" y="820"/>
                    <a:pt x="819" y="662"/>
                    <a:pt x="1008" y="662"/>
                  </a:cubicBezTo>
                  <a:close/>
                  <a:moveTo>
                    <a:pt x="10933" y="3372"/>
                  </a:moveTo>
                  <a:lnTo>
                    <a:pt x="10933" y="9232"/>
                  </a:lnTo>
                  <a:cubicBezTo>
                    <a:pt x="10964" y="9484"/>
                    <a:pt x="10806" y="9610"/>
                    <a:pt x="10617" y="9610"/>
                  </a:cubicBezTo>
                  <a:lnTo>
                    <a:pt x="8916" y="9610"/>
                  </a:lnTo>
                  <a:lnTo>
                    <a:pt x="8570" y="9232"/>
                  </a:lnTo>
                  <a:cubicBezTo>
                    <a:pt x="8601" y="9169"/>
                    <a:pt x="8664" y="9043"/>
                    <a:pt x="8696" y="8917"/>
                  </a:cubicBezTo>
                  <a:lnTo>
                    <a:pt x="9200" y="8917"/>
                  </a:lnTo>
                  <a:cubicBezTo>
                    <a:pt x="9389" y="8917"/>
                    <a:pt x="9546" y="8759"/>
                    <a:pt x="9546" y="8570"/>
                  </a:cubicBezTo>
                  <a:lnTo>
                    <a:pt x="9546" y="7184"/>
                  </a:lnTo>
                  <a:cubicBezTo>
                    <a:pt x="9546" y="6995"/>
                    <a:pt x="9389" y="6837"/>
                    <a:pt x="9200" y="6837"/>
                  </a:cubicBezTo>
                  <a:lnTo>
                    <a:pt x="8696" y="6837"/>
                  </a:lnTo>
                  <a:cubicBezTo>
                    <a:pt x="8664" y="6711"/>
                    <a:pt x="8601" y="6648"/>
                    <a:pt x="8570" y="6522"/>
                  </a:cubicBezTo>
                  <a:lnTo>
                    <a:pt x="8916" y="6176"/>
                  </a:lnTo>
                  <a:cubicBezTo>
                    <a:pt x="9042" y="6050"/>
                    <a:pt x="9042" y="5798"/>
                    <a:pt x="8916" y="5703"/>
                  </a:cubicBezTo>
                  <a:lnTo>
                    <a:pt x="7940" y="4695"/>
                  </a:lnTo>
                  <a:cubicBezTo>
                    <a:pt x="7877" y="4648"/>
                    <a:pt x="7790" y="4624"/>
                    <a:pt x="7703" y="4624"/>
                  </a:cubicBezTo>
                  <a:cubicBezTo>
                    <a:pt x="7617" y="4624"/>
                    <a:pt x="7530" y="4648"/>
                    <a:pt x="7467" y="4695"/>
                  </a:cubicBezTo>
                  <a:lnTo>
                    <a:pt x="7120" y="5073"/>
                  </a:lnTo>
                  <a:cubicBezTo>
                    <a:pt x="7026" y="5041"/>
                    <a:pt x="6931" y="4978"/>
                    <a:pt x="6805" y="4947"/>
                  </a:cubicBezTo>
                  <a:lnTo>
                    <a:pt x="6805" y="4443"/>
                  </a:lnTo>
                  <a:cubicBezTo>
                    <a:pt x="6805" y="4222"/>
                    <a:pt x="6648" y="4065"/>
                    <a:pt x="6459" y="4065"/>
                  </a:cubicBezTo>
                  <a:lnTo>
                    <a:pt x="5073" y="4065"/>
                  </a:lnTo>
                  <a:cubicBezTo>
                    <a:pt x="4884" y="4065"/>
                    <a:pt x="4726" y="4222"/>
                    <a:pt x="4726" y="4443"/>
                  </a:cubicBezTo>
                  <a:lnTo>
                    <a:pt x="4726" y="4947"/>
                  </a:lnTo>
                  <a:cubicBezTo>
                    <a:pt x="4600" y="4978"/>
                    <a:pt x="4506" y="5010"/>
                    <a:pt x="4411" y="5073"/>
                  </a:cubicBezTo>
                  <a:lnTo>
                    <a:pt x="4033" y="4695"/>
                  </a:lnTo>
                  <a:cubicBezTo>
                    <a:pt x="3986" y="4648"/>
                    <a:pt x="3899" y="4624"/>
                    <a:pt x="3808" y="4624"/>
                  </a:cubicBezTo>
                  <a:cubicBezTo>
                    <a:pt x="3718" y="4624"/>
                    <a:pt x="3623" y="4648"/>
                    <a:pt x="3560" y="4695"/>
                  </a:cubicBezTo>
                  <a:lnTo>
                    <a:pt x="2584" y="5703"/>
                  </a:lnTo>
                  <a:cubicBezTo>
                    <a:pt x="2458" y="5829"/>
                    <a:pt x="2458" y="6050"/>
                    <a:pt x="2584" y="6176"/>
                  </a:cubicBezTo>
                  <a:lnTo>
                    <a:pt x="2930" y="6522"/>
                  </a:lnTo>
                  <a:cubicBezTo>
                    <a:pt x="2899" y="6585"/>
                    <a:pt x="2867" y="6711"/>
                    <a:pt x="2836" y="6837"/>
                  </a:cubicBezTo>
                  <a:lnTo>
                    <a:pt x="2300" y="6837"/>
                  </a:lnTo>
                  <a:cubicBezTo>
                    <a:pt x="2111" y="6837"/>
                    <a:pt x="1954" y="6995"/>
                    <a:pt x="1954" y="7184"/>
                  </a:cubicBezTo>
                  <a:lnTo>
                    <a:pt x="1954" y="8570"/>
                  </a:lnTo>
                  <a:cubicBezTo>
                    <a:pt x="1954" y="8759"/>
                    <a:pt x="2111" y="8917"/>
                    <a:pt x="2300" y="8917"/>
                  </a:cubicBezTo>
                  <a:lnTo>
                    <a:pt x="2836" y="8917"/>
                  </a:lnTo>
                  <a:cubicBezTo>
                    <a:pt x="2867" y="9043"/>
                    <a:pt x="2899" y="9137"/>
                    <a:pt x="2930" y="9232"/>
                  </a:cubicBezTo>
                  <a:lnTo>
                    <a:pt x="2584" y="9610"/>
                  </a:lnTo>
                  <a:lnTo>
                    <a:pt x="977" y="9610"/>
                  </a:lnTo>
                  <a:cubicBezTo>
                    <a:pt x="788" y="9610"/>
                    <a:pt x="630" y="9452"/>
                    <a:pt x="630" y="9232"/>
                  </a:cubicBezTo>
                  <a:lnTo>
                    <a:pt x="630" y="3372"/>
                  </a:lnTo>
                  <a:close/>
                  <a:moveTo>
                    <a:pt x="6112" y="4726"/>
                  </a:moveTo>
                  <a:lnTo>
                    <a:pt x="6112" y="5136"/>
                  </a:lnTo>
                  <a:cubicBezTo>
                    <a:pt x="6112" y="5294"/>
                    <a:pt x="6207" y="5420"/>
                    <a:pt x="6364" y="5451"/>
                  </a:cubicBezTo>
                  <a:cubicBezTo>
                    <a:pt x="6553" y="5514"/>
                    <a:pt x="6805" y="5609"/>
                    <a:pt x="6994" y="5735"/>
                  </a:cubicBezTo>
                  <a:cubicBezTo>
                    <a:pt x="7041" y="5769"/>
                    <a:pt x="7096" y="5783"/>
                    <a:pt x="7153" y="5783"/>
                  </a:cubicBezTo>
                  <a:cubicBezTo>
                    <a:pt x="7251" y="5783"/>
                    <a:pt x="7356" y="5743"/>
                    <a:pt x="7435" y="5703"/>
                  </a:cubicBezTo>
                  <a:lnTo>
                    <a:pt x="7751" y="5388"/>
                  </a:lnTo>
                  <a:lnTo>
                    <a:pt x="8223" y="5861"/>
                  </a:lnTo>
                  <a:lnTo>
                    <a:pt x="7908" y="6176"/>
                  </a:lnTo>
                  <a:cubicBezTo>
                    <a:pt x="7782" y="6302"/>
                    <a:pt x="7782" y="6459"/>
                    <a:pt x="7877" y="6617"/>
                  </a:cubicBezTo>
                  <a:cubicBezTo>
                    <a:pt x="7971" y="6806"/>
                    <a:pt x="8066" y="6995"/>
                    <a:pt x="8129" y="7247"/>
                  </a:cubicBezTo>
                  <a:cubicBezTo>
                    <a:pt x="8192" y="7404"/>
                    <a:pt x="8286" y="7499"/>
                    <a:pt x="8444" y="7499"/>
                  </a:cubicBezTo>
                  <a:lnTo>
                    <a:pt x="8885" y="7499"/>
                  </a:lnTo>
                  <a:lnTo>
                    <a:pt x="8885" y="8192"/>
                  </a:lnTo>
                  <a:lnTo>
                    <a:pt x="8444" y="8192"/>
                  </a:lnTo>
                  <a:cubicBezTo>
                    <a:pt x="8286" y="8192"/>
                    <a:pt x="8192" y="8286"/>
                    <a:pt x="8129" y="8444"/>
                  </a:cubicBezTo>
                  <a:cubicBezTo>
                    <a:pt x="8097" y="8665"/>
                    <a:pt x="7971" y="8885"/>
                    <a:pt x="7877" y="9074"/>
                  </a:cubicBezTo>
                  <a:cubicBezTo>
                    <a:pt x="7782" y="9200"/>
                    <a:pt x="7814" y="9389"/>
                    <a:pt x="7908" y="9515"/>
                  </a:cubicBezTo>
                  <a:lnTo>
                    <a:pt x="8223" y="9830"/>
                  </a:lnTo>
                  <a:lnTo>
                    <a:pt x="7751" y="10303"/>
                  </a:lnTo>
                  <a:lnTo>
                    <a:pt x="7435" y="9988"/>
                  </a:lnTo>
                  <a:cubicBezTo>
                    <a:pt x="7368" y="9920"/>
                    <a:pt x="7291" y="9889"/>
                    <a:pt x="7211" y="9889"/>
                  </a:cubicBezTo>
                  <a:cubicBezTo>
                    <a:pt x="7141" y="9889"/>
                    <a:pt x="7068" y="9912"/>
                    <a:pt x="6994" y="9956"/>
                  </a:cubicBezTo>
                  <a:cubicBezTo>
                    <a:pt x="6805" y="10082"/>
                    <a:pt x="6616" y="10145"/>
                    <a:pt x="6364" y="10208"/>
                  </a:cubicBezTo>
                  <a:cubicBezTo>
                    <a:pt x="6207" y="10271"/>
                    <a:pt x="6112" y="10366"/>
                    <a:pt x="6112" y="10555"/>
                  </a:cubicBezTo>
                  <a:lnTo>
                    <a:pt x="6112" y="10964"/>
                  </a:lnTo>
                  <a:lnTo>
                    <a:pt x="5419" y="10964"/>
                  </a:lnTo>
                  <a:lnTo>
                    <a:pt x="5419" y="10555"/>
                  </a:lnTo>
                  <a:cubicBezTo>
                    <a:pt x="5419" y="10366"/>
                    <a:pt x="5325" y="10271"/>
                    <a:pt x="5167" y="10208"/>
                  </a:cubicBezTo>
                  <a:cubicBezTo>
                    <a:pt x="4947" y="10177"/>
                    <a:pt x="4726" y="10051"/>
                    <a:pt x="4537" y="9956"/>
                  </a:cubicBezTo>
                  <a:cubicBezTo>
                    <a:pt x="4491" y="9921"/>
                    <a:pt x="4436" y="9908"/>
                    <a:pt x="4379" y="9908"/>
                  </a:cubicBezTo>
                  <a:cubicBezTo>
                    <a:pt x="4281" y="9908"/>
                    <a:pt x="4176" y="9948"/>
                    <a:pt x="4096" y="9988"/>
                  </a:cubicBezTo>
                  <a:lnTo>
                    <a:pt x="3781" y="10303"/>
                  </a:lnTo>
                  <a:lnTo>
                    <a:pt x="3308" y="9830"/>
                  </a:lnTo>
                  <a:lnTo>
                    <a:pt x="3623" y="9515"/>
                  </a:lnTo>
                  <a:cubicBezTo>
                    <a:pt x="3749" y="9389"/>
                    <a:pt x="3749" y="9232"/>
                    <a:pt x="3655" y="9074"/>
                  </a:cubicBezTo>
                  <a:cubicBezTo>
                    <a:pt x="3529" y="8885"/>
                    <a:pt x="3466" y="8696"/>
                    <a:pt x="3371" y="8444"/>
                  </a:cubicBezTo>
                  <a:cubicBezTo>
                    <a:pt x="3340" y="8286"/>
                    <a:pt x="3214" y="8192"/>
                    <a:pt x="3056" y="8192"/>
                  </a:cubicBezTo>
                  <a:lnTo>
                    <a:pt x="2647" y="8192"/>
                  </a:lnTo>
                  <a:lnTo>
                    <a:pt x="2647" y="7499"/>
                  </a:lnTo>
                  <a:lnTo>
                    <a:pt x="3056" y="7499"/>
                  </a:lnTo>
                  <a:cubicBezTo>
                    <a:pt x="3214" y="7499"/>
                    <a:pt x="3340" y="7404"/>
                    <a:pt x="3371" y="7247"/>
                  </a:cubicBezTo>
                  <a:cubicBezTo>
                    <a:pt x="3434" y="7026"/>
                    <a:pt x="3529" y="6806"/>
                    <a:pt x="3655" y="6617"/>
                  </a:cubicBezTo>
                  <a:cubicBezTo>
                    <a:pt x="3749" y="6491"/>
                    <a:pt x="3686" y="6302"/>
                    <a:pt x="3623" y="6176"/>
                  </a:cubicBezTo>
                  <a:lnTo>
                    <a:pt x="3308" y="5861"/>
                  </a:lnTo>
                  <a:lnTo>
                    <a:pt x="3781" y="5388"/>
                  </a:lnTo>
                  <a:lnTo>
                    <a:pt x="4096" y="5703"/>
                  </a:lnTo>
                  <a:cubicBezTo>
                    <a:pt x="4163" y="5771"/>
                    <a:pt x="4240" y="5802"/>
                    <a:pt x="4321" y="5802"/>
                  </a:cubicBezTo>
                  <a:cubicBezTo>
                    <a:pt x="4391" y="5802"/>
                    <a:pt x="4464" y="5778"/>
                    <a:pt x="4537" y="5735"/>
                  </a:cubicBezTo>
                  <a:cubicBezTo>
                    <a:pt x="4726" y="5609"/>
                    <a:pt x="4915" y="5546"/>
                    <a:pt x="5167" y="5451"/>
                  </a:cubicBezTo>
                  <a:cubicBezTo>
                    <a:pt x="5325" y="5420"/>
                    <a:pt x="5419" y="5294"/>
                    <a:pt x="5419" y="5136"/>
                  </a:cubicBezTo>
                  <a:lnTo>
                    <a:pt x="5419" y="4726"/>
                  </a:lnTo>
                  <a:close/>
                  <a:moveTo>
                    <a:pt x="1008" y="1"/>
                  </a:moveTo>
                  <a:cubicBezTo>
                    <a:pt x="473" y="1"/>
                    <a:pt x="0" y="473"/>
                    <a:pt x="0" y="1009"/>
                  </a:cubicBezTo>
                  <a:lnTo>
                    <a:pt x="0" y="9295"/>
                  </a:lnTo>
                  <a:cubicBezTo>
                    <a:pt x="0" y="9830"/>
                    <a:pt x="473" y="10303"/>
                    <a:pt x="1008" y="10303"/>
                  </a:cubicBezTo>
                  <a:lnTo>
                    <a:pt x="2867" y="10303"/>
                  </a:lnTo>
                  <a:lnTo>
                    <a:pt x="3623" y="11059"/>
                  </a:lnTo>
                  <a:cubicBezTo>
                    <a:pt x="3671" y="11122"/>
                    <a:pt x="3757" y="11153"/>
                    <a:pt x="3848" y="11153"/>
                  </a:cubicBezTo>
                  <a:cubicBezTo>
                    <a:pt x="3938" y="11153"/>
                    <a:pt x="4033" y="11122"/>
                    <a:pt x="4096" y="11059"/>
                  </a:cubicBezTo>
                  <a:lnTo>
                    <a:pt x="4442" y="10712"/>
                  </a:lnTo>
                  <a:cubicBezTo>
                    <a:pt x="4506" y="10744"/>
                    <a:pt x="4632" y="10775"/>
                    <a:pt x="4758" y="10807"/>
                  </a:cubicBezTo>
                  <a:lnTo>
                    <a:pt x="4758" y="11342"/>
                  </a:lnTo>
                  <a:cubicBezTo>
                    <a:pt x="4758" y="11531"/>
                    <a:pt x="4915" y="11689"/>
                    <a:pt x="5104" y="11689"/>
                  </a:cubicBezTo>
                  <a:lnTo>
                    <a:pt x="6490" y="11689"/>
                  </a:lnTo>
                  <a:cubicBezTo>
                    <a:pt x="6679" y="11689"/>
                    <a:pt x="6837" y="11531"/>
                    <a:pt x="6837" y="11342"/>
                  </a:cubicBezTo>
                  <a:lnTo>
                    <a:pt x="6837" y="10807"/>
                  </a:lnTo>
                  <a:cubicBezTo>
                    <a:pt x="6963" y="10775"/>
                    <a:pt x="7026" y="10744"/>
                    <a:pt x="7152" y="10712"/>
                  </a:cubicBezTo>
                  <a:lnTo>
                    <a:pt x="7498" y="11059"/>
                  </a:lnTo>
                  <a:cubicBezTo>
                    <a:pt x="7561" y="11122"/>
                    <a:pt x="7656" y="11153"/>
                    <a:pt x="7747" y="11153"/>
                  </a:cubicBezTo>
                  <a:cubicBezTo>
                    <a:pt x="7837" y="11153"/>
                    <a:pt x="7924" y="11122"/>
                    <a:pt x="7971" y="11059"/>
                  </a:cubicBezTo>
                  <a:lnTo>
                    <a:pt x="8727" y="10303"/>
                  </a:lnTo>
                  <a:lnTo>
                    <a:pt x="10617" y="10303"/>
                  </a:lnTo>
                  <a:cubicBezTo>
                    <a:pt x="11185" y="10303"/>
                    <a:pt x="11657" y="9830"/>
                    <a:pt x="11657" y="9295"/>
                  </a:cubicBezTo>
                  <a:lnTo>
                    <a:pt x="11657" y="1009"/>
                  </a:lnTo>
                  <a:cubicBezTo>
                    <a:pt x="11657" y="473"/>
                    <a:pt x="11216" y="1"/>
                    <a:pt x="1061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10745;p73">
              <a:extLst>
                <a:ext uri="{FF2B5EF4-FFF2-40B4-BE49-F238E27FC236}">
                  <a16:creationId xmlns:a16="http://schemas.microsoft.com/office/drawing/2014/main" id="{8F5A99DB-01AD-DC29-4DF4-6F134E06BCFB}"/>
                </a:ext>
              </a:extLst>
            </p:cNvPr>
            <p:cNvSpPr/>
            <p:nvPr/>
          </p:nvSpPr>
          <p:spPr>
            <a:xfrm>
              <a:off x="-1667150" y="2801950"/>
              <a:ext cx="18150" cy="18150"/>
            </a:xfrm>
            <a:custGeom>
              <a:avLst/>
              <a:gdLst/>
              <a:ahLst/>
              <a:cxnLst/>
              <a:rect l="l" t="t" r="r" b="b"/>
              <a:pathLst>
                <a:path w="726" h="726" extrusionOk="0">
                  <a:moveTo>
                    <a:pt x="347" y="1"/>
                  </a:moveTo>
                  <a:cubicBezTo>
                    <a:pt x="158" y="1"/>
                    <a:pt x="1" y="158"/>
                    <a:pt x="1" y="347"/>
                  </a:cubicBezTo>
                  <a:cubicBezTo>
                    <a:pt x="1" y="536"/>
                    <a:pt x="158" y="726"/>
                    <a:pt x="347" y="726"/>
                  </a:cubicBezTo>
                  <a:cubicBezTo>
                    <a:pt x="568" y="726"/>
                    <a:pt x="725" y="536"/>
                    <a:pt x="725" y="347"/>
                  </a:cubicBezTo>
                  <a:cubicBezTo>
                    <a:pt x="725" y="158"/>
                    <a:pt x="568"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10746;p73">
              <a:extLst>
                <a:ext uri="{FF2B5EF4-FFF2-40B4-BE49-F238E27FC236}">
                  <a16:creationId xmlns:a16="http://schemas.microsoft.com/office/drawing/2014/main" id="{CFDC1480-9BF0-C88A-51B6-3BC2201F3D55}"/>
                </a:ext>
              </a:extLst>
            </p:cNvPr>
            <p:cNvSpPr/>
            <p:nvPr/>
          </p:nvSpPr>
          <p:spPr>
            <a:xfrm>
              <a:off x="-1632500" y="2801950"/>
              <a:ext cx="17350" cy="18150"/>
            </a:xfrm>
            <a:custGeom>
              <a:avLst/>
              <a:gdLst/>
              <a:ahLst/>
              <a:cxnLst/>
              <a:rect l="l" t="t" r="r" b="b"/>
              <a:pathLst>
                <a:path w="694" h="726" extrusionOk="0">
                  <a:moveTo>
                    <a:pt x="347" y="1"/>
                  </a:moveTo>
                  <a:cubicBezTo>
                    <a:pt x="158" y="1"/>
                    <a:pt x="1" y="158"/>
                    <a:pt x="1" y="347"/>
                  </a:cubicBezTo>
                  <a:cubicBezTo>
                    <a:pt x="1" y="568"/>
                    <a:pt x="158" y="726"/>
                    <a:pt x="347" y="726"/>
                  </a:cubicBezTo>
                  <a:cubicBezTo>
                    <a:pt x="536" y="726"/>
                    <a:pt x="694" y="568"/>
                    <a:pt x="694" y="347"/>
                  </a:cubicBezTo>
                  <a:cubicBezTo>
                    <a:pt x="694"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10747;p73">
              <a:extLst>
                <a:ext uri="{FF2B5EF4-FFF2-40B4-BE49-F238E27FC236}">
                  <a16:creationId xmlns:a16="http://schemas.microsoft.com/office/drawing/2014/main" id="{A702B45E-28CD-E1D1-D45E-65DD96AD60A9}"/>
                </a:ext>
              </a:extLst>
            </p:cNvPr>
            <p:cNvSpPr/>
            <p:nvPr/>
          </p:nvSpPr>
          <p:spPr>
            <a:xfrm>
              <a:off x="-1597850" y="2801950"/>
              <a:ext cx="17375" cy="18150"/>
            </a:xfrm>
            <a:custGeom>
              <a:avLst/>
              <a:gdLst/>
              <a:ahLst/>
              <a:cxnLst/>
              <a:rect l="l" t="t" r="r" b="b"/>
              <a:pathLst>
                <a:path w="695" h="726" extrusionOk="0">
                  <a:moveTo>
                    <a:pt x="347" y="1"/>
                  </a:moveTo>
                  <a:cubicBezTo>
                    <a:pt x="158" y="1"/>
                    <a:pt x="1" y="158"/>
                    <a:pt x="1" y="347"/>
                  </a:cubicBezTo>
                  <a:cubicBezTo>
                    <a:pt x="1" y="568"/>
                    <a:pt x="158" y="726"/>
                    <a:pt x="347" y="726"/>
                  </a:cubicBezTo>
                  <a:cubicBezTo>
                    <a:pt x="537" y="726"/>
                    <a:pt x="694" y="568"/>
                    <a:pt x="694" y="347"/>
                  </a:cubicBezTo>
                  <a:cubicBezTo>
                    <a:pt x="694" y="158"/>
                    <a:pt x="537"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10748;p73">
              <a:extLst>
                <a:ext uri="{FF2B5EF4-FFF2-40B4-BE49-F238E27FC236}">
                  <a16:creationId xmlns:a16="http://schemas.microsoft.com/office/drawing/2014/main" id="{56D31A03-DEEF-BBC1-2B23-B1C3136B1A6D}"/>
                </a:ext>
              </a:extLst>
            </p:cNvPr>
            <p:cNvSpPr/>
            <p:nvPr/>
          </p:nvSpPr>
          <p:spPr>
            <a:xfrm>
              <a:off x="-1564750" y="2801950"/>
              <a:ext cx="120525" cy="18150"/>
            </a:xfrm>
            <a:custGeom>
              <a:avLst/>
              <a:gdLst/>
              <a:ahLst/>
              <a:cxnLst/>
              <a:rect l="l" t="t" r="r" b="b"/>
              <a:pathLst>
                <a:path w="4821" h="726" extrusionOk="0">
                  <a:moveTo>
                    <a:pt x="347" y="1"/>
                  </a:moveTo>
                  <a:cubicBezTo>
                    <a:pt x="158" y="1"/>
                    <a:pt x="0" y="158"/>
                    <a:pt x="0" y="347"/>
                  </a:cubicBezTo>
                  <a:cubicBezTo>
                    <a:pt x="32" y="568"/>
                    <a:pt x="189" y="726"/>
                    <a:pt x="347" y="726"/>
                  </a:cubicBezTo>
                  <a:lnTo>
                    <a:pt x="4442" y="726"/>
                  </a:lnTo>
                  <a:cubicBezTo>
                    <a:pt x="4663" y="726"/>
                    <a:pt x="4820" y="568"/>
                    <a:pt x="4820" y="347"/>
                  </a:cubicBezTo>
                  <a:cubicBezTo>
                    <a:pt x="4820" y="158"/>
                    <a:pt x="4663" y="1"/>
                    <a:pt x="444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10749;p73">
              <a:extLst>
                <a:ext uri="{FF2B5EF4-FFF2-40B4-BE49-F238E27FC236}">
                  <a16:creationId xmlns:a16="http://schemas.microsoft.com/office/drawing/2014/main" id="{243FDC0F-0DEC-26E1-786F-6A1ED8CAC1DA}"/>
                </a:ext>
              </a:extLst>
            </p:cNvPr>
            <p:cNvSpPr/>
            <p:nvPr/>
          </p:nvSpPr>
          <p:spPr>
            <a:xfrm>
              <a:off x="-1597850" y="2924050"/>
              <a:ext cx="85100" cy="85075"/>
            </a:xfrm>
            <a:custGeom>
              <a:avLst/>
              <a:gdLst/>
              <a:ahLst/>
              <a:cxnLst/>
              <a:rect l="l" t="t" r="r" b="b"/>
              <a:pathLst>
                <a:path w="3404" h="3403" extrusionOk="0">
                  <a:moveTo>
                    <a:pt x="1671" y="662"/>
                  </a:moveTo>
                  <a:cubicBezTo>
                    <a:pt x="2238" y="662"/>
                    <a:pt x="2710" y="1134"/>
                    <a:pt x="2710" y="1701"/>
                  </a:cubicBezTo>
                  <a:cubicBezTo>
                    <a:pt x="2710" y="2237"/>
                    <a:pt x="2269" y="2710"/>
                    <a:pt x="1671" y="2710"/>
                  </a:cubicBezTo>
                  <a:cubicBezTo>
                    <a:pt x="1135" y="2710"/>
                    <a:pt x="663" y="2237"/>
                    <a:pt x="663" y="1701"/>
                  </a:cubicBezTo>
                  <a:cubicBezTo>
                    <a:pt x="663" y="1134"/>
                    <a:pt x="1135" y="662"/>
                    <a:pt x="1671" y="662"/>
                  </a:cubicBezTo>
                  <a:close/>
                  <a:moveTo>
                    <a:pt x="1671" y="0"/>
                  </a:moveTo>
                  <a:cubicBezTo>
                    <a:pt x="726" y="0"/>
                    <a:pt x="1" y="756"/>
                    <a:pt x="1" y="1701"/>
                  </a:cubicBezTo>
                  <a:cubicBezTo>
                    <a:pt x="1" y="2647"/>
                    <a:pt x="726" y="3403"/>
                    <a:pt x="1671" y="3403"/>
                  </a:cubicBezTo>
                  <a:cubicBezTo>
                    <a:pt x="2616" y="3403"/>
                    <a:pt x="3372" y="2647"/>
                    <a:pt x="3372" y="1701"/>
                  </a:cubicBezTo>
                  <a:cubicBezTo>
                    <a:pt x="3403" y="756"/>
                    <a:pt x="2616" y="0"/>
                    <a:pt x="167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5" name="Google Shape;10750;p73">
            <a:extLst>
              <a:ext uri="{FF2B5EF4-FFF2-40B4-BE49-F238E27FC236}">
                <a16:creationId xmlns:a16="http://schemas.microsoft.com/office/drawing/2014/main" id="{E5CECC39-A1F8-7518-17C5-7511CD6E8030}"/>
              </a:ext>
            </a:extLst>
          </p:cNvPr>
          <p:cNvGrpSpPr/>
          <p:nvPr/>
        </p:nvGrpSpPr>
        <p:grpSpPr>
          <a:xfrm>
            <a:off x="19065161" y="4350626"/>
            <a:ext cx="752090" cy="855599"/>
            <a:chOff x="-919700" y="2420750"/>
            <a:chExt cx="257575" cy="293025"/>
          </a:xfrm>
          <a:solidFill>
            <a:srgbClr val="555559"/>
          </a:solidFill>
        </p:grpSpPr>
        <p:sp>
          <p:nvSpPr>
            <p:cNvPr id="2286" name="Google Shape;10751;p73">
              <a:extLst>
                <a:ext uri="{FF2B5EF4-FFF2-40B4-BE49-F238E27FC236}">
                  <a16:creationId xmlns:a16="http://schemas.microsoft.com/office/drawing/2014/main" id="{B050AD80-6624-67AF-689A-F4007E9378C6}"/>
                </a:ext>
              </a:extLst>
            </p:cNvPr>
            <p:cNvSpPr/>
            <p:nvPr/>
          </p:nvSpPr>
          <p:spPr>
            <a:xfrm>
              <a:off x="-884250" y="2490850"/>
              <a:ext cx="84300" cy="51225"/>
            </a:xfrm>
            <a:custGeom>
              <a:avLst/>
              <a:gdLst/>
              <a:ahLst/>
              <a:cxnLst/>
              <a:rect l="l" t="t" r="r" b="b"/>
              <a:pathLst>
                <a:path w="3372" h="2049" extrusionOk="0">
                  <a:moveTo>
                    <a:pt x="977" y="631"/>
                  </a:moveTo>
                  <a:cubicBezTo>
                    <a:pt x="1166" y="631"/>
                    <a:pt x="1324" y="788"/>
                    <a:pt x="1324" y="977"/>
                  </a:cubicBezTo>
                  <a:cubicBezTo>
                    <a:pt x="1324" y="1198"/>
                    <a:pt x="1166" y="1355"/>
                    <a:pt x="977" y="1355"/>
                  </a:cubicBezTo>
                  <a:cubicBezTo>
                    <a:pt x="788" y="1355"/>
                    <a:pt x="631" y="1198"/>
                    <a:pt x="631" y="977"/>
                  </a:cubicBezTo>
                  <a:cubicBezTo>
                    <a:pt x="631" y="788"/>
                    <a:pt x="788" y="631"/>
                    <a:pt x="977" y="631"/>
                  </a:cubicBezTo>
                  <a:close/>
                  <a:moveTo>
                    <a:pt x="2363" y="631"/>
                  </a:moveTo>
                  <a:cubicBezTo>
                    <a:pt x="2552" y="631"/>
                    <a:pt x="2710" y="788"/>
                    <a:pt x="2710" y="977"/>
                  </a:cubicBezTo>
                  <a:cubicBezTo>
                    <a:pt x="2710" y="1198"/>
                    <a:pt x="2552" y="1355"/>
                    <a:pt x="2363" y="1355"/>
                  </a:cubicBezTo>
                  <a:cubicBezTo>
                    <a:pt x="2174" y="1355"/>
                    <a:pt x="2017" y="1198"/>
                    <a:pt x="2017" y="977"/>
                  </a:cubicBezTo>
                  <a:cubicBezTo>
                    <a:pt x="2017" y="788"/>
                    <a:pt x="2174" y="631"/>
                    <a:pt x="2363" y="631"/>
                  </a:cubicBezTo>
                  <a:close/>
                  <a:moveTo>
                    <a:pt x="1009" y="1"/>
                  </a:moveTo>
                  <a:cubicBezTo>
                    <a:pt x="473" y="1"/>
                    <a:pt x="0" y="473"/>
                    <a:pt x="0" y="1040"/>
                  </a:cubicBezTo>
                  <a:cubicBezTo>
                    <a:pt x="0" y="1576"/>
                    <a:pt x="473" y="2048"/>
                    <a:pt x="1009" y="2048"/>
                  </a:cubicBezTo>
                  <a:cubicBezTo>
                    <a:pt x="1292" y="2048"/>
                    <a:pt x="1544" y="1922"/>
                    <a:pt x="1702" y="1765"/>
                  </a:cubicBezTo>
                  <a:cubicBezTo>
                    <a:pt x="1891" y="1922"/>
                    <a:pt x="2111" y="2048"/>
                    <a:pt x="2363" y="2048"/>
                  </a:cubicBezTo>
                  <a:cubicBezTo>
                    <a:pt x="2899" y="2048"/>
                    <a:pt x="3371" y="1576"/>
                    <a:pt x="3371" y="1040"/>
                  </a:cubicBezTo>
                  <a:cubicBezTo>
                    <a:pt x="3371" y="442"/>
                    <a:pt x="2899" y="1"/>
                    <a:pt x="2363" y="1"/>
                  </a:cubicBezTo>
                  <a:cubicBezTo>
                    <a:pt x="2080" y="1"/>
                    <a:pt x="1859" y="127"/>
                    <a:pt x="1702" y="284"/>
                  </a:cubicBezTo>
                  <a:cubicBezTo>
                    <a:pt x="1481" y="127"/>
                    <a:pt x="1261" y="1"/>
                    <a:pt x="100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10752;p73">
              <a:extLst>
                <a:ext uri="{FF2B5EF4-FFF2-40B4-BE49-F238E27FC236}">
                  <a16:creationId xmlns:a16="http://schemas.microsoft.com/office/drawing/2014/main" id="{76769C9A-E533-F49D-2475-49C886A970D2}"/>
                </a:ext>
              </a:extLst>
            </p:cNvPr>
            <p:cNvSpPr/>
            <p:nvPr/>
          </p:nvSpPr>
          <p:spPr>
            <a:xfrm>
              <a:off x="-919700" y="2420750"/>
              <a:ext cx="257575" cy="293025"/>
            </a:xfrm>
            <a:custGeom>
              <a:avLst/>
              <a:gdLst/>
              <a:ahLst/>
              <a:cxnLst/>
              <a:rect l="l" t="t" r="r" b="b"/>
              <a:pathLst>
                <a:path w="10303" h="11721" extrusionOk="0">
                  <a:moveTo>
                    <a:pt x="7152" y="694"/>
                  </a:moveTo>
                  <a:cubicBezTo>
                    <a:pt x="7373" y="694"/>
                    <a:pt x="7530" y="851"/>
                    <a:pt x="7530" y="1040"/>
                  </a:cubicBezTo>
                  <a:lnTo>
                    <a:pt x="7530" y="1418"/>
                  </a:lnTo>
                  <a:lnTo>
                    <a:pt x="662" y="1418"/>
                  </a:lnTo>
                  <a:lnTo>
                    <a:pt x="662" y="1040"/>
                  </a:lnTo>
                  <a:cubicBezTo>
                    <a:pt x="694" y="851"/>
                    <a:pt x="851" y="694"/>
                    <a:pt x="1009" y="694"/>
                  </a:cubicBezTo>
                  <a:close/>
                  <a:moveTo>
                    <a:pt x="7562" y="2111"/>
                  </a:moveTo>
                  <a:lnTo>
                    <a:pt x="7562" y="3403"/>
                  </a:lnTo>
                  <a:lnTo>
                    <a:pt x="7247" y="3088"/>
                  </a:lnTo>
                  <a:cubicBezTo>
                    <a:pt x="7042" y="2883"/>
                    <a:pt x="6784" y="2792"/>
                    <a:pt x="6528" y="2792"/>
                  </a:cubicBezTo>
                  <a:cubicBezTo>
                    <a:pt x="5999" y="2792"/>
                    <a:pt x="5483" y="3186"/>
                    <a:pt x="5483" y="3781"/>
                  </a:cubicBezTo>
                  <a:cubicBezTo>
                    <a:pt x="5483" y="4065"/>
                    <a:pt x="5577" y="4348"/>
                    <a:pt x="5798" y="4506"/>
                  </a:cubicBezTo>
                  <a:lnTo>
                    <a:pt x="6774" y="5482"/>
                  </a:lnTo>
                  <a:lnTo>
                    <a:pt x="1009" y="5482"/>
                  </a:lnTo>
                  <a:cubicBezTo>
                    <a:pt x="995" y="5485"/>
                    <a:pt x="982" y="5486"/>
                    <a:pt x="968" y="5486"/>
                  </a:cubicBezTo>
                  <a:cubicBezTo>
                    <a:pt x="825" y="5486"/>
                    <a:pt x="694" y="5340"/>
                    <a:pt x="694" y="5167"/>
                  </a:cubicBezTo>
                  <a:lnTo>
                    <a:pt x="694" y="2111"/>
                  </a:lnTo>
                  <a:close/>
                  <a:moveTo>
                    <a:pt x="8160" y="2584"/>
                  </a:moveTo>
                  <a:lnTo>
                    <a:pt x="9200" y="3624"/>
                  </a:lnTo>
                  <a:cubicBezTo>
                    <a:pt x="9421" y="3844"/>
                    <a:pt x="9515" y="4065"/>
                    <a:pt x="9515" y="4348"/>
                  </a:cubicBezTo>
                  <a:lnTo>
                    <a:pt x="9515" y="6900"/>
                  </a:lnTo>
                  <a:cubicBezTo>
                    <a:pt x="9515" y="7373"/>
                    <a:pt x="9358" y="7845"/>
                    <a:pt x="9043" y="8192"/>
                  </a:cubicBezTo>
                  <a:lnTo>
                    <a:pt x="5955" y="8192"/>
                  </a:lnTo>
                  <a:cubicBezTo>
                    <a:pt x="5640" y="7845"/>
                    <a:pt x="5483" y="7373"/>
                    <a:pt x="5483" y="6900"/>
                  </a:cubicBezTo>
                  <a:lnTo>
                    <a:pt x="5483" y="6144"/>
                  </a:lnTo>
                  <a:lnTo>
                    <a:pt x="6837" y="6144"/>
                  </a:lnTo>
                  <a:lnTo>
                    <a:pt x="6837" y="6207"/>
                  </a:lnTo>
                  <a:cubicBezTo>
                    <a:pt x="6837" y="6585"/>
                    <a:pt x="6900" y="6932"/>
                    <a:pt x="7089" y="7373"/>
                  </a:cubicBezTo>
                  <a:cubicBezTo>
                    <a:pt x="7135" y="7487"/>
                    <a:pt x="7263" y="7568"/>
                    <a:pt x="7403" y="7568"/>
                  </a:cubicBezTo>
                  <a:cubicBezTo>
                    <a:pt x="7455" y="7568"/>
                    <a:pt x="7510" y="7556"/>
                    <a:pt x="7562" y="7530"/>
                  </a:cubicBezTo>
                  <a:cubicBezTo>
                    <a:pt x="7719" y="7467"/>
                    <a:pt x="7782" y="7247"/>
                    <a:pt x="7719" y="7058"/>
                  </a:cubicBezTo>
                  <a:cubicBezTo>
                    <a:pt x="7593" y="6774"/>
                    <a:pt x="7530" y="6522"/>
                    <a:pt x="7530" y="6239"/>
                  </a:cubicBezTo>
                  <a:lnTo>
                    <a:pt x="7530" y="5451"/>
                  </a:lnTo>
                  <a:cubicBezTo>
                    <a:pt x="7530" y="5356"/>
                    <a:pt x="7467" y="5262"/>
                    <a:pt x="7404" y="5199"/>
                  </a:cubicBezTo>
                  <a:lnTo>
                    <a:pt x="6207" y="4033"/>
                  </a:lnTo>
                  <a:cubicBezTo>
                    <a:pt x="6018" y="3844"/>
                    <a:pt x="6144" y="3435"/>
                    <a:pt x="6459" y="3435"/>
                  </a:cubicBezTo>
                  <a:cubicBezTo>
                    <a:pt x="6522" y="3435"/>
                    <a:pt x="6648" y="3466"/>
                    <a:pt x="6680" y="3561"/>
                  </a:cubicBezTo>
                  <a:lnTo>
                    <a:pt x="8255" y="5136"/>
                  </a:lnTo>
                  <a:cubicBezTo>
                    <a:pt x="8318" y="5199"/>
                    <a:pt x="8413" y="5230"/>
                    <a:pt x="8503" y="5230"/>
                  </a:cubicBezTo>
                  <a:cubicBezTo>
                    <a:pt x="8594" y="5230"/>
                    <a:pt x="8680" y="5199"/>
                    <a:pt x="8728" y="5136"/>
                  </a:cubicBezTo>
                  <a:cubicBezTo>
                    <a:pt x="8854" y="5010"/>
                    <a:pt x="8854" y="4789"/>
                    <a:pt x="8728" y="4663"/>
                  </a:cubicBezTo>
                  <a:lnTo>
                    <a:pt x="8160" y="4065"/>
                  </a:lnTo>
                  <a:lnTo>
                    <a:pt x="8160" y="2584"/>
                  </a:lnTo>
                  <a:close/>
                  <a:moveTo>
                    <a:pt x="9295" y="8948"/>
                  </a:moveTo>
                  <a:cubicBezTo>
                    <a:pt x="9484" y="8948"/>
                    <a:pt x="9641" y="9105"/>
                    <a:pt x="9641" y="9295"/>
                  </a:cubicBezTo>
                  <a:lnTo>
                    <a:pt x="9641" y="10996"/>
                  </a:lnTo>
                  <a:lnTo>
                    <a:pt x="5514" y="10996"/>
                  </a:lnTo>
                  <a:lnTo>
                    <a:pt x="5514" y="9295"/>
                  </a:lnTo>
                  <a:cubicBezTo>
                    <a:pt x="5514" y="9105"/>
                    <a:pt x="5672" y="8948"/>
                    <a:pt x="5861" y="8948"/>
                  </a:cubicBezTo>
                  <a:close/>
                  <a:moveTo>
                    <a:pt x="1009" y="1"/>
                  </a:moveTo>
                  <a:cubicBezTo>
                    <a:pt x="473" y="1"/>
                    <a:pt x="1" y="473"/>
                    <a:pt x="1" y="1040"/>
                  </a:cubicBezTo>
                  <a:lnTo>
                    <a:pt x="1" y="5167"/>
                  </a:lnTo>
                  <a:cubicBezTo>
                    <a:pt x="1" y="5734"/>
                    <a:pt x="473" y="6207"/>
                    <a:pt x="1009" y="6207"/>
                  </a:cubicBezTo>
                  <a:lnTo>
                    <a:pt x="4789" y="6207"/>
                  </a:lnTo>
                  <a:lnTo>
                    <a:pt x="4789" y="6932"/>
                  </a:lnTo>
                  <a:cubicBezTo>
                    <a:pt x="4789" y="7499"/>
                    <a:pt x="4947" y="8003"/>
                    <a:pt x="5231" y="8444"/>
                  </a:cubicBezTo>
                  <a:cubicBezTo>
                    <a:pt x="4947" y="8633"/>
                    <a:pt x="4789" y="8948"/>
                    <a:pt x="4789" y="9295"/>
                  </a:cubicBezTo>
                  <a:lnTo>
                    <a:pt x="4789" y="11342"/>
                  </a:lnTo>
                  <a:cubicBezTo>
                    <a:pt x="4789" y="11563"/>
                    <a:pt x="4947" y="11720"/>
                    <a:pt x="5168" y="11720"/>
                  </a:cubicBezTo>
                  <a:lnTo>
                    <a:pt x="9956" y="11720"/>
                  </a:lnTo>
                  <a:cubicBezTo>
                    <a:pt x="10145" y="11720"/>
                    <a:pt x="10303" y="11563"/>
                    <a:pt x="10303" y="11342"/>
                  </a:cubicBezTo>
                  <a:lnTo>
                    <a:pt x="10303" y="9295"/>
                  </a:lnTo>
                  <a:cubicBezTo>
                    <a:pt x="10303" y="8948"/>
                    <a:pt x="10114" y="8633"/>
                    <a:pt x="9893" y="8444"/>
                  </a:cubicBezTo>
                  <a:cubicBezTo>
                    <a:pt x="10177" y="8003"/>
                    <a:pt x="10303" y="7499"/>
                    <a:pt x="10303" y="6932"/>
                  </a:cubicBezTo>
                  <a:lnTo>
                    <a:pt x="10303" y="4380"/>
                  </a:lnTo>
                  <a:lnTo>
                    <a:pt x="10271" y="4380"/>
                  </a:lnTo>
                  <a:cubicBezTo>
                    <a:pt x="10271" y="3907"/>
                    <a:pt x="10082" y="3466"/>
                    <a:pt x="9767" y="3151"/>
                  </a:cubicBezTo>
                  <a:lnTo>
                    <a:pt x="8224" y="1639"/>
                  </a:lnTo>
                  <a:lnTo>
                    <a:pt x="8224" y="1040"/>
                  </a:lnTo>
                  <a:cubicBezTo>
                    <a:pt x="8224" y="473"/>
                    <a:pt x="7751" y="1"/>
                    <a:pt x="721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10753;p73">
              <a:extLst>
                <a:ext uri="{FF2B5EF4-FFF2-40B4-BE49-F238E27FC236}">
                  <a16:creationId xmlns:a16="http://schemas.microsoft.com/office/drawing/2014/main" id="{5A92630E-4AFC-887F-46E1-FB126222A48C}"/>
                </a:ext>
              </a:extLst>
            </p:cNvPr>
            <p:cNvSpPr/>
            <p:nvPr/>
          </p:nvSpPr>
          <p:spPr>
            <a:xfrm>
              <a:off x="-766100" y="2660975"/>
              <a:ext cx="18125" cy="18150"/>
            </a:xfrm>
            <a:custGeom>
              <a:avLst/>
              <a:gdLst/>
              <a:ahLst/>
              <a:cxnLst/>
              <a:rect l="l" t="t" r="r" b="b"/>
              <a:pathLst>
                <a:path w="725" h="726" extrusionOk="0">
                  <a:moveTo>
                    <a:pt x="347" y="1"/>
                  </a:moveTo>
                  <a:cubicBezTo>
                    <a:pt x="158" y="1"/>
                    <a:pt x="0" y="158"/>
                    <a:pt x="0" y="379"/>
                  </a:cubicBezTo>
                  <a:cubicBezTo>
                    <a:pt x="0" y="568"/>
                    <a:pt x="158" y="725"/>
                    <a:pt x="347" y="725"/>
                  </a:cubicBezTo>
                  <a:cubicBezTo>
                    <a:pt x="536" y="725"/>
                    <a:pt x="725" y="568"/>
                    <a:pt x="725" y="379"/>
                  </a:cubicBezTo>
                  <a:cubicBezTo>
                    <a:pt x="693"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9" name="Google Shape;10754;p73">
            <a:extLst>
              <a:ext uri="{FF2B5EF4-FFF2-40B4-BE49-F238E27FC236}">
                <a16:creationId xmlns:a16="http://schemas.microsoft.com/office/drawing/2014/main" id="{E0A83319-A315-7861-0685-550A372A53FE}"/>
              </a:ext>
            </a:extLst>
          </p:cNvPr>
          <p:cNvGrpSpPr/>
          <p:nvPr/>
        </p:nvGrpSpPr>
        <p:grpSpPr>
          <a:xfrm>
            <a:off x="1427199" y="7931341"/>
            <a:ext cx="896987" cy="850926"/>
            <a:chOff x="-6696925" y="3272575"/>
            <a:chExt cx="307200" cy="291425"/>
          </a:xfrm>
          <a:solidFill>
            <a:srgbClr val="555559"/>
          </a:solidFill>
        </p:grpSpPr>
        <p:sp>
          <p:nvSpPr>
            <p:cNvPr id="2290" name="Google Shape;10755;p73">
              <a:extLst>
                <a:ext uri="{FF2B5EF4-FFF2-40B4-BE49-F238E27FC236}">
                  <a16:creationId xmlns:a16="http://schemas.microsoft.com/office/drawing/2014/main" id="{AA977757-3B2F-917B-C13D-CAB88363A601}"/>
                </a:ext>
              </a:extLst>
            </p:cNvPr>
            <p:cNvSpPr/>
            <p:nvPr/>
          </p:nvSpPr>
          <p:spPr>
            <a:xfrm>
              <a:off x="-6696925" y="3371400"/>
              <a:ext cx="220575" cy="192600"/>
            </a:xfrm>
            <a:custGeom>
              <a:avLst/>
              <a:gdLst/>
              <a:ahLst/>
              <a:cxnLst/>
              <a:rect l="l" t="t" r="r" b="b"/>
              <a:pathLst>
                <a:path w="8823" h="7704" extrusionOk="0">
                  <a:moveTo>
                    <a:pt x="7531" y="1"/>
                  </a:moveTo>
                  <a:lnTo>
                    <a:pt x="6333" y="1167"/>
                  </a:lnTo>
                  <a:cubicBezTo>
                    <a:pt x="6207" y="1293"/>
                    <a:pt x="6207" y="1513"/>
                    <a:pt x="6333" y="1639"/>
                  </a:cubicBezTo>
                  <a:cubicBezTo>
                    <a:pt x="6743" y="2017"/>
                    <a:pt x="6743" y="2710"/>
                    <a:pt x="6333" y="3088"/>
                  </a:cubicBezTo>
                  <a:lnTo>
                    <a:pt x="4096" y="5325"/>
                  </a:lnTo>
                  <a:cubicBezTo>
                    <a:pt x="3892" y="5530"/>
                    <a:pt x="3624" y="5632"/>
                    <a:pt x="3360" y="5632"/>
                  </a:cubicBezTo>
                  <a:cubicBezTo>
                    <a:pt x="3096" y="5632"/>
                    <a:pt x="2836" y="5530"/>
                    <a:pt x="2647" y="5325"/>
                  </a:cubicBezTo>
                  <a:cubicBezTo>
                    <a:pt x="2238" y="4947"/>
                    <a:pt x="2238" y="4286"/>
                    <a:pt x="2647" y="3876"/>
                  </a:cubicBezTo>
                  <a:lnTo>
                    <a:pt x="3309" y="3214"/>
                  </a:lnTo>
                  <a:cubicBezTo>
                    <a:pt x="2994" y="2679"/>
                    <a:pt x="2836" y="2017"/>
                    <a:pt x="2836" y="1387"/>
                  </a:cubicBezTo>
                  <a:cubicBezTo>
                    <a:pt x="2836" y="1167"/>
                    <a:pt x="2868" y="978"/>
                    <a:pt x="2899" y="726"/>
                  </a:cubicBezTo>
                  <a:lnTo>
                    <a:pt x="2899" y="726"/>
                  </a:lnTo>
                  <a:lnTo>
                    <a:pt x="1230" y="2427"/>
                  </a:lnTo>
                  <a:cubicBezTo>
                    <a:pt x="1" y="3592"/>
                    <a:pt x="1" y="5577"/>
                    <a:pt x="1230" y="6806"/>
                  </a:cubicBezTo>
                  <a:cubicBezTo>
                    <a:pt x="1820" y="7396"/>
                    <a:pt x="2621" y="7704"/>
                    <a:pt x="3423" y="7704"/>
                  </a:cubicBezTo>
                  <a:cubicBezTo>
                    <a:pt x="4204" y="7704"/>
                    <a:pt x="4986" y="7412"/>
                    <a:pt x="5577" y="6806"/>
                  </a:cubicBezTo>
                  <a:cubicBezTo>
                    <a:pt x="7531" y="4884"/>
                    <a:pt x="8003" y="4506"/>
                    <a:pt x="8350" y="3813"/>
                  </a:cubicBezTo>
                  <a:cubicBezTo>
                    <a:pt x="8822" y="2994"/>
                    <a:pt x="8822" y="1986"/>
                    <a:pt x="8381" y="1104"/>
                  </a:cubicBezTo>
                  <a:cubicBezTo>
                    <a:pt x="8161" y="568"/>
                    <a:pt x="7877" y="253"/>
                    <a:pt x="753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10756;p73">
              <a:extLst>
                <a:ext uri="{FF2B5EF4-FFF2-40B4-BE49-F238E27FC236}">
                  <a16:creationId xmlns:a16="http://schemas.microsoft.com/office/drawing/2014/main" id="{5EC8B218-CFAE-460E-383C-E0A947D78162}"/>
                </a:ext>
              </a:extLst>
            </p:cNvPr>
            <p:cNvSpPr/>
            <p:nvPr/>
          </p:nvSpPr>
          <p:spPr>
            <a:xfrm>
              <a:off x="-6621300" y="3272575"/>
              <a:ext cx="231575" cy="194950"/>
            </a:xfrm>
            <a:custGeom>
              <a:avLst/>
              <a:gdLst/>
              <a:ahLst/>
              <a:cxnLst/>
              <a:rect l="l" t="t" r="r" b="b"/>
              <a:pathLst>
                <a:path w="9263" h="7798" extrusionOk="0">
                  <a:moveTo>
                    <a:pt x="5868" y="0"/>
                  </a:moveTo>
                  <a:cubicBezTo>
                    <a:pt x="5073" y="0"/>
                    <a:pt x="4269" y="299"/>
                    <a:pt x="3655" y="898"/>
                  </a:cubicBezTo>
                  <a:lnTo>
                    <a:pt x="1387" y="3229"/>
                  </a:lnTo>
                  <a:cubicBezTo>
                    <a:pt x="0" y="4615"/>
                    <a:pt x="315" y="6852"/>
                    <a:pt x="1670" y="7797"/>
                  </a:cubicBezTo>
                  <a:lnTo>
                    <a:pt x="2836" y="6632"/>
                  </a:lnTo>
                  <a:cubicBezTo>
                    <a:pt x="2962" y="6506"/>
                    <a:pt x="2962" y="6317"/>
                    <a:pt x="2836" y="6159"/>
                  </a:cubicBezTo>
                  <a:cubicBezTo>
                    <a:pt x="2552" y="5907"/>
                    <a:pt x="2489" y="5466"/>
                    <a:pt x="2552" y="5372"/>
                  </a:cubicBezTo>
                  <a:cubicBezTo>
                    <a:pt x="2552" y="4742"/>
                    <a:pt x="3214" y="4332"/>
                    <a:pt x="5167" y="2379"/>
                  </a:cubicBezTo>
                  <a:cubicBezTo>
                    <a:pt x="5384" y="2162"/>
                    <a:pt x="5630" y="2071"/>
                    <a:pt x="5869" y="2071"/>
                  </a:cubicBezTo>
                  <a:cubicBezTo>
                    <a:pt x="6673" y="2071"/>
                    <a:pt x="7393" y="3099"/>
                    <a:pt x="6616" y="3828"/>
                  </a:cubicBezTo>
                  <a:lnTo>
                    <a:pt x="5923" y="4521"/>
                  </a:lnTo>
                  <a:cubicBezTo>
                    <a:pt x="6364" y="5372"/>
                    <a:pt x="6522" y="6159"/>
                    <a:pt x="6364" y="7010"/>
                  </a:cubicBezTo>
                  <a:lnTo>
                    <a:pt x="8097" y="5277"/>
                  </a:lnTo>
                  <a:cubicBezTo>
                    <a:pt x="9263" y="4048"/>
                    <a:pt x="9263" y="2127"/>
                    <a:pt x="8034" y="898"/>
                  </a:cubicBezTo>
                  <a:cubicBezTo>
                    <a:pt x="7451" y="299"/>
                    <a:pt x="6664" y="0"/>
                    <a:pt x="58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92" name="Google Shape;10757;p73">
            <a:extLst>
              <a:ext uri="{FF2B5EF4-FFF2-40B4-BE49-F238E27FC236}">
                <a16:creationId xmlns:a16="http://schemas.microsoft.com/office/drawing/2014/main" id="{6651FDE9-B840-3615-DCE2-F89ED5566DC7}"/>
              </a:ext>
            </a:extLst>
          </p:cNvPr>
          <p:cNvGrpSpPr/>
          <p:nvPr/>
        </p:nvGrpSpPr>
        <p:grpSpPr>
          <a:xfrm>
            <a:off x="1427163" y="8976476"/>
            <a:ext cx="897061" cy="853263"/>
            <a:chOff x="-6690625" y="3631325"/>
            <a:chExt cx="307225" cy="292225"/>
          </a:xfrm>
          <a:solidFill>
            <a:srgbClr val="555559"/>
          </a:solidFill>
        </p:grpSpPr>
        <p:sp>
          <p:nvSpPr>
            <p:cNvPr id="2293" name="Google Shape;10758;p73">
              <a:extLst>
                <a:ext uri="{FF2B5EF4-FFF2-40B4-BE49-F238E27FC236}">
                  <a16:creationId xmlns:a16="http://schemas.microsoft.com/office/drawing/2014/main" id="{BD00E8AD-430E-D46C-CD35-F85D80EFED45}"/>
                </a:ext>
              </a:extLst>
            </p:cNvPr>
            <p:cNvSpPr/>
            <p:nvPr/>
          </p:nvSpPr>
          <p:spPr>
            <a:xfrm>
              <a:off x="-6690625" y="3631325"/>
              <a:ext cx="222925" cy="292225"/>
            </a:xfrm>
            <a:custGeom>
              <a:avLst/>
              <a:gdLst/>
              <a:ahLst/>
              <a:cxnLst/>
              <a:rect l="l" t="t" r="r" b="b"/>
              <a:pathLst>
                <a:path w="8917" h="11689" extrusionOk="0">
                  <a:moveTo>
                    <a:pt x="5861" y="2773"/>
                  </a:moveTo>
                  <a:cubicBezTo>
                    <a:pt x="6270" y="2773"/>
                    <a:pt x="6333" y="3435"/>
                    <a:pt x="5861" y="3435"/>
                  </a:cubicBezTo>
                  <a:lnTo>
                    <a:pt x="3813" y="3435"/>
                  </a:lnTo>
                  <a:cubicBezTo>
                    <a:pt x="3372" y="3435"/>
                    <a:pt x="3340" y="2773"/>
                    <a:pt x="3813" y="2773"/>
                  </a:cubicBezTo>
                  <a:close/>
                  <a:moveTo>
                    <a:pt x="2742" y="0"/>
                  </a:moveTo>
                  <a:lnTo>
                    <a:pt x="2742" y="2395"/>
                  </a:lnTo>
                  <a:cubicBezTo>
                    <a:pt x="2742" y="2584"/>
                    <a:pt x="2584" y="2741"/>
                    <a:pt x="2395" y="2741"/>
                  </a:cubicBezTo>
                  <a:lnTo>
                    <a:pt x="1" y="2741"/>
                  </a:lnTo>
                  <a:lnTo>
                    <a:pt x="1" y="10649"/>
                  </a:lnTo>
                  <a:cubicBezTo>
                    <a:pt x="1" y="11216"/>
                    <a:pt x="473" y="11689"/>
                    <a:pt x="1009" y="11689"/>
                  </a:cubicBezTo>
                  <a:lnTo>
                    <a:pt x="7909" y="11689"/>
                  </a:lnTo>
                  <a:cubicBezTo>
                    <a:pt x="8444" y="11689"/>
                    <a:pt x="8917" y="11248"/>
                    <a:pt x="8917" y="10649"/>
                  </a:cubicBezTo>
                  <a:lnTo>
                    <a:pt x="8917" y="7751"/>
                  </a:lnTo>
                  <a:lnTo>
                    <a:pt x="6491" y="10177"/>
                  </a:lnTo>
                  <a:cubicBezTo>
                    <a:pt x="6491" y="10271"/>
                    <a:pt x="6428" y="10303"/>
                    <a:pt x="6365" y="10303"/>
                  </a:cubicBezTo>
                  <a:lnTo>
                    <a:pt x="4317" y="10901"/>
                  </a:lnTo>
                  <a:cubicBezTo>
                    <a:pt x="4198" y="10938"/>
                    <a:pt x="4080" y="10955"/>
                    <a:pt x="3967" y="10955"/>
                  </a:cubicBezTo>
                  <a:cubicBezTo>
                    <a:pt x="3209" y="10955"/>
                    <a:pt x="2625" y="10192"/>
                    <a:pt x="2899" y="9452"/>
                  </a:cubicBezTo>
                  <a:lnTo>
                    <a:pt x="3057" y="8979"/>
                  </a:lnTo>
                  <a:lnTo>
                    <a:pt x="1765" y="8979"/>
                  </a:lnTo>
                  <a:cubicBezTo>
                    <a:pt x="1324" y="8979"/>
                    <a:pt x="1293" y="8255"/>
                    <a:pt x="1765" y="8255"/>
                  </a:cubicBezTo>
                  <a:lnTo>
                    <a:pt x="3277" y="8255"/>
                  </a:lnTo>
                  <a:lnTo>
                    <a:pt x="3529" y="7593"/>
                  </a:lnTo>
                  <a:lnTo>
                    <a:pt x="1797" y="7593"/>
                  </a:lnTo>
                  <a:cubicBezTo>
                    <a:pt x="1356" y="7593"/>
                    <a:pt x="1324" y="6869"/>
                    <a:pt x="1797" y="6869"/>
                  </a:cubicBezTo>
                  <a:lnTo>
                    <a:pt x="4034" y="6869"/>
                  </a:lnTo>
                  <a:lnTo>
                    <a:pt x="4695" y="6207"/>
                  </a:lnTo>
                  <a:lnTo>
                    <a:pt x="1765" y="6207"/>
                  </a:lnTo>
                  <a:cubicBezTo>
                    <a:pt x="1324" y="6207"/>
                    <a:pt x="1293" y="5514"/>
                    <a:pt x="1765" y="5514"/>
                  </a:cubicBezTo>
                  <a:lnTo>
                    <a:pt x="5388" y="5514"/>
                  </a:lnTo>
                  <a:lnTo>
                    <a:pt x="6050" y="4821"/>
                  </a:lnTo>
                  <a:lnTo>
                    <a:pt x="1734" y="4821"/>
                  </a:lnTo>
                  <a:cubicBezTo>
                    <a:pt x="1293" y="4821"/>
                    <a:pt x="1261" y="4128"/>
                    <a:pt x="1734" y="4128"/>
                  </a:cubicBezTo>
                  <a:lnTo>
                    <a:pt x="6711" y="4128"/>
                  </a:lnTo>
                  <a:cubicBezTo>
                    <a:pt x="6963" y="3876"/>
                    <a:pt x="8696" y="2080"/>
                    <a:pt x="8917" y="1891"/>
                  </a:cubicBezTo>
                  <a:lnTo>
                    <a:pt x="8917" y="1009"/>
                  </a:lnTo>
                  <a:cubicBezTo>
                    <a:pt x="8917" y="473"/>
                    <a:pt x="8507" y="0"/>
                    <a:pt x="790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10759;p73">
              <a:extLst>
                <a:ext uri="{FF2B5EF4-FFF2-40B4-BE49-F238E27FC236}">
                  <a16:creationId xmlns:a16="http://schemas.microsoft.com/office/drawing/2014/main" id="{56064593-A709-62A4-222C-E31BCB911375}"/>
                </a:ext>
              </a:extLst>
            </p:cNvPr>
            <p:cNvSpPr/>
            <p:nvPr/>
          </p:nvSpPr>
          <p:spPr>
            <a:xfrm>
              <a:off x="-6604350" y="3832175"/>
              <a:ext cx="58675" cy="56550"/>
            </a:xfrm>
            <a:custGeom>
              <a:avLst/>
              <a:gdLst/>
              <a:ahLst/>
              <a:cxnLst/>
              <a:rect l="l" t="t" r="r" b="b"/>
              <a:pathLst>
                <a:path w="2347" h="2262" extrusionOk="0">
                  <a:moveTo>
                    <a:pt x="614" y="0"/>
                  </a:moveTo>
                  <a:lnTo>
                    <a:pt x="110" y="1607"/>
                  </a:lnTo>
                  <a:cubicBezTo>
                    <a:pt x="1" y="1934"/>
                    <a:pt x="222" y="2262"/>
                    <a:pt x="550" y="2262"/>
                  </a:cubicBezTo>
                  <a:cubicBezTo>
                    <a:pt x="600" y="2262"/>
                    <a:pt x="654" y="2254"/>
                    <a:pt x="709" y="2237"/>
                  </a:cubicBezTo>
                  <a:lnTo>
                    <a:pt x="2347" y="1701"/>
                  </a:lnTo>
                  <a:lnTo>
                    <a:pt x="614"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10760;p73">
              <a:extLst>
                <a:ext uri="{FF2B5EF4-FFF2-40B4-BE49-F238E27FC236}">
                  <a16:creationId xmlns:a16="http://schemas.microsoft.com/office/drawing/2014/main" id="{5E0BFB52-1DF9-A024-428D-95533F21FDBF}"/>
                </a:ext>
              </a:extLst>
            </p:cNvPr>
            <p:cNvSpPr/>
            <p:nvPr/>
          </p:nvSpPr>
          <p:spPr>
            <a:xfrm>
              <a:off x="-6470875" y="3684775"/>
              <a:ext cx="87475" cy="71800"/>
            </a:xfrm>
            <a:custGeom>
              <a:avLst/>
              <a:gdLst/>
              <a:ahLst/>
              <a:cxnLst/>
              <a:rect l="l" t="t" r="r" b="b"/>
              <a:pathLst>
                <a:path w="3499" h="2872" extrusionOk="0">
                  <a:moveTo>
                    <a:pt x="1479" y="1"/>
                  </a:moveTo>
                  <a:cubicBezTo>
                    <a:pt x="1176" y="1"/>
                    <a:pt x="868" y="114"/>
                    <a:pt x="599" y="383"/>
                  </a:cubicBezTo>
                  <a:lnTo>
                    <a:pt x="1" y="950"/>
                  </a:lnTo>
                  <a:lnTo>
                    <a:pt x="1954" y="2872"/>
                  </a:lnTo>
                  <a:lnTo>
                    <a:pt x="2521" y="2305"/>
                  </a:lnTo>
                  <a:cubicBezTo>
                    <a:pt x="3498" y="1352"/>
                    <a:pt x="2524" y="1"/>
                    <a:pt x="147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10761;p73">
              <a:extLst>
                <a:ext uri="{FF2B5EF4-FFF2-40B4-BE49-F238E27FC236}">
                  <a16:creationId xmlns:a16="http://schemas.microsoft.com/office/drawing/2014/main" id="{B31E772E-D5D9-DDB0-156A-832851C31A40}"/>
                </a:ext>
              </a:extLst>
            </p:cNvPr>
            <p:cNvSpPr/>
            <p:nvPr/>
          </p:nvSpPr>
          <p:spPr>
            <a:xfrm>
              <a:off x="-6578775" y="3721900"/>
              <a:ext cx="143375" cy="143375"/>
            </a:xfrm>
            <a:custGeom>
              <a:avLst/>
              <a:gdLst/>
              <a:ahLst/>
              <a:cxnLst/>
              <a:rect l="l" t="t" r="r" b="b"/>
              <a:pathLst>
                <a:path w="5735" h="5735" extrusionOk="0">
                  <a:moveTo>
                    <a:pt x="3813" y="1"/>
                  </a:moveTo>
                  <a:lnTo>
                    <a:pt x="1" y="3813"/>
                  </a:lnTo>
                  <a:lnTo>
                    <a:pt x="1922" y="5734"/>
                  </a:lnTo>
                  <a:lnTo>
                    <a:pt x="4474" y="3183"/>
                  </a:lnTo>
                  <a:lnTo>
                    <a:pt x="5734" y="1922"/>
                  </a:lnTo>
                  <a:lnTo>
                    <a:pt x="3813"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10762;p73">
              <a:extLst>
                <a:ext uri="{FF2B5EF4-FFF2-40B4-BE49-F238E27FC236}">
                  <a16:creationId xmlns:a16="http://schemas.microsoft.com/office/drawing/2014/main" id="{7BB7EA8F-74C0-F506-0DC7-27D9F5B9B139}"/>
                </a:ext>
              </a:extLst>
            </p:cNvPr>
            <p:cNvSpPr/>
            <p:nvPr/>
          </p:nvSpPr>
          <p:spPr>
            <a:xfrm>
              <a:off x="-6685100" y="3636850"/>
              <a:ext cx="47275" cy="46475"/>
            </a:xfrm>
            <a:custGeom>
              <a:avLst/>
              <a:gdLst/>
              <a:ahLst/>
              <a:cxnLst/>
              <a:rect l="l" t="t" r="r" b="b"/>
              <a:pathLst>
                <a:path w="1891" h="1859" extrusionOk="0">
                  <a:moveTo>
                    <a:pt x="1891" y="0"/>
                  </a:moveTo>
                  <a:lnTo>
                    <a:pt x="0" y="1859"/>
                  </a:lnTo>
                  <a:lnTo>
                    <a:pt x="1891" y="1859"/>
                  </a:lnTo>
                  <a:lnTo>
                    <a:pt x="189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98" name="Google Shape;10763;p73">
            <a:extLst>
              <a:ext uri="{FF2B5EF4-FFF2-40B4-BE49-F238E27FC236}">
                <a16:creationId xmlns:a16="http://schemas.microsoft.com/office/drawing/2014/main" id="{EC0E400A-B46D-D377-B17C-1D7626D8AC51}"/>
              </a:ext>
            </a:extLst>
          </p:cNvPr>
          <p:cNvGrpSpPr/>
          <p:nvPr/>
        </p:nvGrpSpPr>
        <p:grpSpPr>
          <a:xfrm>
            <a:off x="1472024" y="10096524"/>
            <a:ext cx="855599" cy="850417"/>
            <a:chOff x="-6689825" y="3992050"/>
            <a:chExt cx="293025" cy="291250"/>
          </a:xfrm>
          <a:solidFill>
            <a:srgbClr val="555559"/>
          </a:solidFill>
        </p:grpSpPr>
        <p:sp>
          <p:nvSpPr>
            <p:cNvPr id="2299" name="Google Shape;10764;p73">
              <a:extLst>
                <a:ext uri="{FF2B5EF4-FFF2-40B4-BE49-F238E27FC236}">
                  <a16:creationId xmlns:a16="http://schemas.microsoft.com/office/drawing/2014/main" id="{4DE8BF6B-E23C-FFA5-8204-1EEE849372A3}"/>
                </a:ext>
              </a:extLst>
            </p:cNvPr>
            <p:cNvSpPr/>
            <p:nvPr/>
          </p:nvSpPr>
          <p:spPr>
            <a:xfrm>
              <a:off x="-6547275" y="3992050"/>
              <a:ext cx="30750" cy="65400"/>
            </a:xfrm>
            <a:custGeom>
              <a:avLst/>
              <a:gdLst/>
              <a:ahLst/>
              <a:cxnLst/>
              <a:rect l="l" t="t" r="r" b="b"/>
              <a:pathLst>
                <a:path w="1230" h="2616" extrusionOk="0">
                  <a:moveTo>
                    <a:pt x="1229" y="1"/>
                  </a:moveTo>
                  <a:cubicBezTo>
                    <a:pt x="757" y="379"/>
                    <a:pt x="284" y="1355"/>
                    <a:pt x="1" y="2616"/>
                  </a:cubicBezTo>
                  <a:lnTo>
                    <a:pt x="1229" y="2616"/>
                  </a:lnTo>
                  <a:lnTo>
                    <a:pt x="1229"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10765;p73">
              <a:extLst>
                <a:ext uri="{FF2B5EF4-FFF2-40B4-BE49-F238E27FC236}">
                  <a16:creationId xmlns:a16="http://schemas.microsoft.com/office/drawing/2014/main" id="{7287EE9E-CC5A-DD85-CFD5-683C1175E994}"/>
                </a:ext>
              </a:extLst>
            </p:cNvPr>
            <p:cNvSpPr/>
            <p:nvPr/>
          </p:nvSpPr>
          <p:spPr>
            <a:xfrm>
              <a:off x="-6547275" y="4143275"/>
              <a:ext cx="30750" cy="64600"/>
            </a:xfrm>
            <a:custGeom>
              <a:avLst/>
              <a:gdLst/>
              <a:ahLst/>
              <a:cxnLst/>
              <a:rect l="l" t="t" r="r" b="b"/>
              <a:pathLst>
                <a:path w="1230" h="2584" extrusionOk="0">
                  <a:moveTo>
                    <a:pt x="1" y="1"/>
                  </a:moveTo>
                  <a:cubicBezTo>
                    <a:pt x="284" y="1261"/>
                    <a:pt x="757" y="2237"/>
                    <a:pt x="1229" y="2584"/>
                  </a:cubicBezTo>
                  <a:lnTo>
                    <a:pt x="1229"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10766;p73">
              <a:extLst>
                <a:ext uri="{FF2B5EF4-FFF2-40B4-BE49-F238E27FC236}">
                  <a16:creationId xmlns:a16="http://schemas.microsoft.com/office/drawing/2014/main" id="{ECA0978E-E7A4-9834-649F-64FD448941E0}"/>
                </a:ext>
              </a:extLst>
            </p:cNvPr>
            <p:cNvSpPr/>
            <p:nvPr/>
          </p:nvSpPr>
          <p:spPr>
            <a:xfrm>
              <a:off x="-6551200" y="4073975"/>
              <a:ext cx="34675" cy="51200"/>
            </a:xfrm>
            <a:custGeom>
              <a:avLst/>
              <a:gdLst/>
              <a:ahLst/>
              <a:cxnLst/>
              <a:rect l="l" t="t" r="r" b="b"/>
              <a:pathLst>
                <a:path w="1387" h="2048" extrusionOk="0">
                  <a:moveTo>
                    <a:pt x="63" y="0"/>
                  </a:moveTo>
                  <a:cubicBezTo>
                    <a:pt x="0" y="725"/>
                    <a:pt x="0" y="1355"/>
                    <a:pt x="63" y="2048"/>
                  </a:cubicBezTo>
                  <a:lnTo>
                    <a:pt x="1386" y="2048"/>
                  </a:lnTo>
                  <a:lnTo>
                    <a:pt x="1386"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10767;p73">
              <a:extLst>
                <a:ext uri="{FF2B5EF4-FFF2-40B4-BE49-F238E27FC236}">
                  <a16:creationId xmlns:a16="http://schemas.microsoft.com/office/drawing/2014/main" id="{E1B5204D-0D21-C150-EA12-2DA26F3A8E55}"/>
                </a:ext>
              </a:extLst>
            </p:cNvPr>
            <p:cNvSpPr/>
            <p:nvPr/>
          </p:nvSpPr>
          <p:spPr>
            <a:xfrm>
              <a:off x="-6475600" y="3994425"/>
              <a:ext cx="70125" cy="63025"/>
            </a:xfrm>
            <a:custGeom>
              <a:avLst/>
              <a:gdLst/>
              <a:ahLst/>
              <a:cxnLst/>
              <a:rect l="l" t="t" r="r" b="b"/>
              <a:pathLst>
                <a:path w="2805" h="2521" extrusionOk="0">
                  <a:moveTo>
                    <a:pt x="1" y="0"/>
                  </a:moveTo>
                  <a:cubicBezTo>
                    <a:pt x="442" y="630"/>
                    <a:pt x="757" y="1512"/>
                    <a:pt x="946" y="2521"/>
                  </a:cubicBezTo>
                  <a:lnTo>
                    <a:pt x="2805" y="2521"/>
                  </a:lnTo>
                  <a:cubicBezTo>
                    <a:pt x="2301" y="1292"/>
                    <a:pt x="1261" y="347"/>
                    <a:pt x="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10768;p73">
              <a:extLst>
                <a:ext uri="{FF2B5EF4-FFF2-40B4-BE49-F238E27FC236}">
                  <a16:creationId xmlns:a16="http://schemas.microsoft.com/office/drawing/2014/main" id="{1D687A82-ABBB-D544-A100-C9922328C7F7}"/>
                </a:ext>
              </a:extLst>
            </p:cNvPr>
            <p:cNvSpPr/>
            <p:nvPr/>
          </p:nvSpPr>
          <p:spPr>
            <a:xfrm>
              <a:off x="-6449600" y="4073975"/>
              <a:ext cx="52800" cy="51200"/>
            </a:xfrm>
            <a:custGeom>
              <a:avLst/>
              <a:gdLst/>
              <a:ahLst/>
              <a:cxnLst/>
              <a:rect l="l" t="t" r="r" b="b"/>
              <a:pathLst>
                <a:path w="2112" h="2048" extrusionOk="0">
                  <a:moveTo>
                    <a:pt x="0" y="0"/>
                  </a:moveTo>
                  <a:cubicBezTo>
                    <a:pt x="63" y="725"/>
                    <a:pt x="63" y="1355"/>
                    <a:pt x="0" y="2048"/>
                  </a:cubicBezTo>
                  <a:lnTo>
                    <a:pt x="1954" y="2048"/>
                  </a:lnTo>
                  <a:cubicBezTo>
                    <a:pt x="2048" y="1733"/>
                    <a:pt x="2080" y="1386"/>
                    <a:pt x="2080" y="1040"/>
                  </a:cubicBezTo>
                  <a:cubicBezTo>
                    <a:pt x="2111" y="662"/>
                    <a:pt x="2048" y="347"/>
                    <a:pt x="195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10769;p73">
              <a:extLst>
                <a:ext uri="{FF2B5EF4-FFF2-40B4-BE49-F238E27FC236}">
                  <a16:creationId xmlns:a16="http://schemas.microsoft.com/office/drawing/2014/main" id="{81937EBB-9840-2393-A457-39A789827065}"/>
                </a:ext>
              </a:extLst>
            </p:cNvPr>
            <p:cNvSpPr/>
            <p:nvPr/>
          </p:nvSpPr>
          <p:spPr>
            <a:xfrm>
              <a:off x="-6500000" y="3992050"/>
              <a:ext cx="30725" cy="65400"/>
            </a:xfrm>
            <a:custGeom>
              <a:avLst/>
              <a:gdLst/>
              <a:ahLst/>
              <a:cxnLst/>
              <a:rect l="l" t="t" r="r" b="b"/>
              <a:pathLst>
                <a:path w="1229" h="2616" extrusionOk="0">
                  <a:moveTo>
                    <a:pt x="0" y="1"/>
                  </a:moveTo>
                  <a:lnTo>
                    <a:pt x="0" y="2616"/>
                  </a:lnTo>
                  <a:lnTo>
                    <a:pt x="1229" y="2616"/>
                  </a:lnTo>
                  <a:cubicBezTo>
                    <a:pt x="977" y="1355"/>
                    <a:pt x="473" y="379"/>
                    <a:pt x="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10770;p73">
              <a:extLst>
                <a:ext uri="{FF2B5EF4-FFF2-40B4-BE49-F238E27FC236}">
                  <a16:creationId xmlns:a16="http://schemas.microsoft.com/office/drawing/2014/main" id="{F8966D89-8B9E-3AF9-5416-438083E6A40C}"/>
                </a:ext>
              </a:extLst>
            </p:cNvPr>
            <p:cNvSpPr/>
            <p:nvPr/>
          </p:nvSpPr>
          <p:spPr>
            <a:xfrm>
              <a:off x="-6500000" y="4143275"/>
              <a:ext cx="30725" cy="64600"/>
            </a:xfrm>
            <a:custGeom>
              <a:avLst/>
              <a:gdLst/>
              <a:ahLst/>
              <a:cxnLst/>
              <a:rect l="l" t="t" r="r" b="b"/>
              <a:pathLst>
                <a:path w="1229" h="2584" extrusionOk="0">
                  <a:moveTo>
                    <a:pt x="0" y="1"/>
                  </a:moveTo>
                  <a:lnTo>
                    <a:pt x="0" y="2584"/>
                  </a:lnTo>
                  <a:cubicBezTo>
                    <a:pt x="473" y="2237"/>
                    <a:pt x="945" y="1261"/>
                    <a:pt x="122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10771;p73">
              <a:extLst>
                <a:ext uri="{FF2B5EF4-FFF2-40B4-BE49-F238E27FC236}">
                  <a16:creationId xmlns:a16="http://schemas.microsoft.com/office/drawing/2014/main" id="{5D46947D-0A1C-968E-C0D7-D75BA468D543}"/>
                </a:ext>
              </a:extLst>
            </p:cNvPr>
            <p:cNvSpPr/>
            <p:nvPr/>
          </p:nvSpPr>
          <p:spPr>
            <a:xfrm>
              <a:off x="-6689825" y="4141700"/>
              <a:ext cx="149675" cy="141600"/>
            </a:xfrm>
            <a:custGeom>
              <a:avLst/>
              <a:gdLst/>
              <a:ahLst/>
              <a:cxnLst/>
              <a:rect l="l" t="t" r="r" b="b"/>
              <a:pathLst>
                <a:path w="5987" h="5664" extrusionOk="0">
                  <a:moveTo>
                    <a:pt x="3182" y="1"/>
                  </a:moveTo>
                  <a:cubicBezTo>
                    <a:pt x="3371" y="442"/>
                    <a:pt x="3623" y="851"/>
                    <a:pt x="3938" y="1198"/>
                  </a:cubicBezTo>
                  <a:lnTo>
                    <a:pt x="3088" y="2017"/>
                  </a:lnTo>
                  <a:cubicBezTo>
                    <a:pt x="2946" y="1946"/>
                    <a:pt x="2791" y="1911"/>
                    <a:pt x="2638" y="1911"/>
                  </a:cubicBezTo>
                  <a:cubicBezTo>
                    <a:pt x="2382" y="1911"/>
                    <a:pt x="2131" y="2009"/>
                    <a:pt x="1954" y="2206"/>
                  </a:cubicBezTo>
                  <a:lnTo>
                    <a:pt x="378" y="3907"/>
                  </a:lnTo>
                  <a:cubicBezTo>
                    <a:pt x="0" y="4317"/>
                    <a:pt x="0" y="4978"/>
                    <a:pt x="378" y="5356"/>
                  </a:cubicBezTo>
                  <a:cubicBezTo>
                    <a:pt x="583" y="5561"/>
                    <a:pt x="851" y="5664"/>
                    <a:pt x="1115" y="5664"/>
                  </a:cubicBezTo>
                  <a:cubicBezTo>
                    <a:pt x="1379" y="5664"/>
                    <a:pt x="1639" y="5561"/>
                    <a:pt x="1828" y="5356"/>
                  </a:cubicBezTo>
                  <a:lnTo>
                    <a:pt x="3403" y="3687"/>
                  </a:lnTo>
                  <a:cubicBezTo>
                    <a:pt x="3718" y="3372"/>
                    <a:pt x="3781" y="2899"/>
                    <a:pt x="3623" y="2521"/>
                  </a:cubicBezTo>
                  <a:lnTo>
                    <a:pt x="4443" y="1702"/>
                  </a:lnTo>
                  <a:cubicBezTo>
                    <a:pt x="4821" y="2111"/>
                    <a:pt x="5388" y="2426"/>
                    <a:pt x="5986" y="2584"/>
                  </a:cubicBezTo>
                  <a:cubicBezTo>
                    <a:pt x="5545" y="1954"/>
                    <a:pt x="5230" y="1040"/>
                    <a:pt x="504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10772;p73">
              <a:extLst>
                <a:ext uri="{FF2B5EF4-FFF2-40B4-BE49-F238E27FC236}">
                  <a16:creationId xmlns:a16="http://schemas.microsoft.com/office/drawing/2014/main" id="{C1DC55B3-9AA0-AC1A-D7E5-55B09AB28563}"/>
                </a:ext>
              </a:extLst>
            </p:cNvPr>
            <p:cNvSpPr/>
            <p:nvPr/>
          </p:nvSpPr>
          <p:spPr>
            <a:xfrm>
              <a:off x="-6475600" y="4141700"/>
              <a:ext cx="70125" cy="64600"/>
            </a:xfrm>
            <a:custGeom>
              <a:avLst/>
              <a:gdLst/>
              <a:ahLst/>
              <a:cxnLst/>
              <a:rect l="l" t="t" r="r" b="b"/>
              <a:pathLst>
                <a:path w="2805" h="2584" extrusionOk="0">
                  <a:moveTo>
                    <a:pt x="946" y="1"/>
                  </a:moveTo>
                  <a:cubicBezTo>
                    <a:pt x="757" y="1040"/>
                    <a:pt x="442" y="1954"/>
                    <a:pt x="1" y="2584"/>
                  </a:cubicBezTo>
                  <a:cubicBezTo>
                    <a:pt x="1261" y="2174"/>
                    <a:pt x="2301" y="1229"/>
                    <a:pt x="280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10773;p73">
              <a:extLst>
                <a:ext uri="{FF2B5EF4-FFF2-40B4-BE49-F238E27FC236}">
                  <a16:creationId xmlns:a16="http://schemas.microsoft.com/office/drawing/2014/main" id="{D558F690-AD72-4847-DE9E-20254FA781CA}"/>
                </a:ext>
              </a:extLst>
            </p:cNvPr>
            <p:cNvSpPr/>
            <p:nvPr/>
          </p:nvSpPr>
          <p:spPr>
            <a:xfrm>
              <a:off x="-6618950" y="4073975"/>
              <a:ext cx="52025" cy="51200"/>
            </a:xfrm>
            <a:custGeom>
              <a:avLst/>
              <a:gdLst/>
              <a:ahLst/>
              <a:cxnLst/>
              <a:rect l="l" t="t" r="r" b="b"/>
              <a:pathLst>
                <a:path w="2081" h="2048" extrusionOk="0">
                  <a:moveTo>
                    <a:pt x="95" y="0"/>
                  </a:moveTo>
                  <a:cubicBezTo>
                    <a:pt x="32" y="315"/>
                    <a:pt x="1" y="662"/>
                    <a:pt x="1" y="1040"/>
                  </a:cubicBezTo>
                  <a:cubicBezTo>
                    <a:pt x="1" y="1386"/>
                    <a:pt x="32" y="1733"/>
                    <a:pt x="95" y="2048"/>
                  </a:cubicBezTo>
                  <a:lnTo>
                    <a:pt x="2080" y="2048"/>
                  </a:lnTo>
                  <a:cubicBezTo>
                    <a:pt x="1986" y="1355"/>
                    <a:pt x="1986" y="725"/>
                    <a:pt x="208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10774;p73">
              <a:extLst>
                <a:ext uri="{FF2B5EF4-FFF2-40B4-BE49-F238E27FC236}">
                  <a16:creationId xmlns:a16="http://schemas.microsoft.com/office/drawing/2014/main" id="{64451868-984B-0E04-B922-AC1A2B8E290B}"/>
                </a:ext>
              </a:extLst>
            </p:cNvPr>
            <p:cNvSpPr/>
            <p:nvPr/>
          </p:nvSpPr>
          <p:spPr>
            <a:xfrm>
              <a:off x="-6610275" y="3992850"/>
              <a:ext cx="70125" cy="63025"/>
            </a:xfrm>
            <a:custGeom>
              <a:avLst/>
              <a:gdLst/>
              <a:ahLst/>
              <a:cxnLst/>
              <a:rect l="l" t="t" r="r" b="b"/>
              <a:pathLst>
                <a:path w="2805" h="2521" extrusionOk="0">
                  <a:moveTo>
                    <a:pt x="2804" y="0"/>
                  </a:moveTo>
                  <a:lnTo>
                    <a:pt x="2804" y="0"/>
                  </a:lnTo>
                  <a:cubicBezTo>
                    <a:pt x="1544" y="410"/>
                    <a:pt x="504" y="1355"/>
                    <a:pt x="0" y="2521"/>
                  </a:cubicBezTo>
                  <a:lnTo>
                    <a:pt x="1859" y="2521"/>
                  </a:lnTo>
                  <a:cubicBezTo>
                    <a:pt x="2017" y="1575"/>
                    <a:pt x="2363" y="693"/>
                    <a:pt x="280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10775;p73">
              <a:extLst>
                <a:ext uri="{FF2B5EF4-FFF2-40B4-BE49-F238E27FC236}">
                  <a16:creationId xmlns:a16="http://schemas.microsoft.com/office/drawing/2014/main" id="{477E416A-0C28-C729-38D6-E6218D1599B9}"/>
                </a:ext>
              </a:extLst>
            </p:cNvPr>
            <p:cNvSpPr/>
            <p:nvPr/>
          </p:nvSpPr>
          <p:spPr>
            <a:xfrm>
              <a:off x="-6500000" y="4073975"/>
              <a:ext cx="35450" cy="51200"/>
            </a:xfrm>
            <a:custGeom>
              <a:avLst/>
              <a:gdLst/>
              <a:ahLst/>
              <a:cxnLst/>
              <a:rect l="l" t="t" r="r" b="b"/>
              <a:pathLst>
                <a:path w="1418" h="2048" extrusionOk="0">
                  <a:moveTo>
                    <a:pt x="0" y="0"/>
                  </a:moveTo>
                  <a:lnTo>
                    <a:pt x="0" y="2048"/>
                  </a:lnTo>
                  <a:lnTo>
                    <a:pt x="1292" y="2048"/>
                  </a:lnTo>
                  <a:cubicBezTo>
                    <a:pt x="1418" y="1355"/>
                    <a:pt x="1418" y="725"/>
                    <a:pt x="129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11" name="Google Shape;10776;p73">
            <a:extLst>
              <a:ext uri="{FF2B5EF4-FFF2-40B4-BE49-F238E27FC236}">
                <a16:creationId xmlns:a16="http://schemas.microsoft.com/office/drawing/2014/main" id="{24646AA2-CE35-C4CA-160C-CDD38C4737EA}"/>
              </a:ext>
            </a:extLst>
          </p:cNvPr>
          <p:cNvSpPr/>
          <p:nvPr/>
        </p:nvSpPr>
        <p:spPr>
          <a:xfrm>
            <a:off x="6902311" y="7931223"/>
            <a:ext cx="881366" cy="850124"/>
          </a:xfrm>
          <a:custGeom>
            <a:avLst/>
            <a:gdLst/>
            <a:ahLst/>
            <a:cxnLst/>
            <a:rect l="l" t="t" r="r" b="b"/>
            <a:pathLst>
              <a:path w="12074" h="11646" extrusionOk="0">
                <a:moveTo>
                  <a:pt x="10001" y="2714"/>
                </a:moveTo>
                <a:cubicBezTo>
                  <a:pt x="10213" y="2714"/>
                  <a:pt x="10440" y="2904"/>
                  <a:pt x="10341" y="3182"/>
                </a:cubicBezTo>
                <a:lnTo>
                  <a:pt x="9332" y="5923"/>
                </a:lnTo>
                <a:cubicBezTo>
                  <a:pt x="9269" y="6065"/>
                  <a:pt x="9143" y="6136"/>
                  <a:pt x="9017" y="6136"/>
                </a:cubicBezTo>
                <a:cubicBezTo>
                  <a:pt x="8891" y="6136"/>
                  <a:pt x="8765" y="6065"/>
                  <a:pt x="8702" y="5923"/>
                </a:cubicBezTo>
                <a:lnTo>
                  <a:pt x="7978" y="4033"/>
                </a:lnTo>
                <a:lnTo>
                  <a:pt x="7285" y="5923"/>
                </a:lnTo>
                <a:cubicBezTo>
                  <a:pt x="7222" y="6065"/>
                  <a:pt x="7080" y="6136"/>
                  <a:pt x="6946" y="6136"/>
                </a:cubicBezTo>
                <a:cubicBezTo>
                  <a:pt x="6812" y="6136"/>
                  <a:pt x="6686" y="6065"/>
                  <a:pt x="6655" y="5923"/>
                </a:cubicBezTo>
                <a:lnTo>
                  <a:pt x="5615" y="3182"/>
                </a:lnTo>
                <a:cubicBezTo>
                  <a:pt x="5516" y="2904"/>
                  <a:pt x="5729" y="2714"/>
                  <a:pt x="5941" y="2714"/>
                </a:cubicBezTo>
                <a:cubicBezTo>
                  <a:pt x="6064" y="2714"/>
                  <a:pt x="6187" y="2779"/>
                  <a:pt x="6245" y="2930"/>
                </a:cubicBezTo>
                <a:lnTo>
                  <a:pt x="6970" y="4820"/>
                </a:lnTo>
                <a:lnTo>
                  <a:pt x="7663" y="2930"/>
                </a:lnTo>
                <a:cubicBezTo>
                  <a:pt x="7726" y="2804"/>
                  <a:pt x="7867" y="2741"/>
                  <a:pt x="8001" y="2741"/>
                </a:cubicBezTo>
                <a:cubicBezTo>
                  <a:pt x="8135" y="2741"/>
                  <a:pt x="8261" y="2804"/>
                  <a:pt x="8293" y="2930"/>
                </a:cubicBezTo>
                <a:lnTo>
                  <a:pt x="9017" y="4820"/>
                </a:lnTo>
                <a:lnTo>
                  <a:pt x="9711" y="2930"/>
                </a:lnTo>
                <a:cubicBezTo>
                  <a:pt x="9757" y="2779"/>
                  <a:pt x="9877" y="2714"/>
                  <a:pt x="10001" y="2714"/>
                </a:cubicBezTo>
                <a:close/>
                <a:moveTo>
                  <a:pt x="7946" y="0"/>
                </a:moveTo>
                <a:cubicBezTo>
                  <a:pt x="5678" y="0"/>
                  <a:pt x="3851" y="1827"/>
                  <a:pt x="3851" y="4096"/>
                </a:cubicBezTo>
                <a:cubicBezTo>
                  <a:pt x="3851" y="5104"/>
                  <a:pt x="4197" y="6018"/>
                  <a:pt x="4827" y="6711"/>
                </a:cubicBezTo>
                <a:lnTo>
                  <a:pt x="4134" y="7435"/>
                </a:lnTo>
                <a:cubicBezTo>
                  <a:pt x="3981" y="7364"/>
                  <a:pt x="3827" y="7329"/>
                  <a:pt x="3678" y="7329"/>
                </a:cubicBezTo>
                <a:cubicBezTo>
                  <a:pt x="3431" y="7329"/>
                  <a:pt x="3197" y="7427"/>
                  <a:pt x="3000" y="7624"/>
                </a:cubicBezTo>
                <a:lnTo>
                  <a:pt x="732" y="9861"/>
                </a:lnTo>
                <a:cubicBezTo>
                  <a:pt x="0" y="10593"/>
                  <a:pt x="722" y="11645"/>
                  <a:pt x="1524" y="11645"/>
                </a:cubicBezTo>
                <a:cubicBezTo>
                  <a:pt x="1758" y="11645"/>
                  <a:pt x="1999" y="11555"/>
                  <a:pt x="2212" y="11342"/>
                </a:cubicBezTo>
                <a:lnTo>
                  <a:pt x="4449" y="9074"/>
                </a:lnTo>
                <a:cubicBezTo>
                  <a:pt x="4764" y="8759"/>
                  <a:pt x="4796" y="8286"/>
                  <a:pt x="4638" y="7939"/>
                </a:cubicBezTo>
                <a:lnTo>
                  <a:pt x="5363" y="7246"/>
                </a:lnTo>
                <a:cubicBezTo>
                  <a:pt x="6056" y="7813"/>
                  <a:pt x="7001" y="8223"/>
                  <a:pt x="7978" y="8223"/>
                </a:cubicBezTo>
                <a:cubicBezTo>
                  <a:pt x="10278" y="8223"/>
                  <a:pt x="12073" y="6364"/>
                  <a:pt x="12073" y="4127"/>
                </a:cubicBezTo>
                <a:cubicBezTo>
                  <a:pt x="12073" y="1796"/>
                  <a:pt x="10246" y="0"/>
                  <a:pt x="7946"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12" name="Google Shape;10777;p73">
            <a:extLst>
              <a:ext uri="{FF2B5EF4-FFF2-40B4-BE49-F238E27FC236}">
                <a16:creationId xmlns:a16="http://schemas.microsoft.com/office/drawing/2014/main" id="{A56A2AA8-6844-DBAC-659E-171AB41CE9C6}"/>
              </a:ext>
            </a:extLst>
          </p:cNvPr>
          <p:cNvGrpSpPr/>
          <p:nvPr/>
        </p:nvGrpSpPr>
        <p:grpSpPr>
          <a:xfrm>
            <a:off x="6913343" y="8977605"/>
            <a:ext cx="857862" cy="850999"/>
            <a:chOff x="-4837325" y="3612425"/>
            <a:chExt cx="293800" cy="291450"/>
          </a:xfrm>
          <a:solidFill>
            <a:srgbClr val="555559"/>
          </a:solidFill>
        </p:grpSpPr>
        <p:sp>
          <p:nvSpPr>
            <p:cNvPr id="2313" name="Google Shape;10778;p73">
              <a:extLst>
                <a:ext uri="{FF2B5EF4-FFF2-40B4-BE49-F238E27FC236}">
                  <a16:creationId xmlns:a16="http://schemas.microsoft.com/office/drawing/2014/main" id="{D0C86D03-1848-7CD7-8DB1-9730644BF4BE}"/>
                </a:ext>
              </a:extLst>
            </p:cNvPr>
            <p:cNvSpPr/>
            <p:nvPr/>
          </p:nvSpPr>
          <p:spPr>
            <a:xfrm>
              <a:off x="-4836550" y="3612425"/>
              <a:ext cx="293025" cy="170925"/>
            </a:xfrm>
            <a:custGeom>
              <a:avLst/>
              <a:gdLst/>
              <a:ahLst/>
              <a:cxnLst/>
              <a:rect l="l" t="t" r="r" b="b"/>
              <a:pathLst>
                <a:path w="11721" h="6837" extrusionOk="0">
                  <a:moveTo>
                    <a:pt x="6837" y="2017"/>
                  </a:moveTo>
                  <a:lnTo>
                    <a:pt x="6837" y="2741"/>
                  </a:lnTo>
                  <a:lnTo>
                    <a:pt x="4789" y="2741"/>
                  </a:lnTo>
                  <a:lnTo>
                    <a:pt x="4789" y="2017"/>
                  </a:lnTo>
                  <a:close/>
                  <a:moveTo>
                    <a:pt x="4411" y="0"/>
                  </a:moveTo>
                  <a:cubicBezTo>
                    <a:pt x="3466" y="0"/>
                    <a:pt x="2741" y="725"/>
                    <a:pt x="2741" y="1702"/>
                  </a:cubicBezTo>
                  <a:lnTo>
                    <a:pt x="2741" y="2741"/>
                  </a:lnTo>
                  <a:lnTo>
                    <a:pt x="1166" y="2741"/>
                  </a:lnTo>
                  <a:cubicBezTo>
                    <a:pt x="536" y="2741"/>
                    <a:pt x="1" y="3277"/>
                    <a:pt x="1" y="3875"/>
                  </a:cubicBezTo>
                  <a:lnTo>
                    <a:pt x="1" y="4254"/>
                  </a:lnTo>
                  <a:cubicBezTo>
                    <a:pt x="1513" y="5860"/>
                    <a:pt x="3592" y="6837"/>
                    <a:pt x="5829" y="6837"/>
                  </a:cubicBezTo>
                  <a:cubicBezTo>
                    <a:pt x="8097" y="6837"/>
                    <a:pt x="10208" y="5892"/>
                    <a:pt x="11720" y="4254"/>
                  </a:cubicBezTo>
                  <a:lnTo>
                    <a:pt x="11720" y="3718"/>
                  </a:lnTo>
                  <a:cubicBezTo>
                    <a:pt x="11657" y="3214"/>
                    <a:pt x="11185" y="2741"/>
                    <a:pt x="10649" y="2741"/>
                  </a:cubicBezTo>
                  <a:lnTo>
                    <a:pt x="8885" y="2741"/>
                  </a:lnTo>
                  <a:lnTo>
                    <a:pt x="8885" y="1702"/>
                  </a:lnTo>
                  <a:cubicBezTo>
                    <a:pt x="8885" y="756"/>
                    <a:pt x="8129" y="0"/>
                    <a:pt x="718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10779;p73">
              <a:extLst>
                <a:ext uri="{FF2B5EF4-FFF2-40B4-BE49-F238E27FC236}">
                  <a16:creationId xmlns:a16="http://schemas.microsoft.com/office/drawing/2014/main" id="{4EE61E2F-47D8-AEA7-3BD6-157EB415EFCD}"/>
                </a:ext>
              </a:extLst>
            </p:cNvPr>
            <p:cNvSpPr/>
            <p:nvPr/>
          </p:nvSpPr>
          <p:spPr>
            <a:xfrm>
              <a:off x="-4837325" y="3743950"/>
              <a:ext cx="291425" cy="159925"/>
            </a:xfrm>
            <a:custGeom>
              <a:avLst/>
              <a:gdLst/>
              <a:ahLst/>
              <a:cxnLst/>
              <a:rect l="l" t="t" r="r" b="b"/>
              <a:pathLst>
                <a:path w="11657" h="6397" extrusionOk="0">
                  <a:moveTo>
                    <a:pt x="11657" y="1"/>
                  </a:moveTo>
                  <a:cubicBezTo>
                    <a:pt x="10523" y="1072"/>
                    <a:pt x="9073" y="1828"/>
                    <a:pt x="7530" y="2143"/>
                  </a:cubicBezTo>
                  <a:lnTo>
                    <a:pt x="7530" y="2647"/>
                  </a:lnTo>
                  <a:cubicBezTo>
                    <a:pt x="7530" y="3214"/>
                    <a:pt x="7057" y="3687"/>
                    <a:pt x="6490" y="3687"/>
                  </a:cubicBezTo>
                  <a:lnTo>
                    <a:pt x="5135" y="3687"/>
                  </a:lnTo>
                  <a:cubicBezTo>
                    <a:pt x="4568" y="3687"/>
                    <a:pt x="4096" y="3214"/>
                    <a:pt x="4096" y="2647"/>
                  </a:cubicBezTo>
                  <a:lnTo>
                    <a:pt x="4096" y="2143"/>
                  </a:lnTo>
                  <a:cubicBezTo>
                    <a:pt x="2552" y="1828"/>
                    <a:pt x="1134" y="1103"/>
                    <a:pt x="0" y="64"/>
                  </a:cubicBezTo>
                  <a:lnTo>
                    <a:pt x="0" y="4695"/>
                  </a:lnTo>
                  <a:cubicBezTo>
                    <a:pt x="0" y="5640"/>
                    <a:pt x="756" y="6396"/>
                    <a:pt x="1701" y="6396"/>
                  </a:cubicBezTo>
                  <a:lnTo>
                    <a:pt x="9956" y="6396"/>
                  </a:lnTo>
                  <a:cubicBezTo>
                    <a:pt x="10901" y="6396"/>
                    <a:pt x="11657" y="5640"/>
                    <a:pt x="11657" y="4695"/>
                  </a:cubicBezTo>
                  <a:lnTo>
                    <a:pt x="11657"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10780;p73">
              <a:extLst>
                <a:ext uri="{FF2B5EF4-FFF2-40B4-BE49-F238E27FC236}">
                  <a16:creationId xmlns:a16="http://schemas.microsoft.com/office/drawing/2014/main" id="{56C663F6-78B9-8E18-DFD1-9D5F185175CC}"/>
                </a:ext>
              </a:extLst>
            </p:cNvPr>
            <p:cNvSpPr/>
            <p:nvPr/>
          </p:nvSpPr>
          <p:spPr>
            <a:xfrm>
              <a:off x="-4716825" y="3799075"/>
              <a:ext cx="51225" cy="18950"/>
            </a:xfrm>
            <a:custGeom>
              <a:avLst/>
              <a:gdLst/>
              <a:ahLst/>
              <a:cxnLst/>
              <a:rect l="l" t="t" r="r" b="b"/>
              <a:pathLst>
                <a:path w="2049" h="758" extrusionOk="0">
                  <a:moveTo>
                    <a:pt x="0" y="1"/>
                  </a:moveTo>
                  <a:lnTo>
                    <a:pt x="0" y="411"/>
                  </a:lnTo>
                  <a:cubicBezTo>
                    <a:pt x="0" y="600"/>
                    <a:pt x="158" y="757"/>
                    <a:pt x="347" y="757"/>
                  </a:cubicBezTo>
                  <a:lnTo>
                    <a:pt x="1670" y="757"/>
                  </a:lnTo>
                  <a:cubicBezTo>
                    <a:pt x="1891" y="757"/>
                    <a:pt x="2048" y="600"/>
                    <a:pt x="2048" y="411"/>
                  </a:cubicBezTo>
                  <a:lnTo>
                    <a:pt x="2048" y="1"/>
                  </a:lnTo>
                  <a:cubicBezTo>
                    <a:pt x="1686" y="48"/>
                    <a:pt x="1347" y="72"/>
                    <a:pt x="1012" y="72"/>
                  </a:cubicBezTo>
                  <a:cubicBezTo>
                    <a:pt x="678" y="72"/>
                    <a:pt x="347" y="48"/>
                    <a:pt x="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16" name="Google Shape;10781;p73">
            <a:extLst>
              <a:ext uri="{FF2B5EF4-FFF2-40B4-BE49-F238E27FC236}">
                <a16:creationId xmlns:a16="http://schemas.microsoft.com/office/drawing/2014/main" id="{F2CDA190-9CC9-262B-D4E9-2C6A927DF951}"/>
              </a:ext>
            </a:extLst>
          </p:cNvPr>
          <p:cNvGrpSpPr/>
          <p:nvPr/>
        </p:nvGrpSpPr>
        <p:grpSpPr>
          <a:xfrm>
            <a:off x="6939768" y="10096231"/>
            <a:ext cx="853263" cy="850999"/>
            <a:chOff x="-4837325" y="3971575"/>
            <a:chExt cx="292225" cy="291450"/>
          </a:xfrm>
          <a:solidFill>
            <a:srgbClr val="555559"/>
          </a:solidFill>
        </p:grpSpPr>
        <p:sp>
          <p:nvSpPr>
            <p:cNvPr id="2317" name="Google Shape;10782;p73">
              <a:extLst>
                <a:ext uri="{FF2B5EF4-FFF2-40B4-BE49-F238E27FC236}">
                  <a16:creationId xmlns:a16="http://schemas.microsoft.com/office/drawing/2014/main" id="{DCB6524D-ACEF-CA67-12A9-CA8620BC4A44}"/>
                </a:ext>
              </a:extLst>
            </p:cNvPr>
            <p:cNvSpPr/>
            <p:nvPr/>
          </p:nvSpPr>
          <p:spPr>
            <a:xfrm>
              <a:off x="-4734150" y="4073975"/>
              <a:ext cx="86650" cy="86650"/>
            </a:xfrm>
            <a:custGeom>
              <a:avLst/>
              <a:gdLst/>
              <a:ahLst/>
              <a:cxnLst/>
              <a:rect l="l" t="t" r="r" b="b"/>
              <a:pathLst>
                <a:path w="3466" h="3466" extrusionOk="0">
                  <a:moveTo>
                    <a:pt x="1701" y="725"/>
                  </a:moveTo>
                  <a:cubicBezTo>
                    <a:pt x="2269" y="725"/>
                    <a:pt x="2773" y="1197"/>
                    <a:pt x="2773" y="1733"/>
                  </a:cubicBezTo>
                  <a:cubicBezTo>
                    <a:pt x="2773" y="2300"/>
                    <a:pt x="2300" y="2804"/>
                    <a:pt x="1733" y="2804"/>
                  </a:cubicBezTo>
                  <a:cubicBezTo>
                    <a:pt x="1197" y="2804"/>
                    <a:pt x="693" y="2300"/>
                    <a:pt x="693" y="1733"/>
                  </a:cubicBezTo>
                  <a:cubicBezTo>
                    <a:pt x="693" y="1197"/>
                    <a:pt x="1166" y="725"/>
                    <a:pt x="1701" y="725"/>
                  </a:cubicBezTo>
                  <a:close/>
                  <a:moveTo>
                    <a:pt x="1701" y="0"/>
                  </a:moveTo>
                  <a:cubicBezTo>
                    <a:pt x="756" y="0"/>
                    <a:pt x="0" y="756"/>
                    <a:pt x="0" y="1701"/>
                  </a:cubicBezTo>
                  <a:cubicBezTo>
                    <a:pt x="0" y="2647"/>
                    <a:pt x="851" y="3466"/>
                    <a:pt x="1796" y="3466"/>
                  </a:cubicBezTo>
                  <a:cubicBezTo>
                    <a:pt x="2741" y="3466"/>
                    <a:pt x="3466" y="2647"/>
                    <a:pt x="3466" y="1701"/>
                  </a:cubicBezTo>
                  <a:cubicBezTo>
                    <a:pt x="3434" y="756"/>
                    <a:pt x="2647" y="0"/>
                    <a:pt x="170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10783;p73">
              <a:extLst>
                <a:ext uri="{FF2B5EF4-FFF2-40B4-BE49-F238E27FC236}">
                  <a16:creationId xmlns:a16="http://schemas.microsoft.com/office/drawing/2014/main" id="{37CFA48A-8BB6-7101-BE90-6B2ED8F0EA94}"/>
                </a:ext>
              </a:extLst>
            </p:cNvPr>
            <p:cNvSpPr/>
            <p:nvPr/>
          </p:nvSpPr>
          <p:spPr>
            <a:xfrm>
              <a:off x="-4700300" y="4108625"/>
              <a:ext cx="18950" cy="17350"/>
            </a:xfrm>
            <a:custGeom>
              <a:avLst/>
              <a:gdLst/>
              <a:ahLst/>
              <a:cxnLst/>
              <a:rect l="l" t="t" r="r" b="b"/>
              <a:pathLst>
                <a:path w="758" h="694" extrusionOk="0">
                  <a:moveTo>
                    <a:pt x="347" y="0"/>
                  </a:moveTo>
                  <a:cubicBezTo>
                    <a:pt x="158" y="0"/>
                    <a:pt x="1" y="158"/>
                    <a:pt x="1" y="347"/>
                  </a:cubicBezTo>
                  <a:cubicBezTo>
                    <a:pt x="1" y="536"/>
                    <a:pt x="158" y="693"/>
                    <a:pt x="347" y="693"/>
                  </a:cubicBezTo>
                  <a:cubicBezTo>
                    <a:pt x="536" y="693"/>
                    <a:pt x="757" y="536"/>
                    <a:pt x="757" y="347"/>
                  </a:cubicBezTo>
                  <a:cubicBezTo>
                    <a:pt x="757" y="158"/>
                    <a:pt x="536"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10784;p73">
              <a:extLst>
                <a:ext uri="{FF2B5EF4-FFF2-40B4-BE49-F238E27FC236}">
                  <a16:creationId xmlns:a16="http://schemas.microsoft.com/office/drawing/2014/main" id="{D520D21F-DBFA-9B1A-AF0D-2BD90AC5C0BE}"/>
                </a:ext>
              </a:extLst>
            </p:cNvPr>
            <p:cNvSpPr/>
            <p:nvPr/>
          </p:nvSpPr>
          <p:spPr>
            <a:xfrm>
              <a:off x="-4748325" y="3971575"/>
              <a:ext cx="203225" cy="204025"/>
            </a:xfrm>
            <a:custGeom>
              <a:avLst/>
              <a:gdLst/>
              <a:ahLst/>
              <a:cxnLst/>
              <a:rect l="l" t="t" r="r" b="b"/>
              <a:pathLst>
                <a:path w="8129" h="8161" extrusionOk="0">
                  <a:moveTo>
                    <a:pt x="2268" y="1"/>
                  </a:moveTo>
                  <a:cubicBezTo>
                    <a:pt x="1449" y="1"/>
                    <a:pt x="693" y="158"/>
                    <a:pt x="0" y="473"/>
                  </a:cubicBezTo>
                  <a:lnTo>
                    <a:pt x="1512" y="3561"/>
                  </a:lnTo>
                  <a:cubicBezTo>
                    <a:pt x="1764" y="3466"/>
                    <a:pt x="1985" y="3435"/>
                    <a:pt x="2268" y="3435"/>
                  </a:cubicBezTo>
                  <a:cubicBezTo>
                    <a:pt x="3623" y="3435"/>
                    <a:pt x="4726" y="4506"/>
                    <a:pt x="4726" y="5829"/>
                  </a:cubicBezTo>
                  <a:cubicBezTo>
                    <a:pt x="4726" y="6112"/>
                    <a:pt x="4663" y="6396"/>
                    <a:pt x="4600" y="6617"/>
                  </a:cubicBezTo>
                  <a:lnTo>
                    <a:pt x="7656" y="8160"/>
                  </a:lnTo>
                  <a:cubicBezTo>
                    <a:pt x="7971" y="7436"/>
                    <a:pt x="8128" y="6617"/>
                    <a:pt x="8128" y="5829"/>
                  </a:cubicBezTo>
                  <a:cubicBezTo>
                    <a:pt x="8128" y="2647"/>
                    <a:pt x="5513" y="1"/>
                    <a:pt x="226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10785;p73">
              <a:extLst>
                <a:ext uri="{FF2B5EF4-FFF2-40B4-BE49-F238E27FC236}">
                  <a16:creationId xmlns:a16="http://schemas.microsoft.com/office/drawing/2014/main" id="{FDF3DBAD-7BED-41A9-8E1B-49D2702437B7}"/>
                </a:ext>
              </a:extLst>
            </p:cNvPr>
            <p:cNvSpPr/>
            <p:nvPr/>
          </p:nvSpPr>
          <p:spPr>
            <a:xfrm>
              <a:off x="-4656175" y="4151950"/>
              <a:ext cx="91375" cy="91375"/>
            </a:xfrm>
            <a:custGeom>
              <a:avLst/>
              <a:gdLst/>
              <a:ahLst/>
              <a:cxnLst/>
              <a:rect l="l" t="t" r="r" b="b"/>
              <a:pathLst>
                <a:path w="3655" h="3655" extrusionOk="0">
                  <a:moveTo>
                    <a:pt x="599" y="0"/>
                  </a:moveTo>
                  <a:cubicBezTo>
                    <a:pt x="441" y="221"/>
                    <a:pt x="252" y="441"/>
                    <a:pt x="0" y="599"/>
                  </a:cubicBezTo>
                  <a:lnTo>
                    <a:pt x="1544" y="3655"/>
                  </a:lnTo>
                  <a:cubicBezTo>
                    <a:pt x="2395" y="3151"/>
                    <a:pt x="3151" y="2395"/>
                    <a:pt x="3655" y="1544"/>
                  </a:cubicBezTo>
                  <a:lnTo>
                    <a:pt x="599"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10786;p73">
              <a:extLst>
                <a:ext uri="{FF2B5EF4-FFF2-40B4-BE49-F238E27FC236}">
                  <a16:creationId xmlns:a16="http://schemas.microsoft.com/office/drawing/2014/main" id="{05D6C546-C2ED-B952-0809-1F911989B1D4}"/>
                </a:ext>
              </a:extLst>
            </p:cNvPr>
            <p:cNvSpPr/>
            <p:nvPr/>
          </p:nvSpPr>
          <p:spPr>
            <a:xfrm>
              <a:off x="-4817650" y="3991275"/>
              <a:ext cx="91400" cy="91375"/>
            </a:xfrm>
            <a:custGeom>
              <a:avLst/>
              <a:gdLst/>
              <a:ahLst/>
              <a:cxnLst/>
              <a:rect l="l" t="t" r="r" b="b"/>
              <a:pathLst>
                <a:path w="3656" h="3655" extrusionOk="0">
                  <a:moveTo>
                    <a:pt x="2143" y="0"/>
                  </a:moveTo>
                  <a:cubicBezTo>
                    <a:pt x="1261" y="504"/>
                    <a:pt x="536" y="1260"/>
                    <a:pt x="1" y="2111"/>
                  </a:cubicBezTo>
                  <a:lnTo>
                    <a:pt x="3088" y="3655"/>
                  </a:lnTo>
                  <a:cubicBezTo>
                    <a:pt x="3246" y="3434"/>
                    <a:pt x="3435" y="3214"/>
                    <a:pt x="3655" y="3088"/>
                  </a:cubicBezTo>
                  <a:lnTo>
                    <a:pt x="2143"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10787;p73">
              <a:extLst>
                <a:ext uri="{FF2B5EF4-FFF2-40B4-BE49-F238E27FC236}">
                  <a16:creationId xmlns:a16="http://schemas.microsoft.com/office/drawing/2014/main" id="{6A851162-734E-205E-EBA6-ED4858163EAC}"/>
                </a:ext>
              </a:extLst>
            </p:cNvPr>
            <p:cNvSpPr/>
            <p:nvPr/>
          </p:nvSpPr>
          <p:spPr>
            <a:xfrm>
              <a:off x="-4837325" y="4059000"/>
              <a:ext cx="204000" cy="204025"/>
            </a:xfrm>
            <a:custGeom>
              <a:avLst/>
              <a:gdLst/>
              <a:ahLst/>
              <a:cxnLst/>
              <a:rect l="l" t="t" r="r" b="b"/>
              <a:pathLst>
                <a:path w="8160" h="8161" extrusionOk="0">
                  <a:moveTo>
                    <a:pt x="473" y="1"/>
                  </a:moveTo>
                  <a:cubicBezTo>
                    <a:pt x="158" y="725"/>
                    <a:pt x="0" y="1513"/>
                    <a:pt x="0" y="2300"/>
                  </a:cubicBezTo>
                  <a:cubicBezTo>
                    <a:pt x="0" y="5482"/>
                    <a:pt x="2615" y="8160"/>
                    <a:pt x="5828" y="8160"/>
                  </a:cubicBezTo>
                  <a:cubicBezTo>
                    <a:pt x="6648" y="8160"/>
                    <a:pt x="7435" y="8003"/>
                    <a:pt x="8160" y="7688"/>
                  </a:cubicBezTo>
                  <a:lnTo>
                    <a:pt x="6616" y="4632"/>
                  </a:lnTo>
                  <a:cubicBezTo>
                    <a:pt x="6396" y="4695"/>
                    <a:pt x="6144" y="4726"/>
                    <a:pt x="5860" y="4726"/>
                  </a:cubicBezTo>
                  <a:cubicBezTo>
                    <a:pt x="4537" y="4726"/>
                    <a:pt x="3434" y="3624"/>
                    <a:pt x="3434" y="2300"/>
                  </a:cubicBezTo>
                  <a:cubicBezTo>
                    <a:pt x="3434" y="2017"/>
                    <a:pt x="3466" y="1796"/>
                    <a:pt x="3560" y="1544"/>
                  </a:cubicBezTo>
                  <a:lnTo>
                    <a:pt x="473"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23" name="Google Shape;10788;p73">
            <a:extLst>
              <a:ext uri="{FF2B5EF4-FFF2-40B4-BE49-F238E27FC236}">
                <a16:creationId xmlns:a16="http://schemas.microsoft.com/office/drawing/2014/main" id="{95D10EE5-85F0-E6DD-C7CB-C8ECC481FCF8}"/>
              </a:ext>
            </a:extLst>
          </p:cNvPr>
          <p:cNvGrpSpPr/>
          <p:nvPr/>
        </p:nvGrpSpPr>
        <p:grpSpPr>
          <a:xfrm>
            <a:off x="12398737" y="7981922"/>
            <a:ext cx="873993" cy="749753"/>
            <a:chOff x="-3037625" y="3254850"/>
            <a:chExt cx="299325" cy="256775"/>
          </a:xfrm>
          <a:solidFill>
            <a:srgbClr val="555559"/>
          </a:solidFill>
        </p:grpSpPr>
        <p:sp>
          <p:nvSpPr>
            <p:cNvPr id="2324" name="Google Shape;10789;p73">
              <a:extLst>
                <a:ext uri="{FF2B5EF4-FFF2-40B4-BE49-F238E27FC236}">
                  <a16:creationId xmlns:a16="http://schemas.microsoft.com/office/drawing/2014/main" id="{01E45BE5-7342-D217-4A4B-09869FCD74F4}"/>
                </a:ext>
              </a:extLst>
            </p:cNvPr>
            <p:cNvSpPr/>
            <p:nvPr/>
          </p:nvSpPr>
          <p:spPr>
            <a:xfrm>
              <a:off x="-3037625" y="3460400"/>
              <a:ext cx="152825" cy="51225"/>
            </a:xfrm>
            <a:custGeom>
              <a:avLst/>
              <a:gdLst/>
              <a:ahLst/>
              <a:cxnLst/>
              <a:rect l="l" t="t" r="r" b="b"/>
              <a:pathLst>
                <a:path w="6113" h="2049" extrusionOk="0">
                  <a:moveTo>
                    <a:pt x="1356" y="1"/>
                  </a:moveTo>
                  <a:cubicBezTo>
                    <a:pt x="1" y="1"/>
                    <a:pt x="1" y="2049"/>
                    <a:pt x="1356" y="2049"/>
                  </a:cubicBezTo>
                  <a:lnTo>
                    <a:pt x="4758" y="2049"/>
                  </a:lnTo>
                  <a:cubicBezTo>
                    <a:pt x="6113" y="2049"/>
                    <a:pt x="6113" y="1"/>
                    <a:pt x="475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10790;p73">
              <a:extLst>
                <a:ext uri="{FF2B5EF4-FFF2-40B4-BE49-F238E27FC236}">
                  <a16:creationId xmlns:a16="http://schemas.microsoft.com/office/drawing/2014/main" id="{24AB2B2E-8DD1-3FC0-882F-E835C68A4281}"/>
                </a:ext>
              </a:extLst>
            </p:cNvPr>
            <p:cNvSpPr/>
            <p:nvPr/>
          </p:nvSpPr>
          <p:spPr>
            <a:xfrm>
              <a:off x="-2884825" y="3460400"/>
              <a:ext cx="146525" cy="51225"/>
            </a:xfrm>
            <a:custGeom>
              <a:avLst/>
              <a:gdLst/>
              <a:ahLst/>
              <a:cxnLst/>
              <a:rect l="l" t="t" r="r" b="b"/>
              <a:pathLst>
                <a:path w="5861" h="2049" extrusionOk="0">
                  <a:moveTo>
                    <a:pt x="1" y="1"/>
                  </a:moveTo>
                  <a:cubicBezTo>
                    <a:pt x="473" y="631"/>
                    <a:pt x="473" y="1419"/>
                    <a:pt x="1" y="2049"/>
                  </a:cubicBezTo>
                  <a:lnTo>
                    <a:pt x="4853" y="2049"/>
                  </a:lnTo>
                  <a:cubicBezTo>
                    <a:pt x="5388" y="2049"/>
                    <a:pt x="5861" y="1576"/>
                    <a:pt x="5861" y="1041"/>
                  </a:cubicBezTo>
                  <a:cubicBezTo>
                    <a:pt x="5861" y="442"/>
                    <a:pt x="5451" y="1"/>
                    <a:pt x="485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10791;p73">
              <a:extLst>
                <a:ext uri="{FF2B5EF4-FFF2-40B4-BE49-F238E27FC236}">
                  <a16:creationId xmlns:a16="http://schemas.microsoft.com/office/drawing/2014/main" id="{4DEC0AE5-75FC-8F28-69F7-A77091D12257}"/>
                </a:ext>
              </a:extLst>
            </p:cNvPr>
            <p:cNvSpPr/>
            <p:nvPr/>
          </p:nvSpPr>
          <p:spPr>
            <a:xfrm>
              <a:off x="-2909225" y="3313125"/>
              <a:ext cx="59875" cy="72475"/>
            </a:xfrm>
            <a:custGeom>
              <a:avLst/>
              <a:gdLst/>
              <a:ahLst/>
              <a:cxnLst/>
              <a:rect l="l" t="t" r="r" b="b"/>
              <a:pathLst>
                <a:path w="2395" h="2899" extrusionOk="0">
                  <a:moveTo>
                    <a:pt x="0" y="1"/>
                  </a:moveTo>
                  <a:lnTo>
                    <a:pt x="0" y="2899"/>
                  </a:lnTo>
                  <a:lnTo>
                    <a:pt x="2395" y="1450"/>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10792;p73">
              <a:extLst>
                <a:ext uri="{FF2B5EF4-FFF2-40B4-BE49-F238E27FC236}">
                  <a16:creationId xmlns:a16="http://schemas.microsoft.com/office/drawing/2014/main" id="{B0214667-6672-7170-8363-A79B90E26EF7}"/>
                </a:ext>
              </a:extLst>
            </p:cNvPr>
            <p:cNvSpPr/>
            <p:nvPr/>
          </p:nvSpPr>
          <p:spPr>
            <a:xfrm>
              <a:off x="-3029750" y="3254850"/>
              <a:ext cx="291450" cy="188250"/>
            </a:xfrm>
            <a:custGeom>
              <a:avLst/>
              <a:gdLst/>
              <a:ahLst/>
              <a:cxnLst/>
              <a:rect l="l" t="t" r="r" b="b"/>
              <a:pathLst>
                <a:path w="11658" h="7530" extrusionOk="0">
                  <a:moveTo>
                    <a:pt x="4414" y="1387"/>
                  </a:moveTo>
                  <a:cubicBezTo>
                    <a:pt x="4476" y="1387"/>
                    <a:pt x="4541" y="1407"/>
                    <a:pt x="4601" y="1449"/>
                  </a:cubicBezTo>
                  <a:lnTo>
                    <a:pt x="8035" y="3497"/>
                  </a:lnTo>
                  <a:cubicBezTo>
                    <a:pt x="8287" y="3623"/>
                    <a:pt x="8287" y="3938"/>
                    <a:pt x="8035" y="4064"/>
                  </a:cubicBezTo>
                  <a:lnTo>
                    <a:pt x="4601" y="6112"/>
                  </a:lnTo>
                  <a:cubicBezTo>
                    <a:pt x="4552" y="6140"/>
                    <a:pt x="4500" y="6153"/>
                    <a:pt x="4448" y="6153"/>
                  </a:cubicBezTo>
                  <a:cubicBezTo>
                    <a:pt x="4268" y="6153"/>
                    <a:pt x="4097" y="6000"/>
                    <a:pt x="4097" y="5829"/>
                  </a:cubicBezTo>
                  <a:lnTo>
                    <a:pt x="4097" y="1733"/>
                  </a:lnTo>
                  <a:cubicBezTo>
                    <a:pt x="4097" y="1527"/>
                    <a:pt x="4247" y="1387"/>
                    <a:pt x="4414" y="1387"/>
                  </a:cubicBezTo>
                  <a:close/>
                  <a:moveTo>
                    <a:pt x="1041" y="0"/>
                  </a:moveTo>
                  <a:cubicBezTo>
                    <a:pt x="473" y="0"/>
                    <a:pt x="1" y="473"/>
                    <a:pt x="1" y="1040"/>
                  </a:cubicBezTo>
                  <a:lnTo>
                    <a:pt x="1" y="6490"/>
                  </a:lnTo>
                  <a:cubicBezTo>
                    <a:pt x="1" y="7057"/>
                    <a:pt x="473" y="7530"/>
                    <a:pt x="1041" y="7530"/>
                  </a:cubicBezTo>
                  <a:lnTo>
                    <a:pt x="10650" y="7530"/>
                  </a:lnTo>
                  <a:cubicBezTo>
                    <a:pt x="11185" y="7530"/>
                    <a:pt x="11658" y="7057"/>
                    <a:pt x="11658" y="6490"/>
                  </a:cubicBezTo>
                  <a:lnTo>
                    <a:pt x="11658" y="1040"/>
                  </a:lnTo>
                  <a:cubicBezTo>
                    <a:pt x="11658" y="473"/>
                    <a:pt x="11248" y="0"/>
                    <a:pt x="1065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28" name="Google Shape;10793;p73">
            <a:extLst>
              <a:ext uri="{FF2B5EF4-FFF2-40B4-BE49-F238E27FC236}">
                <a16:creationId xmlns:a16="http://schemas.microsoft.com/office/drawing/2014/main" id="{D4BE8CC1-6306-D5D2-B5F2-4FBAE3BFDA7E}"/>
              </a:ext>
            </a:extLst>
          </p:cNvPr>
          <p:cNvGrpSpPr/>
          <p:nvPr/>
        </p:nvGrpSpPr>
        <p:grpSpPr>
          <a:xfrm>
            <a:off x="12406767" y="8976434"/>
            <a:ext cx="857935" cy="853337"/>
            <a:chOff x="-3031325" y="3597450"/>
            <a:chExt cx="293825" cy="292250"/>
          </a:xfrm>
          <a:solidFill>
            <a:srgbClr val="555559"/>
          </a:solidFill>
        </p:grpSpPr>
        <p:sp>
          <p:nvSpPr>
            <p:cNvPr id="2329" name="Google Shape;10794;p73">
              <a:extLst>
                <a:ext uri="{FF2B5EF4-FFF2-40B4-BE49-F238E27FC236}">
                  <a16:creationId xmlns:a16="http://schemas.microsoft.com/office/drawing/2014/main" id="{B30AC041-3D64-A356-E910-AC0C97CC7379}"/>
                </a:ext>
              </a:extLst>
            </p:cNvPr>
            <p:cNvSpPr/>
            <p:nvPr/>
          </p:nvSpPr>
          <p:spPr>
            <a:xfrm>
              <a:off x="-3029750" y="3597450"/>
              <a:ext cx="292250" cy="67775"/>
            </a:xfrm>
            <a:custGeom>
              <a:avLst/>
              <a:gdLst/>
              <a:ahLst/>
              <a:cxnLst/>
              <a:rect l="l" t="t" r="r" b="b"/>
              <a:pathLst>
                <a:path w="11690" h="2711" extrusionOk="0">
                  <a:moveTo>
                    <a:pt x="1702" y="1387"/>
                  </a:moveTo>
                  <a:cubicBezTo>
                    <a:pt x="1891" y="1387"/>
                    <a:pt x="2049" y="1545"/>
                    <a:pt x="2049" y="1734"/>
                  </a:cubicBezTo>
                  <a:cubicBezTo>
                    <a:pt x="2049" y="1923"/>
                    <a:pt x="1891" y="2080"/>
                    <a:pt x="1702" y="2080"/>
                  </a:cubicBezTo>
                  <a:cubicBezTo>
                    <a:pt x="1513" y="2080"/>
                    <a:pt x="1356" y="1923"/>
                    <a:pt x="1356" y="1734"/>
                  </a:cubicBezTo>
                  <a:cubicBezTo>
                    <a:pt x="1356" y="1545"/>
                    <a:pt x="1513" y="1387"/>
                    <a:pt x="1702" y="1387"/>
                  </a:cubicBezTo>
                  <a:close/>
                  <a:moveTo>
                    <a:pt x="3120" y="1387"/>
                  </a:moveTo>
                  <a:cubicBezTo>
                    <a:pt x="3309" y="1387"/>
                    <a:pt x="3466" y="1545"/>
                    <a:pt x="3466" y="1734"/>
                  </a:cubicBezTo>
                  <a:cubicBezTo>
                    <a:pt x="3466" y="1923"/>
                    <a:pt x="3309" y="2080"/>
                    <a:pt x="3120" y="2080"/>
                  </a:cubicBezTo>
                  <a:cubicBezTo>
                    <a:pt x="2931" y="2080"/>
                    <a:pt x="2773" y="1923"/>
                    <a:pt x="2773" y="1734"/>
                  </a:cubicBezTo>
                  <a:cubicBezTo>
                    <a:pt x="2773" y="1545"/>
                    <a:pt x="2931" y="1387"/>
                    <a:pt x="3120" y="1387"/>
                  </a:cubicBezTo>
                  <a:close/>
                  <a:moveTo>
                    <a:pt x="9985" y="1417"/>
                  </a:moveTo>
                  <a:cubicBezTo>
                    <a:pt x="10400" y="1417"/>
                    <a:pt x="10449" y="2080"/>
                    <a:pt x="9956" y="2080"/>
                  </a:cubicBezTo>
                  <a:lnTo>
                    <a:pt x="5861" y="2080"/>
                  </a:lnTo>
                  <a:cubicBezTo>
                    <a:pt x="5451" y="2080"/>
                    <a:pt x="5388" y="1418"/>
                    <a:pt x="5861" y="1418"/>
                  </a:cubicBezTo>
                  <a:lnTo>
                    <a:pt x="9956" y="1418"/>
                  </a:lnTo>
                  <a:cubicBezTo>
                    <a:pt x="9966" y="1418"/>
                    <a:pt x="9976" y="1417"/>
                    <a:pt x="9985" y="1417"/>
                  </a:cubicBezTo>
                  <a:close/>
                  <a:moveTo>
                    <a:pt x="1041" y="1"/>
                  </a:moveTo>
                  <a:cubicBezTo>
                    <a:pt x="473" y="1"/>
                    <a:pt x="1" y="473"/>
                    <a:pt x="1" y="1040"/>
                  </a:cubicBezTo>
                  <a:lnTo>
                    <a:pt x="1" y="2710"/>
                  </a:lnTo>
                  <a:lnTo>
                    <a:pt x="11689" y="2710"/>
                  </a:lnTo>
                  <a:lnTo>
                    <a:pt x="11689" y="1040"/>
                  </a:lnTo>
                  <a:cubicBezTo>
                    <a:pt x="11658" y="473"/>
                    <a:pt x="11248" y="1"/>
                    <a:pt x="1065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10795;p73">
              <a:extLst>
                <a:ext uri="{FF2B5EF4-FFF2-40B4-BE49-F238E27FC236}">
                  <a16:creationId xmlns:a16="http://schemas.microsoft.com/office/drawing/2014/main" id="{18F22C28-3F35-E1DE-77D4-628AD6580DA9}"/>
                </a:ext>
              </a:extLst>
            </p:cNvPr>
            <p:cNvSpPr/>
            <p:nvPr/>
          </p:nvSpPr>
          <p:spPr>
            <a:xfrm>
              <a:off x="-3031325" y="3687250"/>
              <a:ext cx="292250" cy="153600"/>
            </a:xfrm>
            <a:custGeom>
              <a:avLst/>
              <a:gdLst/>
              <a:ahLst/>
              <a:cxnLst/>
              <a:rect l="l" t="t" r="r" b="b"/>
              <a:pathLst>
                <a:path w="11690" h="6144" extrusionOk="0">
                  <a:moveTo>
                    <a:pt x="1" y="0"/>
                  </a:moveTo>
                  <a:lnTo>
                    <a:pt x="1" y="5104"/>
                  </a:lnTo>
                  <a:lnTo>
                    <a:pt x="64" y="5104"/>
                  </a:lnTo>
                  <a:cubicBezTo>
                    <a:pt x="64" y="5671"/>
                    <a:pt x="536" y="6144"/>
                    <a:pt x="1104" y="6144"/>
                  </a:cubicBezTo>
                  <a:lnTo>
                    <a:pt x="4475" y="6144"/>
                  </a:lnTo>
                  <a:cubicBezTo>
                    <a:pt x="4317" y="5671"/>
                    <a:pt x="4223" y="5199"/>
                    <a:pt x="4223" y="4695"/>
                  </a:cubicBezTo>
                  <a:lnTo>
                    <a:pt x="4223" y="2395"/>
                  </a:lnTo>
                  <a:cubicBezTo>
                    <a:pt x="4223" y="1790"/>
                    <a:pt x="4686" y="1366"/>
                    <a:pt x="5227" y="1366"/>
                  </a:cubicBezTo>
                  <a:cubicBezTo>
                    <a:pt x="5362" y="1366"/>
                    <a:pt x="5502" y="1393"/>
                    <a:pt x="5640" y="1450"/>
                  </a:cubicBezTo>
                  <a:cubicBezTo>
                    <a:pt x="5735" y="1481"/>
                    <a:pt x="5861" y="1544"/>
                    <a:pt x="5987" y="1544"/>
                  </a:cubicBezTo>
                  <a:cubicBezTo>
                    <a:pt x="6144" y="1544"/>
                    <a:pt x="6365" y="1450"/>
                    <a:pt x="6900" y="977"/>
                  </a:cubicBezTo>
                  <a:cubicBezTo>
                    <a:pt x="7090" y="788"/>
                    <a:pt x="7349" y="693"/>
                    <a:pt x="7613" y="693"/>
                  </a:cubicBezTo>
                  <a:cubicBezTo>
                    <a:pt x="7877" y="693"/>
                    <a:pt x="8145" y="788"/>
                    <a:pt x="8350" y="977"/>
                  </a:cubicBezTo>
                  <a:cubicBezTo>
                    <a:pt x="8822" y="1450"/>
                    <a:pt x="9106" y="1544"/>
                    <a:pt x="9263" y="1544"/>
                  </a:cubicBezTo>
                  <a:cubicBezTo>
                    <a:pt x="9358" y="1544"/>
                    <a:pt x="9484" y="1481"/>
                    <a:pt x="9610" y="1450"/>
                  </a:cubicBezTo>
                  <a:cubicBezTo>
                    <a:pt x="9742" y="1393"/>
                    <a:pt x="9878" y="1366"/>
                    <a:pt x="10011" y="1366"/>
                  </a:cubicBezTo>
                  <a:cubicBezTo>
                    <a:pt x="10544" y="1366"/>
                    <a:pt x="11028" y="1790"/>
                    <a:pt x="11028" y="2395"/>
                  </a:cubicBezTo>
                  <a:lnTo>
                    <a:pt x="11028" y="4695"/>
                  </a:lnTo>
                  <a:cubicBezTo>
                    <a:pt x="11028" y="5199"/>
                    <a:pt x="10933" y="5671"/>
                    <a:pt x="10744" y="6144"/>
                  </a:cubicBezTo>
                  <a:cubicBezTo>
                    <a:pt x="11248" y="6112"/>
                    <a:pt x="11689" y="5671"/>
                    <a:pt x="11689" y="5104"/>
                  </a:cubicBezTo>
                  <a:lnTo>
                    <a:pt x="11689"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10796;p73">
              <a:extLst>
                <a:ext uri="{FF2B5EF4-FFF2-40B4-BE49-F238E27FC236}">
                  <a16:creationId xmlns:a16="http://schemas.microsoft.com/office/drawing/2014/main" id="{38F58A7C-35DC-2330-1054-2B0B18C8DB69}"/>
                </a:ext>
              </a:extLst>
            </p:cNvPr>
            <p:cNvSpPr/>
            <p:nvPr/>
          </p:nvSpPr>
          <p:spPr>
            <a:xfrm>
              <a:off x="-2908450" y="3724275"/>
              <a:ext cx="59900" cy="164625"/>
            </a:xfrm>
            <a:custGeom>
              <a:avLst/>
              <a:gdLst/>
              <a:ahLst/>
              <a:cxnLst/>
              <a:rect l="l" t="t" r="r" b="b"/>
              <a:pathLst>
                <a:path w="2396" h="6585" extrusionOk="0">
                  <a:moveTo>
                    <a:pt x="2395" y="0"/>
                  </a:moveTo>
                  <a:cubicBezTo>
                    <a:pt x="1904" y="491"/>
                    <a:pt x="1500" y="721"/>
                    <a:pt x="1085" y="721"/>
                  </a:cubicBezTo>
                  <a:cubicBezTo>
                    <a:pt x="887" y="721"/>
                    <a:pt x="687" y="669"/>
                    <a:pt x="473" y="567"/>
                  </a:cubicBezTo>
                  <a:cubicBezTo>
                    <a:pt x="423" y="548"/>
                    <a:pt x="374" y="539"/>
                    <a:pt x="327" y="539"/>
                  </a:cubicBezTo>
                  <a:cubicBezTo>
                    <a:pt x="142" y="539"/>
                    <a:pt x="1" y="681"/>
                    <a:pt x="1" y="882"/>
                  </a:cubicBezTo>
                  <a:lnTo>
                    <a:pt x="1" y="3214"/>
                  </a:lnTo>
                  <a:cubicBezTo>
                    <a:pt x="1" y="3718"/>
                    <a:pt x="127" y="4222"/>
                    <a:pt x="316" y="4663"/>
                  </a:cubicBezTo>
                  <a:cubicBezTo>
                    <a:pt x="725" y="5513"/>
                    <a:pt x="1387" y="6238"/>
                    <a:pt x="2395" y="6585"/>
                  </a:cubicBezTo>
                  <a:lnTo>
                    <a:pt x="2395"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10797;p73">
              <a:extLst>
                <a:ext uri="{FF2B5EF4-FFF2-40B4-BE49-F238E27FC236}">
                  <a16:creationId xmlns:a16="http://schemas.microsoft.com/office/drawing/2014/main" id="{500F5EEB-735C-CA4F-3C29-DDC764DA553A}"/>
                </a:ext>
              </a:extLst>
            </p:cNvPr>
            <p:cNvSpPr/>
            <p:nvPr/>
          </p:nvSpPr>
          <p:spPr>
            <a:xfrm>
              <a:off x="-2831250" y="3725850"/>
              <a:ext cx="59875" cy="163850"/>
            </a:xfrm>
            <a:custGeom>
              <a:avLst/>
              <a:gdLst/>
              <a:ahLst/>
              <a:cxnLst/>
              <a:rect l="l" t="t" r="r" b="b"/>
              <a:pathLst>
                <a:path w="2395" h="6554" extrusionOk="0">
                  <a:moveTo>
                    <a:pt x="0" y="0"/>
                  </a:moveTo>
                  <a:lnTo>
                    <a:pt x="0" y="6553"/>
                  </a:lnTo>
                  <a:cubicBezTo>
                    <a:pt x="1008" y="6175"/>
                    <a:pt x="1670" y="5450"/>
                    <a:pt x="2079" y="4631"/>
                  </a:cubicBezTo>
                  <a:cubicBezTo>
                    <a:pt x="2269" y="4159"/>
                    <a:pt x="2395" y="3686"/>
                    <a:pt x="2395" y="3182"/>
                  </a:cubicBezTo>
                  <a:lnTo>
                    <a:pt x="2395" y="851"/>
                  </a:lnTo>
                  <a:cubicBezTo>
                    <a:pt x="2395" y="623"/>
                    <a:pt x="2212" y="477"/>
                    <a:pt x="2042" y="477"/>
                  </a:cubicBezTo>
                  <a:cubicBezTo>
                    <a:pt x="2000" y="477"/>
                    <a:pt x="1959" y="485"/>
                    <a:pt x="1922" y="504"/>
                  </a:cubicBezTo>
                  <a:cubicBezTo>
                    <a:pt x="1704" y="598"/>
                    <a:pt x="1496" y="647"/>
                    <a:pt x="1291" y="647"/>
                  </a:cubicBezTo>
                  <a:cubicBezTo>
                    <a:pt x="873" y="647"/>
                    <a:pt x="465" y="444"/>
                    <a:pt x="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33" name="Google Shape;10798;p73">
            <a:extLst>
              <a:ext uri="{FF2B5EF4-FFF2-40B4-BE49-F238E27FC236}">
                <a16:creationId xmlns:a16="http://schemas.microsoft.com/office/drawing/2014/main" id="{18F1D78C-5C1F-3241-8F91-848799F8AE88}"/>
              </a:ext>
            </a:extLst>
          </p:cNvPr>
          <p:cNvGrpSpPr/>
          <p:nvPr/>
        </p:nvGrpSpPr>
        <p:grpSpPr>
          <a:xfrm>
            <a:off x="12432062" y="10145681"/>
            <a:ext cx="855599" cy="752090"/>
            <a:chOff x="-3030525" y="3973150"/>
            <a:chExt cx="293025" cy="257575"/>
          </a:xfrm>
          <a:solidFill>
            <a:srgbClr val="555559"/>
          </a:solidFill>
        </p:grpSpPr>
        <p:sp>
          <p:nvSpPr>
            <p:cNvPr id="2334" name="Google Shape;10799;p73">
              <a:extLst>
                <a:ext uri="{FF2B5EF4-FFF2-40B4-BE49-F238E27FC236}">
                  <a16:creationId xmlns:a16="http://schemas.microsoft.com/office/drawing/2014/main" id="{38566BF0-EB12-39E6-6638-0C9EA88BD41D}"/>
                </a:ext>
              </a:extLst>
            </p:cNvPr>
            <p:cNvSpPr/>
            <p:nvPr/>
          </p:nvSpPr>
          <p:spPr>
            <a:xfrm>
              <a:off x="-3029750" y="3973150"/>
              <a:ext cx="292250" cy="68550"/>
            </a:xfrm>
            <a:custGeom>
              <a:avLst/>
              <a:gdLst/>
              <a:ahLst/>
              <a:cxnLst/>
              <a:rect l="l" t="t" r="r" b="b"/>
              <a:pathLst>
                <a:path w="11690" h="2742" extrusionOk="0">
                  <a:moveTo>
                    <a:pt x="1702" y="1355"/>
                  </a:moveTo>
                  <a:cubicBezTo>
                    <a:pt x="1891" y="1355"/>
                    <a:pt x="2049" y="1513"/>
                    <a:pt x="2049" y="1702"/>
                  </a:cubicBezTo>
                  <a:cubicBezTo>
                    <a:pt x="2049" y="1922"/>
                    <a:pt x="1891" y="2080"/>
                    <a:pt x="1702" y="2080"/>
                  </a:cubicBezTo>
                  <a:cubicBezTo>
                    <a:pt x="1513" y="2080"/>
                    <a:pt x="1356" y="1922"/>
                    <a:pt x="1356" y="1702"/>
                  </a:cubicBezTo>
                  <a:cubicBezTo>
                    <a:pt x="1356" y="1513"/>
                    <a:pt x="1513" y="1355"/>
                    <a:pt x="1702" y="1355"/>
                  </a:cubicBezTo>
                  <a:close/>
                  <a:moveTo>
                    <a:pt x="3088" y="1355"/>
                  </a:moveTo>
                  <a:cubicBezTo>
                    <a:pt x="3277" y="1355"/>
                    <a:pt x="3435" y="1513"/>
                    <a:pt x="3435" y="1702"/>
                  </a:cubicBezTo>
                  <a:cubicBezTo>
                    <a:pt x="3435" y="1922"/>
                    <a:pt x="3277" y="2080"/>
                    <a:pt x="3088" y="2080"/>
                  </a:cubicBezTo>
                  <a:cubicBezTo>
                    <a:pt x="2868" y="2080"/>
                    <a:pt x="2710" y="1922"/>
                    <a:pt x="2710" y="1702"/>
                  </a:cubicBezTo>
                  <a:cubicBezTo>
                    <a:pt x="2710" y="1513"/>
                    <a:pt x="2868" y="1355"/>
                    <a:pt x="3088" y="1355"/>
                  </a:cubicBezTo>
                  <a:close/>
                  <a:moveTo>
                    <a:pt x="9925" y="1387"/>
                  </a:moveTo>
                  <a:cubicBezTo>
                    <a:pt x="10366" y="1387"/>
                    <a:pt x="10366" y="2080"/>
                    <a:pt x="9925" y="2080"/>
                  </a:cubicBezTo>
                  <a:lnTo>
                    <a:pt x="5829" y="2080"/>
                  </a:lnTo>
                  <a:cubicBezTo>
                    <a:pt x="5388" y="2080"/>
                    <a:pt x="5357" y="1387"/>
                    <a:pt x="5829" y="1387"/>
                  </a:cubicBezTo>
                  <a:close/>
                  <a:moveTo>
                    <a:pt x="1041" y="1"/>
                  </a:moveTo>
                  <a:cubicBezTo>
                    <a:pt x="473" y="1"/>
                    <a:pt x="1" y="473"/>
                    <a:pt x="1" y="1040"/>
                  </a:cubicBezTo>
                  <a:lnTo>
                    <a:pt x="1" y="2741"/>
                  </a:lnTo>
                  <a:lnTo>
                    <a:pt x="11689" y="2741"/>
                  </a:lnTo>
                  <a:lnTo>
                    <a:pt x="11689" y="1040"/>
                  </a:lnTo>
                  <a:cubicBezTo>
                    <a:pt x="11658" y="505"/>
                    <a:pt x="11248" y="1"/>
                    <a:pt x="1065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10800;p73">
              <a:extLst>
                <a:ext uri="{FF2B5EF4-FFF2-40B4-BE49-F238E27FC236}">
                  <a16:creationId xmlns:a16="http://schemas.microsoft.com/office/drawing/2014/main" id="{89CA53F5-BED0-C32D-3224-4A579928A1F8}"/>
                </a:ext>
              </a:extLst>
            </p:cNvPr>
            <p:cNvSpPr/>
            <p:nvPr/>
          </p:nvSpPr>
          <p:spPr>
            <a:xfrm>
              <a:off x="-3030525" y="4059000"/>
              <a:ext cx="292225" cy="171725"/>
            </a:xfrm>
            <a:custGeom>
              <a:avLst/>
              <a:gdLst/>
              <a:ahLst/>
              <a:cxnLst/>
              <a:rect l="l" t="t" r="r" b="b"/>
              <a:pathLst>
                <a:path w="11689" h="6869" extrusionOk="0">
                  <a:moveTo>
                    <a:pt x="3773" y="1366"/>
                  </a:moveTo>
                  <a:cubicBezTo>
                    <a:pt x="4065" y="1366"/>
                    <a:pt x="4260" y="1775"/>
                    <a:pt x="3970" y="1985"/>
                  </a:cubicBezTo>
                  <a:lnTo>
                    <a:pt x="2363" y="3088"/>
                  </a:lnTo>
                  <a:lnTo>
                    <a:pt x="3970" y="4191"/>
                  </a:lnTo>
                  <a:cubicBezTo>
                    <a:pt x="4252" y="4370"/>
                    <a:pt x="4075" y="4801"/>
                    <a:pt x="3795" y="4801"/>
                  </a:cubicBezTo>
                  <a:cubicBezTo>
                    <a:pt x="3731" y="4801"/>
                    <a:pt x="3662" y="4779"/>
                    <a:pt x="3592" y="4726"/>
                  </a:cubicBezTo>
                  <a:lnTo>
                    <a:pt x="1544" y="3372"/>
                  </a:lnTo>
                  <a:cubicBezTo>
                    <a:pt x="1324" y="3246"/>
                    <a:pt x="1324" y="2962"/>
                    <a:pt x="1544" y="2805"/>
                  </a:cubicBezTo>
                  <a:lnTo>
                    <a:pt x="3592" y="1418"/>
                  </a:lnTo>
                  <a:cubicBezTo>
                    <a:pt x="3654" y="1382"/>
                    <a:pt x="3715" y="1366"/>
                    <a:pt x="3773" y="1366"/>
                  </a:cubicBezTo>
                  <a:close/>
                  <a:moveTo>
                    <a:pt x="7912" y="1407"/>
                  </a:moveTo>
                  <a:cubicBezTo>
                    <a:pt x="7979" y="1407"/>
                    <a:pt x="8053" y="1429"/>
                    <a:pt x="8129" y="1481"/>
                  </a:cubicBezTo>
                  <a:lnTo>
                    <a:pt x="10145" y="2836"/>
                  </a:lnTo>
                  <a:cubicBezTo>
                    <a:pt x="10366" y="2962"/>
                    <a:pt x="10366" y="3277"/>
                    <a:pt x="10145" y="3403"/>
                  </a:cubicBezTo>
                  <a:lnTo>
                    <a:pt x="8129" y="4789"/>
                  </a:lnTo>
                  <a:cubicBezTo>
                    <a:pt x="8061" y="4826"/>
                    <a:pt x="7996" y="4841"/>
                    <a:pt x="7935" y="4841"/>
                  </a:cubicBezTo>
                  <a:cubicBezTo>
                    <a:pt x="7624" y="4841"/>
                    <a:pt x="7430" y="4433"/>
                    <a:pt x="7719" y="4222"/>
                  </a:cubicBezTo>
                  <a:lnTo>
                    <a:pt x="9326" y="3120"/>
                  </a:lnTo>
                  <a:lnTo>
                    <a:pt x="7719" y="2017"/>
                  </a:lnTo>
                  <a:cubicBezTo>
                    <a:pt x="7437" y="1837"/>
                    <a:pt x="7615" y="1407"/>
                    <a:pt x="7912" y="1407"/>
                  </a:cubicBezTo>
                  <a:close/>
                  <a:moveTo>
                    <a:pt x="6515" y="714"/>
                  </a:moveTo>
                  <a:cubicBezTo>
                    <a:pt x="6728" y="714"/>
                    <a:pt x="6948" y="909"/>
                    <a:pt x="6868" y="1166"/>
                  </a:cubicBezTo>
                  <a:lnTo>
                    <a:pt x="5482" y="5262"/>
                  </a:lnTo>
                  <a:cubicBezTo>
                    <a:pt x="5434" y="5420"/>
                    <a:pt x="5306" y="5489"/>
                    <a:pt x="5176" y="5489"/>
                  </a:cubicBezTo>
                  <a:cubicBezTo>
                    <a:pt x="4968" y="5489"/>
                    <a:pt x="4755" y="5313"/>
                    <a:pt x="4852" y="5041"/>
                  </a:cubicBezTo>
                  <a:lnTo>
                    <a:pt x="6207" y="946"/>
                  </a:lnTo>
                  <a:cubicBezTo>
                    <a:pt x="6265" y="782"/>
                    <a:pt x="6389" y="714"/>
                    <a:pt x="6515" y="714"/>
                  </a:cubicBezTo>
                  <a:close/>
                  <a:moveTo>
                    <a:pt x="0" y="1"/>
                  </a:moveTo>
                  <a:lnTo>
                    <a:pt x="0" y="5829"/>
                  </a:lnTo>
                  <a:lnTo>
                    <a:pt x="32" y="5829"/>
                  </a:lnTo>
                  <a:cubicBezTo>
                    <a:pt x="32" y="6396"/>
                    <a:pt x="504" y="6869"/>
                    <a:pt x="1072" y="6869"/>
                  </a:cubicBezTo>
                  <a:lnTo>
                    <a:pt x="10681" y="6869"/>
                  </a:lnTo>
                  <a:cubicBezTo>
                    <a:pt x="11216" y="6869"/>
                    <a:pt x="11689" y="6396"/>
                    <a:pt x="11689" y="5829"/>
                  </a:cubicBezTo>
                  <a:lnTo>
                    <a:pt x="11689"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36" name="Google Shape;10801;p73">
            <a:extLst>
              <a:ext uri="{FF2B5EF4-FFF2-40B4-BE49-F238E27FC236}">
                <a16:creationId xmlns:a16="http://schemas.microsoft.com/office/drawing/2014/main" id="{1E0A1ABC-642D-0954-EBF1-3C15DC38FC46}"/>
              </a:ext>
            </a:extLst>
          </p:cNvPr>
          <p:cNvGrpSpPr/>
          <p:nvPr/>
        </p:nvGrpSpPr>
        <p:grpSpPr>
          <a:xfrm>
            <a:off x="17893087" y="8055466"/>
            <a:ext cx="855599" cy="602664"/>
            <a:chOff x="-1199300" y="3279250"/>
            <a:chExt cx="293025" cy="206400"/>
          </a:xfrm>
          <a:solidFill>
            <a:srgbClr val="555559"/>
          </a:solidFill>
        </p:grpSpPr>
        <p:sp>
          <p:nvSpPr>
            <p:cNvPr id="2337" name="Google Shape;10802;p73">
              <a:extLst>
                <a:ext uri="{FF2B5EF4-FFF2-40B4-BE49-F238E27FC236}">
                  <a16:creationId xmlns:a16="http://schemas.microsoft.com/office/drawing/2014/main" id="{371341A2-9577-20B5-F31C-D632B1FDBB1E}"/>
                </a:ext>
              </a:extLst>
            </p:cNvPr>
            <p:cNvSpPr/>
            <p:nvPr/>
          </p:nvSpPr>
          <p:spPr>
            <a:xfrm>
              <a:off x="-1183550" y="3395050"/>
              <a:ext cx="261525" cy="90600"/>
            </a:xfrm>
            <a:custGeom>
              <a:avLst/>
              <a:gdLst/>
              <a:ahLst/>
              <a:cxnLst/>
              <a:rect l="l" t="t" r="r" b="b"/>
              <a:pathLst>
                <a:path w="10461" h="3624" extrusionOk="0">
                  <a:moveTo>
                    <a:pt x="3498" y="0"/>
                  </a:moveTo>
                  <a:lnTo>
                    <a:pt x="1" y="3529"/>
                  </a:lnTo>
                  <a:cubicBezTo>
                    <a:pt x="127" y="3623"/>
                    <a:pt x="284" y="3623"/>
                    <a:pt x="442" y="3623"/>
                  </a:cubicBezTo>
                  <a:lnTo>
                    <a:pt x="10051" y="3623"/>
                  </a:lnTo>
                  <a:cubicBezTo>
                    <a:pt x="10208" y="3623"/>
                    <a:pt x="10366" y="3560"/>
                    <a:pt x="10460" y="3529"/>
                  </a:cubicBezTo>
                  <a:lnTo>
                    <a:pt x="6963" y="0"/>
                  </a:lnTo>
                  <a:lnTo>
                    <a:pt x="5986" y="977"/>
                  </a:lnTo>
                  <a:cubicBezTo>
                    <a:pt x="5797" y="1166"/>
                    <a:pt x="5522" y="1260"/>
                    <a:pt x="5242" y="1260"/>
                  </a:cubicBezTo>
                  <a:cubicBezTo>
                    <a:pt x="4963" y="1260"/>
                    <a:pt x="4679" y="1166"/>
                    <a:pt x="4474" y="977"/>
                  </a:cubicBezTo>
                  <a:lnTo>
                    <a:pt x="3498"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10803;p73">
              <a:extLst>
                <a:ext uri="{FF2B5EF4-FFF2-40B4-BE49-F238E27FC236}">
                  <a16:creationId xmlns:a16="http://schemas.microsoft.com/office/drawing/2014/main" id="{8FBD91E6-B0C5-F082-A7D9-E7C44235F8B6}"/>
                </a:ext>
              </a:extLst>
            </p:cNvPr>
            <p:cNvSpPr/>
            <p:nvPr/>
          </p:nvSpPr>
          <p:spPr>
            <a:xfrm>
              <a:off x="-1184325" y="3279250"/>
              <a:ext cx="261500" cy="129400"/>
            </a:xfrm>
            <a:custGeom>
              <a:avLst/>
              <a:gdLst/>
              <a:ahLst/>
              <a:cxnLst/>
              <a:rect l="l" t="t" r="r" b="b"/>
              <a:pathLst>
                <a:path w="10460" h="5176" extrusionOk="0">
                  <a:moveTo>
                    <a:pt x="410" y="1"/>
                  </a:moveTo>
                  <a:cubicBezTo>
                    <a:pt x="252" y="1"/>
                    <a:pt x="95" y="64"/>
                    <a:pt x="0" y="95"/>
                  </a:cubicBezTo>
                  <a:lnTo>
                    <a:pt x="3781" y="3876"/>
                  </a:lnTo>
                  <a:lnTo>
                    <a:pt x="4978" y="5105"/>
                  </a:lnTo>
                  <a:cubicBezTo>
                    <a:pt x="5041" y="5152"/>
                    <a:pt x="5143" y="5175"/>
                    <a:pt x="5246" y="5175"/>
                  </a:cubicBezTo>
                  <a:cubicBezTo>
                    <a:pt x="5348" y="5175"/>
                    <a:pt x="5450" y="5152"/>
                    <a:pt x="5513" y="5105"/>
                  </a:cubicBezTo>
                  <a:lnTo>
                    <a:pt x="6711" y="3876"/>
                  </a:lnTo>
                  <a:lnTo>
                    <a:pt x="10460" y="95"/>
                  </a:lnTo>
                  <a:cubicBezTo>
                    <a:pt x="10334" y="1"/>
                    <a:pt x="10176" y="1"/>
                    <a:pt x="1001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10804;p73">
              <a:extLst>
                <a:ext uri="{FF2B5EF4-FFF2-40B4-BE49-F238E27FC236}">
                  <a16:creationId xmlns:a16="http://schemas.microsoft.com/office/drawing/2014/main" id="{F9297B93-7138-E547-6346-6C1BBD2EB3C1}"/>
                </a:ext>
              </a:extLst>
            </p:cNvPr>
            <p:cNvSpPr/>
            <p:nvPr/>
          </p:nvSpPr>
          <p:spPr>
            <a:xfrm>
              <a:off x="-1199300" y="3294225"/>
              <a:ext cx="90600" cy="175650"/>
            </a:xfrm>
            <a:custGeom>
              <a:avLst/>
              <a:gdLst/>
              <a:ahLst/>
              <a:cxnLst/>
              <a:rect l="l" t="t" r="r" b="b"/>
              <a:pathLst>
                <a:path w="3624" h="7026" extrusionOk="0">
                  <a:moveTo>
                    <a:pt x="126" y="0"/>
                  </a:moveTo>
                  <a:cubicBezTo>
                    <a:pt x="32" y="126"/>
                    <a:pt x="0" y="284"/>
                    <a:pt x="0" y="441"/>
                  </a:cubicBezTo>
                  <a:lnTo>
                    <a:pt x="0" y="6585"/>
                  </a:lnTo>
                  <a:cubicBezTo>
                    <a:pt x="0" y="6742"/>
                    <a:pt x="32" y="6900"/>
                    <a:pt x="126" y="7026"/>
                  </a:cubicBezTo>
                  <a:lnTo>
                    <a:pt x="3624" y="3466"/>
                  </a:lnTo>
                  <a:lnTo>
                    <a:pt x="126"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10805;p73">
              <a:extLst>
                <a:ext uri="{FF2B5EF4-FFF2-40B4-BE49-F238E27FC236}">
                  <a16:creationId xmlns:a16="http://schemas.microsoft.com/office/drawing/2014/main" id="{2520B809-4384-E3F0-1698-98390E37A282}"/>
                </a:ext>
              </a:extLst>
            </p:cNvPr>
            <p:cNvSpPr/>
            <p:nvPr/>
          </p:nvSpPr>
          <p:spPr>
            <a:xfrm>
              <a:off x="-996875" y="3294225"/>
              <a:ext cx="90600" cy="177225"/>
            </a:xfrm>
            <a:custGeom>
              <a:avLst/>
              <a:gdLst/>
              <a:ahLst/>
              <a:cxnLst/>
              <a:rect l="l" t="t" r="r" b="b"/>
              <a:pathLst>
                <a:path w="3624" h="7089" extrusionOk="0">
                  <a:moveTo>
                    <a:pt x="3529" y="0"/>
                  </a:moveTo>
                  <a:lnTo>
                    <a:pt x="0" y="3529"/>
                  </a:lnTo>
                  <a:lnTo>
                    <a:pt x="3529" y="7089"/>
                  </a:lnTo>
                  <a:cubicBezTo>
                    <a:pt x="3592" y="6963"/>
                    <a:pt x="3623" y="6805"/>
                    <a:pt x="3623" y="6648"/>
                  </a:cubicBezTo>
                  <a:lnTo>
                    <a:pt x="3623" y="504"/>
                  </a:lnTo>
                  <a:cubicBezTo>
                    <a:pt x="3592" y="284"/>
                    <a:pt x="3560" y="126"/>
                    <a:pt x="352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1" name="Google Shape;10806;p73">
            <a:extLst>
              <a:ext uri="{FF2B5EF4-FFF2-40B4-BE49-F238E27FC236}">
                <a16:creationId xmlns:a16="http://schemas.microsoft.com/office/drawing/2014/main" id="{CD0F9AE2-6FFC-43C9-3E95-B2C1C3A544E6}"/>
              </a:ext>
            </a:extLst>
          </p:cNvPr>
          <p:cNvGrpSpPr/>
          <p:nvPr/>
        </p:nvGrpSpPr>
        <p:grpSpPr>
          <a:xfrm>
            <a:off x="2513260" y="7930393"/>
            <a:ext cx="901586" cy="852825"/>
            <a:chOff x="-6338550" y="3272950"/>
            <a:chExt cx="308775" cy="292075"/>
          </a:xfrm>
          <a:solidFill>
            <a:srgbClr val="555559"/>
          </a:solidFill>
        </p:grpSpPr>
        <p:sp>
          <p:nvSpPr>
            <p:cNvPr id="2342" name="Google Shape;10807;p73">
              <a:extLst>
                <a:ext uri="{FF2B5EF4-FFF2-40B4-BE49-F238E27FC236}">
                  <a16:creationId xmlns:a16="http://schemas.microsoft.com/office/drawing/2014/main" id="{F15810FA-8E24-210E-4F87-6856EFCEDA17}"/>
                </a:ext>
              </a:extLst>
            </p:cNvPr>
            <p:cNvSpPr/>
            <p:nvPr/>
          </p:nvSpPr>
          <p:spPr>
            <a:xfrm>
              <a:off x="-6338550" y="3272950"/>
              <a:ext cx="308775" cy="119750"/>
            </a:xfrm>
            <a:custGeom>
              <a:avLst/>
              <a:gdLst/>
              <a:ahLst/>
              <a:cxnLst/>
              <a:rect l="l" t="t" r="r" b="b"/>
              <a:pathLst>
                <a:path w="12351" h="4790" extrusionOk="0">
                  <a:moveTo>
                    <a:pt x="6144" y="2017"/>
                  </a:moveTo>
                  <a:cubicBezTo>
                    <a:pt x="6333" y="2017"/>
                    <a:pt x="6491" y="2206"/>
                    <a:pt x="6491" y="2395"/>
                  </a:cubicBezTo>
                  <a:cubicBezTo>
                    <a:pt x="6459" y="2584"/>
                    <a:pt x="6333" y="2742"/>
                    <a:pt x="6144" y="2742"/>
                  </a:cubicBezTo>
                  <a:cubicBezTo>
                    <a:pt x="5955" y="2742"/>
                    <a:pt x="5797" y="2584"/>
                    <a:pt x="5797" y="2395"/>
                  </a:cubicBezTo>
                  <a:cubicBezTo>
                    <a:pt x="5797" y="2206"/>
                    <a:pt x="5955" y="2017"/>
                    <a:pt x="6144" y="2017"/>
                  </a:cubicBezTo>
                  <a:close/>
                  <a:moveTo>
                    <a:pt x="6144" y="1"/>
                  </a:moveTo>
                  <a:cubicBezTo>
                    <a:pt x="4789" y="1"/>
                    <a:pt x="3750" y="1040"/>
                    <a:pt x="3750" y="2395"/>
                  </a:cubicBezTo>
                  <a:cubicBezTo>
                    <a:pt x="3750" y="2521"/>
                    <a:pt x="3750" y="2616"/>
                    <a:pt x="3781" y="2742"/>
                  </a:cubicBezTo>
                  <a:lnTo>
                    <a:pt x="1324" y="2742"/>
                  </a:lnTo>
                  <a:cubicBezTo>
                    <a:pt x="1" y="2742"/>
                    <a:pt x="1" y="4790"/>
                    <a:pt x="1324" y="4790"/>
                  </a:cubicBezTo>
                  <a:lnTo>
                    <a:pt x="10996" y="4790"/>
                  </a:lnTo>
                  <a:cubicBezTo>
                    <a:pt x="12351" y="4790"/>
                    <a:pt x="12351" y="2742"/>
                    <a:pt x="10996" y="2742"/>
                  </a:cubicBezTo>
                  <a:lnTo>
                    <a:pt x="8507" y="2742"/>
                  </a:lnTo>
                  <a:cubicBezTo>
                    <a:pt x="8507" y="2616"/>
                    <a:pt x="8538" y="2521"/>
                    <a:pt x="8538" y="2395"/>
                  </a:cubicBezTo>
                  <a:cubicBezTo>
                    <a:pt x="8538" y="1040"/>
                    <a:pt x="7467" y="1"/>
                    <a:pt x="614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10808;p73">
              <a:extLst>
                <a:ext uri="{FF2B5EF4-FFF2-40B4-BE49-F238E27FC236}">
                  <a16:creationId xmlns:a16="http://schemas.microsoft.com/office/drawing/2014/main" id="{7F551178-B162-93FD-DB70-E6490C811122}"/>
                </a:ext>
              </a:extLst>
            </p:cNvPr>
            <p:cNvSpPr/>
            <p:nvPr/>
          </p:nvSpPr>
          <p:spPr>
            <a:xfrm>
              <a:off x="-6228275" y="3479325"/>
              <a:ext cx="86650" cy="85700"/>
            </a:xfrm>
            <a:custGeom>
              <a:avLst/>
              <a:gdLst/>
              <a:ahLst/>
              <a:cxnLst/>
              <a:rect l="l" t="t" r="r" b="b"/>
              <a:pathLst>
                <a:path w="3466" h="3428" extrusionOk="0">
                  <a:moveTo>
                    <a:pt x="32" y="0"/>
                  </a:moveTo>
                  <a:lnTo>
                    <a:pt x="32" y="3088"/>
                  </a:lnTo>
                  <a:lnTo>
                    <a:pt x="0" y="3088"/>
                  </a:lnTo>
                  <a:cubicBezTo>
                    <a:pt x="0" y="3268"/>
                    <a:pt x="190" y="3428"/>
                    <a:pt x="380" y="3428"/>
                  </a:cubicBezTo>
                  <a:cubicBezTo>
                    <a:pt x="422" y="3428"/>
                    <a:pt x="464" y="3420"/>
                    <a:pt x="504" y="3403"/>
                  </a:cubicBezTo>
                  <a:lnTo>
                    <a:pt x="3277" y="2016"/>
                  </a:lnTo>
                  <a:cubicBezTo>
                    <a:pt x="3371" y="1985"/>
                    <a:pt x="3466" y="1859"/>
                    <a:pt x="3466" y="1701"/>
                  </a:cubicBezTo>
                  <a:lnTo>
                    <a:pt x="3466"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10809;p73">
              <a:extLst>
                <a:ext uri="{FF2B5EF4-FFF2-40B4-BE49-F238E27FC236}">
                  <a16:creationId xmlns:a16="http://schemas.microsoft.com/office/drawing/2014/main" id="{CB6E5CFB-11A7-FF57-08AA-C585886D3142}"/>
                </a:ext>
              </a:extLst>
            </p:cNvPr>
            <p:cNvSpPr/>
            <p:nvPr/>
          </p:nvSpPr>
          <p:spPr>
            <a:xfrm>
              <a:off x="-6292075" y="3410800"/>
              <a:ext cx="212675" cy="50425"/>
            </a:xfrm>
            <a:custGeom>
              <a:avLst/>
              <a:gdLst/>
              <a:ahLst/>
              <a:cxnLst/>
              <a:rect l="l" t="t" r="r" b="b"/>
              <a:pathLst>
                <a:path w="8507" h="2017" extrusionOk="0">
                  <a:moveTo>
                    <a:pt x="0" y="0"/>
                  </a:moveTo>
                  <a:lnTo>
                    <a:pt x="2048" y="2016"/>
                  </a:lnTo>
                  <a:lnTo>
                    <a:pt x="6459" y="2016"/>
                  </a:lnTo>
                  <a:lnTo>
                    <a:pt x="8507"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5" name="Google Shape;10810;p73">
            <a:extLst>
              <a:ext uri="{FF2B5EF4-FFF2-40B4-BE49-F238E27FC236}">
                <a16:creationId xmlns:a16="http://schemas.microsoft.com/office/drawing/2014/main" id="{93A98BDC-F39A-66CD-E64C-1D61B0FDC2F9}"/>
              </a:ext>
            </a:extLst>
          </p:cNvPr>
          <p:cNvGrpSpPr/>
          <p:nvPr/>
        </p:nvGrpSpPr>
        <p:grpSpPr>
          <a:xfrm>
            <a:off x="2536254" y="8977607"/>
            <a:ext cx="855599" cy="850999"/>
            <a:chOff x="-6329100" y="3632100"/>
            <a:chExt cx="293025" cy="291450"/>
          </a:xfrm>
          <a:solidFill>
            <a:srgbClr val="555559"/>
          </a:solidFill>
        </p:grpSpPr>
        <p:sp>
          <p:nvSpPr>
            <p:cNvPr id="2346" name="Google Shape;10811;p73">
              <a:extLst>
                <a:ext uri="{FF2B5EF4-FFF2-40B4-BE49-F238E27FC236}">
                  <a16:creationId xmlns:a16="http://schemas.microsoft.com/office/drawing/2014/main" id="{D8093F0C-A008-91BD-696B-731A05C34BAE}"/>
                </a:ext>
              </a:extLst>
            </p:cNvPr>
            <p:cNvSpPr/>
            <p:nvPr/>
          </p:nvSpPr>
          <p:spPr>
            <a:xfrm>
              <a:off x="-6210700" y="3751600"/>
              <a:ext cx="174625" cy="171950"/>
            </a:xfrm>
            <a:custGeom>
              <a:avLst/>
              <a:gdLst/>
              <a:ahLst/>
              <a:cxnLst/>
              <a:rect l="l" t="t" r="r" b="b"/>
              <a:pathLst>
                <a:path w="6985" h="6878" extrusionOk="0">
                  <a:moveTo>
                    <a:pt x="492" y="0"/>
                  </a:moveTo>
                  <a:cubicBezTo>
                    <a:pt x="219" y="0"/>
                    <a:pt x="0" y="235"/>
                    <a:pt x="85" y="545"/>
                  </a:cubicBezTo>
                  <a:lnTo>
                    <a:pt x="1503" y="5712"/>
                  </a:lnTo>
                  <a:cubicBezTo>
                    <a:pt x="1559" y="5882"/>
                    <a:pt x="1707" y="5984"/>
                    <a:pt x="1856" y="5984"/>
                  </a:cubicBezTo>
                  <a:cubicBezTo>
                    <a:pt x="1956" y="5984"/>
                    <a:pt x="2057" y="5939"/>
                    <a:pt x="2133" y="5838"/>
                  </a:cubicBezTo>
                  <a:lnTo>
                    <a:pt x="2889" y="4735"/>
                  </a:lnTo>
                  <a:lnTo>
                    <a:pt x="3739" y="5712"/>
                  </a:lnTo>
                  <a:lnTo>
                    <a:pt x="4622" y="6594"/>
                  </a:lnTo>
                  <a:cubicBezTo>
                    <a:pt x="4811" y="6783"/>
                    <a:pt x="5086" y="6878"/>
                    <a:pt x="5362" y="6878"/>
                  </a:cubicBezTo>
                  <a:cubicBezTo>
                    <a:pt x="5638" y="6878"/>
                    <a:pt x="5913" y="6783"/>
                    <a:pt x="6102" y="6594"/>
                  </a:cubicBezTo>
                  <a:lnTo>
                    <a:pt x="6575" y="6122"/>
                  </a:lnTo>
                  <a:cubicBezTo>
                    <a:pt x="6984" y="5712"/>
                    <a:pt x="6984" y="5113"/>
                    <a:pt x="6575" y="4672"/>
                  </a:cubicBezTo>
                  <a:lnTo>
                    <a:pt x="4811" y="2814"/>
                  </a:lnTo>
                  <a:lnTo>
                    <a:pt x="5913" y="2058"/>
                  </a:lnTo>
                  <a:cubicBezTo>
                    <a:pt x="6134" y="1900"/>
                    <a:pt x="6102" y="1522"/>
                    <a:pt x="5787" y="1427"/>
                  </a:cubicBezTo>
                  <a:lnTo>
                    <a:pt x="589" y="10"/>
                  </a:lnTo>
                  <a:cubicBezTo>
                    <a:pt x="556" y="3"/>
                    <a:pt x="524" y="0"/>
                    <a:pt x="49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10812;p73">
              <a:extLst>
                <a:ext uri="{FF2B5EF4-FFF2-40B4-BE49-F238E27FC236}">
                  <a16:creationId xmlns:a16="http://schemas.microsoft.com/office/drawing/2014/main" id="{AF224E7C-D85F-2323-627F-3121293355FA}"/>
                </a:ext>
              </a:extLst>
            </p:cNvPr>
            <p:cNvSpPr/>
            <p:nvPr/>
          </p:nvSpPr>
          <p:spPr>
            <a:xfrm>
              <a:off x="-6272400" y="3691975"/>
              <a:ext cx="136300" cy="135500"/>
            </a:xfrm>
            <a:custGeom>
              <a:avLst/>
              <a:gdLst/>
              <a:ahLst/>
              <a:cxnLst/>
              <a:rect l="l" t="t" r="r" b="b"/>
              <a:pathLst>
                <a:path w="5452" h="5420" extrusionOk="0">
                  <a:moveTo>
                    <a:pt x="2742" y="0"/>
                  </a:moveTo>
                  <a:cubicBezTo>
                    <a:pt x="1261" y="0"/>
                    <a:pt x="1" y="1229"/>
                    <a:pt x="1" y="2710"/>
                  </a:cubicBezTo>
                  <a:cubicBezTo>
                    <a:pt x="1" y="4127"/>
                    <a:pt x="1041" y="5293"/>
                    <a:pt x="2427" y="5419"/>
                  </a:cubicBezTo>
                  <a:lnTo>
                    <a:pt x="2112" y="4317"/>
                  </a:lnTo>
                  <a:cubicBezTo>
                    <a:pt x="1482" y="4096"/>
                    <a:pt x="1009" y="3466"/>
                    <a:pt x="1009" y="2741"/>
                  </a:cubicBezTo>
                  <a:cubicBezTo>
                    <a:pt x="1041" y="1765"/>
                    <a:pt x="1828" y="1009"/>
                    <a:pt x="2773" y="1009"/>
                  </a:cubicBezTo>
                  <a:cubicBezTo>
                    <a:pt x="3530" y="1009"/>
                    <a:pt x="4128" y="1481"/>
                    <a:pt x="4349" y="2143"/>
                  </a:cubicBezTo>
                  <a:lnTo>
                    <a:pt x="5451" y="2458"/>
                  </a:lnTo>
                  <a:cubicBezTo>
                    <a:pt x="5294" y="1072"/>
                    <a:pt x="4160" y="0"/>
                    <a:pt x="274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10813;p73">
              <a:extLst>
                <a:ext uri="{FF2B5EF4-FFF2-40B4-BE49-F238E27FC236}">
                  <a16:creationId xmlns:a16="http://schemas.microsoft.com/office/drawing/2014/main" id="{2A318431-AD61-7782-0327-E8A393147CD4}"/>
                </a:ext>
              </a:extLst>
            </p:cNvPr>
            <p:cNvSpPr/>
            <p:nvPr/>
          </p:nvSpPr>
          <p:spPr>
            <a:xfrm>
              <a:off x="-6329100" y="3632100"/>
              <a:ext cx="257575" cy="256025"/>
            </a:xfrm>
            <a:custGeom>
              <a:avLst/>
              <a:gdLst/>
              <a:ahLst/>
              <a:cxnLst/>
              <a:rect l="l" t="t" r="r" b="b"/>
              <a:pathLst>
                <a:path w="10303" h="10241" extrusionOk="0">
                  <a:moveTo>
                    <a:pt x="5136" y="1"/>
                  </a:moveTo>
                  <a:cubicBezTo>
                    <a:pt x="2301" y="1"/>
                    <a:pt x="1" y="2269"/>
                    <a:pt x="1" y="5105"/>
                  </a:cubicBezTo>
                  <a:cubicBezTo>
                    <a:pt x="1" y="7972"/>
                    <a:pt x="2332" y="10240"/>
                    <a:pt x="5136" y="10240"/>
                  </a:cubicBezTo>
                  <a:cubicBezTo>
                    <a:pt x="5262" y="10240"/>
                    <a:pt x="5356" y="10240"/>
                    <a:pt x="5451" y="10177"/>
                  </a:cubicBezTo>
                  <a:lnTo>
                    <a:pt x="4978" y="8444"/>
                  </a:lnTo>
                  <a:cubicBezTo>
                    <a:pt x="4959" y="8445"/>
                    <a:pt x="4940" y="8445"/>
                    <a:pt x="4921" y="8445"/>
                  </a:cubicBezTo>
                  <a:cubicBezTo>
                    <a:pt x="3089" y="8445"/>
                    <a:pt x="1639" y="6945"/>
                    <a:pt x="1639" y="5105"/>
                  </a:cubicBezTo>
                  <a:cubicBezTo>
                    <a:pt x="1639" y="3214"/>
                    <a:pt x="3151" y="1702"/>
                    <a:pt x="5073" y="1702"/>
                  </a:cubicBezTo>
                  <a:cubicBezTo>
                    <a:pt x="6900" y="1702"/>
                    <a:pt x="8412" y="3151"/>
                    <a:pt x="8475" y="4979"/>
                  </a:cubicBezTo>
                  <a:lnTo>
                    <a:pt x="10208" y="5451"/>
                  </a:lnTo>
                  <a:cubicBezTo>
                    <a:pt x="10303" y="4002"/>
                    <a:pt x="9799" y="2553"/>
                    <a:pt x="8759" y="1482"/>
                  </a:cubicBezTo>
                  <a:cubicBezTo>
                    <a:pt x="7782" y="505"/>
                    <a:pt x="6522" y="1"/>
                    <a:pt x="513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9" name="Google Shape;10814;p73">
            <a:extLst>
              <a:ext uri="{FF2B5EF4-FFF2-40B4-BE49-F238E27FC236}">
                <a16:creationId xmlns:a16="http://schemas.microsoft.com/office/drawing/2014/main" id="{F8FBCBA6-D26A-2578-99B3-02367DD31FC1}"/>
              </a:ext>
            </a:extLst>
          </p:cNvPr>
          <p:cNvGrpSpPr/>
          <p:nvPr/>
        </p:nvGrpSpPr>
        <p:grpSpPr>
          <a:xfrm>
            <a:off x="2562719" y="10096234"/>
            <a:ext cx="850926" cy="850999"/>
            <a:chOff x="-6329875" y="3992050"/>
            <a:chExt cx="291425" cy="291450"/>
          </a:xfrm>
          <a:solidFill>
            <a:srgbClr val="555559"/>
          </a:solidFill>
        </p:grpSpPr>
        <p:sp>
          <p:nvSpPr>
            <p:cNvPr id="2350" name="Google Shape;10815;p73">
              <a:extLst>
                <a:ext uri="{FF2B5EF4-FFF2-40B4-BE49-F238E27FC236}">
                  <a16:creationId xmlns:a16="http://schemas.microsoft.com/office/drawing/2014/main" id="{EE0F7AD8-C874-F47F-45F5-11E95E39D41B}"/>
                </a:ext>
              </a:extLst>
            </p:cNvPr>
            <p:cNvSpPr/>
            <p:nvPr/>
          </p:nvSpPr>
          <p:spPr>
            <a:xfrm>
              <a:off x="-6090450" y="4077900"/>
              <a:ext cx="52000" cy="34675"/>
            </a:xfrm>
            <a:custGeom>
              <a:avLst/>
              <a:gdLst/>
              <a:ahLst/>
              <a:cxnLst/>
              <a:rect l="l" t="t" r="r" b="b"/>
              <a:pathLst>
                <a:path w="2080" h="1387" extrusionOk="0">
                  <a:moveTo>
                    <a:pt x="1" y="1"/>
                  </a:moveTo>
                  <a:lnTo>
                    <a:pt x="1" y="1387"/>
                  </a:lnTo>
                  <a:lnTo>
                    <a:pt x="2080" y="1387"/>
                  </a:lnTo>
                  <a:lnTo>
                    <a:pt x="2080" y="1040"/>
                  </a:lnTo>
                  <a:cubicBezTo>
                    <a:pt x="2080" y="473"/>
                    <a:pt x="1607" y="1"/>
                    <a:pt x="107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10816;p73">
              <a:extLst>
                <a:ext uri="{FF2B5EF4-FFF2-40B4-BE49-F238E27FC236}">
                  <a16:creationId xmlns:a16="http://schemas.microsoft.com/office/drawing/2014/main" id="{529FD4DB-7ACB-D3D9-D874-A95A6CCC0416}"/>
                </a:ext>
              </a:extLst>
            </p:cNvPr>
            <p:cNvSpPr/>
            <p:nvPr/>
          </p:nvSpPr>
          <p:spPr>
            <a:xfrm>
              <a:off x="-6262925" y="3992050"/>
              <a:ext cx="154400" cy="155200"/>
            </a:xfrm>
            <a:custGeom>
              <a:avLst/>
              <a:gdLst/>
              <a:ahLst/>
              <a:cxnLst/>
              <a:rect l="l" t="t" r="r" b="b"/>
              <a:pathLst>
                <a:path w="6176" h="6208" extrusionOk="0">
                  <a:moveTo>
                    <a:pt x="5167" y="1387"/>
                  </a:moveTo>
                  <a:cubicBezTo>
                    <a:pt x="5608" y="1387"/>
                    <a:pt x="5639" y="2048"/>
                    <a:pt x="5167" y="2048"/>
                  </a:cubicBezTo>
                  <a:lnTo>
                    <a:pt x="1071" y="2048"/>
                  </a:lnTo>
                  <a:cubicBezTo>
                    <a:pt x="1053" y="2051"/>
                    <a:pt x="1035" y="2052"/>
                    <a:pt x="1018" y="2052"/>
                  </a:cubicBezTo>
                  <a:cubicBezTo>
                    <a:pt x="628" y="2052"/>
                    <a:pt x="618" y="1387"/>
                    <a:pt x="1071" y="1387"/>
                  </a:cubicBezTo>
                  <a:close/>
                  <a:moveTo>
                    <a:pt x="5167" y="2773"/>
                  </a:moveTo>
                  <a:cubicBezTo>
                    <a:pt x="5608" y="2773"/>
                    <a:pt x="5639" y="3435"/>
                    <a:pt x="5167" y="3435"/>
                  </a:cubicBezTo>
                  <a:lnTo>
                    <a:pt x="1071" y="3435"/>
                  </a:lnTo>
                  <a:cubicBezTo>
                    <a:pt x="630" y="3435"/>
                    <a:pt x="599" y="2773"/>
                    <a:pt x="1071" y="2773"/>
                  </a:cubicBezTo>
                  <a:close/>
                  <a:moveTo>
                    <a:pt x="5167" y="4159"/>
                  </a:moveTo>
                  <a:cubicBezTo>
                    <a:pt x="5608" y="4159"/>
                    <a:pt x="5639" y="4821"/>
                    <a:pt x="5167" y="4821"/>
                  </a:cubicBezTo>
                  <a:lnTo>
                    <a:pt x="1071" y="4821"/>
                  </a:lnTo>
                  <a:cubicBezTo>
                    <a:pt x="630" y="4821"/>
                    <a:pt x="599" y="4159"/>
                    <a:pt x="1071" y="4159"/>
                  </a:cubicBezTo>
                  <a:close/>
                  <a:moveTo>
                    <a:pt x="347" y="1"/>
                  </a:moveTo>
                  <a:cubicBezTo>
                    <a:pt x="158" y="1"/>
                    <a:pt x="0" y="158"/>
                    <a:pt x="0" y="379"/>
                  </a:cubicBezTo>
                  <a:lnTo>
                    <a:pt x="0" y="6207"/>
                  </a:lnTo>
                  <a:lnTo>
                    <a:pt x="4726" y="6207"/>
                  </a:lnTo>
                  <a:cubicBezTo>
                    <a:pt x="5041" y="6207"/>
                    <a:pt x="5198" y="5672"/>
                    <a:pt x="5356" y="5420"/>
                  </a:cubicBezTo>
                  <a:cubicBezTo>
                    <a:pt x="5513" y="5104"/>
                    <a:pt x="5828" y="4884"/>
                    <a:pt x="6175" y="4852"/>
                  </a:cubicBezTo>
                  <a:lnTo>
                    <a:pt x="6175" y="379"/>
                  </a:lnTo>
                  <a:cubicBezTo>
                    <a:pt x="6175" y="158"/>
                    <a:pt x="6018" y="1"/>
                    <a:pt x="582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10817;p73">
              <a:extLst>
                <a:ext uri="{FF2B5EF4-FFF2-40B4-BE49-F238E27FC236}">
                  <a16:creationId xmlns:a16="http://schemas.microsoft.com/office/drawing/2014/main" id="{57EEE9A8-CFD3-A0FA-CC74-7AD7E7C9E695}"/>
                </a:ext>
              </a:extLst>
            </p:cNvPr>
            <p:cNvSpPr/>
            <p:nvPr/>
          </p:nvSpPr>
          <p:spPr>
            <a:xfrm>
              <a:off x="-6329875" y="4044825"/>
              <a:ext cx="51200" cy="102425"/>
            </a:xfrm>
            <a:custGeom>
              <a:avLst/>
              <a:gdLst/>
              <a:ahLst/>
              <a:cxnLst/>
              <a:rect l="l" t="t" r="r" b="b"/>
              <a:pathLst>
                <a:path w="2048" h="4097" extrusionOk="0">
                  <a:moveTo>
                    <a:pt x="1040" y="0"/>
                  </a:moveTo>
                  <a:cubicBezTo>
                    <a:pt x="473" y="0"/>
                    <a:pt x="0" y="473"/>
                    <a:pt x="0" y="1009"/>
                  </a:cubicBezTo>
                  <a:lnTo>
                    <a:pt x="0" y="4096"/>
                  </a:lnTo>
                  <a:lnTo>
                    <a:pt x="2048" y="4096"/>
                  </a:lnTo>
                  <a:lnTo>
                    <a:pt x="2048"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10818;p73">
              <a:extLst>
                <a:ext uri="{FF2B5EF4-FFF2-40B4-BE49-F238E27FC236}">
                  <a16:creationId xmlns:a16="http://schemas.microsoft.com/office/drawing/2014/main" id="{4CE6A452-BBA6-171F-2C8B-1414E83F62AE}"/>
                </a:ext>
              </a:extLst>
            </p:cNvPr>
            <p:cNvSpPr/>
            <p:nvPr/>
          </p:nvSpPr>
          <p:spPr>
            <a:xfrm>
              <a:off x="-6329875" y="4129900"/>
              <a:ext cx="291425" cy="153600"/>
            </a:xfrm>
            <a:custGeom>
              <a:avLst/>
              <a:gdLst/>
              <a:ahLst/>
              <a:cxnLst/>
              <a:rect l="l" t="t" r="r" b="b"/>
              <a:pathLst>
                <a:path w="11657" h="6144" extrusionOk="0">
                  <a:moveTo>
                    <a:pt x="8948" y="0"/>
                  </a:moveTo>
                  <a:cubicBezTo>
                    <a:pt x="8664" y="0"/>
                    <a:pt x="8506" y="473"/>
                    <a:pt x="8349" y="788"/>
                  </a:cubicBezTo>
                  <a:cubicBezTo>
                    <a:pt x="8191" y="1166"/>
                    <a:pt x="7845" y="1355"/>
                    <a:pt x="7467" y="1355"/>
                  </a:cubicBezTo>
                  <a:lnTo>
                    <a:pt x="0" y="1355"/>
                  </a:lnTo>
                  <a:lnTo>
                    <a:pt x="0" y="5135"/>
                  </a:lnTo>
                  <a:cubicBezTo>
                    <a:pt x="0" y="5671"/>
                    <a:pt x="473" y="6143"/>
                    <a:pt x="1040" y="6143"/>
                  </a:cubicBezTo>
                  <a:lnTo>
                    <a:pt x="10649" y="6143"/>
                  </a:lnTo>
                  <a:cubicBezTo>
                    <a:pt x="11184" y="6143"/>
                    <a:pt x="11657" y="5671"/>
                    <a:pt x="11657" y="5135"/>
                  </a:cubicBezTo>
                  <a:lnTo>
                    <a:pt x="11657"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54" name="Google Shape;10819;p73">
            <a:extLst>
              <a:ext uri="{FF2B5EF4-FFF2-40B4-BE49-F238E27FC236}">
                <a16:creationId xmlns:a16="http://schemas.microsoft.com/office/drawing/2014/main" id="{A97E7493-076F-8586-277B-78A919E60D7E}"/>
              </a:ext>
            </a:extLst>
          </p:cNvPr>
          <p:cNvGrpSpPr/>
          <p:nvPr/>
        </p:nvGrpSpPr>
        <p:grpSpPr>
          <a:xfrm>
            <a:off x="8009768" y="7927870"/>
            <a:ext cx="857935" cy="857863"/>
            <a:chOff x="-4478975" y="3251700"/>
            <a:chExt cx="293825" cy="293800"/>
          </a:xfrm>
          <a:solidFill>
            <a:srgbClr val="555559"/>
          </a:solidFill>
        </p:grpSpPr>
        <p:sp>
          <p:nvSpPr>
            <p:cNvPr id="2355" name="Google Shape;10820;p73">
              <a:extLst>
                <a:ext uri="{FF2B5EF4-FFF2-40B4-BE49-F238E27FC236}">
                  <a16:creationId xmlns:a16="http://schemas.microsoft.com/office/drawing/2014/main" id="{6FF77790-5D3C-BDD5-B733-85508A6D6A8F}"/>
                </a:ext>
              </a:extLst>
            </p:cNvPr>
            <p:cNvSpPr/>
            <p:nvPr/>
          </p:nvSpPr>
          <p:spPr>
            <a:xfrm>
              <a:off x="-4375000" y="3365100"/>
              <a:ext cx="85075" cy="110900"/>
            </a:xfrm>
            <a:custGeom>
              <a:avLst/>
              <a:gdLst/>
              <a:ahLst/>
              <a:cxnLst/>
              <a:rect l="l" t="t" r="r" b="b"/>
              <a:pathLst>
                <a:path w="3403" h="4436" extrusionOk="0">
                  <a:moveTo>
                    <a:pt x="662" y="1"/>
                  </a:moveTo>
                  <a:cubicBezTo>
                    <a:pt x="221" y="316"/>
                    <a:pt x="0" y="820"/>
                    <a:pt x="0" y="1387"/>
                  </a:cubicBezTo>
                  <a:cubicBezTo>
                    <a:pt x="0" y="2080"/>
                    <a:pt x="473" y="2773"/>
                    <a:pt x="1135" y="2994"/>
                  </a:cubicBezTo>
                  <a:cubicBezTo>
                    <a:pt x="1261" y="3025"/>
                    <a:pt x="1355" y="3183"/>
                    <a:pt x="1355" y="3309"/>
                  </a:cubicBezTo>
                  <a:lnTo>
                    <a:pt x="1355" y="4412"/>
                  </a:lnTo>
                  <a:cubicBezTo>
                    <a:pt x="1576" y="4427"/>
                    <a:pt x="1647" y="4435"/>
                    <a:pt x="1714" y="4435"/>
                  </a:cubicBezTo>
                  <a:cubicBezTo>
                    <a:pt x="1780" y="4435"/>
                    <a:pt x="1843" y="4427"/>
                    <a:pt x="2048" y="4412"/>
                  </a:cubicBezTo>
                  <a:lnTo>
                    <a:pt x="2048" y="3309"/>
                  </a:lnTo>
                  <a:cubicBezTo>
                    <a:pt x="2048" y="3151"/>
                    <a:pt x="2111" y="3025"/>
                    <a:pt x="2269" y="2994"/>
                  </a:cubicBezTo>
                  <a:cubicBezTo>
                    <a:pt x="2962" y="2710"/>
                    <a:pt x="3403" y="2080"/>
                    <a:pt x="3403" y="1387"/>
                  </a:cubicBezTo>
                  <a:cubicBezTo>
                    <a:pt x="3403" y="820"/>
                    <a:pt x="3119" y="316"/>
                    <a:pt x="2741" y="1"/>
                  </a:cubicBezTo>
                  <a:lnTo>
                    <a:pt x="2741" y="1387"/>
                  </a:lnTo>
                  <a:cubicBezTo>
                    <a:pt x="2741" y="1576"/>
                    <a:pt x="2584" y="1734"/>
                    <a:pt x="2395" y="1734"/>
                  </a:cubicBezTo>
                  <a:lnTo>
                    <a:pt x="1009" y="1734"/>
                  </a:lnTo>
                  <a:cubicBezTo>
                    <a:pt x="820" y="1734"/>
                    <a:pt x="662" y="1576"/>
                    <a:pt x="662" y="1387"/>
                  </a:cubicBezTo>
                  <a:lnTo>
                    <a:pt x="662"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10821;p73">
              <a:extLst>
                <a:ext uri="{FF2B5EF4-FFF2-40B4-BE49-F238E27FC236}">
                  <a16:creationId xmlns:a16="http://schemas.microsoft.com/office/drawing/2014/main" id="{FD05BBD8-3F3F-E302-828C-7CB52A2E59D1}"/>
                </a:ext>
              </a:extLst>
            </p:cNvPr>
            <p:cNvSpPr/>
            <p:nvPr/>
          </p:nvSpPr>
          <p:spPr>
            <a:xfrm>
              <a:off x="-4408875" y="3321800"/>
              <a:ext cx="154400" cy="148875"/>
            </a:xfrm>
            <a:custGeom>
              <a:avLst/>
              <a:gdLst/>
              <a:ahLst/>
              <a:cxnLst/>
              <a:rect l="l" t="t" r="r" b="b"/>
              <a:pathLst>
                <a:path w="6176" h="5955" extrusionOk="0">
                  <a:moveTo>
                    <a:pt x="3057" y="0"/>
                  </a:moveTo>
                  <a:cubicBezTo>
                    <a:pt x="1387" y="0"/>
                    <a:pt x="1" y="1386"/>
                    <a:pt x="1" y="3088"/>
                  </a:cubicBezTo>
                  <a:cubicBezTo>
                    <a:pt x="1" y="4411"/>
                    <a:pt x="851" y="5545"/>
                    <a:pt x="2049" y="5954"/>
                  </a:cubicBezTo>
                  <a:lnTo>
                    <a:pt x="2049" y="5230"/>
                  </a:lnTo>
                  <a:cubicBezTo>
                    <a:pt x="1229" y="4852"/>
                    <a:pt x="662" y="4001"/>
                    <a:pt x="662" y="3088"/>
                  </a:cubicBezTo>
                  <a:cubicBezTo>
                    <a:pt x="662" y="2048"/>
                    <a:pt x="1292" y="1134"/>
                    <a:pt x="2269" y="819"/>
                  </a:cubicBezTo>
                  <a:cubicBezTo>
                    <a:pt x="2307" y="810"/>
                    <a:pt x="2344" y="805"/>
                    <a:pt x="2380" y="805"/>
                  </a:cubicBezTo>
                  <a:cubicBezTo>
                    <a:pt x="2583" y="805"/>
                    <a:pt x="2742" y="947"/>
                    <a:pt x="2742" y="1134"/>
                  </a:cubicBezTo>
                  <a:lnTo>
                    <a:pt x="2742" y="2710"/>
                  </a:lnTo>
                  <a:lnTo>
                    <a:pt x="3435" y="2710"/>
                  </a:lnTo>
                  <a:lnTo>
                    <a:pt x="3435" y="1134"/>
                  </a:lnTo>
                  <a:cubicBezTo>
                    <a:pt x="3435" y="947"/>
                    <a:pt x="3594" y="805"/>
                    <a:pt x="3796" y="805"/>
                  </a:cubicBezTo>
                  <a:cubicBezTo>
                    <a:pt x="3832" y="805"/>
                    <a:pt x="3869" y="810"/>
                    <a:pt x="3907" y="819"/>
                  </a:cubicBezTo>
                  <a:cubicBezTo>
                    <a:pt x="4852" y="1197"/>
                    <a:pt x="5514" y="2079"/>
                    <a:pt x="5514" y="3088"/>
                  </a:cubicBezTo>
                  <a:cubicBezTo>
                    <a:pt x="5514" y="4001"/>
                    <a:pt x="4947" y="4852"/>
                    <a:pt x="4128" y="5230"/>
                  </a:cubicBezTo>
                  <a:lnTo>
                    <a:pt x="4128" y="5954"/>
                  </a:lnTo>
                  <a:cubicBezTo>
                    <a:pt x="5325" y="5513"/>
                    <a:pt x="6176" y="4411"/>
                    <a:pt x="6176" y="3088"/>
                  </a:cubicBezTo>
                  <a:cubicBezTo>
                    <a:pt x="6144" y="1386"/>
                    <a:pt x="4758" y="0"/>
                    <a:pt x="305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10822;p73">
              <a:extLst>
                <a:ext uri="{FF2B5EF4-FFF2-40B4-BE49-F238E27FC236}">
                  <a16:creationId xmlns:a16="http://schemas.microsoft.com/office/drawing/2014/main" id="{51AC524D-AC04-CC86-2474-3492B6257ED2}"/>
                </a:ext>
              </a:extLst>
            </p:cNvPr>
            <p:cNvSpPr/>
            <p:nvPr/>
          </p:nvSpPr>
          <p:spPr>
            <a:xfrm>
              <a:off x="-4478975" y="3251700"/>
              <a:ext cx="293825" cy="293800"/>
            </a:xfrm>
            <a:custGeom>
              <a:avLst/>
              <a:gdLst/>
              <a:ahLst/>
              <a:cxnLst/>
              <a:rect l="l" t="t" r="r" b="b"/>
              <a:pathLst>
                <a:path w="11753" h="11752" extrusionOk="0">
                  <a:moveTo>
                    <a:pt x="5861" y="2111"/>
                  </a:moveTo>
                  <a:cubicBezTo>
                    <a:pt x="7972" y="2111"/>
                    <a:pt x="9641" y="3781"/>
                    <a:pt x="9641" y="5892"/>
                  </a:cubicBezTo>
                  <a:cubicBezTo>
                    <a:pt x="9610" y="7971"/>
                    <a:pt x="7909" y="9672"/>
                    <a:pt x="5861" y="9672"/>
                  </a:cubicBezTo>
                  <a:cubicBezTo>
                    <a:pt x="3781" y="9672"/>
                    <a:pt x="2080" y="7971"/>
                    <a:pt x="2080" y="5892"/>
                  </a:cubicBezTo>
                  <a:cubicBezTo>
                    <a:pt x="2080" y="3781"/>
                    <a:pt x="3781" y="2111"/>
                    <a:pt x="5861" y="2111"/>
                  </a:cubicBezTo>
                  <a:close/>
                  <a:moveTo>
                    <a:pt x="5168" y="0"/>
                  </a:moveTo>
                  <a:cubicBezTo>
                    <a:pt x="5010" y="0"/>
                    <a:pt x="4884" y="126"/>
                    <a:pt x="4853" y="284"/>
                  </a:cubicBezTo>
                  <a:lnTo>
                    <a:pt x="4695" y="882"/>
                  </a:lnTo>
                  <a:cubicBezTo>
                    <a:pt x="4128" y="1008"/>
                    <a:pt x="3624" y="1229"/>
                    <a:pt x="3120" y="1512"/>
                  </a:cubicBezTo>
                  <a:lnTo>
                    <a:pt x="2616" y="1197"/>
                  </a:lnTo>
                  <a:cubicBezTo>
                    <a:pt x="2557" y="1153"/>
                    <a:pt x="2485" y="1130"/>
                    <a:pt x="2412" y="1130"/>
                  </a:cubicBezTo>
                  <a:cubicBezTo>
                    <a:pt x="2328" y="1130"/>
                    <a:pt x="2242" y="1161"/>
                    <a:pt x="2175" y="1229"/>
                  </a:cubicBezTo>
                  <a:lnTo>
                    <a:pt x="1198" y="2205"/>
                  </a:lnTo>
                  <a:cubicBezTo>
                    <a:pt x="1072" y="2332"/>
                    <a:pt x="1072" y="2489"/>
                    <a:pt x="1135" y="2647"/>
                  </a:cubicBezTo>
                  <a:lnTo>
                    <a:pt x="1450" y="3151"/>
                  </a:lnTo>
                  <a:cubicBezTo>
                    <a:pt x="1135" y="3623"/>
                    <a:pt x="946" y="4190"/>
                    <a:pt x="820" y="4726"/>
                  </a:cubicBezTo>
                  <a:lnTo>
                    <a:pt x="284" y="4883"/>
                  </a:lnTo>
                  <a:cubicBezTo>
                    <a:pt x="127" y="4946"/>
                    <a:pt x="1" y="5041"/>
                    <a:pt x="1" y="5198"/>
                  </a:cubicBezTo>
                  <a:lnTo>
                    <a:pt x="1" y="6585"/>
                  </a:lnTo>
                  <a:cubicBezTo>
                    <a:pt x="1" y="6742"/>
                    <a:pt x="127" y="6868"/>
                    <a:pt x="284" y="6900"/>
                  </a:cubicBezTo>
                  <a:lnTo>
                    <a:pt x="820" y="7057"/>
                  </a:lnTo>
                  <a:cubicBezTo>
                    <a:pt x="946" y="7593"/>
                    <a:pt x="1198" y="8128"/>
                    <a:pt x="1450" y="8632"/>
                  </a:cubicBezTo>
                  <a:lnTo>
                    <a:pt x="1135" y="9137"/>
                  </a:lnTo>
                  <a:cubicBezTo>
                    <a:pt x="1072" y="9263"/>
                    <a:pt x="1072" y="9452"/>
                    <a:pt x="1198" y="9578"/>
                  </a:cubicBezTo>
                  <a:lnTo>
                    <a:pt x="2175" y="10554"/>
                  </a:lnTo>
                  <a:cubicBezTo>
                    <a:pt x="2248" y="10628"/>
                    <a:pt x="2333" y="10659"/>
                    <a:pt x="2422" y="10659"/>
                  </a:cubicBezTo>
                  <a:cubicBezTo>
                    <a:pt x="2485" y="10659"/>
                    <a:pt x="2550" y="10643"/>
                    <a:pt x="2616" y="10617"/>
                  </a:cubicBezTo>
                  <a:lnTo>
                    <a:pt x="3120" y="10302"/>
                  </a:lnTo>
                  <a:cubicBezTo>
                    <a:pt x="3592" y="10617"/>
                    <a:pt x="4128" y="10806"/>
                    <a:pt x="4695" y="10932"/>
                  </a:cubicBezTo>
                  <a:lnTo>
                    <a:pt x="4853" y="11468"/>
                  </a:lnTo>
                  <a:cubicBezTo>
                    <a:pt x="4884" y="11625"/>
                    <a:pt x="5010" y="11751"/>
                    <a:pt x="5168" y="11751"/>
                  </a:cubicBezTo>
                  <a:lnTo>
                    <a:pt x="6554" y="11751"/>
                  </a:lnTo>
                  <a:cubicBezTo>
                    <a:pt x="6711" y="11751"/>
                    <a:pt x="6806" y="11625"/>
                    <a:pt x="6869" y="11468"/>
                  </a:cubicBezTo>
                  <a:lnTo>
                    <a:pt x="7026" y="10932"/>
                  </a:lnTo>
                  <a:cubicBezTo>
                    <a:pt x="7562" y="10806"/>
                    <a:pt x="8066" y="10554"/>
                    <a:pt x="8602" y="10302"/>
                  </a:cubicBezTo>
                  <a:lnTo>
                    <a:pt x="9106" y="10617"/>
                  </a:lnTo>
                  <a:cubicBezTo>
                    <a:pt x="9158" y="10643"/>
                    <a:pt x="9221" y="10659"/>
                    <a:pt x="9286" y="10659"/>
                  </a:cubicBezTo>
                  <a:cubicBezTo>
                    <a:pt x="9378" y="10659"/>
                    <a:pt x="9473" y="10628"/>
                    <a:pt x="9547" y="10554"/>
                  </a:cubicBezTo>
                  <a:lnTo>
                    <a:pt x="10523" y="9578"/>
                  </a:lnTo>
                  <a:cubicBezTo>
                    <a:pt x="10649" y="9452"/>
                    <a:pt x="10649" y="9294"/>
                    <a:pt x="10555" y="9137"/>
                  </a:cubicBezTo>
                  <a:lnTo>
                    <a:pt x="10240" y="8632"/>
                  </a:lnTo>
                  <a:cubicBezTo>
                    <a:pt x="10555" y="8160"/>
                    <a:pt x="10744" y="7593"/>
                    <a:pt x="10870" y="7057"/>
                  </a:cubicBezTo>
                  <a:lnTo>
                    <a:pt x="11469" y="6900"/>
                  </a:lnTo>
                  <a:cubicBezTo>
                    <a:pt x="11626" y="6868"/>
                    <a:pt x="11752" y="6742"/>
                    <a:pt x="11752" y="6585"/>
                  </a:cubicBezTo>
                  <a:lnTo>
                    <a:pt x="11752" y="5198"/>
                  </a:lnTo>
                  <a:cubicBezTo>
                    <a:pt x="11752" y="5041"/>
                    <a:pt x="11626" y="4946"/>
                    <a:pt x="11469" y="4883"/>
                  </a:cubicBezTo>
                  <a:lnTo>
                    <a:pt x="10870" y="4726"/>
                  </a:lnTo>
                  <a:cubicBezTo>
                    <a:pt x="10744" y="4190"/>
                    <a:pt x="10523" y="3686"/>
                    <a:pt x="10240" y="3151"/>
                  </a:cubicBezTo>
                  <a:lnTo>
                    <a:pt x="10555" y="2647"/>
                  </a:lnTo>
                  <a:cubicBezTo>
                    <a:pt x="10649" y="2521"/>
                    <a:pt x="10649" y="2332"/>
                    <a:pt x="10523" y="2205"/>
                  </a:cubicBezTo>
                  <a:lnTo>
                    <a:pt x="9547" y="1229"/>
                  </a:lnTo>
                  <a:cubicBezTo>
                    <a:pt x="9479" y="1161"/>
                    <a:pt x="9403" y="1130"/>
                    <a:pt x="9322" y="1130"/>
                  </a:cubicBezTo>
                  <a:cubicBezTo>
                    <a:pt x="9252" y="1130"/>
                    <a:pt x="9179" y="1153"/>
                    <a:pt x="9106" y="1197"/>
                  </a:cubicBezTo>
                  <a:lnTo>
                    <a:pt x="8602" y="1512"/>
                  </a:lnTo>
                  <a:cubicBezTo>
                    <a:pt x="8129" y="1197"/>
                    <a:pt x="7562" y="1008"/>
                    <a:pt x="7026" y="882"/>
                  </a:cubicBezTo>
                  <a:lnTo>
                    <a:pt x="6869" y="284"/>
                  </a:lnTo>
                  <a:cubicBezTo>
                    <a:pt x="6806" y="126"/>
                    <a:pt x="6711" y="0"/>
                    <a:pt x="655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58" name="Google Shape;10823;p73">
            <a:extLst>
              <a:ext uri="{FF2B5EF4-FFF2-40B4-BE49-F238E27FC236}">
                <a16:creationId xmlns:a16="http://schemas.microsoft.com/office/drawing/2014/main" id="{203A0CD7-234E-25A4-92D7-5DA64FE7373B}"/>
              </a:ext>
            </a:extLst>
          </p:cNvPr>
          <p:cNvGrpSpPr/>
          <p:nvPr/>
        </p:nvGrpSpPr>
        <p:grpSpPr>
          <a:xfrm>
            <a:off x="8009768" y="8977605"/>
            <a:ext cx="857935" cy="850999"/>
            <a:chOff x="-4475825" y="3612425"/>
            <a:chExt cx="293825" cy="291450"/>
          </a:xfrm>
          <a:solidFill>
            <a:srgbClr val="555559"/>
          </a:solidFill>
        </p:grpSpPr>
        <p:sp>
          <p:nvSpPr>
            <p:cNvPr id="2359" name="Google Shape;10824;p73">
              <a:extLst>
                <a:ext uri="{FF2B5EF4-FFF2-40B4-BE49-F238E27FC236}">
                  <a16:creationId xmlns:a16="http://schemas.microsoft.com/office/drawing/2014/main" id="{9CA5B3B8-55D3-4E6C-53CA-AAC06352C0F1}"/>
                </a:ext>
              </a:extLst>
            </p:cNvPr>
            <p:cNvSpPr/>
            <p:nvPr/>
          </p:nvSpPr>
          <p:spPr>
            <a:xfrm>
              <a:off x="-4349800" y="3664400"/>
              <a:ext cx="34675" cy="33100"/>
            </a:xfrm>
            <a:custGeom>
              <a:avLst/>
              <a:gdLst/>
              <a:ahLst/>
              <a:cxnLst/>
              <a:rect l="l" t="t" r="r" b="b"/>
              <a:pathLst>
                <a:path w="1387" h="1324" extrusionOk="0">
                  <a:moveTo>
                    <a:pt x="694" y="1"/>
                  </a:moveTo>
                  <a:cubicBezTo>
                    <a:pt x="347" y="1"/>
                    <a:pt x="32" y="316"/>
                    <a:pt x="32" y="662"/>
                  </a:cubicBezTo>
                  <a:cubicBezTo>
                    <a:pt x="1" y="1040"/>
                    <a:pt x="316" y="1324"/>
                    <a:pt x="694" y="1324"/>
                  </a:cubicBezTo>
                  <a:cubicBezTo>
                    <a:pt x="1103" y="1324"/>
                    <a:pt x="1387" y="1009"/>
                    <a:pt x="1387" y="662"/>
                  </a:cubicBezTo>
                  <a:cubicBezTo>
                    <a:pt x="1387" y="284"/>
                    <a:pt x="1072" y="1"/>
                    <a:pt x="69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10825;p73">
              <a:extLst>
                <a:ext uri="{FF2B5EF4-FFF2-40B4-BE49-F238E27FC236}">
                  <a16:creationId xmlns:a16="http://schemas.microsoft.com/office/drawing/2014/main" id="{1F46CB67-FA09-2C81-D402-925CAB931A62}"/>
                </a:ext>
              </a:extLst>
            </p:cNvPr>
            <p:cNvSpPr/>
            <p:nvPr/>
          </p:nvSpPr>
          <p:spPr>
            <a:xfrm>
              <a:off x="-4366325" y="3714800"/>
              <a:ext cx="68525" cy="34700"/>
            </a:xfrm>
            <a:custGeom>
              <a:avLst/>
              <a:gdLst/>
              <a:ahLst/>
              <a:cxnLst/>
              <a:rect l="l" t="t" r="r" b="b"/>
              <a:pathLst>
                <a:path w="2741" h="1388" extrusionOk="0">
                  <a:moveTo>
                    <a:pt x="1008" y="1"/>
                  </a:moveTo>
                  <a:cubicBezTo>
                    <a:pt x="473" y="1"/>
                    <a:pt x="0" y="474"/>
                    <a:pt x="0" y="1009"/>
                  </a:cubicBezTo>
                  <a:lnTo>
                    <a:pt x="0" y="1387"/>
                  </a:lnTo>
                  <a:lnTo>
                    <a:pt x="2741" y="1387"/>
                  </a:lnTo>
                  <a:lnTo>
                    <a:pt x="2741" y="1009"/>
                  </a:lnTo>
                  <a:cubicBezTo>
                    <a:pt x="2741" y="474"/>
                    <a:pt x="2268" y="1"/>
                    <a:pt x="167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10826;p73">
              <a:extLst>
                <a:ext uri="{FF2B5EF4-FFF2-40B4-BE49-F238E27FC236}">
                  <a16:creationId xmlns:a16="http://schemas.microsoft.com/office/drawing/2014/main" id="{3CB646C6-7C63-6154-12EF-307AE46D0654}"/>
                </a:ext>
              </a:extLst>
            </p:cNvPr>
            <p:cNvSpPr/>
            <p:nvPr/>
          </p:nvSpPr>
          <p:spPr>
            <a:xfrm>
              <a:off x="-4475825" y="3612425"/>
              <a:ext cx="293825" cy="291450"/>
            </a:xfrm>
            <a:custGeom>
              <a:avLst/>
              <a:gdLst/>
              <a:ahLst/>
              <a:cxnLst/>
              <a:rect l="l" t="t" r="r" b="b"/>
              <a:pathLst>
                <a:path w="11753" h="11658" extrusionOk="0">
                  <a:moveTo>
                    <a:pt x="5703" y="1324"/>
                  </a:moveTo>
                  <a:cubicBezTo>
                    <a:pt x="6459" y="1324"/>
                    <a:pt x="7089" y="1954"/>
                    <a:pt x="7089" y="2710"/>
                  </a:cubicBezTo>
                  <a:cubicBezTo>
                    <a:pt x="7089" y="3025"/>
                    <a:pt x="6963" y="3340"/>
                    <a:pt x="6774" y="3592"/>
                  </a:cubicBezTo>
                  <a:cubicBezTo>
                    <a:pt x="7373" y="3844"/>
                    <a:pt x="7751" y="4443"/>
                    <a:pt x="7751" y="5104"/>
                  </a:cubicBezTo>
                  <a:lnTo>
                    <a:pt x="7751" y="5766"/>
                  </a:lnTo>
                  <a:lnTo>
                    <a:pt x="7783" y="5766"/>
                  </a:lnTo>
                  <a:cubicBezTo>
                    <a:pt x="7783" y="5986"/>
                    <a:pt x="7625" y="6144"/>
                    <a:pt x="7436" y="6144"/>
                  </a:cubicBezTo>
                  <a:lnTo>
                    <a:pt x="4002" y="6144"/>
                  </a:lnTo>
                  <a:cubicBezTo>
                    <a:pt x="3813" y="6144"/>
                    <a:pt x="3655" y="5986"/>
                    <a:pt x="3655" y="5766"/>
                  </a:cubicBezTo>
                  <a:lnTo>
                    <a:pt x="3655" y="5104"/>
                  </a:lnTo>
                  <a:cubicBezTo>
                    <a:pt x="3655" y="4443"/>
                    <a:pt x="4065" y="3844"/>
                    <a:pt x="4664" y="3592"/>
                  </a:cubicBezTo>
                  <a:cubicBezTo>
                    <a:pt x="4443" y="3340"/>
                    <a:pt x="4348" y="3056"/>
                    <a:pt x="4348" y="2710"/>
                  </a:cubicBezTo>
                  <a:cubicBezTo>
                    <a:pt x="4348" y="1954"/>
                    <a:pt x="4979" y="1324"/>
                    <a:pt x="5703" y="1324"/>
                  </a:cubicBezTo>
                  <a:close/>
                  <a:moveTo>
                    <a:pt x="5798" y="0"/>
                  </a:moveTo>
                  <a:cubicBezTo>
                    <a:pt x="3561" y="0"/>
                    <a:pt x="1702" y="1859"/>
                    <a:pt x="1702" y="4096"/>
                  </a:cubicBezTo>
                  <a:cubicBezTo>
                    <a:pt x="1702" y="5041"/>
                    <a:pt x="2017" y="5955"/>
                    <a:pt x="2553" y="6616"/>
                  </a:cubicBezTo>
                  <a:lnTo>
                    <a:pt x="1702" y="7120"/>
                  </a:lnTo>
                  <a:cubicBezTo>
                    <a:pt x="1513" y="6963"/>
                    <a:pt x="1293" y="6900"/>
                    <a:pt x="1040" y="6900"/>
                  </a:cubicBezTo>
                  <a:cubicBezTo>
                    <a:pt x="473" y="6900"/>
                    <a:pt x="1" y="7341"/>
                    <a:pt x="1" y="7908"/>
                  </a:cubicBezTo>
                  <a:cubicBezTo>
                    <a:pt x="1" y="8475"/>
                    <a:pt x="473" y="8948"/>
                    <a:pt x="1040" y="8948"/>
                  </a:cubicBezTo>
                  <a:cubicBezTo>
                    <a:pt x="1576" y="8948"/>
                    <a:pt x="2049" y="8475"/>
                    <a:pt x="2049" y="7908"/>
                  </a:cubicBezTo>
                  <a:lnTo>
                    <a:pt x="2049" y="7719"/>
                  </a:lnTo>
                  <a:lnTo>
                    <a:pt x="3025" y="7120"/>
                  </a:lnTo>
                  <a:cubicBezTo>
                    <a:pt x="3309" y="7372"/>
                    <a:pt x="3592" y="7593"/>
                    <a:pt x="3939" y="7751"/>
                  </a:cubicBezTo>
                  <a:lnTo>
                    <a:pt x="3277" y="8948"/>
                  </a:lnTo>
                  <a:lnTo>
                    <a:pt x="3088" y="8948"/>
                  </a:lnTo>
                  <a:cubicBezTo>
                    <a:pt x="2521" y="8948"/>
                    <a:pt x="2049" y="9420"/>
                    <a:pt x="2049" y="9956"/>
                  </a:cubicBezTo>
                  <a:cubicBezTo>
                    <a:pt x="2049" y="10523"/>
                    <a:pt x="2521" y="10996"/>
                    <a:pt x="3088" y="10996"/>
                  </a:cubicBezTo>
                  <a:cubicBezTo>
                    <a:pt x="3624" y="10996"/>
                    <a:pt x="4096" y="10523"/>
                    <a:pt x="4096" y="9956"/>
                  </a:cubicBezTo>
                  <a:cubicBezTo>
                    <a:pt x="4096" y="9735"/>
                    <a:pt x="4033" y="9483"/>
                    <a:pt x="3876" y="9294"/>
                  </a:cubicBezTo>
                  <a:lnTo>
                    <a:pt x="4569" y="8034"/>
                  </a:lnTo>
                  <a:cubicBezTo>
                    <a:pt x="4853" y="8097"/>
                    <a:pt x="5168" y="8192"/>
                    <a:pt x="5483" y="8223"/>
                  </a:cubicBezTo>
                  <a:lnTo>
                    <a:pt x="5483" y="9672"/>
                  </a:lnTo>
                  <a:cubicBezTo>
                    <a:pt x="5073" y="9830"/>
                    <a:pt x="4821" y="10208"/>
                    <a:pt x="4821" y="10617"/>
                  </a:cubicBezTo>
                  <a:cubicBezTo>
                    <a:pt x="4821" y="11185"/>
                    <a:pt x="5294" y="11657"/>
                    <a:pt x="5829" y="11657"/>
                  </a:cubicBezTo>
                  <a:cubicBezTo>
                    <a:pt x="6396" y="11657"/>
                    <a:pt x="6869" y="11185"/>
                    <a:pt x="6869" y="10617"/>
                  </a:cubicBezTo>
                  <a:cubicBezTo>
                    <a:pt x="6869" y="10208"/>
                    <a:pt x="6585" y="9798"/>
                    <a:pt x="6176" y="9672"/>
                  </a:cubicBezTo>
                  <a:lnTo>
                    <a:pt x="6176" y="8223"/>
                  </a:lnTo>
                  <a:cubicBezTo>
                    <a:pt x="6491" y="8192"/>
                    <a:pt x="6806" y="8160"/>
                    <a:pt x="7089" y="8034"/>
                  </a:cubicBezTo>
                  <a:lnTo>
                    <a:pt x="7814" y="9294"/>
                  </a:lnTo>
                  <a:cubicBezTo>
                    <a:pt x="7657" y="9483"/>
                    <a:pt x="7562" y="9672"/>
                    <a:pt x="7562" y="9956"/>
                  </a:cubicBezTo>
                  <a:cubicBezTo>
                    <a:pt x="7562" y="10523"/>
                    <a:pt x="8035" y="10996"/>
                    <a:pt x="8602" y="10996"/>
                  </a:cubicBezTo>
                  <a:cubicBezTo>
                    <a:pt x="9137" y="10996"/>
                    <a:pt x="9610" y="10523"/>
                    <a:pt x="9610" y="9956"/>
                  </a:cubicBezTo>
                  <a:cubicBezTo>
                    <a:pt x="9610" y="9420"/>
                    <a:pt x="9137" y="8948"/>
                    <a:pt x="8602" y="8948"/>
                  </a:cubicBezTo>
                  <a:lnTo>
                    <a:pt x="8381" y="8948"/>
                  </a:lnTo>
                  <a:lnTo>
                    <a:pt x="7720" y="7751"/>
                  </a:lnTo>
                  <a:cubicBezTo>
                    <a:pt x="8035" y="7593"/>
                    <a:pt x="8350" y="7372"/>
                    <a:pt x="8633" y="7120"/>
                  </a:cubicBezTo>
                  <a:lnTo>
                    <a:pt x="9704" y="7719"/>
                  </a:lnTo>
                  <a:lnTo>
                    <a:pt x="9704" y="7908"/>
                  </a:lnTo>
                  <a:cubicBezTo>
                    <a:pt x="9704" y="8475"/>
                    <a:pt x="10177" y="8948"/>
                    <a:pt x="10713" y="8948"/>
                  </a:cubicBezTo>
                  <a:cubicBezTo>
                    <a:pt x="11280" y="8948"/>
                    <a:pt x="11752" y="8475"/>
                    <a:pt x="11752" y="7908"/>
                  </a:cubicBezTo>
                  <a:cubicBezTo>
                    <a:pt x="11626" y="7309"/>
                    <a:pt x="11154" y="6900"/>
                    <a:pt x="10586" y="6900"/>
                  </a:cubicBezTo>
                  <a:cubicBezTo>
                    <a:pt x="10366" y="6900"/>
                    <a:pt x="10114" y="6963"/>
                    <a:pt x="9925" y="7120"/>
                  </a:cubicBezTo>
                  <a:lnTo>
                    <a:pt x="9011" y="6616"/>
                  </a:lnTo>
                  <a:cubicBezTo>
                    <a:pt x="9515" y="5892"/>
                    <a:pt x="9893" y="4978"/>
                    <a:pt x="9893" y="4096"/>
                  </a:cubicBezTo>
                  <a:cubicBezTo>
                    <a:pt x="9893" y="1796"/>
                    <a:pt x="8035" y="0"/>
                    <a:pt x="579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62" name="Google Shape;10827;p73">
            <a:extLst>
              <a:ext uri="{FF2B5EF4-FFF2-40B4-BE49-F238E27FC236}">
                <a16:creationId xmlns:a16="http://schemas.microsoft.com/office/drawing/2014/main" id="{110C7BDC-9206-5F79-4DAF-88C5C8266715}"/>
              </a:ext>
            </a:extLst>
          </p:cNvPr>
          <p:cNvGrpSpPr/>
          <p:nvPr/>
        </p:nvGrpSpPr>
        <p:grpSpPr>
          <a:xfrm>
            <a:off x="8028166" y="10096265"/>
            <a:ext cx="869394" cy="850926"/>
            <a:chOff x="-4480550" y="3970800"/>
            <a:chExt cx="297750" cy="291425"/>
          </a:xfrm>
          <a:solidFill>
            <a:srgbClr val="555559"/>
          </a:solidFill>
        </p:grpSpPr>
        <p:sp>
          <p:nvSpPr>
            <p:cNvPr id="2363" name="Google Shape;10828;p73">
              <a:extLst>
                <a:ext uri="{FF2B5EF4-FFF2-40B4-BE49-F238E27FC236}">
                  <a16:creationId xmlns:a16="http://schemas.microsoft.com/office/drawing/2014/main" id="{84E741FD-48EF-A16B-C616-40BAC5159EE2}"/>
                </a:ext>
              </a:extLst>
            </p:cNvPr>
            <p:cNvSpPr/>
            <p:nvPr/>
          </p:nvSpPr>
          <p:spPr>
            <a:xfrm>
              <a:off x="-4426200" y="4058225"/>
              <a:ext cx="51225" cy="69325"/>
            </a:xfrm>
            <a:custGeom>
              <a:avLst/>
              <a:gdLst/>
              <a:ahLst/>
              <a:cxnLst/>
              <a:rect l="l" t="t" r="r" b="b"/>
              <a:pathLst>
                <a:path w="2049" h="2773" extrusionOk="0">
                  <a:moveTo>
                    <a:pt x="1" y="0"/>
                  </a:moveTo>
                  <a:lnTo>
                    <a:pt x="1" y="2773"/>
                  </a:lnTo>
                  <a:lnTo>
                    <a:pt x="2048" y="2773"/>
                  </a:lnTo>
                  <a:lnTo>
                    <a:pt x="2048"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10829;p73">
              <a:extLst>
                <a:ext uri="{FF2B5EF4-FFF2-40B4-BE49-F238E27FC236}">
                  <a16:creationId xmlns:a16="http://schemas.microsoft.com/office/drawing/2014/main" id="{9930754F-EE9C-FF95-92AE-C4B4FF497C2A}"/>
                </a:ext>
              </a:extLst>
            </p:cNvPr>
            <p:cNvSpPr/>
            <p:nvPr/>
          </p:nvSpPr>
          <p:spPr>
            <a:xfrm>
              <a:off x="-4480550" y="3970800"/>
              <a:ext cx="297750" cy="291425"/>
            </a:xfrm>
            <a:custGeom>
              <a:avLst/>
              <a:gdLst/>
              <a:ahLst/>
              <a:cxnLst/>
              <a:rect l="l" t="t" r="r" b="b"/>
              <a:pathLst>
                <a:path w="11910" h="11657" extrusionOk="0">
                  <a:moveTo>
                    <a:pt x="10082" y="2804"/>
                  </a:moveTo>
                  <a:cubicBezTo>
                    <a:pt x="10492" y="2804"/>
                    <a:pt x="10555" y="3466"/>
                    <a:pt x="10082" y="3466"/>
                  </a:cubicBezTo>
                  <a:lnTo>
                    <a:pt x="5924" y="3466"/>
                  </a:lnTo>
                  <a:cubicBezTo>
                    <a:pt x="5913" y="3466"/>
                    <a:pt x="5903" y="3467"/>
                    <a:pt x="5893" y="3467"/>
                  </a:cubicBezTo>
                  <a:cubicBezTo>
                    <a:pt x="5451" y="3467"/>
                    <a:pt x="5462" y="2804"/>
                    <a:pt x="5924" y="2804"/>
                  </a:cubicBezTo>
                  <a:close/>
                  <a:moveTo>
                    <a:pt x="10082" y="4159"/>
                  </a:moveTo>
                  <a:cubicBezTo>
                    <a:pt x="10492" y="4159"/>
                    <a:pt x="10555" y="4852"/>
                    <a:pt x="10082" y="4852"/>
                  </a:cubicBezTo>
                  <a:lnTo>
                    <a:pt x="5924" y="4852"/>
                  </a:lnTo>
                  <a:cubicBezTo>
                    <a:pt x="5451" y="4852"/>
                    <a:pt x="5451" y="4159"/>
                    <a:pt x="5924" y="4159"/>
                  </a:cubicBezTo>
                  <a:close/>
                  <a:moveTo>
                    <a:pt x="6807" y="5481"/>
                  </a:moveTo>
                  <a:cubicBezTo>
                    <a:pt x="7492" y="5481"/>
                    <a:pt x="8531" y="5513"/>
                    <a:pt x="10082" y="5513"/>
                  </a:cubicBezTo>
                  <a:cubicBezTo>
                    <a:pt x="10492" y="5513"/>
                    <a:pt x="10555" y="6175"/>
                    <a:pt x="10082" y="6175"/>
                  </a:cubicBezTo>
                  <a:lnTo>
                    <a:pt x="5924" y="6175"/>
                  </a:lnTo>
                  <a:lnTo>
                    <a:pt x="5924" y="6206"/>
                  </a:lnTo>
                  <a:cubicBezTo>
                    <a:pt x="5735" y="6206"/>
                    <a:pt x="5577" y="6049"/>
                    <a:pt x="5577" y="5860"/>
                  </a:cubicBezTo>
                  <a:cubicBezTo>
                    <a:pt x="5577" y="5546"/>
                    <a:pt x="5837" y="5481"/>
                    <a:pt x="6807" y="5481"/>
                  </a:cubicBezTo>
                  <a:close/>
                  <a:moveTo>
                    <a:pt x="4569" y="2804"/>
                  </a:moveTo>
                  <a:cubicBezTo>
                    <a:pt x="4758" y="2804"/>
                    <a:pt x="4916" y="2961"/>
                    <a:pt x="4916" y="3151"/>
                  </a:cubicBezTo>
                  <a:lnTo>
                    <a:pt x="4916" y="6585"/>
                  </a:lnTo>
                  <a:cubicBezTo>
                    <a:pt x="4916" y="6774"/>
                    <a:pt x="4758" y="6931"/>
                    <a:pt x="4569" y="6931"/>
                  </a:cubicBezTo>
                  <a:lnTo>
                    <a:pt x="1797" y="6931"/>
                  </a:lnTo>
                  <a:cubicBezTo>
                    <a:pt x="1608" y="6931"/>
                    <a:pt x="1450" y="6774"/>
                    <a:pt x="1450" y="6585"/>
                  </a:cubicBezTo>
                  <a:lnTo>
                    <a:pt x="1450" y="3151"/>
                  </a:lnTo>
                  <a:cubicBezTo>
                    <a:pt x="1450" y="2961"/>
                    <a:pt x="1608" y="2804"/>
                    <a:pt x="1797" y="2804"/>
                  </a:cubicBezTo>
                  <a:close/>
                  <a:moveTo>
                    <a:pt x="4916" y="8317"/>
                  </a:moveTo>
                  <a:lnTo>
                    <a:pt x="4916" y="8979"/>
                  </a:lnTo>
                  <a:lnTo>
                    <a:pt x="3529" y="8979"/>
                  </a:lnTo>
                  <a:lnTo>
                    <a:pt x="3529" y="8317"/>
                  </a:lnTo>
                  <a:close/>
                  <a:moveTo>
                    <a:pt x="8381" y="8317"/>
                  </a:moveTo>
                  <a:lnTo>
                    <a:pt x="8381" y="8979"/>
                  </a:lnTo>
                  <a:lnTo>
                    <a:pt x="6963" y="8979"/>
                  </a:lnTo>
                  <a:lnTo>
                    <a:pt x="6963" y="8317"/>
                  </a:lnTo>
                  <a:close/>
                  <a:moveTo>
                    <a:pt x="1828" y="0"/>
                  </a:moveTo>
                  <a:cubicBezTo>
                    <a:pt x="1419" y="0"/>
                    <a:pt x="1355" y="662"/>
                    <a:pt x="1828" y="662"/>
                  </a:cubicBezTo>
                  <a:lnTo>
                    <a:pt x="2206" y="662"/>
                  </a:lnTo>
                  <a:lnTo>
                    <a:pt x="2206" y="1418"/>
                  </a:lnTo>
                  <a:lnTo>
                    <a:pt x="1166" y="1418"/>
                  </a:lnTo>
                  <a:cubicBezTo>
                    <a:pt x="631" y="1418"/>
                    <a:pt x="158" y="1890"/>
                    <a:pt x="158" y="2426"/>
                  </a:cubicBezTo>
                  <a:lnTo>
                    <a:pt x="158" y="7246"/>
                  </a:lnTo>
                  <a:cubicBezTo>
                    <a:pt x="158" y="7782"/>
                    <a:pt x="631" y="8254"/>
                    <a:pt x="1166" y="8254"/>
                  </a:cubicBezTo>
                  <a:lnTo>
                    <a:pt x="2868" y="8254"/>
                  </a:lnTo>
                  <a:lnTo>
                    <a:pt x="2868" y="8947"/>
                  </a:lnTo>
                  <a:lnTo>
                    <a:pt x="1828" y="8947"/>
                  </a:lnTo>
                  <a:cubicBezTo>
                    <a:pt x="1419" y="8947"/>
                    <a:pt x="1355" y="9609"/>
                    <a:pt x="1828" y="9609"/>
                  </a:cubicBezTo>
                  <a:lnTo>
                    <a:pt x="4916" y="9609"/>
                  </a:lnTo>
                  <a:lnTo>
                    <a:pt x="4916" y="10995"/>
                  </a:lnTo>
                  <a:lnTo>
                    <a:pt x="473" y="10995"/>
                  </a:lnTo>
                  <a:cubicBezTo>
                    <a:pt x="32" y="10995"/>
                    <a:pt x="1" y="11657"/>
                    <a:pt x="473" y="11657"/>
                  </a:cubicBezTo>
                  <a:lnTo>
                    <a:pt x="11437" y="11657"/>
                  </a:lnTo>
                  <a:cubicBezTo>
                    <a:pt x="11878" y="11657"/>
                    <a:pt x="11910" y="10995"/>
                    <a:pt x="11437" y="10995"/>
                  </a:cubicBezTo>
                  <a:lnTo>
                    <a:pt x="6963" y="10995"/>
                  </a:lnTo>
                  <a:lnTo>
                    <a:pt x="6963" y="9609"/>
                  </a:lnTo>
                  <a:lnTo>
                    <a:pt x="10082" y="9609"/>
                  </a:lnTo>
                  <a:cubicBezTo>
                    <a:pt x="10492" y="9609"/>
                    <a:pt x="10555" y="8947"/>
                    <a:pt x="10082" y="8947"/>
                  </a:cubicBezTo>
                  <a:lnTo>
                    <a:pt x="9043" y="8947"/>
                  </a:lnTo>
                  <a:lnTo>
                    <a:pt x="9043" y="8254"/>
                  </a:lnTo>
                  <a:lnTo>
                    <a:pt x="10775" y="8254"/>
                  </a:lnTo>
                  <a:cubicBezTo>
                    <a:pt x="11343" y="8254"/>
                    <a:pt x="11815" y="7782"/>
                    <a:pt x="11815" y="7246"/>
                  </a:cubicBezTo>
                  <a:lnTo>
                    <a:pt x="11815" y="2426"/>
                  </a:lnTo>
                  <a:cubicBezTo>
                    <a:pt x="11815" y="1890"/>
                    <a:pt x="11343" y="1418"/>
                    <a:pt x="10775" y="1418"/>
                  </a:cubicBezTo>
                  <a:lnTo>
                    <a:pt x="9767" y="1418"/>
                  </a:lnTo>
                  <a:lnTo>
                    <a:pt x="9767" y="662"/>
                  </a:lnTo>
                  <a:lnTo>
                    <a:pt x="10114" y="662"/>
                  </a:lnTo>
                  <a:cubicBezTo>
                    <a:pt x="10555" y="662"/>
                    <a:pt x="10586" y="0"/>
                    <a:pt x="10114" y="0"/>
                  </a:cubicBezTo>
                  <a:lnTo>
                    <a:pt x="8728" y="0"/>
                  </a:lnTo>
                  <a:cubicBezTo>
                    <a:pt x="8287" y="0"/>
                    <a:pt x="8255" y="662"/>
                    <a:pt x="8728" y="662"/>
                  </a:cubicBezTo>
                  <a:lnTo>
                    <a:pt x="9074" y="662"/>
                  </a:lnTo>
                  <a:lnTo>
                    <a:pt x="9074" y="1418"/>
                  </a:lnTo>
                  <a:lnTo>
                    <a:pt x="6302" y="1418"/>
                  </a:lnTo>
                  <a:lnTo>
                    <a:pt x="6302" y="662"/>
                  </a:lnTo>
                  <a:lnTo>
                    <a:pt x="6648" y="662"/>
                  </a:lnTo>
                  <a:cubicBezTo>
                    <a:pt x="7089" y="662"/>
                    <a:pt x="7121" y="0"/>
                    <a:pt x="6648" y="0"/>
                  </a:cubicBezTo>
                  <a:lnTo>
                    <a:pt x="5262" y="0"/>
                  </a:lnTo>
                  <a:cubicBezTo>
                    <a:pt x="4821" y="0"/>
                    <a:pt x="4790" y="662"/>
                    <a:pt x="5262" y="662"/>
                  </a:cubicBezTo>
                  <a:lnTo>
                    <a:pt x="5609" y="662"/>
                  </a:lnTo>
                  <a:lnTo>
                    <a:pt x="5609" y="1418"/>
                  </a:lnTo>
                  <a:lnTo>
                    <a:pt x="2868" y="1418"/>
                  </a:lnTo>
                  <a:lnTo>
                    <a:pt x="2868" y="662"/>
                  </a:lnTo>
                  <a:lnTo>
                    <a:pt x="3214" y="662"/>
                  </a:lnTo>
                  <a:cubicBezTo>
                    <a:pt x="3655" y="662"/>
                    <a:pt x="3687" y="0"/>
                    <a:pt x="321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65" name="Google Shape;10830;p73">
            <a:extLst>
              <a:ext uri="{FF2B5EF4-FFF2-40B4-BE49-F238E27FC236}">
                <a16:creationId xmlns:a16="http://schemas.microsoft.com/office/drawing/2014/main" id="{C375AEA9-A5DE-ECB5-D2B9-0D8382E025F7}"/>
              </a:ext>
            </a:extLst>
          </p:cNvPr>
          <p:cNvGrpSpPr/>
          <p:nvPr/>
        </p:nvGrpSpPr>
        <p:grpSpPr>
          <a:xfrm>
            <a:off x="13511099" y="7931299"/>
            <a:ext cx="841802" cy="850999"/>
            <a:chOff x="-2668225" y="3239075"/>
            <a:chExt cx="288300" cy="291450"/>
          </a:xfrm>
          <a:solidFill>
            <a:srgbClr val="555559"/>
          </a:solidFill>
        </p:grpSpPr>
        <p:sp>
          <p:nvSpPr>
            <p:cNvPr id="2366" name="Google Shape;10831;p73">
              <a:extLst>
                <a:ext uri="{FF2B5EF4-FFF2-40B4-BE49-F238E27FC236}">
                  <a16:creationId xmlns:a16="http://schemas.microsoft.com/office/drawing/2014/main" id="{B699DAA1-4EF5-D503-9BB7-A12008E0F507}"/>
                </a:ext>
              </a:extLst>
            </p:cNvPr>
            <p:cNvSpPr/>
            <p:nvPr/>
          </p:nvSpPr>
          <p:spPr>
            <a:xfrm>
              <a:off x="-2592600" y="3239075"/>
              <a:ext cx="137850" cy="51225"/>
            </a:xfrm>
            <a:custGeom>
              <a:avLst/>
              <a:gdLst/>
              <a:ahLst/>
              <a:cxnLst/>
              <a:rect l="l" t="t" r="r" b="b"/>
              <a:pathLst>
                <a:path w="5514" h="2049" extrusionOk="0">
                  <a:moveTo>
                    <a:pt x="1355" y="1"/>
                  </a:moveTo>
                  <a:cubicBezTo>
                    <a:pt x="0" y="1"/>
                    <a:pt x="11" y="2049"/>
                    <a:pt x="1386" y="2049"/>
                  </a:cubicBezTo>
                  <a:lnTo>
                    <a:pt x="4127" y="2049"/>
                  </a:lnTo>
                  <a:cubicBezTo>
                    <a:pt x="5482" y="2049"/>
                    <a:pt x="5514" y="1"/>
                    <a:pt x="4127" y="1"/>
                  </a:cubicBezTo>
                  <a:lnTo>
                    <a:pt x="1386" y="1"/>
                  </a:lnTo>
                  <a:cubicBezTo>
                    <a:pt x="1376" y="1"/>
                    <a:pt x="1366" y="1"/>
                    <a:pt x="135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10832;p73">
              <a:extLst>
                <a:ext uri="{FF2B5EF4-FFF2-40B4-BE49-F238E27FC236}">
                  <a16:creationId xmlns:a16="http://schemas.microsoft.com/office/drawing/2014/main" id="{9D4B768B-DEF2-10B8-46FD-82BDB712E88F}"/>
                </a:ext>
              </a:extLst>
            </p:cNvPr>
            <p:cNvSpPr/>
            <p:nvPr/>
          </p:nvSpPr>
          <p:spPr>
            <a:xfrm>
              <a:off x="-2587875" y="3307875"/>
              <a:ext cx="129200" cy="69850"/>
            </a:xfrm>
            <a:custGeom>
              <a:avLst/>
              <a:gdLst/>
              <a:ahLst/>
              <a:cxnLst/>
              <a:rect l="l" t="t" r="r" b="b"/>
              <a:pathLst>
                <a:path w="5168" h="2794" extrusionOk="0">
                  <a:moveTo>
                    <a:pt x="1235" y="1"/>
                  </a:moveTo>
                  <a:cubicBezTo>
                    <a:pt x="1002" y="1"/>
                    <a:pt x="977" y="13"/>
                    <a:pt x="882" y="53"/>
                  </a:cubicBezTo>
                  <a:lnTo>
                    <a:pt x="882" y="1502"/>
                  </a:lnTo>
                  <a:cubicBezTo>
                    <a:pt x="788" y="1628"/>
                    <a:pt x="599" y="1943"/>
                    <a:pt x="0" y="2794"/>
                  </a:cubicBezTo>
                  <a:lnTo>
                    <a:pt x="5167" y="2794"/>
                  </a:lnTo>
                  <a:cubicBezTo>
                    <a:pt x="4568" y="1912"/>
                    <a:pt x="4379" y="1597"/>
                    <a:pt x="4316" y="1471"/>
                  </a:cubicBezTo>
                  <a:lnTo>
                    <a:pt x="4316" y="22"/>
                  </a:lnTo>
                  <a:lnTo>
                    <a:pt x="3938" y="22"/>
                  </a:lnTo>
                  <a:cubicBezTo>
                    <a:pt x="2228" y="22"/>
                    <a:pt x="1547" y="1"/>
                    <a:pt x="123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10833;p73">
              <a:extLst>
                <a:ext uri="{FF2B5EF4-FFF2-40B4-BE49-F238E27FC236}">
                  <a16:creationId xmlns:a16="http://schemas.microsoft.com/office/drawing/2014/main" id="{1280C7D6-ACDF-5F0B-6D91-E39A8D85EB36}"/>
                </a:ext>
              </a:extLst>
            </p:cNvPr>
            <p:cNvSpPr/>
            <p:nvPr/>
          </p:nvSpPr>
          <p:spPr>
            <a:xfrm>
              <a:off x="-2566625" y="3427325"/>
              <a:ext cx="33125" cy="33100"/>
            </a:xfrm>
            <a:custGeom>
              <a:avLst/>
              <a:gdLst/>
              <a:ahLst/>
              <a:cxnLst/>
              <a:rect l="l" t="t" r="r" b="b"/>
              <a:pathLst>
                <a:path w="1325" h="1324" extrusionOk="0">
                  <a:moveTo>
                    <a:pt x="662" y="1"/>
                  </a:moveTo>
                  <a:cubicBezTo>
                    <a:pt x="253" y="1"/>
                    <a:pt x="1" y="316"/>
                    <a:pt x="1" y="662"/>
                  </a:cubicBezTo>
                  <a:cubicBezTo>
                    <a:pt x="1" y="1009"/>
                    <a:pt x="316" y="1324"/>
                    <a:pt x="662" y="1324"/>
                  </a:cubicBezTo>
                  <a:cubicBezTo>
                    <a:pt x="1041" y="1324"/>
                    <a:pt x="1324" y="1009"/>
                    <a:pt x="1324" y="662"/>
                  </a:cubicBezTo>
                  <a:cubicBezTo>
                    <a:pt x="1324" y="316"/>
                    <a:pt x="1041" y="1"/>
                    <a:pt x="6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10834;p73">
              <a:extLst>
                <a:ext uri="{FF2B5EF4-FFF2-40B4-BE49-F238E27FC236}">
                  <a16:creationId xmlns:a16="http://schemas.microsoft.com/office/drawing/2014/main" id="{CF2183AB-0496-D057-2536-EC2B7DD86813}"/>
                </a:ext>
              </a:extLst>
            </p:cNvPr>
            <p:cNvSpPr/>
            <p:nvPr/>
          </p:nvSpPr>
          <p:spPr>
            <a:xfrm>
              <a:off x="-2481550" y="3461200"/>
              <a:ext cx="18125" cy="18150"/>
            </a:xfrm>
            <a:custGeom>
              <a:avLst/>
              <a:gdLst/>
              <a:ahLst/>
              <a:cxnLst/>
              <a:rect l="l" t="t" r="r" b="b"/>
              <a:pathLst>
                <a:path w="725" h="726" extrusionOk="0">
                  <a:moveTo>
                    <a:pt x="378" y="0"/>
                  </a:moveTo>
                  <a:cubicBezTo>
                    <a:pt x="158" y="0"/>
                    <a:pt x="0" y="158"/>
                    <a:pt x="0" y="378"/>
                  </a:cubicBezTo>
                  <a:cubicBezTo>
                    <a:pt x="0" y="568"/>
                    <a:pt x="158" y="725"/>
                    <a:pt x="378" y="725"/>
                  </a:cubicBezTo>
                  <a:cubicBezTo>
                    <a:pt x="567" y="725"/>
                    <a:pt x="725" y="568"/>
                    <a:pt x="725" y="378"/>
                  </a:cubicBezTo>
                  <a:cubicBezTo>
                    <a:pt x="725" y="158"/>
                    <a:pt x="536" y="0"/>
                    <a:pt x="37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10835;p73">
              <a:extLst>
                <a:ext uri="{FF2B5EF4-FFF2-40B4-BE49-F238E27FC236}">
                  <a16:creationId xmlns:a16="http://schemas.microsoft.com/office/drawing/2014/main" id="{BA92A10D-BFF1-EE1F-07A7-F714112868E2}"/>
                </a:ext>
              </a:extLst>
            </p:cNvPr>
            <p:cNvSpPr/>
            <p:nvPr/>
          </p:nvSpPr>
          <p:spPr>
            <a:xfrm>
              <a:off x="-2668225" y="3393475"/>
              <a:ext cx="288300" cy="137050"/>
            </a:xfrm>
            <a:custGeom>
              <a:avLst/>
              <a:gdLst/>
              <a:ahLst/>
              <a:cxnLst/>
              <a:rect l="l" t="t" r="r" b="b"/>
              <a:pathLst>
                <a:path w="11532" h="5482" extrusionOk="0">
                  <a:moveTo>
                    <a:pt x="4726" y="630"/>
                  </a:moveTo>
                  <a:cubicBezTo>
                    <a:pt x="5483" y="630"/>
                    <a:pt x="6113" y="1260"/>
                    <a:pt x="6113" y="2016"/>
                  </a:cubicBezTo>
                  <a:cubicBezTo>
                    <a:pt x="6113" y="2804"/>
                    <a:pt x="5514" y="3403"/>
                    <a:pt x="4726" y="3403"/>
                  </a:cubicBezTo>
                  <a:cubicBezTo>
                    <a:pt x="3970" y="3403"/>
                    <a:pt x="3340" y="2772"/>
                    <a:pt x="3340" y="2016"/>
                  </a:cubicBezTo>
                  <a:cubicBezTo>
                    <a:pt x="3340" y="1260"/>
                    <a:pt x="3970" y="630"/>
                    <a:pt x="4726" y="630"/>
                  </a:cubicBezTo>
                  <a:close/>
                  <a:moveTo>
                    <a:pt x="7845" y="2048"/>
                  </a:moveTo>
                  <a:cubicBezTo>
                    <a:pt x="8381" y="2048"/>
                    <a:pt x="8854" y="2520"/>
                    <a:pt x="8854" y="3087"/>
                  </a:cubicBezTo>
                  <a:cubicBezTo>
                    <a:pt x="8854" y="3623"/>
                    <a:pt x="8381" y="4096"/>
                    <a:pt x="7845" y="4096"/>
                  </a:cubicBezTo>
                  <a:cubicBezTo>
                    <a:pt x="7278" y="4096"/>
                    <a:pt x="6806" y="3623"/>
                    <a:pt x="6806" y="3087"/>
                  </a:cubicBezTo>
                  <a:cubicBezTo>
                    <a:pt x="6806" y="2520"/>
                    <a:pt x="7278" y="2048"/>
                    <a:pt x="7845" y="2048"/>
                  </a:cubicBezTo>
                  <a:close/>
                  <a:moveTo>
                    <a:pt x="2710" y="0"/>
                  </a:moveTo>
                  <a:cubicBezTo>
                    <a:pt x="2238" y="693"/>
                    <a:pt x="1607" y="1575"/>
                    <a:pt x="788" y="2804"/>
                  </a:cubicBezTo>
                  <a:cubicBezTo>
                    <a:pt x="1" y="3938"/>
                    <a:pt x="820" y="5482"/>
                    <a:pt x="2206" y="5482"/>
                  </a:cubicBezTo>
                  <a:lnTo>
                    <a:pt x="9295" y="5482"/>
                  </a:lnTo>
                  <a:cubicBezTo>
                    <a:pt x="10712" y="5482"/>
                    <a:pt x="11532" y="3938"/>
                    <a:pt x="10744" y="2804"/>
                  </a:cubicBezTo>
                  <a:cubicBezTo>
                    <a:pt x="9925" y="1575"/>
                    <a:pt x="9295" y="693"/>
                    <a:pt x="882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71" name="Google Shape;10836;p73">
            <a:extLst>
              <a:ext uri="{FF2B5EF4-FFF2-40B4-BE49-F238E27FC236}">
                <a16:creationId xmlns:a16="http://schemas.microsoft.com/office/drawing/2014/main" id="{43F64A54-31EC-BAD5-70B1-2A42FE59CADB}"/>
              </a:ext>
            </a:extLst>
          </p:cNvPr>
          <p:cNvGrpSpPr/>
          <p:nvPr/>
        </p:nvGrpSpPr>
        <p:grpSpPr>
          <a:xfrm>
            <a:off x="13505331" y="8977601"/>
            <a:ext cx="853337" cy="850999"/>
            <a:chOff x="-2671375" y="3597450"/>
            <a:chExt cx="292250" cy="291450"/>
          </a:xfrm>
          <a:solidFill>
            <a:srgbClr val="555559"/>
          </a:solidFill>
        </p:grpSpPr>
        <p:sp>
          <p:nvSpPr>
            <p:cNvPr id="2372" name="Google Shape;10837;p73">
              <a:extLst>
                <a:ext uri="{FF2B5EF4-FFF2-40B4-BE49-F238E27FC236}">
                  <a16:creationId xmlns:a16="http://schemas.microsoft.com/office/drawing/2014/main" id="{584059E0-E1AA-7BC9-36A7-3B9575D17B73}"/>
                </a:ext>
              </a:extLst>
            </p:cNvPr>
            <p:cNvSpPr/>
            <p:nvPr/>
          </p:nvSpPr>
          <p:spPr>
            <a:xfrm>
              <a:off x="-2654050" y="3597450"/>
              <a:ext cx="260725" cy="51225"/>
            </a:xfrm>
            <a:custGeom>
              <a:avLst/>
              <a:gdLst/>
              <a:ahLst/>
              <a:cxnLst/>
              <a:rect l="l" t="t" r="r" b="b"/>
              <a:pathLst>
                <a:path w="10429" h="2049" extrusionOk="0">
                  <a:moveTo>
                    <a:pt x="1513" y="1"/>
                  </a:moveTo>
                  <a:cubicBezTo>
                    <a:pt x="1072" y="1"/>
                    <a:pt x="725" y="253"/>
                    <a:pt x="568" y="631"/>
                  </a:cubicBezTo>
                  <a:lnTo>
                    <a:pt x="1" y="2049"/>
                  </a:lnTo>
                  <a:lnTo>
                    <a:pt x="10429" y="2049"/>
                  </a:lnTo>
                  <a:lnTo>
                    <a:pt x="9830" y="631"/>
                  </a:lnTo>
                  <a:cubicBezTo>
                    <a:pt x="9673" y="253"/>
                    <a:pt x="9263" y="1"/>
                    <a:pt x="888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10838;p73">
              <a:extLst>
                <a:ext uri="{FF2B5EF4-FFF2-40B4-BE49-F238E27FC236}">
                  <a16:creationId xmlns:a16="http://schemas.microsoft.com/office/drawing/2014/main" id="{657A6460-8624-F527-DEEF-052788093559}"/>
                </a:ext>
              </a:extLst>
            </p:cNvPr>
            <p:cNvSpPr/>
            <p:nvPr/>
          </p:nvSpPr>
          <p:spPr>
            <a:xfrm>
              <a:off x="-2671375" y="3667550"/>
              <a:ext cx="292250" cy="221350"/>
            </a:xfrm>
            <a:custGeom>
              <a:avLst/>
              <a:gdLst/>
              <a:ahLst/>
              <a:cxnLst/>
              <a:rect l="l" t="t" r="r" b="b"/>
              <a:pathLst>
                <a:path w="11690" h="8854" extrusionOk="0">
                  <a:moveTo>
                    <a:pt x="1733" y="1324"/>
                  </a:moveTo>
                  <a:cubicBezTo>
                    <a:pt x="1922" y="1324"/>
                    <a:pt x="2080" y="1481"/>
                    <a:pt x="2080" y="1702"/>
                  </a:cubicBezTo>
                  <a:cubicBezTo>
                    <a:pt x="2080" y="1891"/>
                    <a:pt x="1922" y="2049"/>
                    <a:pt x="1733" y="2049"/>
                  </a:cubicBezTo>
                  <a:cubicBezTo>
                    <a:pt x="1544" y="2049"/>
                    <a:pt x="1387" y="1891"/>
                    <a:pt x="1387" y="1702"/>
                  </a:cubicBezTo>
                  <a:cubicBezTo>
                    <a:pt x="1387" y="1481"/>
                    <a:pt x="1544" y="1324"/>
                    <a:pt x="1733" y="1324"/>
                  </a:cubicBezTo>
                  <a:close/>
                  <a:moveTo>
                    <a:pt x="10019" y="1387"/>
                  </a:moveTo>
                  <a:cubicBezTo>
                    <a:pt x="10492" y="1387"/>
                    <a:pt x="10492" y="2049"/>
                    <a:pt x="10019" y="2049"/>
                  </a:cubicBezTo>
                  <a:lnTo>
                    <a:pt x="3781" y="2049"/>
                  </a:lnTo>
                  <a:cubicBezTo>
                    <a:pt x="3340" y="2049"/>
                    <a:pt x="3309" y="1387"/>
                    <a:pt x="3781" y="1387"/>
                  </a:cubicBezTo>
                  <a:close/>
                  <a:moveTo>
                    <a:pt x="1733" y="4096"/>
                  </a:moveTo>
                  <a:cubicBezTo>
                    <a:pt x="1922" y="4096"/>
                    <a:pt x="2080" y="4254"/>
                    <a:pt x="2080" y="4443"/>
                  </a:cubicBezTo>
                  <a:cubicBezTo>
                    <a:pt x="2080" y="4632"/>
                    <a:pt x="1922" y="4789"/>
                    <a:pt x="1733" y="4789"/>
                  </a:cubicBezTo>
                  <a:cubicBezTo>
                    <a:pt x="1544" y="4789"/>
                    <a:pt x="1387" y="4632"/>
                    <a:pt x="1387" y="4443"/>
                  </a:cubicBezTo>
                  <a:cubicBezTo>
                    <a:pt x="1387" y="4254"/>
                    <a:pt x="1544" y="4096"/>
                    <a:pt x="1733" y="4096"/>
                  </a:cubicBezTo>
                  <a:close/>
                  <a:moveTo>
                    <a:pt x="10050" y="4127"/>
                  </a:moveTo>
                  <a:cubicBezTo>
                    <a:pt x="10492" y="4127"/>
                    <a:pt x="10481" y="4789"/>
                    <a:pt x="10019" y="4789"/>
                  </a:cubicBezTo>
                  <a:lnTo>
                    <a:pt x="3781" y="4789"/>
                  </a:lnTo>
                  <a:cubicBezTo>
                    <a:pt x="3340" y="4789"/>
                    <a:pt x="3309" y="4128"/>
                    <a:pt x="3781" y="4128"/>
                  </a:cubicBezTo>
                  <a:lnTo>
                    <a:pt x="10019" y="4128"/>
                  </a:lnTo>
                  <a:cubicBezTo>
                    <a:pt x="10030" y="4127"/>
                    <a:pt x="10040" y="4127"/>
                    <a:pt x="10050" y="4127"/>
                  </a:cubicBezTo>
                  <a:close/>
                  <a:moveTo>
                    <a:pt x="1733" y="6806"/>
                  </a:moveTo>
                  <a:cubicBezTo>
                    <a:pt x="1922" y="6806"/>
                    <a:pt x="2080" y="6963"/>
                    <a:pt x="2080" y="7152"/>
                  </a:cubicBezTo>
                  <a:cubicBezTo>
                    <a:pt x="2080" y="7373"/>
                    <a:pt x="1922" y="7499"/>
                    <a:pt x="1733" y="7499"/>
                  </a:cubicBezTo>
                  <a:cubicBezTo>
                    <a:pt x="1544" y="7499"/>
                    <a:pt x="1387" y="7373"/>
                    <a:pt x="1387" y="7152"/>
                  </a:cubicBezTo>
                  <a:cubicBezTo>
                    <a:pt x="1387" y="6963"/>
                    <a:pt x="1544" y="6806"/>
                    <a:pt x="1733" y="6806"/>
                  </a:cubicBezTo>
                  <a:close/>
                  <a:moveTo>
                    <a:pt x="10019" y="6837"/>
                  </a:moveTo>
                  <a:cubicBezTo>
                    <a:pt x="10492" y="6837"/>
                    <a:pt x="10492" y="7499"/>
                    <a:pt x="10019" y="7499"/>
                  </a:cubicBezTo>
                  <a:lnTo>
                    <a:pt x="3781" y="7499"/>
                  </a:lnTo>
                  <a:cubicBezTo>
                    <a:pt x="3340" y="7499"/>
                    <a:pt x="3309" y="6837"/>
                    <a:pt x="3781" y="6837"/>
                  </a:cubicBezTo>
                  <a:close/>
                  <a:moveTo>
                    <a:pt x="379" y="1"/>
                  </a:moveTo>
                  <a:lnTo>
                    <a:pt x="95" y="631"/>
                  </a:lnTo>
                  <a:cubicBezTo>
                    <a:pt x="64" y="757"/>
                    <a:pt x="1" y="883"/>
                    <a:pt x="1" y="1009"/>
                  </a:cubicBezTo>
                  <a:lnTo>
                    <a:pt x="1" y="2395"/>
                  </a:lnTo>
                  <a:cubicBezTo>
                    <a:pt x="1" y="2679"/>
                    <a:pt x="127" y="2899"/>
                    <a:pt x="284" y="3057"/>
                  </a:cubicBezTo>
                  <a:cubicBezTo>
                    <a:pt x="127" y="3246"/>
                    <a:pt x="1" y="3498"/>
                    <a:pt x="1" y="3718"/>
                  </a:cubicBezTo>
                  <a:lnTo>
                    <a:pt x="1" y="5104"/>
                  </a:lnTo>
                  <a:cubicBezTo>
                    <a:pt x="1" y="5388"/>
                    <a:pt x="127" y="5609"/>
                    <a:pt x="284" y="5766"/>
                  </a:cubicBezTo>
                  <a:cubicBezTo>
                    <a:pt x="127" y="5987"/>
                    <a:pt x="1" y="6207"/>
                    <a:pt x="1" y="6459"/>
                  </a:cubicBezTo>
                  <a:lnTo>
                    <a:pt x="1" y="7814"/>
                  </a:lnTo>
                  <a:cubicBezTo>
                    <a:pt x="1" y="8381"/>
                    <a:pt x="473" y="8854"/>
                    <a:pt x="1040" y="8854"/>
                  </a:cubicBezTo>
                  <a:lnTo>
                    <a:pt x="10649" y="8854"/>
                  </a:lnTo>
                  <a:cubicBezTo>
                    <a:pt x="11185" y="8854"/>
                    <a:pt x="11658" y="8381"/>
                    <a:pt x="11658" y="7814"/>
                  </a:cubicBezTo>
                  <a:lnTo>
                    <a:pt x="11658" y="6459"/>
                  </a:lnTo>
                  <a:cubicBezTo>
                    <a:pt x="11658" y="6176"/>
                    <a:pt x="11563" y="5924"/>
                    <a:pt x="11405" y="5766"/>
                  </a:cubicBezTo>
                  <a:cubicBezTo>
                    <a:pt x="11563" y="5577"/>
                    <a:pt x="11658" y="5357"/>
                    <a:pt x="11658" y="5104"/>
                  </a:cubicBezTo>
                  <a:lnTo>
                    <a:pt x="11658" y="3718"/>
                  </a:lnTo>
                  <a:cubicBezTo>
                    <a:pt x="11658" y="3466"/>
                    <a:pt x="11563" y="3214"/>
                    <a:pt x="11405" y="3057"/>
                  </a:cubicBezTo>
                  <a:cubicBezTo>
                    <a:pt x="11563" y="2868"/>
                    <a:pt x="11658" y="2616"/>
                    <a:pt x="11658" y="2395"/>
                  </a:cubicBezTo>
                  <a:lnTo>
                    <a:pt x="11658" y="1009"/>
                  </a:lnTo>
                  <a:lnTo>
                    <a:pt x="11689" y="1009"/>
                  </a:lnTo>
                  <a:cubicBezTo>
                    <a:pt x="11689" y="883"/>
                    <a:pt x="11658" y="757"/>
                    <a:pt x="11626" y="631"/>
                  </a:cubicBezTo>
                  <a:lnTo>
                    <a:pt x="11342"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74" name="Google Shape;10839;p73">
            <a:extLst>
              <a:ext uri="{FF2B5EF4-FFF2-40B4-BE49-F238E27FC236}">
                <a16:creationId xmlns:a16="http://schemas.microsoft.com/office/drawing/2014/main" id="{D42F4D85-C4AD-A897-7D64-C0927FEA2C16}"/>
              </a:ext>
            </a:extLst>
          </p:cNvPr>
          <p:cNvGrpSpPr/>
          <p:nvPr/>
        </p:nvGrpSpPr>
        <p:grpSpPr>
          <a:xfrm>
            <a:off x="13527197" y="10093927"/>
            <a:ext cx="857862" cy="855599"/>
            <a:chOff x="-2670575" y="3956600"/>
            <a:chExt cx="293800" cy="293025"/>
          </a:xfrm>
          <a:solidFill>
            <a:srgbClr val="555559"/>
          </a:solidFill>
        </p:grpSpPr>
        <p:sp>
          <p:nvSpPr>
            <p:cNvPr id="2375" name="Google Shape;10840;p73">
              <a:extLst>
                <a:ext uri="{FF2B5EF4-FFF2-40B4-BE49-F238E27FC236}">
                  <a16:creationId xmlns:a16="http://schemas.microsoft.com/office/drawing/2014/main" id="{F12AB459-46FC-CC39-FC98-A4A0DE0A195A}"/>
                </a:ext>
              </a:extLst>
            </p:cNvPr>
            <p:cNvSpPr/>
            <p:nvPr/>
          </p:nvSpPr>
          <p:spPr>
            <a:xfrm>
              <a:off x="-2670575" y="3975525"/>
              <a:ext cx="116575" cy="34675"/>
            </a:xfrm>
            <a:custGeom>
              <a:avLst/>
              <a:gdLst/>
              <a:ahLst/>
              <a:cxnLst/>
              <a:rect l="l" t="t" r="r" b="b"/>
              <a:pathLst>
                <a:path w="4663" h="1387" extrusionOk="0">
                  <a:moveTo>
                    <a:pt x="1040" y="0"/>
                  </a:moveTo>
                  <a:cubicBezTo>
                    <a:pt x="473" y="0"/>
                    <a:pt x="0" y="473"/>
                    <a:pt x="0" y="1040"/>
                  </a:cubicBezTo>
                  <a:lnTo>
                    <a:pt x="0" y="1386"/>
                  </a:lnTo>
                  <a:lnTo>
                    <a:pt x="3781" y="1386"/>
                  </a:lnTo>
                  <a:cubicBezTo>
                    <a:pt x="4001" y="882"/>
                    <a:pt x="4316" y="410"/>
                    <a:pt x="466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10841;p73">
              <a:extLst>
                <a:ext uri="{FF2B5EF4-FFF2-40B4-BE49-F238E27FC236}">
                  <a16:creationId xmlns:a16="http://schemas.microsoft.com/office/drawing/2014/main" id="{32EE81DE-930F-8752-2342-171360D503D4}"/>
                </a:ext>
              </a:extLst>
            </p:cNvPr>
            <p:cNvSpPr/>
            <p:nvPr/>
          </p:nvSpPr>
          <p:spPr>
            <a:xfrm>
              <a:off x="-2669800" y="4026700"/>
              <a:ext cx="170950" cy="136300"/>
            </a:xfrm>
            <a:custGeom>
              <a:avLst/>
              <a:gdLst/>
              <a:ahLst/>
              <a:cxnLst/>
              <a:rect l="l" t="t" r="r" b="b"/>
              <a:pathLst>
                <a:path w="6838" h="5452" extrusionOk="0">
                  <a:moveTo>
                    <a:pt x="1" y="1"/>
                  </a:moveTo>
                  <a:lnTo>
                    <a:pt x="1" y="5451"/>
                  </a:lnTo>
                  <a:lnTo>
                    <a:pt x="6837" y="5451"/>
                  </a:lnTo>
                  <a:lnTo>
                    <a:pt x="6837" y="5357"/>
                  </a:lnTo>
                  <a:cubicBezTo>
                    <a:pt x="6522" y="5294"/>
                    <a:pt x="6207" y="5168"/>
                    <a:pt x="5924" y="5042"/>
                  </a:cubicBezTo>
                  <a:lnTo>
                    <a:pt x="5104" y="5325"/>
                  </a:lnTo>
                  <a:cubicBezTo>
                    <a:pt x="4975" y="5368"/>
                    <a:pt x="4845" y="5389"/>
                    <a:pt x="4720" y="5389"/>
                  </a:cubicBezTo>
                  <a:cubicBezTo>
                    <a:pt x="3931" y="5389"/>
                    <a:pt x="3289" y="4597"/>
                    <a:pt x="3561" y="3781"/>
                  </a:cubicBezTo>
                  <a:lnTo>
                    <a:pt x="3844" y="2962"/>
                  </a:lnTo>
                  <a:cubicBezTo>
                    <a:pt x="3561" y="2364"/>
                    <a:pt x="3403" y="1702"/>
                    <a:pt x="3403" y="1041"/>
                  </a:cubicBezTo>
                  <a:cubicBezTo>
                    <a:pt x="3403" y="662"/>
                    <a:pt x="3466" y="316"/>
                    <a:pt x="352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10842;p73">
              <a:extLst>
                <a:ext uri="{FF2B5EF4-FFF2-40B4-BE49-F238E27FC236}">
                  <a16:creationId xmlns:a16="http://schemas.microsoft.com/office/drawing/2014/main" id="{2622BF84-7D6F-D9C0-E798-7268DAAB81B4}"/>
                </a:ext>
              </a:extLst>
            </p:cNvPr>
            <p:cNvSpPr/>
            <p:nvPr/>
          </p:nvSpPr>
          <p:spPr>
            <a:xfrm>
              <a:off x="-2669800" y="4179500"/>
              <a:ext cx="170950" cy="70125"/>
            </a:xfrm>
            <a:custGeom>
              <a:avLst/>
              <a:gdLst/>
              <a:ahLst/>
              <a:cxnLst/>
              <a:rect l="l" t="t" r="r" b="b"/>
              <a:pathLst>
                <a:path w="6838" h="2805" extrusionOk="0">
                  <a:moveTo>
                    <a:pt x="3403" y="757"/>
                  </a:moveTo>
                  <a:cubicBezTo>
                    <a:pt x="3592" y="757"/>
                    <a:pt x="3750" y="914"/>
                    <a:pt x="3750" y="1103"/>
                  </a:cubicBezTo>
                  <a:cubicBezTo>
                    <a:pt x="3750" y="1293"/>
                    <a:pt x="3592" y="1450"/>
                    <a:pt x="3403" y="1450"/>
                  </a:cubicBezTo>
                  <a:cubicBezTo>
                    <a:pt x="3214" y="1450"/>
                    <a:pt x="3057" y="1293"/>
                    <a:pt x="3057" y="1103"/>
                  </a:cubicBezTo>
                  <a:cubicBezTo>
                    <a:pt x="3057" y="914"/>
                    <a:pt x="3214" y="757"/>
                    <a:pt x="3403" y="757"/>
                  </a:cubicBezTo>
                  <a:close/>
                  <a:moveTo>
                    <a:pt x="1" y="1"/>
                  </a:moveTo>
                  <a:lnTo>
                    <a:pt x="1" y="1765"/>
                  </a:lnTo>
                  <a:cubicBezTo>
                    <a:pt x="1" y="2332"/>
                    <a:pt x="442" y="2805"/>
                    <a:pt x="1009" y="2805"/>
                  </a:cubicBezTo>
                  <a:lnTo>
                    <a:pt x="5829" y="2805"/>
                  </a:lnTo>
                  <a:cubicBezTo>
                    <a:pt x="6365" y="2805"/>
                    <a:pt x="6837" y="2332"/>
                    <a:pt x="6837" y="1765"/>
                  </a:cubicBezTo>
                  <a:lnTo>
                    <a:pt x="6837"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10843;p73">
              <a:extLst>
                <a:ext uri="{FF2B5EF4-FFF2-40B4-BE49-F238E27FC236}">
                  <a16:creationId xmlns:a16="http://schemas.microsoft.com/office/drawing/2014/main" id="{7C76102C-0AE0-39A6-0BB4-786501CBBE1A}"/>
                </a:ext>
              </a:extLst>
            </p:cNvPr>
            <p:cNvSpPr/>
            <p:nvPr/>
          </p:nvSpPr>
          <p:spPr>
            <a:xfrm>
              <a:off x="-2566625" y="3956600"/>
              <a:ext cx="189850" cy="190650"/>
            </a:xfrm>
            <a:custGeom>
              <a:avLst/>
              <a:gdLst/>
              <a:ahLst/>
              <a:cxnLst/>
              <a:rect l="l" t="t" r="r" b="b"/>
              <a:pathLst>
                <a:path w="7594" h="7626" extrusionOk="0">
                  <a:moveTo>
                    <a:pt x="3759" y="1391"/>
                  </a:moveTo>
                  <a:cubicBezTo>
                    <a:pt x="3929" y="1391"/>
                    <a:pt x="4096" y="1502"/>
                    <a:pt x="4096" y="1734"/>
                  </a:cubicBezTo>
                  <a:lnTo>
                    <a:pt x="4096" y="2175"/>
                  </a:lnTo>
                  <a:cubicBezTo>
                    <a:pt x="4254" y="2206"/>
                    <a:pt x="4349" y="2301"/>
                    <a:pt x="4475" y="2427"/>
                  </a:cubicBezTo>
                  <a:cubicBezTo>
                    <a:pt x="4716" y="2669"/>
                    <a:pt x="4494" y="3003"/>
                    <a:pt x="4235" y="3003"/>
                  </a:cubicBezTo>
                  <a:cubicBezTo>
                    <a:pt x="4157" y="3003"/>
                    <a:pt x="4075" y="2973"/>
                    <a:pt x="4002" y="2899"/>
                  </a:cubicBezTo>
                  <a:cubicBezTo>
                    <a:pt x="3926" y="2823"/>
                    <a:pt x="3839" y="2791"/>
                    <a:pt x="3756" y="2791"/>
                  </a:cubicBezTo>
                  <a:cubicBezTo>
                    <a:pt x="3493" y="2791"/>
                    <a:pt x="3266" y="3109"/>
                    <a:pt x="3529" y="3372"/>
                  </a:cubicBezTo>
                  <a:cubicBezTo>
                    <a:pt x="3624" y="3435"/>
                    <a:pt x="3687" y="3466"/>
                    <a:pt x="3781" y="3466"/>
                  </a:cubicBezTo>
                  <a:cubicBezTo>
                    <a:pt x="4317" y="3466"/>
                    <a:pt x="4790" y="3939"/>
                    <a:pt x="4790" y="4506"/>
                  </a:cubicBezTo>
                  <a:cubicBezTo>
                    <a:pt x="4790" y="4884"/>
                    <a:pt x="4569" y="5294"/>
                    <a:pt x="4128" y="5451"/>
                  </a:cubicBezTo>
                  <a:lnTo>
                    <a:pt x="4128" y="5829"/>
                  </a:lnTo>
                  <a:cubicBezTo>
                    <a:pt x="4128" y="6054"/>
                    <a:pt x="3957" y="6172"/>
                    <a:pt x="3789" y="6172"/>
                  </a:cubicBezTo>
                  <a:cubicBezTo>
                    <a:pt x="3626" y="6172"/>
                    <a:pt x="3466" y="6062"/>
                    <a:pt x="3466" y="5829"/>
                  </a:cubicBezTo>
                  <a:lnTo>
                    <a:pt x="3466" y="5451"/>
                  </a:lnTo>
                  <a:cubicBezTo>
                    <a:pt x="3309" y="5420"/>
                    <a:pt x="3183" y="5325"/>
                    <a:pt x="3057" y="5199"/>
                  </a:cubicBezTo>
                  <a:cubicBezTo>
                    <a:pt x="2815" y="4957"/>
                    <a:pt x="3037" y="4623"/>
                    <a:pt x="3296" y="4623"/>
                  </a:cubicBezTo>
                  <a:cubicBezTo>
                    <a:pt x="3374" y="4623"/>
                    <a:pt x="3456" y="4653"/>
                    <a:pt x="3529" y="4727"/>
                  </a:cubicBezTo>
                  <a:cubicBezTo>
                    <a:pt x="3603" y="4800"/>
                    <a:pt x="3684" y="4831"/>
                    <a:pt x="3763" y="4831"/>
                  </a:cubicBezTo>
                  <a:cubicBezTo>
                    <a:pt x="4022" y="4831"/>
                    <a:pt x="4244" y="4496"/>
                    <a:pt x="4002" y="4254"/>
                  </a:cubicBezTo>
                  <a:cubicBezTo>
                    <a:pt x="3939" y="4191"/>
                    <a:pt x="3844" y="4160"/>
                    <a:pt x="3781" y="4160"/>
                  </a:cubicBezTo>
                  <a:cubicBezTo>
                    <a:pt x="3214" y="4160"/>
                    <a:pt x="2742" y="3687"/>
                    <a:pt x="2742" y="3120"/>
                  </a:cubicBezTo>
                  <a:cubicBezTo>
                    <a:pt x="2742" y="2710"/>
                    <a:pt x="2994" y="2332"/>
                    <a:pt x="3403" y="2175"/>
                  </a:cubicBezTo>
                  <a:lnTo>
                    <a:pt x="3403" y="1734"/>
                  </a:lnTo>
                  <a:cubicBezTo>
                    <a:pt x="3403" y="1509"/>
                    <a:pt x="3583" y="1391"/>
                    <a:pt x="3759" y="1391"/>
                  </a:cubicBezTo>
                  <a:close/>
                  <a:moveTo>
                    <a:pt x="3781" y="1"/>
                  </a:moveTo>
                  <a:cubicBezTo>
                    <a:pt x="1734" y="1"/>
                    <a:pt x="1" y="1671"/>
                    <a:pt x="1" y="3782"/>
                  </a:cubicBezTo>
                  <a:cubicBezTo>
                    <a:pt x="1" y="4380"/>
                    <a:pt x="158" y="5010"/>
                    <a:pt x="410" y="5514"/>
                  </a:cubicBezTo>
                  <a:cubicBezTo>
                    <a:pt x="473" y="5609"/>
                    <a:pt x="473" y="5735"/>
                    <a:pt x="473" y="5798"/>
                  </a:cubicBezTo>
                  <a:lnTo>
                    <a:pt x="158" y="6774"/>
                  </a:lnTo>
                  <a:cubicBezTo>
                    <a:pt x="46" y="7141"/>
                    <a:pt x="311" y="7482"/>
                    <a:pt x="684" y="7482"/>
                  </a:cubicBezTo>
                  <a:cubicBezTo>
                    <a:pt x="728" y="7482"/>
                    <a:pt x="774" y="7478"/>
                    <a:pt x="820" y="7468"/>
                  </a:cubicBezTo>
                  <a:lnTo>
                    <a:pt x="1797" y="7121"/>
                  </a:lnTo>
                  <a:cubicBezTo>
                    <a:pt x="1831" y="7110"/>
                    <a:pt x="1866" y="7102"/>
                    <a:pt x="1900" y="7102"/>
                  </a:cubicBezTo>
                  <a:cubicBezTo>
                    <a:pt x="1960" y="7102"/>
                    <a:pt x="2020" y="7124"/>
                    <a:pt x="2080" y="7184"/>
                  </a:cubicBezTo>
                  <a:cubicBezTo>
                    <a:pt x="2584" y="7468"/>
                    <a:pt x="3214" y="7625"/>
                    <a:pt x="3813" y="7625"/>
                  </a:cubicBezTo>
                  <a:cubicBezTo>
                    <a:pt x="5892" y="7625"/>
                    <a:pt x="7594" y="5924"/>
                    <a:pt x="7594" y="3813"/>
                  </a:cubicBezTo>
                  <a:cubicBezTo>
                    <a:pt x="7499" y="1702"/>
                    <a:pt x="5861" y="1"/>
                    <a:pt x="378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79" name="Google Shape;10844;p73">
            <a:extLst>
              <a:ext uri="{FF2B5EF4-FFF2-40B4-BE49-F238E27FC236}">
                <a16:creationId xmlns:a16="http://schemas.microsoft.com/office/drawing/2014/main" id="{28914CDF-34CA-7E95-E409-0E494C07A662}"/>
              </a:ext>
            </a:extLst>
          </p:cNvPr>
          <p:cNvGrpSpPr/>
          <p:nvPr/>
        </p:nvGrpSpPr>
        <p:grpSpPr>
          <a:xfrm>
            <a:off x="17888492" y="8978915"/>
            <a:ext cx="864796" cy="848372"/>
            <a:chOff x="-1183550" y="3586525"/>
            <a:chExt cx="296175" cy="290550"/>
          </a:xfrm>
          <a:solidFill>
            <a:srgbClr val="555559"/>
          </a:solidFill>
        </p:grpSpPr>
        <p:sp>
          <p:nvSpPr>
            <p:cNvPr id="2380" name="Google Shape;10845;p73">
              <a:extLst>
                <a:ext uri="{FF2B5EF4-FFF2-40B4-BE49-F238E27FC236}">
                  <a16:creationId xmlns:a16="http://schemas.microsoft.com/office/drawing/2014/main" id="{76E1B1B2-944B-D1C6-1CBF-BB253E5B40DA}"/>
                </a:ext>
              </a:extLst>
            </p:cNvPr>
            <p:cNvSpPr/>
            <p:nvPr/>
          </p:nvSpPr>
          <p:spPr>
            <a:xfrm>
              <a:off x="-927575" y="3671500"/>
              <a:ext cx="40200" cy="16575"/>
            </a:xfrm>
            <a:custGeom>
              <a:avLst/>
              <a:gdLst/>
              <a:ahLst/>
              <a:cxnLst/>
              <a:rect l="l" t="t" r="r" b="b"/>
              <a:pathLst>
                <a:path w="1608" h="663" extrusionOk="0">
                  <a:moveTo>
                    <a:pt x="473" y="0"/>
                  </a:moveTo>
                  <a:cubicBezTo>
                    <a:pt x="32" y="0"/>
                    <a:pt x="1" y="662"/>
                    <a:pt x="473" y="662"/>
                  </a:cubicBezTo>
                  <a:lnTo>
                    <a:pt x="1135" y="662"/>
                  </a:lnTo>
                  <a:cubicBezTo>
                    <a:pt x="1145" y="663"/>
                    <a:pt x="1156" y="663"/>
                    <a:pt x="1166" y="663"/>
                  </a:cubicBezTo>
                  <a:cubicBezTo>
                    <a:pt x="1607" y="663"/>
                    <a:pt x="1597" y="0"/>
                    <a:pt x="113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10846;p73">
              <a:extLst>
                <a:ext uri="{FF2B5EF4-FFF2-40B4-BE49-F238E27FC236}">
                  <a16:creationId xmlns:a16="http://schemas.microsoft.com/office/drawing/2014/main" id="{7F21E20C-CA5F-FD03-7B8C-71AD99F713F0}"/>
                </a:ext>
              </a:extLst>
            </p:cNvPr>
            <p:cNvSpPr/>
            <p:nvPr/>
          </p:nvSpPr>
          <p:spPr>
            <a:xfrm>
              <a:off x="-1183550" y="3671500"/>
              <a:ext cx="39400" cy="16575"/>
            </a:xfrm>
            <a:custGeom>
              <a:avLst/>
              <a:gdLst/>
              <a:ahLst/>
              <a:cxnLst/>
              <a:rect l="l" t="t" r="r" b="b"/>
              <a:pathLst>
                <a:path w="1576" h="663" extrusionOk="0">
                  <a:moveTo>
                    <a:pt x="473" y="0"/>
                  </a:moveTo>
                  <a:cubicBezTo>
                    <a:pt x="32" y="0"/>
                    <a:pt x="1" y="662"/>
                    <a:pt x="473" y="662"/>
                  </a:cubicBezTo>
                  <a:lnTo>
                    <a:pt x="1135" y="662"/>
                  </a:lnTo>
                  <a:cubicBezTo>
                    <a:pt x="1145" y="663"/>
                    <a:pt x="1154" y="663"/>
                    <a:pt x="1163" y="663"/>
                  </a:cubicBezTo>
                  <a:cubicBezTo>
                    <a:pt x="1576" y="663"/>
                    <a:pt x="1566" y="0"/>
                    <a:pt x="113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10847;p73">
              <a:extLst>
                <a:ext uri="{FF2B5EF4-FFF2-40B4-BE49-F238E27FC236}">
                  <a16:creationId xmlns:a16="http://schemas.microsoft.com/office/drawing/2014/main" id="{8B1F4155-7B14-9910-1373-D46561F3D08A}"/>
                </a:ext>
              </a:extLst>
            </p:cNvPr>
            <p:cNvSpPr/>
            <p:nvPr/>
          </p:nvSpPr>
          <p:spPr>
            <a:xfrm>
              <a:off x="-944250" y="3603025"/>
              <a:ext cx="39525" cy="26375"/>
            </a:xfrm>
            <a:custGeom>
              <a:avLst/>
              <a:gdLst/>
              <a:ahLst/>
              <a:cxnLst/>
              <a:rect l="l" t="t" r="r" b="b"/>
              <a:pathLst>
                <a:path w="1581" h="1055" extrusionOk="0">
                  <a:moveTo>
                    <a:pt x="1086" y="1"/>
                  </a:moveTo>
                  <a:cubicBezTo>
                    <a:pt x="1024" y="1"/>
                    <a:pt x="957" y="19"/>
                    <a:pt x="888" y="61"/>
                  </a:cubicBezTo>
                  <a:lnTo>
                    <a:pt x="321" y="408"/>
                  </a:lnTo>
                  <a:cubicBezTo>
                    <a:pt x="0" y="595"/>
                    <a:pt x="179" y="1054"/>
                    <a:pt x="490" y="1054"/>
                  </a:cubicBezTo>
                  <a:cubicBezTo>
                    <a:pt x="546" y="1054"/>
                    <a:pt x="606" y="1040"/>
                    <a:pt x="668" y="1006"/>
                  </a:cubicBezTo>
                  <a:lnTo>
                    <a:pt x="1266" y="660"/>
                  </a:lnTo>
                  <a:cubicBezTo>
                    <a:pt x="1581" y="450"/>
                    <a:pt x="1394" y="1"/>
                    <a:pt x="108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10848;p73">
              <a:extLst>
                <a:ext uri="{FF2B5EF4-FFF2-40B4-BE49-F238E27FC236}">
                  <a16:creationId xmlns:a16="http://schemas.microsoft.com/office/drawing/2014/main" id="{83B29327-9EE9-A60B-EE99-39F89FFCC0BD}"/>
                </a:ext>
              </a:extLst>
            </p:cNvPr>
            <p:cNvSpPr/>
            <p:nvPr/>
          </p:nvSpPr>
          <p:spPr>
            <a:xfrm>
              <a:off x="-1166200" y="3731225"/>
              <a:ext cx="39700" cy="26075"/>
            </a:xfrm>
            <a:custGeom>
              <a:avLst/>
              <a:gdLst/>
              <a:ahLst/>
              <a:cxnLst/>
              <a:rect l="l" t="t" r="r" b="b"/>
              <a:pathLst>
                <a:path w="1588" h="1043" extrusionOk="0">
                  <a:moveTo>
                    <a:pt x="1071" y="1"/>
                  </a:moveTo>
                  <a:cubicBezTo>
                    <a:pt x="1021" y="1"/>
                    <a:pt x="968" y="12"/>
                    <a:pt x="913" y="37"/>
                  </a:cubicBezTo>
                  <a:lnTo>
                    <a:pt x="315" y="384"/>
                  </a:lnTo>
                  <a:cubicBezTo>
                    <a:pt x="0" y="593"/>
                    <a:pt x="187" y="1043"/>
                    <a:pt x="495" y="1043"/>
                  </a:cubicBezTo>
                  <a:cubicBezTo>
                    <a:pt x="557" y="1043"/>
                    <a:pt x="624" y="1025"/>
                    <a:pt x="693" y="982"/>
                  </a:cubicBezTo>
                  <a:lnTo>
                    <a:pt x="1260" y="636"/>
                  </a:lnTo>
                  <a:cubicBezTo>
                    <a:pt x="1587" y="472"/>
                    <a:pt x="1395" y="1"/>
                    <a:pt x="107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10849;p73">
              <a:extLst>
                <a:ext uri="{FF2B5EF4-FFF2-40B4-BE49-F238E27FC236}">
                  <a16:creationId xmlns:a16="http://schemas.microsoft.com/office/drawing/2014/main" id="{497FC4C5-6DD1-A2F1-FBF2-25DE8F130EBA}"/>
                </a:ext>
              </a:extLst>
            </p:cNvPr>
            <p:cNvSpPr/>
            <p:nvPr/>
          </p:nvSpPr>
          <p:spPr>
            <a:xfrm>
              <a:off x="-944925" y="3730950"/>
              <a:ext cx="40200" cy="26375"/>
            </a:xfrm>
            <a:custGeom>
              <a:avLst/>
              <a:gdLst/>
              <a:ahLst/>
              <a:cxnLst/>
              <a:rect l="l" t="t" r="r" b="b"/>
              <a:pathLst>
                <a:path w="1608" h="1055" extrusionOk="0">
                  <a:moveTo>
                    <a:pt x="515" y="0"/>
                  </a:moveTo>
                  <a:cubicBezTo>
                    <a:pt x="198" y="0"/>
                    <a:pt x="1" y="460"/>
                    <a:pt x="348" y="647"/>
                  </a:cubicBezTo>
                  <a:lnTo>
                    <a:pt x="915" y="993"/>
                  </a:lnTo>
                  <a:cubicBezTo>
                    <a:pt x="984" y="1036"/>
                    <a:pt x="1052" y="1054"/>
                    <a:pt x="1114" y="1054"/>
                  </a:cubicBezTo>
                  <a:cubicBezTo>
                    <a:pt x="1421" y="1054"/>
                    <a:pt x="1608" y="609"/>
                    <a:pt x="1293" y="426"/>
                  </a:cubicBezTo>
                  <a:lnTo>
                    <a:pt x="695" y="48"/>
                  </a:lnTo>
                  <a:cubicBezTo>
                    <a:pt x="633" y="15"/>
                    <a:pt x="572" y="0"/>
                    <a:pt x="51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10850;p73">
              <a:extLst>
                <a:ext uri="{FF2B5EF4-FFF2-40B4-BE49-F238E27FC236}">
                  <a16:creationId xmlns:a16="http://schemas.microsoft.com/office/drawing/2014/main" id="{4B287748-8CAB-0089-41FF-1F476360F9C9}"/>
                </a:ext>
              </a:extLst>
            </p:cNvPr>
            <p:cNvSpPr/>
            <p:nvPr/>
          </p:nvSpPr>
          <p:spPr>
            <a:xfrm>
              <a:off x="-1167000" y="3603025"/>
              <a:ext cx="40200" cy="26375"/>
            </a:xfrm>
            <a:custGeom>
              <a:avLst/>
              <a:gdLst/>
              <a:ahLst/>
              <a:cxnLst/>
              <a:rect l="l" t="t" r="r" b="b"/>
              <a:pathLst>
                <a:path w="1608" h="1055" extrusionOk="0">
                  <a:moveTo>
                    <a:pt x="477" y="1"/>
                  </a:moveTo>
                  <a:cubicBezTo>
                    <a:pt x="188" y="1"/>
                    <a:pt x="1" y="450"/>
                    <a:pt x="315" y="660"/>
                  </a:cubicBezTo>
                  <a:lnTo>
                    <a:pt x="914" y="1006"/>
                  </a:lnTo>
                  <a:cubicBezTo>
                    <a:pt x="981" y="1040"/>
                    <a:pt x="1044" y="1054"/>
                    <a:pt x="1103" y="1054"/>
                  </a:cubicBezTo>
                  <a:cubicBezTo>
                    <a:pt x="1434" y="1054"/>
                    <a:pt x="1608" y="595"/>
                    <a:pt x="1260" y="408"/>
                  </a:cubicBezTo>
                  <a:lnTo>
                    <a:pt x="662" y="61"/>
                  </a:lnTo>
                  <a:cubicBezTo>
                    <a:pt x="598" y="19"/>
                    <a:pt x="536" y="1"/>
                    <a:pt x="47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10851;p73">
              <a:extLst>
                <a:ext uri="{FF2B5EF4-FFF2-40B4-BE49-F238E27FC236}">
                  <a16:creationId xmlns:a16="http://schemas.microsoft.com/office/drawing/2014/main" id="{4F7CD585-8BCD-D261-22B5-B9ACC280E4EE}"/>
                </a:ext>
              </a:extLst>
            </p:cNvPr>
            <p:cNvSpPr/>
            <p:nvPr/>
          </p:nvSpPr>
          <p:spPr>
            <a:xfrm>
              <a:off x="-1065400" y="3658900"/>
              <a:ext cx="59875" cy="77200"/>
            </a:xfrm>
            <a:custGeom>
              <a:avLst/>
              <a:gdLst/>
              <a:ahLst/>
              <a:cxnLst/>
              <a:rect l="l" t="t" r="r" b="b"/>
              <a:pathLst>
                <a:path w="2395" h="3088" extrusionOk="0">
                  <a:moveTo>
                    <a:pt x="882" y="0"/>
                  </a:moveTo>
                  <a:lnTo>
                    <a:pt x="0" y="1355"/>
                  </a:lnTo>
                  <a:lnTo>
                    <a:pt x="1355" y="1922"/>
                  </a:lnTo>
                  <a:cubicBezTo>
                    <a:pt x="1450" y="1953"/>
                    <a:pt x="1544" y="2111"/>
                    <a:pt x="1544" y="2237"/>
                  </a:cubicBezTo>
                  <a:lnTo>
                    <a:pt x="1544" y="3088"/>
                  </a:lnTo>
                  <a:lnTo>
                    <a:pt x="2395" y="1733"/>
                  </a:lnTo>
                  <a:lnTo>
                    <a:pt x="1071" y="1166"/>
                  </a:lnTo>
                  <a:cubicBezTo>
                    <a:pt x="945" y="1134"/>
                    <a:pt x="882" y="1008"/>
                    <a:pt x="882" y="851"/>
                  </a:cubicBezTo>
                  <a:lnTo>
                    <a:pt x="88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10852;p73">
              <a:extLst>
                <a:ext uri="{FF2B5EF4-FFF2-40B4-BE49-F238E27FC236}">
                  <a16:creationId xmlns:a16="http://schemas.microsoft.com/office/drawing/2014/main" id="{29FEBA5F-CA04-CCE1-2320-8B8026C3E574}"/>
                </a:ext>
              </a:extLst>
            </p:cNvPr>
            <p:cNvSpPr/>
            <p:nvPr/>
          </p:nvSpPr>
          <p:spPr>
            <a:xfrm>
              <a:off x="-1078000" y="3809325"/>
              <a:ext cx="85075" cy="67750"/>
            </a:xfrm>
            <a:custGeom>
              <a:avLst/>
              <a:gdLst/>
              <a:ahLst/>
              <a:cxnLst/>
              <a:rect l="l" t="t" r="r" b="b"/>
              <a:pathLst>
                <a:path w="3403" h="2710" extrusionOk="0">
                  <a:moveTo>
                    <a:pt x="0" y="1"/>
                  </a:moveTo>
                  <a:lnTo>
                    <a:pt x="0" y="662"/>
                  </a:lnTo>
                  <a:lnTo>
                    <a:pt x="1008" y="662"/>
                  </a:lnTo>
                  <a:cubicBezTo>
                    <a:pt x="1449" y="662"/>
                    <a:pt x="1481" y="1324"/>
                    <a:pt x="1008" y="1324"/>
                  </a:cubicBezTo>
                  <a:lnTo>
                    <a:pt x="0" y="1324"/>
                  </a:lnTo>
                  <a:lnTo>
                    <a:pt x="0" y="1670"/>
                  </a:lnTo>
                  <a:cubicBezTo>
                    <a:pt x="0" y="2237"/>
                    <a:pt x="473" y="2710"/>
                    <a:pt x="1008" y="2710"/>
                  </a:cubicBezTo>
                  <a:lnTo>
                    <a:pt x="2395" y="2710"/>
                  </a:lnTo>
                  <a:cubicBezTo>
                    <a:pt x="2962" y="2710"/>
                    <a:pt x="3403" y="2237"/>
                    <a:pt x="3403" y="1670"/>
                  </a:cubicBezTo>
                  <a:lnTo>
                    <a:pt x="3403" y="1324"/>
                  </a:lnTo>
                  <a:lnTo>
                    <a:pt x="2395" y="1324"/>
                  </a:lnTo>
                  <a:cubicBezTo>
                    <a:pt x="1954" y="1324"/>
                    <a:pt x="1922" y="662"/>
                    <a:pt x="2395" y="662"/>
                  </a:cubicBezTo>
                  <a:lnTo>
                    <a:pt x="3403" y="662"/>
                  </a:lnTo>
                  <a:lnTo>
                    <a:pt x="3403"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10853;p73">
              <a:extLst>
                <a:ext uri="{FF2B5EF4-FFF2-40B4-BE49-F238E27FC236}">
                  <a16:creationId xmlns:a16="http://schemas.microsoft.com/office/drawing/2014/main" id="{DA02D053-6257-FDC4-B7C7-0BCCE87CD7E7}"/>
                </a:ext>
              </a:extLst>
            </p:cNvPr>
            <p:cNvSpPr/>
            <p:nvPr/>
          </p:nvSpPr>
          <p:spPr>
            <a:xfrm>
              <a:off x="-1135500" y="3586525"/>
              <a:ext cx="193775" cy="204700"/>
            </a:xfrm>
            <a:custGeom>
              <a:avLst/>
              <a:gdLst/>
              <a:ahLst/>
              <a:cxnLst/>
              <a:rect l="l" t="t" r="r" b="b"/>
              <a:pathLst>
                <a:path w="7751" h="8188" extrusionOk="0">
                  <a:moveTo>
                    <a:pt x="4023" y="1424"/>
                  </a:moveTo>
                  <a:cubicBezTo>
                    <a:pt x="4201" y="1424"/>
                    <a:pt x="4380" y="1561"/>
                    <a:pt x="4380" y="1761"/>
                  </a:cubicBezTo>
                  <a:lnTo>
                    <a:pt x="4380" y="3588"/>
                  </a:lnTo>
                  <a:lnTo>
                    <a:pt x="5892" y="4124"/>
                  </a:lnTo>
                  <a:cubicBezTo>
                    <a:pt x="5955" y="4187"/>
                    <a:pt x="6049" y="4250"/>
                    <a:pt x="6081" y="4344"/>
                  </a:cubicBezTo>
                  <a:cubicBezTo>
                    <a:pt x="6081" y="4407"/>
                    <a:pt x="6081" y="4533"/>
                    <a:pt x="5986" y="4628"/>
                  </a:cubicBezTo>
                  <a:lnTo>
                    <a:pt x="4285" y="7369"/>
                  </a:lnTo>
                  <a:cubicBezTo>
                    <a:pt x="4222" y="7495"/>
                    <a:pt x="4127" y="7526"/>
                    <a:pt x="4033" y="7526"/>
                  </a:cubicBezTo>
                  <a:lnTo>
                    <a:pt x="3938" y="7526"/>
                  </a:lnTo>
                  <a:cubicBezTo>
                    <a:pt x="3781" y="7495"/>
                    <a:pt x="3718" y="7369"/>
                    <a:pt x="3718" y="7211"/>
                  </a:cubicBezTo>
                  <a:lnTo>
                    <a:pt x="3718" y="5384"/>
                  </a:lnTo>
                  <a:lnTo>
                    <a:pt x="2206" y="4817"/>
                  </a:lnTo>
                  <a:cubicBezTo>
                    <a:pt x="2143" y="4754"/>
                    <a:pt x="2048" y="4691"/>
                    <a:pt x="2017" y="4596"/>
                  </a:cubicBezTo>
                  <a:cubicBezTo>
                    <a:pt x="1985" y="4533"/>
                    <a:pt x="2017" y="4407"/>
                    <a:pt x="2048" y="4344"/>
                  </a:cubicBezTo>
                  <a:lnTo>
                    <a:pt x="3749" y="1572"/>
                  </a:lnTo>
                  <a:cubicBezTo>
                    <a:pt x="3818" y="1469"/>
                    <a:pt x="3920" y="1424"/>
                    <a:pt x="4023" y="1424"/>
                  </a:cubicBezTo>
                  <a:close/>
                  <a:moveTo>
                    <a:pt x="4019" y="1"/>
                  </a:moveTo>
                  <a:cubicBezTo>
                    <a:pt x="3743" y="1"/>
                    <a:pt x="3463" y="31"/>
                    <a:pt x="3182" y="91"/>
                  </a:cubicBezTo>
                  <a:cubicBezTo>
                    <a:pt x="1733" y="406"/>
                    <a:pt x="567" y="1572"/>
                    <a:pt x="284" y="3084"/>
                  </a:cubicBezTo>
                  <a:cubicBezTo>
                    <a:pt x="0" y="4533"/>
                    <a:pt x="599" y="5479"/>
                    <a:pt x="1040" y="6140"/>
                  </a:cubicBezTo>
                  <a:cubicBezTo>
                    <a:pt x="1922" y="7526"/>
                    <a:pt x="1387" y="7526"/>
                    <a:pt x="1670" y="8188"/>
                  </a:cubicBezTo>
                  <a:lnTo>
                    <a:pt x="6301" y="8188"/>
                  </a:lnTo>
                  <a:cubicBezTo>
                    <a:pt x="6553" y="7526"/>
                    <a:pt x="6018" y="7526"/>
                    <a:pt x="6931" y="6109"/>
                  </a:cubicBezTo>
                  <a:cubicBezTo>
                    <a:pt x="7373" y="5447"/>
                    <a:pt x="7719" y="4817"/>
                    <a:pt x="7719" y="3746"/>
                  </a:cubicBezTo>
                  <a:cubicBezTo>
                    <a:pt x="7751" y="2612"/>
                    <a:pt x="7246" y="1540"/>
                    <a:pt x="6396" y="847"/>
                  </a:cubicBezTo>
                  <a:cubicBezTo>
                    <a:pt x="5726" y="297"/>
                    <a:pt x="4892" y="1"/>
                    <a:pt x="401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89" name="Google Shape;10854;p73">
            <a:extLst>
              <a:ext uri="{FF2B5EF4-FFF2-40B4-BE49-F238E27FC236}">
                <a16:creationId xmlns:a16="http://schemas.microsoft.com/office/drawing/2014/main" id="{2C6F87B6-54F3-35DF-E6A4-F34B511F965D}"/>
              </a:ext>
            </a:extLst>
          </p:cNvPr>
          <p:cNvGrpSpPr/>
          <p:nvPr/>
        </p:nvGrpSpPr>
        <p:grpSpPr>
          <a:xfrm>
            <a:off x="3633645" y="7932474"/>
            <a:ext cx="853337" cy="848665"/>
            <a:chOff x="-5971525" y="3273750"/>
            <a:chExt cx="292250" cy="290650"/>
          </a:xfrm>
          <a:solidFill>
            <a:srgbClr val="555559"/>
          </a:solidFill>
        </p:grpSpPr>
        <p:sp>
          <p:nvSpPr>
            <p:cNvPr id="2390" name="Google Shape;10855;p73">
              <a:extLst>
                <a:ext uri="{FF2B5EF4-FFF2-40B4-BE49-F238E27FC236}">
                  <a16:creationId xmlns:a16="http://schemas.microsoft.com/office/drawing/2014/main" id="{88E61458-D855-0AFA-C089-A26BDE7C13CD}"/>
                </a:ext>
              </a:extLst>
            </p:cNvPr>
            <p:cNvSpPr/>
            <p:nvPr/>
          </p:nvSpPr>
          <p:spPr>
            <a:xfrm>
              <a:off x="-5868325" y="3273750"/>
              <a:ext cx="85075" cy="84300"/>
            </a:xfrm>
            <a:custGeom>
              <a:avLst/>
              <a:gdLst/>
              <a:ahLst/>
              <a:cxnLst/>
              <a:rect l="l" t="t" r="r" b="b"/>
              <a:pathLst>
                <a:path w="3403" h="3372" extrusionOk="0">
                  <a:moveTo>
                    <a:pt x="1701" y="0"/>
                  </a:moveTo>
                  <a:cubicBezTo>
                    <a:pt x="788" y="0"/>
                    <a:pt x="0" y="756"/>
                    <a:pt x="0" y="1702"/>
                  </a:cubicBezTo>
                  <a:cubicBezTo>
                    <a:pt x="0" y="2615"/>
                    <a:pt x="788" y="3371"/>
                    <a:pt x="1701" y="3371"/>
                  </a:cubicBezTo>
                  <a:cubicBezTo>
                    <a:pt x="2646" y="3371"/>
                    <a:pt x="3403" y="2615"/>
                    <a:pt x="3403" y="1702"/>
                  </a:cubicBezTo>
                  <a:cubicBezTo>
                    <a:pt x="3403" y="756"/>
                    <a:pt x="2646" y="0"/>
                    <a:pt x="170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10856;p73">
              <a:extLst>
                <a:ext uri="{FF2B5EF4-FFF2-40B4-BE49-F238E27FC236}">
                  <a16:creationId xmlns:a16="http://schemas.microsoft.com/office/drawing/2014/main" id="{8C312A8E-693B-2123-7221-51A20FF82C9A}"/>
                </a:ext>
              </a:extLst>
            </p:cNvPr>
            <p:cNvSpPr/>
            <p:nvPr/>
          </p:nvSpPr>
          <p:spPr>
            <a:xfrm>
              <a:off x="-5971525" y="3308400"/>
              <a:ext cx="292250" cy="256000"/>
            </a:xfrm>
            <a:custGeom>
              <a:avLst/>
              <a:gdLst/>
              <a:ahLst/>
              <a:cxnLst/>
              <a:rect l="l" t="t" r="r" b="b"/>
              <a:pathLst>
                <a:path w="11690" h="10240" extrusionOk="0">
                  <a:moveTo>
                    <a:pt x="2049" y="1"/>
                  </a:moveTo>
                  <a:cubicBezTo>
                    <a:pt x="1324" y="1"/>
                    <a:pt x="694" y="599"/>
                    <a:pt x="694" y="1355"/>
                  </a:cubicBezTo>
                  <a:cubicBezTo>
                    <a:pt x="694" y="1733"/>
                    <a:pt x="852" y="2080"/>
                    <a:pt x="1072" y="2300"/>
                  </a:cubicBezTo>
                  <a:cubicBezTo>
                    <a:pt x="442" y="2647"/>
                    <a:pt x="1" y="3340"/>
                    <a:pt x="1" y="4096"/>
                  </a:cubicBezTo>
                  <a:lnTo>
                    <a:pt x="1" y="5766"/>
                  </a:lnTo>
                  <a:cubicBezTo>
                    <a:pt x="1" y="6207"/>
                    <a:pt x="284" y="6617"/>
                    <a:pt x="694" y="6774"/>
                  </a:cubicBezTo>
                  <a:lnTo>
                    <a:pt x="694" y="8538"/>
                  </a:lnTo>
                  <a:cubicBezTo>
                    <a:pt x="694" y="9074"/>
                    <a:pt x="1167" y="9546"/>
                    <a:pt x="1702" y="9546"/>
                  </a:cubicBezTo>
                  <a:lnTo>
                    <a:pt x="2364" y="9546"/>
                  </a:lnTo>
                  <a:cubicBezTo>
                    <a:pt x="2931" y="9546"/>
                    <a:pt x="3403" y="9074"/>
                    <a:pt x="3403" y="8538"/>
                  </a:cubicBezTo>
                  <a:lnTo>
                    <a:pt x="3403" y="6774"/>
                  </a:lnTo>
                  <a:cubicBezTo>
                    <a:pt x="3529" y="6711"/>
                    <a:pt x="3624" y="6648"/>
                    <a:pt x="3750" y="6522"/>
                  </a:cubicBezTo>
                  <a:cubicBezTo>
                    <a:pt x="3876" y="6585"/>
                    <a:pt x="3939" y="6680"/>
                    <a:pt x="4097" y="6774"/>
                  </a:cubicBezTo>
                  <a:lnTo>
                    <a:pt x="4097" y="9200"/>
                  </a:lnTo>
                  <a:cubicBezTo>
                    <a:pt x="4097" y="9735"/>
                    <a:pt x="4569" y="10240"/>
                    <a:pt x="5136" y="10240"/>
                  </a:cubicBezTo>
                  <a:lnTo>
                    <a:pt x="6522" y="10240"/>
                  </a:lnTo>
                  <a:cubicBezTo>
                    <a:pt x="7058" y="10240"/>
                    <a:pt x="7562" y="9767"/>
                    <a:pt x="7562" y="9200"/>
                  </a:cubicBezTo>
                  <a:lnTo>
                    <a:pt x="7562" y="6774"/>
                  </a:lnTo>
                  <a:cubicBezTo>
                    <a:pt x="7688" y="6711"/>
                    <a:pt x="7814" y="6648"/>
                    <a:pt x="7940" y="6522"/>
                  </a:cubicBezTo>
                  <a:cubicBezTo>
                    <a:pt x="8035" y="6585"/>
                    <a:pt x="8129" y="6680"/>
                    <a:pt x="8287" y="6774"/>
                  </a:cubicBezTo>
                  <a:lnTo>
                    <a:pt x="8287" y="8538"/>
                  </a:lnTo>
                  <a:cubicBezTo>
                    <a:pt x="8287" y="9074"/>
                    <a:pt x="8759" y="9546"/>
                    <a:pt x="9295" y="9546"/>
                  </a:cubicBezTo>
                  <a:lnTo>
                    <a:pt x="9988" y="9546"/>
                  </a:lnTo>
                  <a:cubicBezTo>
                    <a:pt x="10524" y="9546"/>
                    <a:pt x="10996" y="9074"/>
                    <a:pt x="10996" y="8538"/>
                  </a:cubicBezTo>
                  <a:lnTo>
                    <a:pt x="10996" y="6774"/>
                  </a:lnTo>
                  <a:cubicBezTo>
                    <a:pt x="11406" y="6617"/>
                    <a:pt x="11658" y="6238"/>
                    <a:pt x="11658" y="5766"/>
                  </a:cubicBezTo>
                  <a:lnTo>
                    <a:pt x="11658" y="4096"/>
                  </a:lnTo>
                  <a:cubicBezTo>
                    <a:pt x="11689" y="3340"/>
                    <a:pt x="11280" y="2678"/>
                    <a:pt x="10650" y="2300"/>
                  </a:cubicBezTo>
                  <a:cubicBezTo>
                    <a:pt x="10870" y="2080"/>
                    <a:pt x="11028" y="1733"/>
                    <a:pt x="11028" y="1355"/>
                  </a:cubicBezTo>
                  <a:cubicBezTo>
                    <a:pt x="11028" y="599"/>
                    <a:pt x="10398" y="1"/>
                    <a:pt x="9641" y="1"/>
                  </a:cubicBezTo>
                  <a:cubicBezTo>
                    <a:pt x="8917" y="1"/>
                    <a:pt x="8287" y="599"/>
                    <a:pt x="8287" y="1355"/>
                  </a:cubicBezTo>
                  <a:cubicBezTo>
                    <a:pt x="8287" y="1733"/>
                    <a:pt x="8444" y="2080"/>
                    <a:pt x="8665" y="2300"/>
                  </a:cubicBezTo>
                  <a:cubicBezTo>
                    <a:pt x="8444" y="2426"/>
                    <a:pt x="8224" y="2584"/>
                    <a:pt x="8066" y="2773"/>
                  </a:cubicBezTo>
                  <a:cubicBezTo>
                    <a:pt x="7972" y="2521"/>
                    <a:pt x="7751" y="2237"/>
                    <a:pt x="7562" y="2017"/>
                  </a:cubicBezTo>
                  <a:cubicBezTo>
                    <a:pt x="7216" y="2395"/>
                    <a:pt x="6743" y="2584"/>
                    <a:pt x="6239" y="2647"/>
                  </a:cubicBezTo>
                  <a:lnTo>
                    <a:pt x="6239" y="4380"/>
                  </a:lnTo>
                  <a:cubicBezTo>
                    <a:pt x="6239" y="4604"/>
                    <a:pt x="6043" y="4722"/>
                    <a:pt x="5851" y="4722"/>
                  </a:cubicBezTo>
                  <a:cubicBezTo>
                    <a:pt x="5665" y="4722"/>
                    <a:pt x="5483" y="4612"/>
                    <a:pt x="5483" y="4380"/>
                  </a:cubicBezTo>
                  <a:lnTo>
                    <a:pt x="5483" y="2647"/>
                  </a:lnTo>
                  <a:cubicBezTo>
                    <a:pt x="4979" y="2584"/>
                    <a:pt x="4506" y="2332"/>
                    <a:pt x="4160" y="2017"/>
                  </a:cubicBezTo>
                  <a:cubicBezTo>
                    <a:pt x="3908" y="2237"/>
                    <a:pt x="3750" y="2521"/>
                    <a:pt x="3624" y="2773"/>
                  </a:cubicBezTo>
                  <a:cubicBezTo>
                    <a:pt x="3466" y="2584"/>
                    <a:pt x="3277" y="2426"/>
                    <a:pt x="3057" y="2300"/>
                  </a:cubicBezTo>
                  <a:cubicBezTo>
                    <a:pt x="3277" y="2080"/>
                    <a:pt x="3435" y="1733"/>
                    <a:pt x="3435" y="1355"/>
                  </a:cubicBezTo>
                  <a:cubicBezTo>
                    <a:pt x="3435" y="599"/>
                    <a:pt x="2805" y="1"/>
                    <a:pt x="204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2" name="Google Shape;10857;p73">
            <a:extLst>
              <a:ext uri="{FF2B5EF4-FFF2-40B4-BE49-F238E27FC236}">
                <a16:creationId xmlns:a16="http://schemas.microsoft.com/office/drawing/2014/main" id="{DAA9FC93-AA6A-474F-47FE-AEDBA09BA112}"/>
              </a:ext>
            </a:extLst>
          </p:cNvPr>
          <p:cNvGrpSpPr/>
          <p:nvPr/>
        </p:nvGrpSpPr>
        <p:grpSpPr>
          <a:xfrm>
            <a:off x="3622149" y="8974834"/>
            <a:ext cx="876331" cy="856548"/>
            <a:chOff x="-5974675" y="3632100"/>
            <a:chExt cx="300125" cy="293350"/>
          </a:xfrm>
          <a:solidFill>
            <a:srgbClr val="555559"/>
          </a:solidFill>
        </p:grpSpPr>
        <p:sp>
          <p:nvSpPr>
            <p:cNvPr id="2393" name="Google Shape;10858;p73">
              <a:extLst>
                <a:ext uri="{FF2B5EF4-FFF2-40B4-BE49-F238E27FC236}">
                  <a16:creationId xmlns:a16="http://schemas.microsoft.com/office/drawing/2014/main" id="{8D70F50B-0EB3-7DD0-E0A4-3722B1F4652B}"/>
                </a:ext>
              </a:extLst>
            </p:cNvPr>
            <p:cNvSpPr/>
            <p:nvPr/>
          </p:nvSpPr>
          <p:spPr>
            <a:xfrm>
              <a:off x="-5974675" y="3701875"/>
              <a:ext cx="141025" cy="221650"/>
            </a:xfrm>
            <a:custGeom>
              <a:avLst/>
              <a:gdLst/>
              <a:ahLst/>
              <a:cxnLst/>
              <a:rect l="l" t="t" r="r" b="b"/>
              <a:pathLst>
                <a:path w="5641" h="8866" extrusionOk="0">
                  <a:moveTo>
                    <a:pt x="540" y="1"/>
                  </a:moveTo>
                  <a:cubicBezTo>
                    <a:pt x="331" y="1"/>
                    <a:pt x="123" y="188"/>
                    <a:pt x="221" y="423"/>
                  </a:cubicBezTo>
                  <a:lnTo>
                    <a:pt x="568" y="1526"/>
                  </a:lnTo>
                  <a:cubicBezTo>
                    <a:pt x="788" y="2251"/>
                    <a:pt x="1419" y="2723"/>
                    <a:pt x="2175" y="2723"/>
                  </a:cubicBezTo>
                  <a:lnTo>
                    <a:pt x="2899" y="2723"/>
                  </a:lnTo>
                  <a:lnTo>
                    <a:pt x="2899" y="4110"/>
                  </a:lnTo>
                  <a:lnTo>
                    <a:pt x="473" y="4110"/>
                  </a:lnTo>
                  <a:cubicBezTo>
                    <a:pt x="64" y="4110"/>
                    <a:pt x="1" y="4771"/>
                    <a:pt x="473" y="4771"/>
                  </a:cubicBezTo>
                  <a:lnTo>
                    <a:pt x="2899" y="4771"/>
                  </a:lnTo>
                  <a:lnTo>
                    <a:pt x="2899" y="5779"/>
                  </a:lnTo>
                  <a:cubicBezTo>
                    <a:pt x="2899" y="5905"/>
                    <a:pt x="2899" y="6031"/>
                    <a:pt x="2931" y="6126"/>
                  </a:cubicBezTo>
                  <a:lnTo>
                    <a:pt x="2175" y="6126"/>
                  </a:lnTo>
                  <a:cubicBezTo>
                    <a:pt x="1419" y="6126"/>
                    <a:pt x="788" y="6598"/>
                    <a:pt x="568" y="7323"/>
                  </a:cubicBezTo>
                  <a:lnTo>
                    <a:pt x="221" y="8426"/>
                  </a:lnTo>
                  <a:cubicBezTo>
                    <a:pt x="126" y="8691"/>
                    <a:pt x="329" y="8866"/>
                    <a:pt x="533" y="8866"/>
                  </a:cubicBezTo>
                  <a:cubicBezTo>
                    <a:pt x="667" y="8866"/>
                    <a:pt x="801" y="8790"/>
                    <a:pt x="852" y="8615"/>
                  </a:cubicBezTo>
                  <a:lnTo>
                    <a:pt x="1198" y="7512"/>
                  </a:lnTo>
                  <a:cubicBezTo>
                    <a:pt x="1356" y="7071"/>
                    <a:pt x="1734" y="6819"/>
                    <a:pt x="2175" y="6819"/>
                  </a:cubicBezTo>
                  <a:lnTo>
                    <a:pt x="3088" y="6819"/>
                  </a:lnTo>
                  <a:cubicBezTo>
                    <a:pt x="3466" y="7922"/>
                    <a:pt x="4475" y="8709"/>
                    <a:pt x="5640" y="8835"/>
                  </a:cubicBezTo>
                  <a:lnTo>
                    <a:pt x="5640" y="613"/>
                  </a:lnTo>
                  <a:lnTo>
                    <a:pt x="3939" y="613"/>
                  </a:lnTo>
                  <a:cubicBezTo>
                    <a:pt x="3372" y="676"/>
                    <a:pt x="2899" y="1148"/>
                    <a:pt x="2899" y="1684"/>
                  </a:cubicBezTo>
                  <a:lnTo>
                    <a:pt x="2899" y="2062"/>
                  </a:lnTo>
                  <a:lnTo>
                    <a:pt x="2175" y="2062"/>
                  </a:lnTo>
                  <a:cubicBezTo>
                    <a:pt x="1734" y="2062"/>
                    <a:pt x="1356" y="1778"/>
                    <a:pt x="1198" y="1337"/>
                  </a:cubicBezTo>
                  <a:lnTo>
                    <a:pt x="852" y="234"/>
                  </a:lnTo>
                  <a:cubicBezTo>
                    <a:pt x="792" y="69"/>
                    <a:pt x="666" y="1"/>
                    <a:pt x="54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10859;p73">
              <a:extLst>
                <a:ext uri="{FF2B5EF4-FFF2-40B4-BE49-F238E27FC236}">
                  <a16:creationId xmlns:a16="http://schemas.microsoft.com/office/drawing/2014/main" id="{A82AE9FA-2453-F143-2505-C39CA3B2AB7A}"/>
                </a:ext>
              </a:extLst>
            </p:cNvPr>
            <p:cNvSpPr/>
            <p:nvPr/>
          </p:nvSpPr>
          <p:spPr>
            <a:xfrm>
              <a:off x="-5880150" y="3632100"/>
              <a:ext cx="108725" cy="68550"/>
            </a:xfrm>
            <a:custGeom>
              <a:avLst/>
              <a:gdLst/>
              <a:ahLst/>
              <a:cxnLst/>
              <a:rect l="l" t="t" r="r" b="b"/>
              <a:pathLst>
                <a:path w="4349" h="2742" extrusionOk="0">
                  <a:moveTo>
                    <a:pt x="788" y="1"/>
                  </a:moveTo>
                  <a:cubicBezTo>
                    <a:pt x="599" y="1"/>
                    <a:pt x="442" y="159"/>
                    <a:pt x="442" y="348"/>
                  </a:cubicBezTo>
                  <a:lnTo>
                    <a:pt x="442" y="1009"/>
                  </a:lnTo>
                  <a:cubicBezTo>
                    <a:pt x="442" y="1324"/>
                    <a:pt x="599" y="1608"/>
                    <a:pt x="788" y="1797"/>
                  </a:cubicBezTo>
                  <a:cubicBezTo>
                    <a:pt x="442" y="2049"/>
                    <a:pt x="158" y="2364"/>
                    <a:pt x="0" y="2742"/>
                  </a:cubicBezTo>
                  <a:lnTo>
                    <a:pt x="4348" y="2742"/>
                  </a:lnTo>
                  <a:cubicBezTo>
                    <a:pt x="4159" y="2364"/>
                    <a:pt x="3876" y="2049"/>
                    <a:pt x="3561" y="1797"/>
                  </a:cubicBezTo>
                  <a:cubicBezTo>
                    <a:pt x="3813" y="1608"/>
                    <a:pt x="3907" y="1324"/>
                    <a:pt x="3907" y="1009"/>
                  </a:cubicBezTo>
                  <a:lnTo>
                    <a:pt x="3907" y="348"/>
                  </a:lnTo>
                  <a:cubicBezTo>
                    <a:pt x="3907" y="123"/>
                    <a:pt x="3736" y="5"/>
                    <a:pt x="3568" y="5"/>
                  </a:cubicBezTo>
                  <a:cubicBezTo>
                    <a:pt x="3405" y="5"/>
                    <a:pt x="3245" y="115"/>
                    <a:pt x="3245" y="348"/>
                  </a:cubicBezTo>
                  <a:lnTo>
                    <a:pt x="3245" y="1009"/>
                  </a:lnTo>
                  <a:cubicBezTo>
                    <a:pt x="3245" y="1230"/>
                    <a:pt x="3088" y="1387"/>
                    <a:pt x="2899" y="1387"/>
                  </a:cubicBezTo>
                  <a:lnTo>
                    <a:pt x="1513" y="1387"/>
                  </a:lnTo>
                  <a:cubicBezTo>
                    <a:pt x="1324" y="1387"/>
                    <a:pt x="1166" y="1230"/>
                    <a:pt x="1166" y="1009"/>
                  </a:cubicBezTo>
                  <a:lnTo>
                    <a:pt x="1166" y="348"/>
                  </a:lnTo>
                  <a:cubicBezTo>
                    <a:pt x="1166" y="159"/>
                    <a:pt x="1009" y="1"/>
                    <a:pt x="78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10860;p73">
              <a:extLst>
                <a:ext uri="{FF2B5EF4-FFF2-40B4-BE49-F238E27FC236}">
                  <a16:creationId xmlns:a16="http://schemas.microsoft.com/office/drawing/2014/main" id="{F290569B-DA64-5279-F56C-378A85317042}"/>
                </a:ext>
              </a:extLst>
            </p:cNvPr>
            <p:cNvSpPr/>
            <p:nvPr/>
          </p:nvSpPr>
          <p:spPr>
            <a:xfrm>
              <a:off x="-5814775" y="3702500"/>
              <a:ext cx="140225" cy="222950"/>
            </a:xfrm>
            <a:custGeom>
              <a:avLst/>
              <a:gdLst/>
              <a:ahLst/>
              <a:cxnLst/>
              <a:rect l="l" t="t" r="r" b="b"/>
              <a:pathLst>
                <a:path w="5609" h="8918" extrusionOk="0">
                  <a:moveTo>
                    <a:pt x="5092" y="1"/>
                  </a:moveTo>
                  <a:cubicBezTo>
                    <a:pt x="4964" y="1"/>
                    <a:pt x="4837" y="72"/>
                    <a:pt x="4789" y="241"/>
                  </a:cubicBezTo>
                  <a:lnTo>
                    <a:pt x="4443" y="1344"/>
                  </a:lnTo>
                  <a:cubicBezTo>
                    <a:pt x="4285" y="1785"/>
                    <a:pt x="3907" y="2068"/>
                    <a:pt x="3466" y="2068"/>
                  </a:cubicBezTo>
                  <a:lnTo>
                    <a:pt x="2710" y="2068"/>
                  </a:lnTo>
                  <a:lnTo>
                    <a:pt x="2710" y="1722"/>
                  </a:lnTo>
                  <a:cubicBezTo>
                    <a:pt x="2710" y="1155"/>
                    <a:pt x="2237" y="682"/>
                    <a:pt x="1702" y="682"/>
                  </a:cubicBezTo>
                  <a:lnTo>
                    <a:pt x="0" y="682"/>
                  </a:lnTo>
                  <a:lnTo>
                    <a:pt x="0" y="8873"/>
                  </a:lnTo>
                  <a:cubicBezTo>
                    <a:pt x="1198" y="8747"/>
                    <a:pt x="2174" y="7928"/>
                    <a:pt x="2552" y="6857"/>
                  </a:cubicBezTo>
                  <a:lnTo>
                    <a:pt x="3466" y="6857"/>
                  </a:lnTo>
                  <a:cubicBezTo>
                    <a:pt x="3907" y="6857"/>
                    <a:pt x="4285" y="7140"/>
                    <a:pt x="4443" y="7582"/>
                  </a:cubicBezTo>
                  <a:lnTo>
                    <a:pt x="4789" y="8684"/>
                  </a:lnTo>
                  <a:cubicBezTo>
                    <a:pt x="4848" y="8850"/>
                    <a:pt x="4974" y="8918"/>
                    <a:pt x="5100" y="8918"/>
                  </a:cubicBezTo>
                  <a:cubicBezTo>
                    <a:pt x="5309" y="8918"/>
                    <a:pt x="5518" y="8731"/>
                    <a:pt x="5419" y="8495"/>
                  </a:cubicBezTo>
                  <a:lnTo>
                    <a:pt x="5041" y="7298"/>
                  </a:lnTo>
                  <a:cubicBezTo>
                    <a:pt x="4789" y="6573"/>
                    <a:pt x="4159" y="6101"/>
                    <a:pt x="3434" y="6101"/>
                  </a:cubicBezTo>
                  <a:lnTo>
                    <a:pt x="2678" y="6101"/>
                  </a:lnTo>
                  <a:cubicBezTo>
                    <a:pt x="2678" y="6006"/>
                    <a:pt x="2710" y="5880"/>
                    <a:pt x="2710" y="5754"/>
                  </a:cubicBezTo>
                  <a:lnTo>
                    <a:pt x="2710" y="4778"/>
                  </a:lnTo>
                  <a:lnTo>
                    <a:pt x="5136" y="4778"/>
                  </a:lnTo>
                  <a:cubicBezTo>
                    <a:pt x="5545" y="4778"/>
                    <a:pt x="5608" y="4116"/>
                    <a:pt x="5136" y="4116"/>
                  </a:cubicBezTo>
                  <a:lnTo>
                    <a:pt x="2710" y="4116"/>
                  </a:lnTo>
                  <a:lnTo>
                    <a:pt x="2710" y="2730"/>
                  </a:lnTo>
                  <a:lnTo>
                    <a:pt x="3466" y="2730"/>
                  </a:lnTo>
                  <a:cubicBezTo>
                    <a:pt x="4222" y="2730"/>
                    <a:pt x="4852" y="2257"/>
                    <a:pt x="5073" y="1564"/>
                  </a:cubicBezTo>
                  <a:lnTo>
                    <a:pt x="5419" y="461"/>
                  </a:lnTo>
                  <a:cubicBezTo>
                    <a:pt x="5517" y="189"/>
                    <a:pt x="5301" y="1"/>
                    <a:pt x="50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6" name="Google Shape;10861;p73">
            <a:extLst>
              <a:ext uri="{FF2B5EF4-FFF2-40B4-BE49-F238E27FC236}">
                <a16:creationId xmlns:a16="http://schemas.microsoft.com/office/drawing/2014/main" id="{FD3FB29A-9A20-96D6-2005-5A74F04D02AA}"/>
              </a:ext>
            </a:extLst>
          </p:cNvPr>
          <p:cNvGrpSpPr/>
          <p:nvPr/>
        </p:nvGrpSpPr>
        <p:grpSpPr>
          <a:xfrm>
            <a:off x="3683067" y="10093933"/>
            <a:ext cx="802750" cy="855599"/>
            <a:chOff x="-5971525" y="3990475"/>
            <a:chExt cx="274925" cy="293025"/>
          </a:xfrm>
          <a:solidFill>
            <a:srgbClr val="555559"/>
          </a:solidFill>
        </p:grpSpPr>
        <p:sp>
          <p:nvSpPr>
            <p:cNvPr id="2397" name="Google Shape;10862;p73">
              <a:extLst>
                <a:ext uri="{FF2B5EF4-FFF2-40B4-BE49-F238E27FC236}">
                  <a16:creationId xmlns:a16="http://schemas.microsoft.com/office/drawing/2014/main" id="{F1C05D23-482A-D65F-B31B-52DF474B00DE}"/>
                </a:ext>
              </a:extLst>
            </p:cNvPr>
            <p:cNvSpPr/>
            <p:nvPr/>
          </p:nvSpPr>
          <p:spPr>
            <a:xfrm>
              <a:off x="-5851000" y="4061375"/>
              <a:ext cx="102400" cy="33875"/>
            </a:xfrm>
            <a:custGeom>
              <a:avLst/>
              <a:gdLst/>
              <a:ahLst/>
              <a:cxnLst/>
              <a:rect l="l" t="t" r="r" b="b"/>
              <a:pathLst>
                <a:path w="4096" h="1355" extrusionOk="0">
                  <a:moveTo>
                    <a:pt x="0" y="0"/>
                  </a:moveTo>
                  <a:lnTo>
                    <a:pt x="0" y="1355"/>
                  </a:lnTo>
                  <a:lnTo>
                    <a:pt x="4096" y="1355"/>
                  </a:lnTo>
                  <a:lnTo>
                    <a:pt x="4096"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10863;p73">
              <a:extLst>
                <a:ext uri="{FF2B5EF4-FFF2-40B4-BE49-F238E27FC236}">
                  <a16:creationId xmlns:a16="http://schemas.microsoft.com/office/drawing/2014/main" id="{2BBCEE05-E988-E196-1635-8D9B46EAFC5B}"/>
                </a:ext>
              </a:extLst>
            </p:cNvPr>
            <p:cNvSpPr/>
            <p:nvPr/>
          </p:nvSpPr>
          <p:spPr>
            <a:xfrm>
              <a:off x="-5971525" y="3990475"/>
              <a:ext cx="69350" cy="275700"/>
            </a:xfrm>
            <a:custGeom>
              <a:avLst/>
              <a:gdLst/>
              <a:ahLst/>
              <a:cxnLst/>
              <a:rect l="l" t="t" r="r" b="b"/>
              <a:pathLst>
                <a:path w="2774" h="11028" extrusionOk="0">
                  <a:moveTo>
                    <a:pt x="1041" y="1"/>
                  </a:moveTo>
                  <a:lnTo>
                    <a:pt x="1041" y="32"/>
                  </a:lnTo>
                  <a:cubicBezTo>
                    <a:pt x="473" y="32"/>
                    <a:pt x="1" y="505"/>
                    <a:pt x="1" y="1072"/>
                  </a:cubicBezTo>
                  <a:lnTo>
                    <a:pt x="1" y="9988"/>
                  </a:lnTo>
                  <a:cubicBezTo>
                    <a:pt x="1" y="10555"/>
                    <a:pt x="473" y="11027"/>
                    <a:pt x="1041" y="11027"/>
                  </a:cubicBezTo>
                  <a:lnTo>
                    <a:pt x="2395" y="11027"/>
                  </a:lnTo>
                  <a:cubicBezTo>
                    <a:pt x="2521" y="11027"/>
                    <a:pt x="2647" y="10996"/>
                    <a:pt x="2773" y="10933"/>
                  </a:cubicBezTo>
                  <a:lnTo>
                    <a:pt x="2773" y="64"/>
                  </a:lnTo>
                  <a:cubicBezTo>
                    <a:pt x="2647" y="32"/>
                    <a:pt x="2521" y="1"/>
                    <a:pt x="239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10864;p73">
              <a:extLst>
                <a:ext uri="{FF2B5EF4-FFF2-40B4-BE49-F238E27FC236}">
                  <a16:creationId xmlns:a16="http://schemas.microsoft.com/office/drawing/2014/main" id="{E5DA3A8E-CE52-2355-07B1-BB2965AD8ACA}"/>
                </a:ext>
              </a:extLst>
            </p:cNvPr>
            <p:cNvSpPr/>
            <p:nvPr/>
          </p:nvSpPr>
          <p:spPr>
            <a:xfrm>
              <a:off x="-5851000" y="4214950"/>
              <a:ext cx="103200" cy="68550"/>
            </a:xfrm>
            <a:custGeom>
              <a:avLst/>
              <a:gdLst/>
              <a:ahLst/>
              <a:cxnLst/>
              <a:rect l="l" t="t" r="r" b="b"/>
              <a:pathLst>
                <a:path w="4128" h="2742" extrusionOk="0">
                  <a:moveTo>
                    <a:pt x="3056" y="694"/>
                  </a:moveTo>
                  <a:cubicBezTo>
                    <a:pt x="3277" y="694"/>
                    <a:pt x="3434" y="851"/>
                    <a:pt x="3434" y="1072"/>
                  </a:cubicBezTo>
                  <a:cubicBezTo>
                    <a:pt x="3434" y="1261"/>
                    <a:pt x="3277" y="1418"/>
                    <a:pt x="3056" y="1418"/>
                  </a:cubicBezTo>
                  <a:lnTo>
                    <a:pt x="1008" y="1418"/>
                  </a:lnTo>
                  <a:cubicBezTo>
                    <a:pt x="819" y="1418"/>
                    <a:pt x="662" y="1261"/>
                    <a:pt x="662" y="1072"/>
                  </a:cubicBezTo>
                  <a:cubicBezTo>
                    <a:pt x="662" y="851"/>
                    <a:pt x="819" y="694"/>
                    <a:pt x="1008" y="694"/>
                  </a:cubicBezTo>
                  <a:close/>
                  <a:moveTo>
                    <a:pt x="32" y="1"/>
                  </a:moveTo>
                  <a:lnTo>
                    <a:pt x="32" y="2395"/>
                  </a:lnTo>
                  <a:lnTo>
                    <a:pt x="0" y="2395"/>
                  </a:lnTo>
                  <a:cubicBezTo>
                    <a:pt x="0" y="2584"/>
                    <a:pt x="158" y="2741"/>
                    <a:pt x="347" y="2741"/>
                  </a:cubicBezTo>
                  <a:lnTo>
                    <a:pt x="3781" y="2741"/>
                  </a:lnTo>
                  <a:cubicBezTo>
                    <a:pt x="3970" y="2741"/>
                    <a:pt x="4127" y="2584"/>
                    <a:pt x="4127" y="2395"/>
                  </a:cubicBezTo>
                  <a:lnTo>
                    <a:pt x="4127"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10865;p73">
              <a:extLst>
                <a:ext uri="{FF2B5EF4-FFF2-40B4-BE49-F238E27FC236}">
                  <a16:creationId xmlns:a16="http://schemas.microsoft.com/office/drawing/2014/main" id="{37F7ABC7-5D3E-9C3F-6389-CB3DECF4A60A}"/>
                </a:ext>
              </a:extLst>
            </p:cNvPr>
            <p:cNvSpPr/>
            <p:nvPr/>
          </p:nvSpPr>
          <p:spPr>
            <a:xfrm>
              <a:off x="-5885675" y="4010175"/>
              <a:ext cx="189075" cy="239450"/>
            </a:xfrm>
            <a:custGeom>
              <a:avLst/>
              <a:gdLst/>
              <a:ahLst/>
              <a:cxnLst/>
              <a:rect l="l" t="t" r="r" b="b"/>
              <a:pathLst>
                <a:path w="7563" h="9578" extrusionOk="0">
                  <a:moveTo>
                    <a:pt x="5829" y="1323"/>
                  </a:moveTo>
                  <a:cubicBezTo>
                    <a:pt x="6018" y="1323"/>
                    <a:pt x="6176" y="1481"/>
                    <a:pt x="6176" y="1702"/>
                  </a:cubicBezTo>
                  <a:lnTo>
                    <a:pt x="6176" y="3749"/>
                  </a:lnTo>
                  <a:cubicBezTo>
                    <a:pt x="6176" y="3938"/>
                    <a:pt x="6018" y="4096"/>
                    <a:pt x="5829" y="4096"/>
                  </a:cubicBezTo>
                  <a:lnTo>
                    <a:pt x="1009" y="4096"/>
                  </a:lnTo>
                  <a:cubicBezTo>
                    <a:pt x="820" y="4096"/>
                    <a:pt x="663" y="3938"/>
                    <a:pt x="663" y="3749"/>
                  </a:cubicBezTo>
                  <a:lnTo>
                    <a:pt x="663" y="1702"/>
                  </a:lnTo>
                  <a:cubicBezTo>
                    <a:pt x="663" y="1481"/>
                    <a:pt x="820" y="1323"/>
                    <a:pt x="1009" y="1323"/>
                  </a:cubicBezTo>
                  <a:close/>
                  <a:moveTo>
                    <a:pt x="1734" y="4789"/>
                  </a:moveTo>
                  <a:cubicBezTo>
                    <a:pt x="2175" y="4789"/>
                    <a:pt x="2175" y="5482"/>
                    <a:pt x="1734" y="5482"/>
                  </a:cubicBezTo>
                  <a:lnTo>
                    <a:pt x="1072" y="5482"/>
                  </a:lnTo>
                  <a:cubicBezTo>
                    <a:pt x="631" y="5482"/>
                    <a:pt x="600" y="4789"/>
                    <a:pt x="1072" y="4789"/>
                  </a:cubicBezTo>
                  <a:close/>
                  <a:moveTo>
                    <a:pt x="3782" y="4758"/>
                  </a:moveTo>
                  <a:cubicBezTo>
                    <a:pt x="4223" y="4789"/>
                    <a:pt x="4223" y="5482"/>
                    <a:pt x="3782" y="5482"/>
                  </a:cubicBezTo>
                  <a:lnTo>
                    <a:pt x="3120" y="5482"/>
                  </a:lnTo>
                  <a:cubicBezTo>
                    <a:pt x="2899" y="5482"/>
                    <a:pt x="2742" y="5325"/>
                    <a:pt x="2742" y="5104"/>
                  </a:cubicBezTo>
                  <a:cubicBezTo>
                    <a:pt x="2742" y="4915"/>
                    <a:pt x="2899" y="4758"/>
                    <a:pt x="3120" y="4758"/>
                  </a:cubicBezTo>
                  <a:close/>
                  <a:moveTo>
                    <a:pt x="5829" y="4789"/>
                  </a:moveTo>
                  <a:cubicBezTo>
                    <a:pt x="6270" y="4789"/>
                    <a:pt x="6302" y="5482"/>
                    <a:pt x="5829" y="5482"/>
                  </a:cubicBezTo>
                  <a:lnTo>
                    <a:pt x="5168" y="5482"/>
                  </a:lnTo>
                  <a:cubicBezTo>
                    <a:pt x="4727" y="5482"/>
                    <a:pt x="4695" y="4789"/>
                    <a:pt x="5168" y="4789"/>
                  </a:cubicBezTo>
                  <a:close/>
                  <a:moveTo>
                    <a:pt x="1762" y="6174"/>
                  </a:moveTo>
                  <a:cubicBezTo>
                    <a:pt x="2175" y="6174"/>
                    <a:pt x="2165" y="6837"/>
                    <a:pt x="1734" y="6837"/>
                  </a:cubicBezTo>
                  <a:lnTo>
                    <a:pt x="1072" y="6837"/>
                  </a:lnTo>
                  <a:cubicBezTo>
                    <a:pt x="631" y="6837"/>
                    <a:pt x="600" y="6175"/>
                    <a:pt x="1072" y="6175"/>
                  </a:cubicBezTo>
                  <a:lnTo>
                    <a:pt x="1734" y="6175"/>
                  </a:lnTo>
                  <a:cubicBezTo>
                    <a:pt x="1744" y="6175"/>
                    <a:pt x="1753" y="6174"/>
                    <a:pt x="1762" y="6174"/>
                  </a:cubicBezTo>
                  <a:close/>
                  <a:moveTo>
                    <a:pt x="3782" y="6144"/>
                  </a:moveTo>
                  <a:cubicBezTo>
                    <a:pt x="4223" y="6144"/>
                    <a:pt x="4223" y="6837"/>
                    <a:pt x="3782" y="6837"/>
                  </a:cubicBezTo>
                  <a:lnTo>
                    <a:pt x="3120" y="6837"/>
                  </a:lnTo>
                  <a:cubicBezTo>
                    <a:pt x="2899" y="6837"/>
                    <a:pt x="2742" y="6679"/>
                    <a:pt x="2742" y="6490"/>
                  </a:cubicBezTo>
                  <a:cubicBezTo>
                    <a:pt x="2742" y="6301"/>
                    <a:pt x="2899" y="6144"/>
                    <a:pt x="3120" y="6144"/>
                  </a:cubicBezTo>
                  <a:close/>
                  <a:moveTo>
                    <a:pt x="5858" y="6174"/>
                  </a:moveTo>
                  <a:cubicBezTo>
                    <a:pt x="6272" y="6174"/>
                    <a:pt x="6291" y="6837"/>
                    <a:pt x="5829" y="6837"/>
                  </a:cubicBezTo>
                  <a:lnTo>
                    <a:pt x="5168" y="6837"/>
                  </a:lnTo>
                  <a:cubicBezTo>
                    <a:pt x="4727" y="6837"/>
                    <a:pt x="4695" y="6175"/>
                    <a:pt x="5168" y="6175"/>
                  </a:cubicBezTo>
                  <a:lnTo>
                    <a:pt x="5829" y="6175"/>
                  </a:lnTo>
                  <a:cubicBezTo>
                    <a:pt x="5839" y="6175"/>
                    <a:pt x="5849" y="6174"/>
                    <a:pt x="5858" y="6174"/>
                  </a:cubicBezTo>
                  <a:close/>
                  <a:moveTo>
                    <a:pt x="1" y="0"/>
                  </a:moveTo>
                  <a:lnTo>
                    <a:pt x="1" y="9578"/>
                  </a:lnTo>
                  <a:lnTo>
                    <a:pt x="663" y="9578"/>
                  </a:lnTo>
                  <a:lnTo>
                    <a:pt x="663" y="7876"/>
                  </a:lnTo>
                  <a:cubicBezTo>
                    <a:pt x="663" y="7687"/>
                    <a:pt x="820" y="7530"/>
                    <a:pt x="1009" y="7530"/>
                  </a:cubicBezTo>
                  <a:lnTo>
                    <a:pt x="5829" y="7530"/>
                  </a:lnTo>
                  <a:cubicBezTo>
                    <a:pt x="6018" y="7530"/>
                    <a:pt x="6176" y="7687"/>
                    <a:pt x="6176" y="7876"/>
                  </a:cubicBezTo>
                  <a:lnTo>
                    <a:pt x="6176" y="9578"/>
                  </a:lnTo>
                  <a:lnTo>
                    <a:pt x="6522" y="9578"/>
                  </a:lnTo>
                  <a:cubicBezTo>
                    <a:pt x="7090" y="9578"/>
                    <a:pt x="7562" y="9105"/>
                    <a:pt x="7562" y="8538"/>
                  </a:cubicBezTo>
                  <a:lnTo>
                    <a:pt x="7562" y="1008"/>
                  </a:lnTo>
                  <a:cubicBezTo>
                    <a:pt x="7531" y="473"/>
                    <a:pt x="7090" y="0"/>
                    <a:pt x="64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01" name="Google Shape;10866;p73">
            <a:extLst>
              <a:ext uri="{FF2B5EF4-FFF2-40B4-BE49-F238E27FC236}">
                <a16:creationId xmlns:a16="http://schemas.microsoft.com/office/drawing/2014/main" id="{E6F5586D-ED05-AAC3-7B44-8815B6D9E7AB}"/>
              </a:ext>
            </a:extLst>
          </p:cNvPr>
          <p:cNvGrpSpPr/>
          <p:nvPr/>
        </p:nvGrpSpPr>
        <p:grpSpPr>
          <a:xfrm>
            <a:off x="9103893" y="7932468"/>
            <a:ext cx="853263" cy="848665"/>
            <a:chOff x="-4118225" y="3253275"/>
            <a:chExt cx="292225" cy="290650"/>
          </a:xfrm>
          <a:solidFill>
            <a:srgbClr val="555559"/>
          </a:solidFill>
        </p:grpSpPr>
        <p:sp>
          <p:nvSpPr>
            <p:cNvPr id="2402" name="Google Shape;10867;p73">
              <a:extLst>
                <a:ext uri="{FF2B5EF4-FFF2-40B4-BE49-F238E27FC236}">
                  <a16:creationId xmlns:a16="http://schemas.microsoft.com/office/drawing/2014/main" id="{6681F545-0DE7-E251-5281-A508376027E4}"/>
                </a:ext>
              </a:extLst>
            </p:cNvPr>
            <p:cNvSpPr/>
            <p:nvPr/>
          </p:nvSpPr>
          <p:spPr>
            <a:xfrm>
              <a:off x="-4118225" y="3287125"/>
              <a:ext cx="256725" cy="256800"/>
            </a:xfrm>
            <a:custGeom>
              <a:avLst/>
              <a:gdLst/>
              <a:ahLst/>
              <a:cxnLst/>
              <a:rect l="l" t="t" r="r" b="b"/>
              <a:pathLst>
                <a:path w="10269" h="10272" extrusionOk="0">
                  <a:moveTo>
                    <a:pt x="5104" y="1"/>
                  </a:moveTo>
                  <a:cubicBezTo>
                    <a:pt x="2268" y="1"/>
                    <a:pt x="0" y="2301"/>
                    <a:pt x="0" y="5136"/>
                  </a:cubicBezTo>
                  <a:cubicBezTo>
                    <a:pt x="0" y="7972"/>
                    <a:pt x="2268" y="10271"/>
                    <a:pt x="5104" y="10271"/>
                  </a:cubicBezTo>
                  <a:cubicBezTo>
                    <a:pt x="7939" y="10271"/>
                    <a:pt x="10239" y="8003"/>
                    <a:pt x="10239" y="5168"/>
                  </a:cubicBezTo>
                  <a:cubicBezTo>
                    <a:pt x="10268" y="4993"/>
                    <a:pt x="10108" y="4818"/>
                    <a:pt x="9910" y="4818"/>
                  </a:cubicBezTo>
                  <a:cubicBezTo>
                    <a:pt x="9894" y="4818"/>
                    <a:pt x="9877" y="4819"/>
                    <a:pt x="9861" y="4821"/>
                  </a:cubicBezTo>
                  <a:lnTo>
                    <a:pt x="5797" y="4821"/>
                  </a:lnTo>
                  <a:cubicBezTo>
                    <a:pt x="5639" y="4821"/>
                    <a:pt x="5450" y="4695"/>
                    <a:pt x="5450" y="4506"/>
                  </a:cubicBezTo>
                  <a:lnTo>
                    <a:pt x="5450" y="347"/>
                  </a:lnTo>
                  <a:cubicBezTo>
                    <a:pt x="5450" y="158"/>
                    <a:pt x="5324" y="1"/>
                    <a:pt x="510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10868;p73">
              <a:extLst>
                <a:ext uri="{FF2B5EF4-FFF2-40B4-BE49-F238E27FC236}">
                  <a16:creationId xmlns:a16="http://schemas.microsoft.com/office/drawing/2014/main" id="{CB150F84-7DB9-4D5A-14A3-ACBA23923C78}"/>
                </a:ext>
              </a:extLst>
            </p:cNvPr>
            <p:cNvSpPr/>
            <p:nvPr/>
          </p:nvSpPr>
          <p:spPr>
            <a:xfrm>
              <a:off x="-3963850" y="3253275"/>
              <a:ext cx="137850" cy="137850"/>
            </a:xfrm>
            <a:custGeom>
              <a:avLst/>
              <a:gdLst/>
              <a:ahLst/>
              <a:cxnLst/>
              <a:rect l="l" t="t" r="r" b="b"/>
              <a:pathLst>
                <a:path w="5514" h="5514" extrusionOk="0">
                  <a:moveTo>
                    <a:pt x="347" y="0"/>
                  </a:moveTo>
                  <a:cubicBezTo>
                    <a:pt x="158" y="0"/>
                    <a:pt x="0" y="158"/>
                    <a:pt x="0" y="347"/>
                  </a:cubicBezTo>
                  <a:lnTo>
                    <a:pt x="0" y="5135"/>
                  </a:lnTo>
                  <a:cubicBezTo>
                    <a:pt x="0" y="5356"/>
                    <a:pt x="158" y="5514"/>
                    <a:pt x="347" y="5514"/>
                  </a:cubicBezTo>
                  <a:lnTo>
                    <a:pt x="5167" y="5514"/>
                  </a:lnTo>
                  <a:cubicBezTo>
                    <a:pt x="5356" y="5514"/>
                    <a:pt x="5513" y="5356"/>
                    <a:pt x="5513" y="5135"/>
                  </a:cubicBezTo>
                  <a:cubicBezTo>
                    <a:pt x="5513" y="2269"/>
                    <a:pt x="3182"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04" name="Google Shape;10869;p73">
            <a:extLst>
              <a:ext uri="{FF2B5EF4-FFF2-40B4-BE49-F238E27FC236}">
                <a16:creationId xmlns:a16="http://schemas.microsoft.com/office/drawing/2014/main" id="{DBC2E576-0819-02CC-F090-D13BB6F9C5B1}"/>
              </a:ext>
            </a:extLst>
          </p:cNvPr>
          <p:cNvGrpSpPr/>
          <p:nvPr/>
        </p:nvGrpSpPr>
        <p:grpSpPr>
          <a:xfrm>
            <a:off x="9206201" y="8977059"/>
            <a:ext cx="648652" cy="852096"/>
            <a:chOff x="-4082800" y="3612425"/>
            <a:chExt cx="222150" cy="291825"/>
          </a:xfrm>
          <a:solidFill>
            <a:srgbClr val="555559"/>
          </a:solidFill>
        </p:grpSpPr>
        <p:sp>
          <p:nvSpPr>
            <p:cNvPr id="2405" name="Google Shape;10870;p73">
              <a:extLst>
                <a:ext uri="{FF2B5EF4-FFF2-40B4-BE49-F238E27FC236}">
                  <a16:creationId xmlns:a16="http://schemas.microsoft.com/office/drawing/2014/main" id="{EC1F65A9-6E75-811A-74FB-681087C882F4}"/>
                </a:ext>
              </a:extLst>
            </p:cNvPr>
            <p:cNvSpPr/>
            <p:nvPr/>
          </p:nvSpPr>
          <p:spPr>
            <a:xfrm>
              <a:off x="-4027650" y="3663625"/>
              <a:ext cx="112650" cy="119725"/>
            </a:xfrm>
            <a:custGeom>
              <a:avLst/>
              <a:gdLst/>
              <a:ahLst/>
              <a:cxnLst/>
              <a:rect l="l" t="t" r="r" b="b"/>
              <a:pathLst>
                <a:path w="4506" h="4789" extrusionOk="0">
                  <a:moveTo>
                    <a:pt x="2237" y="1355"/>
                  </a:moveTo>
                  <a:cubicBezTo>
                    <a:pt x="2773" y="1355"/>
                    <a:pt x="3245" y="1827"/>
                    <a:pt x="3245" y="2395"/>
                  </a:cubicBezTo>
                  <a:cubicBezTo>
                    <a:pt x="3308" y="2930"/>
                    <a:pt x="2836" y="3434"/>
                    <a:pt x="2237" y="3434"/>
                  </a:cubicBezTo>
                  <a:cubicBezTo>
                    <a:pt x="1670" y="3434"/>
                    <a:pt x="1197" y="2962"/>
                    <a:pt x="1197" y="2395"/>
                  </a:cubicBezTo>
                  <a:cubicBezTo>
                    <a:pt x="1197" y="1859"/>
                    <a:pt x="1670" y="1355"/>
                    <a:pt x="2237" y="1355"/>
                  </a:cubicBezTo>
                  <a:close/>
                  <a:moveTo>
                    <a:pt x="1922" y="0"/>
                  </a:moveTo>
                  <a:lnTo>
                    <a:pt x="1922" y="473"/>
                  </a:lnTo>
                  <a:cubicBezTo>
                    <a:pt x="1922" y="630"/>
                    <a:pt x="1827" y="725"/>
                    <a:pt x="1670" y="788"/>
                  </a:cubicBezTo>
                  <a:cubicBezTo>
                    <a:pt x="1481" y="851"/>
                    <a:pt x="1292" y="945"/>
                    <a:pt x="1134" y="1103"/>
                  </a:cubicBezTo>
                  <a:cubicBezTo>
                    <a:pt x="1055" y="1143"/>
                    <a:pt x="962" y="1183"/>
                    <a:pt x="873" y="1183"/>
                  </a:cubicBezTo>
                  <a:cubicBezTo>
                    <a:pt x="822" y="1183"/>
                    <a:pt x="771" y="1169"/>
                    <a:pt x="725" y="1134"/>
                  </a:cubicBezTo>
                  <a:lnTo>
                    <a:pt x="347" y="914"/>
                  </a:lnTo>
                  <a:lnTo>
                    <a:pt x="0" y="1481"/>
                  </a:lnTo>
                  <a:lnTo>
                    <a:pt x="378" y="1733"/>
                  </a:lnTo>
                  <a:cubicBezTo>
                    <a:pt x="504" y="1796"/>
                    <a:pt x="599" y="1922"/>
                    <a:pt x="536" y="2079"/>
                  </a:cubicBezTo>
                  <a:cubicBezTo>
                    <a:pt x="504" y="2332"/>
                    <a:pt x="504" y="2489"/>
                    <a:pt x="536" y="2710"/>
                  </a:cubicBezTo>
                  <a:cubicBezTo>
                    <a:pt x="599" y="2867"/>
                    <a:pt x="504" y="2993"/>
                    <a:pt x="378" y="3056"/>
                  </a:cubicBezTo>
                  <a:lnTo>
                    <a:pt x="0" y="3308"/>
                  </a:lnTo>
                  <a:lnTo>
                    <a:pt x="347" y="3907"/>
                  </a:lnTo>
                  <a:lnTo>
                    <a:pt x="725" y="3655"/>
                  </a:lnTo>
                  <a:cubicBezTo>
                    <a:pt x="773" y="3631"/>
                    <a:pt x="826" y="3620"/>
                    <a:pt x="879" y="3620"/>
                  </a:cubicBezTo>
                  <a:cubicBezTo>
                    <a:pt x="967" y="3620"/>
                    <a:pt x="1056" y="3647"/>
                    <a:pt x="1134" y="3686"/>
                  </a:cubicBezTo>
                  <a:cubicBezTo>
                    <a:pt x="1292" y="3812"/>
                    <a:pt x="1481" y="3938"/>
                    <a:pt x="1670" y="4001"/>
                  </a:cubicBezTo>
                  <a:cubicBezTo>
                    <a:pt x="1796" y="4064"/>
                    <a:pt x="1922" y="4222"/>
                    <a:pt x="1922" y="4316"/>
                  </a:cubicBezTo>
                  <a:lnTo>
                    <a:pt x="1922" y="4789"/>
                  </a:lnTo>
                  <a:lnTo>
                    <a:pt x="2584" y="4789"/>
                  </a:lnTo>
                  <a:lnTo>
                    <a:pt x="2584" y="4316"/>
                  </a:lnTo>
                  <a:cubicBezTo>
                    <a:pt x="2584" y="4159"/>
                    <a:pt x="2678" y="4064"/>
                    <a:pt x="2836" y="4001"/>
                  </a:cubicBezTo>
                  <a:cubicBezTo>
                    <a:pt x="3025" y="3938"/>
                    <a:pt x="3182" y="3844"/>
                    <a:pt x="3371" y="3686"/>
                  </a:cubicBezTo>
                  <a:cubicBezTo>
                    <a:pt x="3449" y="3647"/>
                    <a:pt x="3539" y="3620"/>
                    <a:pt x="3626" y="3620"/>
                  </a:cubicBezTo>
                  <a:cubicBezTo>
                    <a:pt x="3680" y="3620"/>
                    <a:pt x="3733" y="3631"/>
                    <a:pt x="3781" y="3655"/>
                  </a:cubicBezTo>
                  <a:lnTo>
                    <a:pt x="4159" y="3907"/>
                  </a:lnTo>
                  <a:lnTo>
                    <a:pt x="4505" y="3308"/>
                  </a:lnTo>
                  <a:lnTo>
                    <a:pt x="4127" y="3056"/>
                  </a:lnTo>
                  <a:cubicBezTo>
                    <a:pt x="4001" y="2993"/>
                    <a:pt x="3938" y="2867"/>
                    <a:pt x="3970" y="2710"/>
                  </a:cubicBezTo>
                  <a:cubicBezTo>
                    <a:pt x="4001" y="2489"/>
                    <a:pt x="4001" y="2332"/>
                    <a:pt x="3970" y="2079"/>
                  </a:cubicBezTo>
                  <a:cubicBezTo>
                    <a:pt x="3938" y="1922"/>
                    <a:pt x="4001" y="1796"/>
                    <a:pt x="4127" y="1733"/>
                  </a:cubicBezTo>
                  <a:lnTo>
                    <a:pt x="4505" y="1481"/>
                  </a:lnTo>
                  <a:lnTo>
                    <a:pt x="4159" y="914"/>
                  </a:lnTo>
                  <a:lnTo>
                    <a:pt x="3781" y="1134"/>
                  </a:lnTo>
                  <a:cubicBezTo>
                    <a:pt x="3734" y="1169"/>
                    <a:pt x="3684" y="1183"/>
                    <a:pt x="3632" y="1183"/>
                  </a:cubicBezTo>
                  <a:cubicBezTo>
                    <a:pt x="3543" y="1183"/>
                    <a:pt x="3451" y="1143"/>
                    <a:pt x="3371" y="1103"/>
                  </a:cubicBezTo>
                  <a:cubicBezTo>
                    <a:pt x="3214" y="977"/>
                    <a:pt x="3025" y="851"/>
                    <a:pt x="2836" y="788"/>
                  </a:cubicBezTo>
                  <a:cubicBezTo>
                    <a:pt x="2710" y="725"/>
                    <a:pt x="2584" y="567"/>
                    <a:pt x="2584" y="473"/>
                  </a:cubicBezTo>
                  <a:lnTo>
                    <a:pt x="2584"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10871;p73">
              <a:extLst>
                <a:ext uri="{FF2B5EF4-FFF2-40B4-BE49-F238E27FC236}">
                  <a16:creationId xmlns:a16="http://schemas.microsoft.com/office/drawing/2014/main" id="{8BC4B6D9-A759-9521-74CE-03E0568CD186}"/>
                </a:ext>
              </a:extLst>
            </p:cNvPr>
            <p:cNvSpPr/>
            <p:nvPr/>
          </p:nvSpPr>
          <p:spPr>
            <a:xfrm>
              <a:off x="-4082800" y="3612425"/>
              <a:ext cx="222150" cy="291825"/>
            </a:xfrm>
            <a:custGeom>
              <a:avLst/>
              <a:gdLst/>
              <a:ahLst/>
              <a:cxnLst/>
              <a:rect l="l" t="t" r="r" b="b"/>
              <a:pathLst>
                <a:path w="8886" h="11673" extrusionOk="0">
                  <a:moveTo>
                    <a:pt x="5168" y="1324"/>
                  </a:moveTo>
                  <a:cubicBezTo>
                    <a:pt x="5357" y="1324"/>
                    <a:pt x="5514" y="1481"/>
                    <a:pt x="5514" y="1702"/>
                  </a:cubicBezTo>
                  <a:lnTo>
                    <a:pt x="5514" y="2269"/>
                  </a:lnTo>
                  <a:cubicBezTo>
                    <a:pt x="5609" y="2332"/>
                    <a:pt x="5735" y="2395"/>
                    <a:pt x="5829" y="2489"/>
                  </a:cubicBezTo>
                  <a:lnTo>
                    <a:pt x="6333" y="2206"/>
                  </a:lnTo>
                  <a:cubicBezTo>
                    <a:pt x="6396" y="2174"/>
                    <a:pt x="6491" y="2174"/>
                    <a:pt x="6617" y="2174"/>
                  </a:cubicBezTo>
                  <a:cubicBezTo>
                    <a:pt x="6680" y="2206"/>
                    <a:pt x="6774" y="2237"/>
                    <a:pt x="6806" y="2300"/>
                  </a:cubicBezTo>
                  <a:lnTo>
                    <a:pt x="7467" y="3497"/>
                  </a:lnTo>
                  <a:cubicBezTo>
                    <a:pt x="7562" y="3655"/>
                    <a:pt x="7530" y="3844"/>
                    <a:pt x="7341" y="3970"/>
                  </a:cubicBezTo>
                  <a:lnTo>
                    <a:pt x="6837" y="4254"/>
                  </a:lnTo>
                  <a:cubicBezTo>
                    <a:pt x="6869" y="4380"/>
                    <a:pt x="6869" y="4474"/>
                    <a:pt x="6837" y="4632"/>
                  </a:cubicBezTo>
                  <a:lnTo>
                    <a:pt x="7341" y="4915"/>
                  </a:lnTo>
                  <a:cubicBezTo>
                    <a:pt x="7499" y="4978"/>
                    <a:pt x="7593" y="5230"/>
                    <a:pt x="7467" y="5388"/>
                  </a:cubicBezTo>
                  <a:lnTo>
                    <a:pt x="6806" y="6553"/>
                  </a:lnTo>
                  <a:cubicBezTo>
                    <a:pt x="6774" y="6648"/>
                    <a:pt x="6680" y="6679"/>
                    <a:pt x="6617" y="6711"/>
                  </a:cubicBezTo>
                  <a:cubicBezTo>
                    <a:pt x="6588" y="6730"/>
                    <a:pt x="6555" y="6738"/>
                    <a:pt x="6523" y="6738"/>
                  </a:cubicBezTo>
                  <a:cubicBezTo>
                    <a:pt x="6450" y="6738"/>
                    <a:pt x="6377" y="6701"/>
                    <a:pt x="6333" y="6679"/>
                  </a:cubicBezTo>
                  <a:lnTo>
                    <a:pt x="5829" y="6396"/>
                  </a:lnTo>
                  <a:cubicBezTo>
                    <a:pt x="5703" y="6490"/>
                    <a:pt x="5609" y="6522"/>
                    <a:pt x="5514" y="6616"/>
                  </a:cubicBezTo>
                  <a:lnTo>
                    <a:pt x="5514" y="7183"/>
                  </a:lnTo>
                  <a:cubicBezTo>
                    <a:pt x="5514" y="7404"/>
                    <a:pt x="5357" y="7562"/>
                    <a:pt x="5168" y="7562"/>
                  </a:cubicBezTo>
                  <a:lnTo>
                    <a:pt x="3781" y="7562"/>
                  </a:lnTo>
                  <a:cubicBezTo>
                    <a:pt x="3592" y="7562"/>
                    <a:pt x="3435" y="7404"/>
                    <a:pt x="3435" y="7183"/>
                  </a:cubicBezTo>
                  <a:lnTo>
                    <a:pt x="3435" y="6616"/>
                  </a:lnTo>
                  <a:cubicBezTo>
                    <a:pt x="3309" y="6553"/>
                    <a:pt x="3183" y="6490"/>
                    <a:pt x="3120" y="6396"/>
                  </a:cubicBezTo>
                  <a:lnTo>
                    <a:pt x="2584" y="6679"/>
                  </a:lnTo>
                  <a:cubicBezTo>
                    <a:pt x="2521" y="6711"/>
                    <a:pt x="2427" y="6711"/>
                    <a:pt x="2332" y="6711"/>
                  </a:cubicBezTo>
                  <a:cubicBezTo>
                    <a:pt x="2238" y="6679"/>
                    <a:pt x="2175" y="6648"/>
                    <a:pt x="2112" y="6553"/>
                  </a:cubicBezTo>
                  <a:lnTo>
                    <a:pt x="1450" y="5388"/>
                  </a:lnTo>
                  <a:cubicBezTo>
                    <a:pt x="1387" y="5230"/>
                    <a:pt x="1419" y="5041"/>
                    <a:pt x="1576" y="4915"/>
                  </a:cubicBezTo>
                  <a:lnTo>
                    <a:pt x="2080" y="4632"/>
                  </a:lnTo>
                  <a:lnTo>
                    <a:pt x="2080" y="4443"/>
                  </a:lnTo>
                  <a:lnTo>
                    <a:pt x="2080" y="4254"/>
                  </a:lnTo>
                  <a:lnTo>
                    <a:pt x="1576" y="3970"/>
                  </a:lnTo>
                  <a:cubicBezTo>
                    <a:pt x="1419" y="3907"/>
                    <a:pt x="1324" y="3655"/>
                    <a:pt x="1450" y="3497"/>
                  </a:cubicBezTo>
                  <a:lnTo>
                    <a:pt x="2112" y="2332"/>
                  </a:lnTo>
                  <a:cubicBezTo>
                    <a:pt x="2175" y="2237"/>
                    <a:pt x="2238" y="2206"/>
                    <a:pt x="2332" y="2174"/>
                  </a:cubicBezTo>
                  <a:cubicBezTo>
                    <a:pt x="2352" y="2155"/>
                    <a:pt x="2377" y="2147"/>
                    <a:pt x="2405" y="2147"/>
                  </a:cubicBezTo>
                  <a:cubicBezTo>
                    <a:pt x="2467" y="2147"/>
                    <a:pt x="2541" y="2184"/>
                    <a:pt x="2584" y="2206"/>
                  </a:cubicBezTo>
                  <a:lnTo>
                    <a:pt x="3120" y="2489"/>
                  </a:lnTo>
                  <a:cubicBezTo>
                    <a:pt x="3214" y="2395"/>
                    <a:pt x="3309" y="2363"/>
                    <a:pt x="3435" y="2269"/>
                  </a:cubicBezTo>
                  <a:lnTo>
                    <a:pt x="3435" y="1702"/>
                  </a:lnTo>
                  <a:cubicBezTo>
                    <a:pt x="3435" y="1481"/>
                    <a:pt x="3592" y="1324"/>
                    <a:pt x="3781" y="1324"/>
                  </a:cubicBezTo>
                  <a:close/>
                  <a:moveTo>
                    <a:pt x="4443" y="0"/>
                  </a:moveTo>
                  <a:cubicBezTo>
                    <a:pt x="1986" y="0"/>
                    <a:pt x="1" y="2017"/>
                    <a:pt x="1" y="4443"/>
                  </a:cubicBezTo>
                  <a:cubicBezTo>
                    <a:pt x="1" y="5419"/>
                    <a:pt x="316" y="6333"/>
                    <a:pt x="851" y="7120"/>
                  </a:cubicBezTo>
                  <a:lnTo>
                    <a:pt x="4159" y="11531"/>
                  </a:lnTo>
                  <a:cubicBezTo>
                    <a:pt x="4222" y="11626"/>
                    <a:pt x="4325" y="11673"/>
                    <a:pt x="4431" y="11673"/>
                  </a:cubicBezTo>
                  <a:cubicBezTo>
                    <a:pt x="4538" y="11673"/>
                    <a:pt x="4648" y="11626"/>
                    <a:pt x="4727" y="11531"/>
                  </a:cubicBezTo>
                  <a:lnTo>
                    <a:pt x="8066" y="6994"/>
                  </a:lnTo>
                  <a:cubicBezTo>
                    <a:pt x="8602" y="6270"/>
                    <a:pt x="8885" y="5356"/>
                    <a:pt x="8885" y="4443"/>
                  </a:cubicBezTo>
                  <a:cubicBezTo>
                    <a:pt x="8885" y="2017"/>
                    <a:pt x="6932" y="0"/>
                    <a:pt x="444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10872;p73">
              <a:extLst>
                <a:ext uri="{FF2B5EF4-FFF2-40B4-BE49-F238E27FC236}">
                  <a16:creationId xmlns:a16="http://schemas.microsoft.com/office/drawing/2014/main" id="{2EFFE46F-6377-9F94-340B-8A9B6D24B7CB}"/>
                </a:ext>
              </a:extLst>
            </p:cNvPr>
            <p:cNvSpPr/>
            <p:nvPr/>
          </p:nvSpPr>
          <p:spPr>
            <a:xfrm>
              <a:off x="-3980400" y="3714800"/>
              <a:ext cx="17350" cy="17375"/>
            </a:xfrm>
            <a:custGeom>
              <a:avLst/>
              <a:gdLst/>
              <a:ahLst/>
              <a:cxnLst/>
              <a:rect l="l" t="t" r="r" b="b"/>
              <a:pathLst>
                <a:path w="694" h="695" extrusionOk="0">
                  <a:moveTo>
                    <a:pt x="347" y="1"/>
                  </a:moveTo>
                  <a:cubicBezTo>
                    <a:pt x="158" y="1"/>
                    <a:pt x="0" y="159"/>
                    <a:pt x="0" y="348"/>
                  </a:cubicBezTo>
                  <a:cubicBezTo>
                    <a:pt x="0" y="537"/>
                    <a:pt x="158" y="694"/>
                    <a:pt x="347" y="694"/>
                  </a:cubicBezTo>
                  <a:cubicBezTo>
                    <a:pt x="536" y="694"/>
                    <a:pt x="694" y="537"/>
                    <a:pt x="694" y="348"/>
                  </a:cubicBezTo>
                  <a:cubicBezTo>
                    <a:pt x="694" y="159"/>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08" name="Google Shape;10873;p73">
            <a:extLst>
              <a:ext uri="{FF2B5EF4-FFF2-40B4-BE49-F238E27FC236}">
                <a16:creationId xmlns:a16="http://schemas.microsoft.com/office/drawing/2014/main" id="{FA9943E5-A741-B796-92BB-8FEC9F5A2B24}"/>
              </a:ext>
            </a:extLst>
          </p:cNvPr>
          <p:cNvGrpSpPr/>
          <p:nvPr/>
        </p:nvGrpSpPr>
        <p:grpSpPr>
          <a:xfrm>
            <a:off x="9128024" y="10122693"/>
            <a:ext cx="853263" cy="798078"/>
            <a:chOff x="-4118225" y="3990475"/>
            <a:chExt cx="292225" cy="273325"/>
          </a:xfrm>
          <a:solidFill>
            <a:srgbClr val="555559"/>
          </a:solidFill>
        </p:grpSpPr>
        <p:sp>
          <p:nvSpPr>
            <p:cNvPr id="2409" name="Google Shape;10874;p73">
              <a:extLst>
                <a:ext uri="{FF2B5EF4-FFF2-40B4-BE49-F238E27FC236}">
                  <a16:creationId xmlns:a16="http://schemas.microsoft.com/office/drawing/2014/main" id="{271C58C7-9167-7192-CE58-A0E0F4F8CC9F}"/>
                </a:ext>
              </a:extLst>
            </p:cNvPr>
            <p:cNvSpPr/>
            <p:nvPr/>
          </p:nvSpPr>
          <p:spPr>
            <a:xfrm>
              <a:off x="-3963850" y="4040100"/>
              <a:ext cx="51200" cy="51225"/>
            </a:xfrm>
            <a:custGeom>
              <a:avLst/>
              <a:gdLst/>
              <a:ahLst/>
              <a:cxnLst/>
              <a:rect l="l" t="t" r="r" b="b"/>
              <a:pathLst>
                <a:path w="2048" h="2049" extrusionOk="0">
                  <a:moveTo>
                    <a:pt x="1008" y="0"/>
                  </a:moveTo>
                  <a:cubicBezTo>
                    <a:pt x="473" y="0"/>
                    <a:pt x="0" y="473"/>
                    <a:pt x="0" y="1040"/>
                  </a:cubicBezTo>
                  <a:cubicBezTo>
                    <a:pt x="0" y="1607"/>
                    <a:pt x="473" y="2048"/>
                    <a:pt x="1008" y="2048"/>
                  </a:cubicBezTo>
                  <a:cubicBezTo>
                    <a:pt x="1575" y="2048"/>
                    <a:pt x="2048" y="1607"/>
                    <a:pt x="2048" y="1040"/>
                  </a:cubicBezTo>
                  <a:cubicBezTo>
                    <a:pt x="2048" y="473"/>
                    <a:pt x="1575" y="0"/>
                    <a:pt x="100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10875;p73">
              <a:extLst>
                <a:ext uri="{FF2B5EF4-FFF2-40B4-BE49-F238E27FC236}">
                  <a16:creationId xmlns:a16="http://schemas.microsoft.com/office/drawing/2014/main" id="{63F3898C-1E46-96C2-351D-AE206405D97E}"/>
                </a:ext>
              </a:extLst>
            </p:cNvPr>
            <p:cNvSpPr/>
            <p:nvPr/>
          </p:nvSpPr>
          <p:spPr>
            <a:xfrm>
              <a:off x="-4015050" y="3990475"/>
              <a:ext cx="153600" cy="153625"/>
            </a:xfrm>
            <a:custGeom>
              <a:avLst/>
              <a:gdLst/>
              <a:ahLst/>
              <a:cxnLst/>
              <a:rect l="l" t="t" r="r" b="b"/>
              <a:pathLst>
                <a:path w="6144" h="6145" extrusionOk="0">
                  <a:moveTo>
                    <a:pt x="3056" y="1324"/>
                  </a:moveTo>
                  <a:cubicBezTo>
                    <a:pt x="4001" y="1324"/>
                    <a:pt x="4757" y="2080"/>
                    <a:pt x="4757" y="3025"/>
                  </a:cubicBezTo>
                  <a:cubicBezTo>
                    <a:pt x="4757" y="3970"/>
                    <a:pt x="4033" y="4726"/>
                    <a:pt x="3056" y="4726"/>
                  </a:cubicBezTo>
                  <a:cubicBezTo>
                    <a:pt x="2111" y="4726"/>
                    <a:pt x="1386" y="3970"/>
                    <a:pt x="1386" y="3025"/>
                  </a:cubicBezTo>
                  <a:cubicBezTo>
                    <a:pt x="1386" y="2080"/>
                    <a:pt x="2111" y="1324"/>
                    <a:pt x="3056" y="1324"/>
                  </a:cubicBezTo>
                  <a:close/>
                  <a:moveTo>
                    <a:pt x="3056" y="1"/>
                  </a:moveTo>
                  <a:cubicBezTo>
                    <a:pt x="1386" y="1"/>
                    <a:pt x="0" y="1355"/>
                    <a:pt x="0" y="3057"/>
                  </a:cubicBezTo>
                  <a:cubicBezTo>
                    <a:pt x="0" y="4758"/>
                    <a:pt x="1323" y="6144"/>
                    <a:pt x="3056" y="6144"/>
                  </a:cubicBezTo>
                  <a:cubicBezTo>
                    <a:pt x="4757" y="6144"/>
                    <a:pt x="6144" y="4758"/>
                    <a:pt x="6144" y="3057"/>
                  </a:cubicBezTo>
                  <a:cubicBezTo>
                    <a:pt x="6144" y="1355"/>
                    <a:pt x="4757" y="1"/>
                    <a:pt x="305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10876;p73">
              <a:extLst>
                <a:ext uri="{FF2B5EF4-FFF2-40B4-BE49-F238E27FC236}">
                  <a16:creationId xmlns:a16="http://schemas.microsoft.com/office/drawing/2014/main" id="{F526CCD4-6906-7FDE-483B-17B2A7E021E2}"/>
                </a:ext>
              </a:extLst>
            </p:cNvPr>
            <p:cNvSpPr/>
            <p:nvPr/>
          </p:nvSpPr>
          <p:spPr>
            <a:xfrm>
              <a:off x="-4118225" y="4144075"/>
              <a:ext cx="33875" cy="119725"/>
            </a:xfrm>
            <a:custGeom>
              <a:avLst/>
              <a:gdLst/>
              <a:ahLst/>
              <a:cxnLst/>
              <a:rect l="l" t="t" r="r" b="b"/>
              <a:pathLst>
                <a:path w="1355" h="4789" extrusionOk="0">
                  <a:moveTo>
                    <a:pt x="347" y="0"/>
                  </a:moveTo>
                  <a:cubicBezTo>
                    <a:pt x="158" y="0"/>
                    <a:pt x="0" y="158"/>
                    <a:pt x="0" y="347"/>
                  </a:cubicBezTo>
                  <a:lnTo>
                    <a:pt x="0" y="4442"/>
                  </a:lnTo>
                  <a:cubicBezTo>
                    <a:pt x="0" y="4631"/>
                    <a:pt x="158" y="4789"/>
                    <a:pt x="347" y="4789"/>
                  </a:cubicBezTo>
                  <a:lnTo>
                    <a:pt x="1008" y="4789"/>
                  </a:lnTo>
                  <a:cubicBezTo>
                    <a:pt x="1134" y="4789"/>
                    <a:pt x="1260" y="4757"/>
                    <a:pt x="1355" y="4726"/>
                  </a:cubicBezTo>
                  <a:lnTo>
                    <a:pt x="1355" y="63"/>
                  </a:lnTo>
                  <a:cubicBezTo>
                    <a:pt x="1260" y="32"/>
                    <a:pt x="1134" y="0"/>
                    <a:pt x="100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10877;p73">
              <a:extLst>
                <a:ext uri="{FF2B5EF4-FFF2-40B4-BE49-F238E27FC236}">
                  <a16:creationId xmlns:a16="http://schemas.microsoft.com/office/drawing/2014/main" id="{7783A9FE-9C79-4BC8-D4A5-C19D0EA9EB2A}"/>
                </a:ext>
              </a:extLst>
            </p:cNvPr>
            <p:cNvSpPr/>
            <p:nvPr/>
          </p:nvSpPr>
          <p:spPr>
            <a:xfrm>
              <a:off x="-4067050" y="4143750"/>
              <a:ext cx="241050" cy="120050"/>
            </a:xfrm>
            <a:custGeom>
              <a:avLst/>
              <a:gdLst/>
              <a:ahLst/>
              <a:cxnLst/>
              <a:rect l="l" t="t" r="r" b="b"/>
              <a:pathLst>
                <a:path w="9642" h="4802" extrusionOk="0">
                  <a:moveTo>
                    <a:pt x="1750" y="1"/>
                  </a:moveTo>
                  <a:cubicBezTo>
                    <a:pt x="1124" y="1"/>
                    <a:pt x="537" y="197"/>
                    <a:pt x="1" y="549"/>
                  </a:cubicBezTo>
                  <a:lnTo>
                    <a:pt x="1" y="4550"/>
                  </a:lnTo>
                  <a:cubicBezTo>
                    <a:pt x="410" y="4707"/>
                    <a:pt x="883" y="4802"/>
                    <a:pt x="1356" y="4802"/>
                  </a:cubicBezTo>
                  <a:lnTo>
                    <a:pt x="5294" y="4802"/>
                  </a:lnTo>
                  <a:cubicBezTo>
                    <a:pt x="5735" y="4802"/>
                    <a:pt x="6144" y="4644"/>
                    <a:pt x="6459" y="4392"/>
                  </a:cubicBezTo>
                  <a:cubicBezTo>
                    <a:pt x="6459" y="4392"/>
                    <a:pt x="8507" y="2502"/>
                    <a:pt x="9169" y="1872"/>
                  </a:cubicBezTo>
                  <a:cubicBezTo>
                    <a:pt x="9169" y="1872"/>
                    <a:pt x="9547" y="1399"/>
                    <a:pt x="9547" y="1021"/>
                  </a:cubicBezTo>
                  <a:cubicBezTo>
                    <a:pt x="9641" y="454"/>
                    <a:pt x="9169" y="13"/>
                    <a:pt x="8602" y="13"/>
                  </a:cubicBezTo>
                  <a:cubicBezTo>
                    <a:pt x="8413" y="13"/>
                    <a:pt x="7751" y="202"/>
                    <a:pt x="6711" y="1777"/>
                  </a:cubicBezTo>
                  <a:cubicBezTo>
                    <a:pt x="6333" y="2376"/>
                    <a:pt x="5766" y="2754"/>
                    <a:pt x="5199" y="2754"/>
                  </a:cubicBezTo>
                  <a:lnTo>
                    <a:pt x="2710" y="2754"/>
                  </a:lnTo>
                  <a:cubicBezTo>
                    <a:pt x="2584" y="2754"/>
                    <a:pt x="2458" y="2849"/>
                    <a:pt x="2395" y="2975"/>
                  </a:cubicBezTo>
                  <a:cubicBezTo>
                    <a:pt x="2333" y="3099"/>
                    <a:pt x="2223" y="3152"/>
                    <a:pt x="2110" y="3152"/>
                  </a:cubicBezTo>
                  <a:cubicBezTo>
                    <a:pt x="1880" y="3152"/>
                    <a:pt x="1638" y="2934"/>
                    <a:pt x="1765" y="2660"/>
                  </a:cubicBezTo>
                  <a:cubicBezTo>
                    <a:pt x="1923" y="2344"/>
                    <a:pt x="2238" y="2092"/>
                    <a:pt x="2616" y="2092"/>
                  </a:cubicBezTo>
                  <a:lnTo>
                    <a:pt x="5231" y="2092"/>
                  </a:lnTo>
                  <a:cubicBezTo>
                    <a:pt x="6081" y="2061"/>
                    <a:pt x="6081" y="706"/>
                    <a:pt x="5136" y="706"/>
                  </a:cubicBezTo>
                  <a:lnTo>
                    <a:pt x="3844" y="706"/>
                  </a:lnTo>
                  <a:cubicBezTo>
                    <a:pt x="3116" y="220"/>
                    <a:pt x="2412" y="1"/>
                    <a:pt x="175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13" name="Google Shape;10878;p73">
            <a:extLst>
              <a:ext uri="{FF2B5EF4-FFF2-40B4-BE49-F238E27FC236}">
                <a16:creationId xmlns:a16="http://schemas.microsoft.com/office/drawing/2014/main" id="{A7E4ACD9-A530-F949-63E6-7FEC3CA5A8E6}"/>
              </a:ext>
            </a:extLst>
          </p:cNvPr>
          <p:cNvGrpSpPr/>
          <p:nvPr/>
        </p:nvGrpSpPr>
        <p:grpSpPr>
          <a:xfrm>
            <a:off x="14624787" y="7929001"/>
            <a:ext cx="800412" cy="855599"/>
            <a:chOff x="-2312225" y="3238300"/>
            <a:chExt cx="274125" cy="293025"/>
          </a:xfrm>
          <a:solidFill>
            <a:srgbClr val="555559"/>
          </a:solidFill>
        </p:grpSpPr>
        <p:sp>
          <p:nvSpPr>
            <p:cNvPr id="2414" name="Google Shape;10879;p73">
              <a:extLst>
                <a:ext uri="{FF2B5EF4-FFF2-40B4-BE49-F238E27FC236}">
                  <a16:creationId xmlns:a16="http://schemas.microsoft.com/office/drawing/2014/main" id="{BD8D8C56-F743-F440-798B-2CE045AE5CA5}"/>
                </a:ext>
              </a:extLst>
            </p:cNvPr>
            <p:cNvSpPr/>
            <p:nvPr/>
          </p:nvSpPr>
          <p:spPr>
            <a:xfrm>
              <a:off x="-2241325" y="3289500"/>
              <a:ext cx="203225" cy="241825"/>
            </a:xfrm>
            <a:custGeom>
              <a:avLst/>
              <a:gdLst/>
              <a:ahLst/>
              <a:cxnLst/>
              <a:rect l="l" t="t" r="r" b="b"/>
              <a:pathLst>
                <a:path w="8129" h="9673" extrusionOk="0">
                  <a:moveTo>
                    <a:pt x="2458" y="0"/>
                  </a:moveTo>
                  <a:cubicBezTo>
                    <a:pt x="2174" y="0"/>
                    <a:pt x="1954" y="221"/>
                    <a:pt x="1954" y="504"/>
                  </a:cubicBezTo>
                  <a:lnTo>
                    <a:pt x="1954" y="2836"/>
                  </a:lnTo>
                  <a:lnTo>
                    <a:pt x="1954" y="5167"/>
                  </a:lnTo>
                  <a:lnTo>
                    <a:pt x="914" y="4128"/>
                  </a:lnTo>
                  <a:cubicBezTo>
                    <a:pt x="820" y="4033"/>
                    <a:pt x="693" y="3986"/>
                    <a:pt x="567" y="3986"/>
                  </a:cubicBezTo>
                  <a:cubicBezTo>
                    <a:pt x="441" y="3986"/>
                    <a:pt x="315" y="4033"/>
                    <a:pt x="221" y="4128"/>
                  </a:cubicBezTo>
                  <a:cubicBezTo>
                    <a:pt x="0" y="4317"/>
                    <a:pt x="0" y="4632"/>
                    <a:pt x="221" y="4852"/>
                  </a:cubicBezTo>
                  <a:lnTo>
                    <a:pt x="2678" y="7310"/>
                  </a:lnTo>
                  <a:lnTo>
                    <a:pt x="2678" y="8664"/>
                  </a:lnTo>
                  <a:cubicBezTo>
                    <a:pt x="2678" y="9200"/>
                    <a:pt x="3151" y="9672"/>
                    <a:pt x="3718" y="9672"/>
                  </a:cubicBezTo>
                  <a:lnTo>
                    <a:pt x="6459" y="9672"/>
                  </a:lnTo>
                  <a:cubicBezTo>
                    <a:pt x="7026" y="9672"/>
                    <a:pt x="7499" y="9200"/>
                    <a:pt x="7499" y="8664"/>
                  </a:cubicBezTo>
                  <a:lnTo>
                    <a:pt x="7499" y="8066"/>
                  </a:lnTo>
                  <a:cubicBezTo>
                    <a:pt x="7688" y="7656"/>
                    <a:pt x="7845" y="7278"/>
                    <a:pt x="7940" y="6837"/>
                  </a:cubicBezTo>
                  <a:cubicBezTo>
                    <a:pt x="8034" y="6396"/>
                    <a:pt x="8129" y="5986"/>
                    <a:pt x="8129" y="5514"/>
                  </a:cubicBezTo>
                  <a:lnTo>
                    <a:pt x="8129" y="3308"/>
                  </a:lnTo>
                  <a:cubicBezTo>
                    <a:pt x="8129" y="3025"/>
                    <a:pt x="7877" y="2773"/>
                    <a:pt x="7625" y="2773"/>
                  </a:cubicBezTo>
                  <a:cubicBezTo>
                    <a:pt x="7341" y="2773"/>
                    <a:pt x="7089" y="3025"/>
                    <a:pt x="7089" y="3308"/>
                  </a:cubicBezTo>
                  <a:lnTo>
                    <a:pt x="7089" y="3812"/>
                  </a:lnTo>
                  <a:cubicBezTo>
                    <a:pt x="7089" y="4002"/>
                    <a:pt x="6931" y="4159"/>
                    <a:pt x="6742" y="4159"/>
                  </a:cubicBezTo>
                  <a:cubicBezTo>
                    <a:pt x="6553" y="4159"/>
                    <a:pt x="6396" y="4002"/>
                    <a:pt x="6396" y="3812"/>
                  </a:cubicBezTo>
                  <a:lnTo>
                    <a:pt x="6396" y="2615"/>
                  </a:lnTo>
                  <a:cubicBezTo>
                    <a:pt x="6396" y="2363"/>
                    <a:pt x="6144" y="2111"/>
                    <a:pt x="5892" y="2111"/>
                  </a:cubicBezTo>
                  <a:cubicBezTo>
                    <a:pt x="5608" y="2111"/>
                    <a:pt x="5356" y="2363"/>
                    <a:pt x="5356" y="2615"/>
                  </a:cubicBezTo>
                  <a:cubicBezTo>
                    <a:pt x="5357" y="2615"/>
                    <a:pt x="5358" y="2615"/>
                    <a:pt x="5359" y="2615"/>
                  </a:cubicBezTo>
                  <a:cubicBezTo>
                    <a:pt x="5418" y="2615"/>
                    <a:pt x="5419" y="3769"/>
                    <a:pt x="5419" y="3781"/>
                  </a:cubicBezTo>
                  <a:lnTo>
                    <a:pt x="5419" y="3781"/>
                  </a:lnTo>
                  <a:cubicBezTo>
                    <a:pt x="5419" y="3970"/>
                    <a:pt x="5262" y="4128"/>
                    <a:pt x="5041" y="4128"/>
                  </a:cubicBezTo>
                  <a:cubicBezTo>
                    <a:pt x="4852" y="4128"/>
                    <a:pt x="4695" y="3970"/>
                    <a:pt x="4695" y="3781"/>
                  </a:cubicBezTo>
                  <a:lnTo>
                    <a:pt x="4695" y="2584"/>
                  </a:lnTo>
                  <a:cubicBezTo>
                    <a:pt x="4695" y="2332"/>
                    <a:pt x="4474" y="2080"/>
                    <a:pt x="4191" y="2080"/>
                  </a:cubicBezTo>
                  <a:cubicBezTo>
                    <a:pt x="3907" y="2080"/>
                    <a:pt x="3686" y="2332"/>
                    <a:pt x="3686" y="2584"/>
                  </a:cubicBezTo>
                  <a:lnTo>
                    <a:pt x="3686" y="3781"/>
                  </a:lnTo>
                  <a:cubicBezTo>
                    <a:pt x="3686" y="3970"/>
                    <a:pt x="3529" y="4128"/>
                    <a:pt x="3308" y="4128"/>
                  </a:cubicBezTo>
                  <a:cubicBezTo>
                    <a:pt x="3119" y="4128"/>
                    <a:pt x="2962" y="3970"/>
                    <a:pt x="2962" y="3781"/>
                  </a:cubicBezTo>
                  <a:lnTo>
                    <a:pt x="2962" y="504"/>
                  </a:lnTo>
                  <a:cubicBezTo>
                    <a:pt x="2962" y="221"/>
                    <a:pt x="2741" y="0"/>
                    <a:pt x="245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10880;p73">
              <a:extLst>
                <a:ext uri="{FF2B5EF4-FFF2-40B4-BE49-F238E27FC236}">
                  <a16:creationId xmlns:a16="http://schemas.microsoft.com/office/drawing/2014/main" id="{C6C97BD4-3EB1-8213-41C4-B3A99C7F18E8}"/>
                </a:ext>
              </a:extLst>
            </p:cNvPr>
            <p:cNvSpPr/>
            <p:nvPr/>
          </p:nvSpPr>
          <p:spPr>
            <a:xfrm>
              <a:off x="-2312225" y="3238300"/>
              <a:ext cx="241825" cy="241050"/>
            </a:xfrm>
            <a:custGeom>
              <a:avLst/>
              <a:gdLst/>
              <a:ahLst/>
              <a:cxnLst/>
              <a:rect l="l" t="t" r="r" b="b"/>
              <a:pathLst>
                <a:path w="9673" h="9642" extrusionOk="0">
                  <a:moveTo>
                    <a:pt x="379" y="1"/>
                  </a:moveTo>
                  <a:cubicBezTo>
                    <a:pt x="158" y="1"/>
                    <a:pt x="1" y="158"/>
                    <a:pt x="1" y="347"/>
                  </a:cubicBezTo>
                  <a:lnTo>
                    <a:pt x="1" y="1733"/>
                  </a:lnTo>
                  <a:cubicBezTo>
                    <a:pt x="1" y="1922"/>
                    <a:pt x="158" y="2080"/>
                    <a:pt x="379" y="2080"/>
                  </a:cubicBezTo>
                  <a:lnTo>
                    <a:pt x="726" y="2080"/>
                  </a:lnTo>
                  <a:lnTo>
                    <a:pt x="726" y="7562"/>
                  </a:lnTo>
                  <a:lnTo>
                    <a:pt x="379" y="7562"/>
                  </a:lnTo>
                  <a:cubicBezTo>
                    <a:pt x="158" y="7562"/>
                    <a:pt x="1" y="7719"/>
                    <a:pt x="1" y="7908"/>
                  </a:cubicBezTo>
                  <a:lnTo>
                    <a:pt x="1" y="9294"/>
                  </a:lnTo>
                  <a:cubicBezTo>
                    <a:pt x="1" y="9484"/>
                    <a:pt x="158" y="9641"/>
                    <a:pt x="379" y="9641"/>
                  </a:cubicBezTo>
                  <a:lnTo>
                    <a:pt x="1734" y="9641"/>
                  </a:lnTo>
                  <a:cubicBezTo>
                    <a:pt x="1954" y="9641"/>
                    <a:pt x="2112" y="9484"/>
                    <a:pt x="2112" y="9294"/>
                  </a:cubicBezTo>
                  <a:lnTo>
                    <a:pt x="2112" y="8916"/>
                  </a:lnTo>
                  <a:lnTo>
                    <a:pt x="4160" y="8916"/>
                  </a:lnTo>
                  <a:lnTo>
                    <a:pt x="3435" y="8223"/>
                  </a:lnTo>
                  <a:lnTo>
                    <a:pt x="2112" y="8223"/>
                  </a:lnTo>
                  <a:lnTo>
                    <a:pt x="2112" y="7877"/>
                  </a:lnTo>
                  <a:cubicBezTo>
                    <a:pt x="2112" y="7688"/>
                    <a:pt x="1954" y="7530"/>
                    <a:pt x="1734" y="7530"/>
                  </a:cubicBezTo>
                  <a:lnTo>
                    <a:pt x="1387" y="7530"/>
                  </a:lnTo>
                  <a:lnTo>
                    <a:pt x="1387" y="2080"/>
                  </a:lnTo>
                  <a:lnTo>
                    <a:pt x="1734" y="2080"/>
                  </a:lnTo>
                  <a:cubicBezTo>
                    <a:pt x="1954" y="2080"/>
                    <a:pt x="2112" y="1922"/>
                    <a:pt x="2112" y="1733"/>
                  </a:cubicBezTo>
                  <a:lnTo>
                    <a:pt x="2112" y="1387"/>
                  </a:lnTo>
                  <a:lnTo>
                    <a:pt x="7562" y="1387"/>
                  </a:lnTo>
                  <a:lnTo>
                    <a:pt x="7562" y="1733"/>
                  </a:lnTo>
                  <a:cubicBezTo>
                    <a:pt x="7562" y="1922"/>
                    <a:pt x="7720" y="2080"/>
                    <a:pt x="7940" y="2080"/>
                  </a:cubicBezTo>
                  <a:lnTo>
                    <a:pt x="8287" y="2080"/>
                  </a:lnTo>
                  <a:lnTo>
                    <a:pt x="8287" y="3592"/>
                  </a:lnTo>
                  <a:cubicBezTo>
                    <a:pt x="8444" y="3498"/>
                    <a:pt x="8602" y="3466"/>
                    <a:pt x="8791" y="3466"/>
                  </a:cubicBezTo>
                  <a:cubicBezTo>
                    <a:pt x="8885" y="3466"/>
                    <a:pt x="8917" y="3466"/>
                    <a:pt x="8948" y="3498"/>
                  </a:cubicBezTo>
                  <a:lnTo>
                    <a:pt x="8948" y="2080"/>
                  </a:lnTo>
                  <a:lnTo>
                    <a:pt x="9326" y="2080"/>
                  </a:lnTo>
                  <a:cubicBezTo>
                    <a:pt x="9515" y="2080"/>
                    <a:pt x="9673" y="1922"/>
                    <a:pt x="9673" y="1733"/>
                  </a:cubicBezTo>
                  <a:lnTo>
                    <a:pt x="9673" y="347"/>
                  </a:lnTo>
                  <a:cubicBezTo>
                    <a:pt x="9673" y="158"/>
                    <a:pt x="9515" y="1"/>
                    <a:pt x="9326" y="1"/>
                  </a:cubicBezTo>
                  <a:lnTo>
                    <a:pt x="7940" y="1"/>
                  </a:lnTo>
                  <a:cubicBezTo>
                    <a:pt x="7751" y="1"/>
                    <a:pt x="7562" y="158"/>
                    <a:pt x="7562" y="347"/>
                  </a:cubicBezTo>
                  <a:lnTo>
                    <a:pt x="7562" y="694"/>
                  </a:lnTo>
                  <a:lnTo>
                    <a:pt x="2112" y="694"/>
                  </a:lnTo>
                  <a:lnTo>
                    <a:pt x="2112" y="347"/>
                  </a:lnTo>
                  <a:cubicBezTo>
                    <a:pt x="2112" y="158"/>
                    <a:pt x="1954" y="1"/>
                    <a:pt x="173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16" name="Google Shape;10881;p73">
            <a:extLst>
              <a:ext uri="{FF2B5EF4-FFF2-40B4-BE49-F238E27FC236}">
                <a16:creationId xmlns:a16="http://schemas.microsoft.com/office/drawing/2014/main" id="{D27CE154-9195-FD35-0113-357E72D38B2C}"/>
              </a:ext>
            </a:extLst>
          </p:cNvPr>
          <p:cNvGrpSpPr/>
          <p:nvPr/>
        </p:nvGrpSpPr>
        <p:grpSpPr>
          <a:xfrm>
            <a:off x="14598327" y="8872957"/>
            <a:ext cx="853337" cy="1060282"/>
            <a:chOff x="-2310650" y="3525775"/>
            <a:chExt cx="292250" cy="363125"/>
          </a:xfrm>
          <a:solidFill>
            <a:srgbClr val="555559"/>
          </a:solidFill>
        </p:grpSpPr>
        <p:sp>
          <p:nvSpPr>
            <p:cNvPr id="2417" name="Google Shape;10882;p73">
              <a:extLst>
                <a:ext uri="{FF2B5EF4-FFF2-40B4-BE49-F238E27FC236}">
                  <a16:creationId xmlns:a16="http://schemas.microsoft.com/office/drawing/2014/main" id="{FCEAE6EC-9063-EDD2-14E0-EA1B00AB5F06}"/>
                </a:ext>
              </a:extLst>
            </p:cNvPr>
            <p:cNvSpPr/>
            <p:nvPr/>
          </p:nvSpPr>
          <p:spPr>
            <a:xfrm>
              <a:off x="-2053075" y="3648650"/>
              <a:ext cx="34675" cy="233950"/>
            </a:xfrm>
            <a:custGeom>
              <a:avLst/>
              <a:gdLst/>
              <a:ahLst/>
              <a:cxnLst/>
              <a:rect l="l" t="t" r="r" b="b"/>
              <a:pathLst>
                <a:path w="1387" h="9358" extrusionOk="0">
                  <a:moveTo>
                    <a:pt x="0" y="1"/>
                  </a:moveTo>
                  <a:lnTo>
                    <a:pt x="0" y="8286"/>
                  </a:lnTo>
                  <a:cubicBezTo>
                    <a:pt x="0" y="8664"/>
                    <a:pt x="158" y="9011"/>
                    <a:pt x="441" y="9263"/>
                  </a:cubicBezTo>
                  <a:cubicBezTo>
                    <a:pt x="504" y="9326"/>
                    <a:pt x="591" y="9358"/>
                    <a:pt x="677" y="9358"/>
                  </a:cubicBezTo>
                  <a:cubicBezTo>
                    <a:pt x="764" y="9358"/>
                    <a:pt x="851" y="9326"/>
                    <a:pt x="914" y="9263"/>
                  </a:cubicBezTo>
                  <a:cubicBezTo>
                    <a:pt x="1197" y="9011"/>
                    <a:pt x="1355" y="8664"/>
                    <a:pt x="1355" y="8286"/>
                  </a:cubicBezTo>
                  <a:lnTo>
                    <a:pt x="1355" y="347"/>
                  </a:lnTo>
                  <a:lnTo>
                    <a:pt x="1386" y="347"/>
                  </a:lnTo>
                  <a:cubicBezTo>
                    <a:pt x="1386" y="158"/>
                    <a:pt x="1229" y="1"/>
                    <a:pt x="104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10883;p73">
              <a:extLst>
                <a:ext uri="{FF2B5EF4-FFF2-40B4-BE49-F238E27FC236}">
                  <a16:creationId xmlns:a16="http://schemas.microsoft.com/office/drawing/2014/main" id="{523ACE92-D29E-F998-FFAD-BB0A2C683261}"/>
                </a:ext>
              </a:extLst>
            </p:cNvPr>
            <p:cNvSpPr/>
            <p:nvPr/>
          </p:nvSpPr>
          <p:spPr>
            <a:xfrm>
              <a:off x="-2259450" y="3751825"/>
              <a:ext cx="51225" cy="51225"/>
            </a:xfrm>
            <a:custGeom>
              <a:avLst/>
              <a:gdLst/>
              <a:ahLst/>
              <a:cxnLst/>
              <a:rect l="l" t="t" r="r" b="b"/>
              <a:pathLst>
                <a:path w="2049" h="2049" extrusionOk="0">
                  <a:moveTo>
                    <a:pt x="1" y="1"/>
                  </a:moveTo>
                  <a:lnTo>
                    <a:pt x="1" y="2049"/>
                  </a:lnTo>
                  <a:lnTo>
                    <a:pt x="2049" y="2049"/>
                  </a:lnTo>
                  <a:lnTo>
                    <a:pt x="2049"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10884;p73">
              <a:extLst>
                <a:ext uri="{FF2B5EF4-FFF2-40B4-BE49-F238E27FC236}">
                  <a16:creationId xmlns:a16="http://schemas.microsoft.com/office/drawing/2014/main" id="{846E1FB1-03CC-3A46-02B4-C5EEE0C2A73C}"/>
                </a:ext>
              </a:extLst>
            </p:cNvPr>
            <p:cNvSpPr/>
            <p:nvPr/>
          </p:nvSpPr>
          <p:spPr>
            <a:xfrm>
              <a:off x="-2259450" y="3649450"/>
              <a:ext cx="137075" cy="51200"/>
            </a:xfrm>
            <a:custGeom>
              <a:avLst/>
              <a:gdLst/>
              <a:ahLst/>
              <a:cxnLst/>
              <a:rect l="l" t="t" r="r" b="b"/>
              <a:pathLst>
                <a:path w="5483" h="2048" extrusionOk="0">
                  <a:moveTo>
                    <a:pt x="1" y="0"/>
                  </a:moveTo>
                  <a:lnTo>
                    <a:pt x="1" y="2048"/>
                  </a:lnTo>
                  <a:lnTo>
                    <a:pt x="5483" y="2048"/>
                  </a:lnTo>
                  <a:lnTo>
                    <a:pt x="5483"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10885;p73">
              <a:extLst>
                <a:ext uri="{FF2B5EF4-FFF2-40B4-BE49-F238E27FC236}">
                  <a16:creationId xmlns:a16="http://schemas.microsoft.com/office/drawing/2014/main" id="{D1CA4EE2-6A5E-7D63-FFC5-A6E74B6DBE45}"/>
                </a:ext>
              </a:extLst>
            </p:cNvPr>
            <p:cNvSpPr/>
            <p:nvPr/>
          </p:nvSpPr>
          <p:spPr>
            <a:xfrm>
              <a:off x="-2310650" y="3525775"/>
              <a:ext cx="252075" cy="363125"/>
            </a:xfrm>
            <a:custGeom>
              <a:avLst/>
              <a:gdLst/>
              <a:ahLst/>
              <a:cxnLst/>
              <a:rect l="l" t="t" r="r" b="b"/>
              <a:pathLst>
                <a:path w="10083" h="14525" extrusionOk="0">
                  <a:moveTo>
                    <a:pt x="7814" y="4222"/>
                  </a:moveTo>
                  <a:cubicBezTo>
                    <a:pt x="8035" y="4222"/>
                    <a:pt x="8192" y="4380"/>
                    <a:pt x="8192" y="4569"/>
                  </a:cubicBezTo>
                  <a:lnTo>
                    <a:pt x="8192" y="7310"/>
                  </a:lnTo>
                  <a:cubicBezTo>
                    <a:pt x="8192" y="7530"/>
                    <a:pt x="8035" y="7657"/>
                    <a:pt x="7814" y="7657"/>
                  </a:cubicBezTo>
                  <a:lnTo>
                    <a:pt x="1671" y="7657"/>
                  </a:lnTo>
                  <a:cubicBezTo>
                    <a:pt x="1482" y="7657"/>
                    <a:pt x="1324" y="7530"/>
                    <a:pt x="1324" y="7310"/>
                  </a:cubicBezTo>
                  <a:lnTo>
                    <a:pt x="1324" y="4569"/>
                  </a:lnTo>
                  <a:cubicBezTo>
                    <a:pt x="1324" y="4380"/>
                    <a:pt x="1482" y="4222"/>
                    <a:pt x="1671" y="4222"/>
                  </a:cubicBezTo>
                  <a:close/>
                  <a:moveTo>
                    <a:pt x="7904" y="8380"/>
                  </a:moveTo>
                  <a:cubicBezTo>
                    <a:pt x="8287" y="8380"/>
                    <a:pt x="8278" y="9043"/>
                    <a:pt x="7877" y="9043"/>
                  </a:cubicBezTo>
                  <a:lnTo>
                    <a:pt x="5829" y="9043"/>
                  </a:lnTo>
                  <a:cubicBezTo>
                    <a:pt x="5388" y="9043"/>
                    <a:pt x="5357" y="8381"/>
                    <a:pt x="5829" y="8381"/>
                  </a:cubicBezTo>
                  <a:lnTo>
                    <a:pt x="7877" y="8381"/>
                  </a:lnTo>
                  <a:cubicBezTo>
                    <a:pt x="7886" y="8380"/>
                    <a:pt x="7895" y="8380"/>
                    <a:pt x="7904" y="8380"/>
                  </a:cubicBezTo>
                  <a:close/>
                  <a:moveTo>
                    <a:pt x="7904" y="9766"/>
                  </a:moveTo>
                  <a:cubicBezTo>
                    <a:pt x="8287" y="9766"/>
                    <a:pt x="8278" y="10429"/>
                    <a:pt x="7877" y="10429"/>
                  </a:cubicBezTo>
                  <a:lnTo>
                    <a:pt x="5829" y="10429"/>
                  </a:lnTo>
                  <a:cubicBezTo>
                    <a:pt x="5388" y="10429"/>
                    <a:pt x="5357" y="9767"/>
                    <a:pt x="5829" y="9767"/>
                  </a:cubicBezTo>
                  <a:lnTo>
                    <a:pt x="7877" y="9767"/>
                  </a:lnTo>
                  <a:cubicBezTo>
                    <a:pt x="7886" y="9767"/>
                    <a:pt x="7895" y="9766"/>
                    <a:pt x="7904" y="9766"/>
                  </a:cubicBezTo>
                  <a:close/>
                  <a:moveTo>
                    <a:pt x="7877" y="11091"/>
                  </a:moveTo>
                  <a:cubicBezTo>
                    <a:pt x="8287" y="11091"/>
                    <a:pt x="8287" y="11784"/>
                    <a:pt x="7877" y="11784"/>
                  </a:cubicBezTo>
                  <a:lnTo>
                    <a:pt x="5829" y="11784"/>
                  </a:lnTo>
                  <a:cubicBezTo>
                    <a:pt x="5388" y="11784"/>
                    <a:pt x="5357" y="11091"/>
                    <a:pt x="5829" y="11091"/>
                  </a:cubicBezTo>
                  <a:close/>
                  <a:moveTo>
                    <a:pt x="4475" y="8350"/>
                  </a:moveTo>
                  <a:cubicBezTo>
                    <a:pt x="4664" y="8350"/>
                    <a:pt x="4821" y="8507"/>
                    <a:pt x="4821" y="8696"/>
                  </a:cubicBezTo>
                  <a:lnTo>
                    <a:pt x="4821" y="11469"/>
                  </a:lnTo>
                  <a:cubicBezTo>
                    <a:pt x="4821" y="11658"/>
                    <a:pt x="4664" y="11815"/>
                    <a:pt x="4475" y="11815"/>
                  </a:cubicBezTo>
                  <a:lnTo>
                    <a:pt x="1734" y="11815"/>
                  </a:lnTo>
                  <a:cubicBezTo>
                    <a:pt x="1513" y="11815"/>
                    <a:pt x="1356" y="11658"/>
                    <a:pt x="1356" y="11469"/>
                  </a:cubicBezTo>
                  <a:lnTo>
                    <a:pt x="1356" y="8696"/>
                  </a:lnTo>
                  <a:cubicBezTo>
                    <a:pt x="1356" y="8507"/>
                    <a:pt x="1513" y="8350"/>
                    <a:pt x="1734" y="8350"/>
                  </a:cubicBezTo>
                  <a:close/>
                  <a:moveTo>
                    <a:pt x="7877" y="12508"/>
                  </a:moveTo>
                  <a:cubicBezTo>
                    <a:pt x="8287" y="12508"/>
                    <a:pt x="8287" y="13170"/>
                    <a:pt x="7877" y="13170"/>
                  </a:cubicBezTo>
                  <a:lnTo>
                    <a:pt x="1734" y="13170"/>
                  </a:lnTo>
                  <a:cubicBezTo>
                    <a:pt x="1293" y="13170"/>
                    <a:pt x="1261" y="12508"/>
                    <a:pt x="1734" y="12508"/>
                  </a:cubicBezTo>
                  <a:close/>
                  <a:moveTo>
                    <a:pt x="348" y="2868"/>
                  </a:moveTo>
                  <a:cubicBezTo>
                    <a:pt x="158" y="2868"/>
                    <a:pt x="1" y="3025"/>
                    <a:pt x="1" y="3214"/>
                  </a:cubicBezTo>
                  <a:lnTo>
                    <a:pt x="1" y="12823"/>
                  </a:lnTo>
                  <a:cubicBezTo>
                    <a:pt x="1" y="13768"/>
                    <a:pt x="726" y="14525"/>
                    <a:pt x="1702" y="14525"/>
                  </a:cubicBezTo>
                  <a:lnTo>
                    <a:pt x="10083" y="14525"/>
                  </a:lnTo>
                  <a:cubicBezTo>
                    <a:pt x="9767" y="14178"/>
                    <a:pt x="9515" y="13705"/>
                    <a:pt x="9515" y="13138"/>
                  </a:cubicBezTo>
                  <a:cubicBezTo>
                    <a:pt x="9547" y="1"/>
                    <a:pt x="9547" y="6333"/>
                    <a:pt x="9547" y="3214"/>
                  </a:cubicBezTo>
                  <a:cubicBezTo>
                    <a:pt x="9547" y="3025"/>
                    <a:pt x="9389" y="2868"/>
                    <a:pt x="9200" y="2868"/>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21" name="Google Shape;10886;p73">
            <a:extLst>
              <a:ext uri="{FF2B5EF4-FFF2-40B4-BE49-F238E27FC236}">
                <a16:creationId xmlns:a16="http://schemas.microsoft.com/office/drawing/2014/main" id="{9F16BB41-E571-06FE-9963-A4FEE20C0660}"/>
              </a:ext>
            </a:extLst>
          </p:cNvPr>
          <p:cNvGrpSpPr/>
          <p:nvPr/>
        </p:nvGrpSpPr>
        <p:grpSpPr>
          <a:xfrm>
            <a:off x="14620158" y="10096228"/>
            <a:ext cx="857935" cy="850999"/>
            <a:chOff x="-2310650" y="3958175"/>
            <a:chExt cx="293825" cy="291450"/>
          </a:xfrm>
          <a:solidFill>
            <a:srgbClr val="555559"/>
          </a:solidFill>
        </p:grpSpPr>
        <p:sp>
          <p:nvSpPr>
            <p:cNvPr id="2422" name="Google Shape;10887;p73">
              <a:extLst>
                <a:ext uri="{FF2B5EF4-FFF2-40B4-BE49-F238E27FC236}">
                  <a16:creationId xmlns:a16="http://schemas.microsoft.com/office/drawing/2014/main" id="{7BB4BFE9-EEF7-8E88-56CB-930CE6BED83B}"/>
                </a:ext>
              </a:extLst>
            </p:cNvPr>
            <p:cNvSpPr/>
            <p:nvPr/>
          </p:nvSpPr>
          <p:spPr>
            <a:xfrm>
              <a:off x="-2310650" y="3958175"/>
              <a:ext cx="185925" cy="118950"/>
            </a:xfrm>
            <a:custGeom>
              <a:avLst/>
              <a:gdLst/>
              <a:ahLst/>
              <a:cxnLst/>
              <a:rect l="l" t="t" r="r" b="b"/>
              <a:pathLst>
                <a:path w="7437" h="4758" extrusionOk="0">
                  <a:moveTo>
                    <a:pt x="1009" y="1"/>
                  </a:moveTo>
                  <a:cubicBezTo>
                    <a:pt x="474" y="1"/>
                    <a:pt x="1" y="474"/>
                    <a:pt x="1" y="1009"/>
                  </a:cubicBezTo>
                  <a:lnTo>
                    <a:pt x="1" y="2395"/>
                  </a:lnTo>
                  <a:cubicBezTo>
                    <a:pt x="1" y="2931"/>
                    <a:pt x="474" y="3372"/>
                    <a:pt x="1009" y="3372"/>
                  </a:cubicBezTo>
                  <a:lnTo>
                    <a:pt x="1356" y="3372"/>
                  </a:lnTo>
                  <a:lnTo>
                    <a:pt x="1356" y="4412"/>
                  </a:lnTo>
                  <a:cubicBezTo>
                    <a:pt x="1356" y="4618"/>
                    <a:pt x="1518" y="4757"/>
                    <a:pt x="1692" y="4757"/>
                  </a:cubicBezTo>
                  <a:cubicBezTo>
                    <a:pt x="1784" y="4757"/>
                    <a:pt x="1878" y="4719"/>
                    <a:pt x="1954" y="4632"/>
                  </a:cubicBezTo>
                  <a:lnTo>
                    <a:pt x="3214" y="3372"/>
                  </a:lnTo>
                  <a:lnTo>
                    <a:pt x="3403" y="3372"/>
                  </a:lnTo>
                  <a:lnTo>
                    <a:pt x="3403" y="2364"/>
                  </a:lnTo>
                  <a:cubicBezTo>
                    <a:pt x="3403" y="1419"/>
                    <a:pt x="4160" y="663"/>
                    <a:pt x="5105" y="663"/>
                  </a:cubicBezTo>
                  <a:lnTo>
                    <a:pt x="7436" y="663"/>
                  </a:lnTo>
                  <a:cubicBezTo>
                    <a:pt x="7279" y="253"/>
                    <a:pt x="6932" y="1"/>
                    <a:pt x="649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10888;p73">
              <a:extLst>
                <a:ext uri="{FF2B5EF4-FFF2-40B4-BE49-F238E27FC236}">
                  <a16:creationId xmlns:a16="http://schemas.microsoft.com/office/drawing/2014/main" id="{9B8244FA-9383-28FA-C6CB-A83FF8D45E9A}"/>
                </a:ext>
              </a:extLst>
            </p:cNvPr>
            <p:cNvSpPr/>
            <p:nvPr/>
          </p:nvSpPr>
          <p:spPr>
            <a:xfrm>
              <a:off x="-2309075" y="3992050"/>
              <a:ext cx="292250" cy="257575"/>
            </a:xfrm>
            <a:custGeom>
              <a:avLst/>
              <a:gdLst/>
              <a:ahLst/>
              <a:cxnLst/>
              <a:rect l="l" t="t" r="r" b="b"/>
              <a:pathLst>
                <a:path w="11690" h="10303" extrusionOk="0">
                  <a:moveTo>
                    <a:pt x="5042" y="1"/>
                  </a:moveTo>
                  <a:cubicBezTo>
                    <a:pt x="4506" y="1"/>
                    <a:pt x="4034" y="473"/>
                    <a:pt x="4034" y="1040"/>
                  </a:cubicBezTo>
                  <a:lnTo>
                    <a:pt x="4034" y="2395"/>
                  </a:lnTo>
                  <a:cubicBezTo>
                    <a:pt x="4034" y="2962"/>
                    <a:pt x="4506" y="3435"/>
                    <a:pt x="5042" y="3435"/>
                  </a:cubicBezTo>
                  <a:lnTo>
                    <a:pt x="6964" y="3435"/>
                  </a:lnTo>
                  <a:lnTo>
                    <a:pt x="7814" y="4254"/>
                  </a:lnTo>
                  <a:cubicBezTo>
                    <a:pt x="7216" y="4537"/>
                    <a:pt x="6775" y="5136"/>
                    <a:pt x="6775" y="5829"/>
                  </a:cubicBezTo>
                  <a:cubicBezTo>
                    <a:pt x="6775" y="6270"/>
                    <a:pt x="6932" y="6680"/>
                    <a:pt x="7216" y="6932"/>
                  </a:cubicBezTo>
                  <a:cubicBezTo>
                    <a:pt x="6585" y="7089"/>
                    <a:pt x="6081" y="7499"/>
                    <a:pt x="5766" y="8034"/>
                  </a:cubicBezTo>
                  <a:cubicBezTo>
                    <a:pt x="5451" y="7499"/>
                    <a:pt x="4916" y="7089"/>
                    <a:pt x="4286" y="6932"/>
                  </a:cubicBezTo>
                  <a:cubicBezTo>
                    <a:pt x="4569" y="6617"/>
                    <a:pt x="4727" y="6270"/>
                    <a:pt x="4727" y="5829"/>
                  </a:cubicBezTo>
                  <a:cubicBezTo>
                    <a:pt x="4727" y="4884"/>
                    <a:pt x="3971" y="4159"/>
                    <a:pt x="3025" y="4159"/>
                  </a:cubicBezTo>
                  <a:cubicBezTo>
                    <a:pt x="2080" y="4159"/>
                    <a:pt x="1356" y="4884"/>
                    <a:pt x="1356" y="5829"/>
                  </a:cubicBezTo>
                  <a:cubicBezTo>
                    <a:pt x="1356" y="6270"/>
                    <a:pt x="1513" y="6680"/>
                    <a:pt x="1765" y="6932"/>
                  </a:cubicBezTo>
                  <a:cubicBezTo>
                    <a:pt x="757" y="7215"/>
                    <a:pt x="1" y="8129"/>
                    <a:pt x="1" y="9263"/>
                  </a:cubicBezTo>
                  <a:lnTo>
                    <a:pt x="1" y="9925"/>
                  </a:lnTo>
                  <a:cubicBezTo>
                    <a:pt x="1" y="10145"/>
                    <a:pt x="158" y="10303"/>
                    <a:pt x="348" y="10303"/>
                  </a:cubicBezTo>
                  <a:lnTo>
                    <a:pt x="11343" y="10303"/>
                  </a:lnTo>
                  <a:cubicBezTo>
                    <a:pt x="11532" y="10303"/>
                    <a:pt x="11689" y="10145"/>
                    <a:pt x="11689" y="9925"/>
                  </a:cubicBezTo>
                  <a:lnTo>
                    <a:pt x="11689" y="9263"/>
                  </a:lnTo>
                  <a:cubicBezTo>
                    <a:pt x="11689" y="8160"/>
                    <a:pt x="10965" y="7215"/>
                    <a:pt x="9925" y="6932"/>
                  </a:cubicBezTo>
                  <a:cubicBezTo>
                    <a:pt x="10209" y="6617"/>
                    <a:pt x="10366" y="6270"/>
                    <a:pt x="10366" y="5829"/>
                  </a:cubicBezTo>
                  <a:cubicBezTo>
                    <a:pt x="10366" y="5010"/>
                    <a:pt x="9767" y="4317"/>
                    <a:pt x="8980" y="4159"/>
                  </a:cubicBezTo>
                  <a:lnTo>
                    <a:pt x="8980" y="3435"/>
                  </a:lnTo>
                  <a:lnTo>
                    <a:pt x="10555" y="3435"/>
                  </a:lnTo>
                  <a:cubicBezTo>
                    <a:pt x="11122" y="3435"/>
                    <a:pt x="11595" y="2962"/>
                    <a:pt x="11595" y="2395"/>
                  </a:cubicBezTo>
                  <a:lnTo>
                    <a:pt x="11595" y="1040"/>
                  </a:lnTo>
                  <a:cubicBezTo>
                    <a:pt x="11595" y="473"/>
                    <a:pt x="11122" y="1"/>
                    <a:pt x="1055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24" name="Google Shape;10889;p73">
            <a:extLst>
              <a:ext uri="{FF2B5EF4-FFF2-40B4-BE49-F238E27FC236}">
                <a16:creationId xmlns:a16="http://schemas.microsoft.com/office/drawing/2014/main" id="{8889B4F8-F02A-AC4E-0636-BE387DD18EB7}"/>
              </a:ext>
            </a:extLst>
          </p:cNvPr>
          <p:cNvGrpSpPr/>
          <p:nvPr/>
        </p:nvGrpSpPr>
        <p:grpSpPr>
          <a:xfrm>
            <a:off x="17914956" y="10096228"/>
            <a:ext cx="860124" cy="850999"/>
            <a:chOff x="-1182750" y="3962900"/>
            <a:chExt cx="294575" cy="291450"/>
          </a:xfrm>
          <a:solidFill>
            <a:srgbClr val="555559"/>
          </a:solidFill>
        </p:grpSpPr>
        <p:sp>
          <p:nvSpPr>
            <p:cNvPr id="2425" name="Google Shape;10890;p73">
              <a:extLst>
                <a:ext uri="{FF2B5EF4-FFF2-40B4-BE49-F238E27FC236}">
                  <a16:creationId xmlns:a16="http://schemas.microsoft.com/office/drawing/2014/main" id="{7A002010-8EB1-ADBF-4AB0-9C53F3C1BF13}"/>
                </a:ext>
              </a:extLst>
            </p:cNvPr>
            <p:cNvSpPr/>
            <p:nvPr/>
          </p:nvSpPr>
          <p:spPr>
            <a:xfrm>
              <a:off x="-1078000" y="4030650"/>
              <a:ext cx="17350" cy="17350"/>
            </a:xfrm>
            <a:custGeom>
              <a:avLst/>
              <a:gdLst/>
              <a:ahLst/>
              <a:cxnLst/>
              <a:rect l="l" t="t" r="r" b="b"/>
              <a:pathLst>
                <a:path w="694" h="694" extrusionOk="0">
                  <a:moveTo>
                    <a:pt x="347" y="0"/>
                  </a:moveTo>
                  <a:cubicBezTo>
                    <a:pt x="158" y="0"/>
                    <a:pt x="0" y="158"/>
                    <a:pt x="0" y="347"/>
                  </a:cubicBezTo>
                  <a:cubicBezTo>
                    <a:pt x="0" y="536"/>
                    <a:pt x="158" y="694"/>
                    <a:pt x="347" y="694"/>
                  </a:cubicBezTo>
                  <a:cubicBezTo>
                    <a:pt x="536" y="694"/>
                    <a:pt x="693" y="536"/>
                    <a:pt x="693" y="347"/>
                  </a:cubicBezTo>
                  <a:cubicBezTo>
                    <a:pt x="693" y="158"/>
                    <a:pt x="536"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6" name="Google Shape;10891;p73">
              <a:extLst>
                <a:ext uri="{FF2B5EF4-FFF2-40B4-BE49-F238E27FC236}">
                  <a16:creationId xmlns:a16="http://schemas.microsoft.com/office/drawing/2014/main" id="{66AE6D72-1F3F-3D53-73B3-47E4213F8624}"/>
                </a:ext>
              </a:extLst>
            </p:cNvPr>
            <p:cNvSpPr/>
            <p:nvPr/>
          </p:nvSpPr>
          <p:spPr>
            <a:xfrm>
              <a:off x="-1129200" y="409995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10892;p73">
              <a:extLst>
                <a:ext uri="{FF2B5EF4-FFF2-40B4-BE49-F238E27FC236}">
                  <a16:creationId xmlns:a16="http://schemas.microsoft.com/office/drawing/2014/main" id="{946FE942-CFE7-FEE9-142D-7BF9C21BD739}"/>
                </a:ext>
              </a:extLst>
            </p:cNvPr>
            <p:cNvSpPr/>
            <p:nvPr/>
          </p:nvSpPr>
          <p:spPr>
            <a:xfrm>
              <a:off x="-1009475" y="4081850"/>
              <a:ext cx="18125" cy="17350"/>
            </a:xfrm>
            <a:custGeom>
              <a:avLst/>
              <a:gdLst/>
              <a:ahLst/>
              <a:cxnLst/>
              <a:rect l="l" t="t" r="r" b="b"/>
              <a:pathLst>
                <a:path w="725" h="694" extrusionOk="0">
                  <a:moveTo>
                    <a:pt x="347" y="0"/>
                  </a:moveTo>
                  <a:cubicBezTo>
                    <a:pt x="158" y="0"/>
                    <a:pt x="0" y="158"/>
                    <a:pt x="0" y="347"/>
                  </a:cubicBezTo>
                  <a:cubicBezTo>
                    <a:pt x="0" y="536"/>
                    <a:pt x="158" y="693"/>
                    <a:pt x="347" y="693"/>
                  </a:cubicBezTo>
                  <a:cubicBezTo>
                    <a:pt x="567" y="693"/>
                    <a:pt x="725" y="536"/>
                    <a:pt x="725" y="347"/>
                  </a:cubicBezTo>
                  <a:cubicBezTo>
                    <a:pt x="725" y="158"/>
                    <a:pt x="567"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10893;p73">
              <a:extLst>
                <a:ext uri="{FF2B5EF4-FFF2-40B4-BE49-F238E27FC236}">
                  <a16:creationId xmlns:a16="http://schemas.microsoft.com/office/drawing/2014/main" id="{29B9C22F-8087-0695-5EC1-FB299BB58C4A}"/>
                </a:ext>
              </a:extLst>
            </p:cNvPr>
            <p:cNvSpPr/>
            <p:nvPr/>
          </p:nvSpPr>
          <p:spPr>
            <a:xfrm>
              <a:off x="-1182750" y="4168475"/>
              <a:ext cx="292225" cy="34675"/>
            </a:xfrm>
            <a:custGeom>
              <a:avLst/>
              <a:gdLst/>
              <a:ahLst/>
              <a:cxnLst/>
              <a:rect l="l" t="t" r="r" b="b"/>
              <a:pathLst>
                <a:path w="11689" h="1387" extrusionOk="0">
                  <a:moveTo>
                    <a:pt x="0" y="1"/>
                  </a:moveTo>
                  <a:lnTo>
                    <a:pt x="0" y="347"/>
                  </a:lnTo>
                  <a:lnTo>
                    <a:pt x="63" y="347"/>
                  </a:lnTo>
                  <a:cubicBezTo>
                    <a:pt x="63" y="914"/>
                    <a:pt x="504" y="1387"/>
                    <a:pt x="1071" y="1387"/>
                  </a:cubicBezTo>
                  <a:lnTo>
                    <a:pt x="10680" y="1387"/>
                  </a:lnTo>
                  <a:cubicBezTo>
                    <a:pt x="11247" y="1387"/>
                    <a:pt x="11688" y="914"/>
                    <a:pt x="11688" y="347"/>
                  </a:cubicBezTo>
                  <a:lnTo>
                    <a:pt x="11688"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9" name="Google Shape;10894;p73">
              <a:extLst>
                <a:ext uri="{FF2B5EF4-FFF2-40B4-BE49-F238E27FC236}">
                  <a16:creationId xmlns:a16="http://schemas.microsoft.com/office/drawing/2014/main" id="{2B148401-0D39-BA21-6665-E326774C518B}"/>
                </a:ext>
              </a:extLst>
            </p:cNvPr>
            <p:cNvSpPr/>
            <p:nvPr/>
          </p:nvSpPr>
          <p:spPr>
            <a:xfrm>
              <a:off x="-1117400" y="4220475"/>
              <a:ext cx="161500" cy="33875"/>
            </a:xfrm>
            <a:custGeom>
              <a:avLst/>
              <a:gdLst/>
              <a:ahLst/>
              <a:cxnLst/>
              <a:rect l="l" t="t" r="r" b="b"/>
              <a:pathLst>
                <a:path w="6460" h="1355" extrusionOk="0">
                  <a:moveTo>
                    <a:pt x="1513" y="0"/>
                  </a:moveTo>
                  <a:lnTo>
                    <a:pt x="1356" y="693"/>
                  </a:lnTo>
                  <a:lnTo>
                    <a:pt x="474" y="693"/>
                  </a:lnTo>
                  <a:cubicBezTo>
                    <a:pt x="32" y="693"/>
                    <a:pt x="1" y="1355"/>
                    <a:pt x="474" y="1355"/>
                  </a:cubicBezTo>
                  <a:lnTo>
                    <a:pt x="5924" y="1355"/>
                  </a:lnTo>
                  <a:cubicBezTo>
                    <a:pt x="6459" y="1355"/>
                    <a:pt x="6459" y="693"/>
                    <a:pt x="5987" y="693"/>
                  </a:cubicBezTo>
                  <a:lnTo>
                    <a:pt x="5073" y="693"/>
                  </a:lnTo>
                  <a:lnTo>
                    <a:pt x="4916"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10895;p73">
              <a:extLst>
                <a:ext uri="{FF2B5EF4-FFF2-40B4-BE49-F238E27FC236}">
                  <a16:creationId xmlns:a16="http://schemas.microsoft.com/office/drawing/2014/main" id="{358295AD-A6BA-C61E-BC6C-5725BB9D0C6C}"/>
                </a:ext>
              </a:extLst>
            </p:cNvPr>
            <p:cNvSpPr/>
            <p:nvPr/>
          </p:nvSpPr>
          <p:spPr>
            <a:xfrm>
              <a:off x="-958300" y="4014100"/>
              <a:ext cx="18150" cy="17350"/>
            </a:xfrm>
            <a:custGeom>
              <a:avLst/>
              <a:gdLst/>
              <a:ahLst/>
              <a:cxnLst/>
              <a:rect l="l" t="t" r="r" b="b"/>
              <a:pathLst>
                <a:path w="726" h="694" extrusionOk="0">
                  <a:moveTo>
                    <a:pt x="348" y="1"/>
                  </a:moveTo>
                  <a:cubicBezTo>
                    <a:pt x="158" y="1"/>
                    <a:pt x="1" y="158"/>
                    <a:pt x="1" y="347"/>
                  </a:cubicBezTo>
                  <a:cubicBezTo>
                    <a:pt x="1" y="536"/>
                    <a:pt x="158" y="694"/>
                    <a:pt x="348" y="694"/>
                  </a:cubicBezTo>
                  <a:cubicBezTo>
                    <a:pt x="568" y="694"/>
                    <a:pt x="726" y="536"/>
                    <a:pt x="726" y="347"/>
                  </a:cubicBezTo>
                  <a:cubicBezTo>
                    <a:pt x="726" y="158"/>
                    <a:pt x="568" y="1"/>
                    <a:pt x="34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10896;p73">
              <a:extLst>
                <a:ext uri="{FF2B5EF4-FFF2-40B4-BE49-F238E27FC236}">
                  <a16:creationId xmlns:a16="http://schemas.microsoft.com/office/drawing/2014/main" id="{56B99C06-CAD3-4AA4-BE55-DF0F6C7EFF0A}"/>
                </a:ext>
              </a:extLst>
            </p:cNvPr>
            <p:cNvSpPr/>
            <p:nvPr/>
          </p:nvSpPr>
          <p:spPr>
            <a:xfrm>
              <a:off x="-1180400" y="3962900"/>
              <a:ext cx="292225" cy="188275"/>
            </a:xfrm>
            <a:custGeom>
              <a:avLst/>
              <a:gdLst/>
              <a:ahLst/>
              <a:cxnLst/>
              <a:rect l="l" t="t" r="r" b="b"/>
              <a:pathLst>
                <a:path w="11689" h="7531" extrusionOk="0">
                  <a:moveTo>
                    <a:pt x="9232" y="1324"/>
                  </a:moveTo>
                  <a:cubicBezTo>
                    <a:pt x="9799" y="1324"/>
                    <a:pt x="10271" y="1797"/>
                    <a:pt x="10271" y="2364"/>
                  </a:cubicBezTo>
                  <a:cubicBezTo>
                    <a:pt x="10271" y="2922"/>
                    <a:pt x="9822" y="3391"/>
                    <a:pt x="9247" y="3391"/>
                  </a:cubicBezTo>
                  <a:cubicBezTo>
                    <a:pt x="9140" y="3391"/>
                    <a:pt x="9029" y="3375"/>
                    <a:pt x="8916" y="3341"/>
                  </a:cubicBezTo>
                  <a:lnTo>
                    <a:pt x="8034" y="4538"/>
                  </a:lnTo>
                  <a:cubicBezTo>
                    <a:pt x="8507" y="5199"/>
                    <a:pt x="7971" y="6144"/>
                    <a:pt x="7152" y="6144"/>
                  </a:cubicBezTo>
                  <a:cubicBezTo>
                    <a:pt x="6491" y="6144"/>
                    <a:pt x="5987" y="5514"/>
                    <a:pt x="6176" y="4790"/>
                  </a:cubicBezTo>
                  <a:lnTo>
                    <a:pt x="4978" y="3908"/>
                  </a:lnTo>
                  <a:cubicBezTo>
                    <a:pt x="4839" y="4007"/>
                    <a:pt x="4661" y="4069"/>
                    <a:pt x="4470" y="4069"/>
                  </a:cubicBezTo>
                  <a:cubicBezTo>
                    <a:pt x="4359" y="4069"/>
                    <a:pt x="4243" y="4048"/>
                    <a:pt x="4128" y="4002"/>
                  </a:cubicBezTo>
                  <a:lnTo>
                    <a:pt x="3214" y="5199"/>
                  </a:lnTo>
                  <a:cubicBezTo>
                    <a:pt x="3340" y="5357"/>
                    <a:pt x="3372" y="5546"/>
                    <a:pt x="3372" y="5735"/>
                  </a:cubicBezTo>
                  <a:cubicBezTo>
                    <a:pt x="3372" y="6302"/>
                    <a:pt x="2899" y="6775"/>
                    <a:pt x="2363" y="6775"/>
                  </a:cubicBezTo>
                  <a:cubicBezTo>
                    <a:pt x="1796" y="6775"/>
                    <a:pt x="1324" y="6302"/>
                    <a:pt x="1324" y="5735"/>
                  </a:cubicBezTo>
                  <a:cubicBezTo>
                    <a:pt x="1324" y="5199"/>
                    <a:pt x="1796" y="4727"/>
                    <a:pt x="2363" y="4727"/>
                  </a:cubicBezTo>
                  <a:cubicBezTo>
                    <a:pt x="2489" y="4727"/>
                    <a:pt x="2552" y="4758"/>
                    <a:pt x="2678" y="4758"/>
                  </a:cubicBezTo>
                  <a:lnTo>
                    <a:pt x="3592" y="3593"/>
                  </a:lnTo>
                  <a:cubicBezTo>
                    <a:pt x="3120" y="2899"/>
                    <a:pt x="3624" y="1954"/>
                    <a:pt x="4443" y="1954"/>
                  </a:cubicBezTo>
                  <a:cubicBezTo>
                    <a:pt x="5104" y="1954"/>
                    <a:pt x="5640" y="2584"/>
                    <a:pt x="5419" y="3309"/>
                  </a:cubicBezTo>
                  <a:lnTo>
                    <a:pt x="6617" y="4223"/>
                  </a:lnTo>
                  <a:cubicBezTo>
                    <a:pt x="6766" y="4116"/>
                    <a:pt x="6959" y="4038"/>
                    <a:pt x="7165" y="4038"/>
                  </a:cubicBezTo>
                  <a:cubicBezTo>
                    <a:pt x="7264" y="4038"/>
                    <a:pt x="7365" y="4056"/>
                    <a:pt x="7467" y="4097"/>
                  </a:cubicBezTo>
                  <a:lnTo>
                    <a:pt x="8381" y="2899"/>
                  </a:lnTo>
                  <a:cubicBezTo>
                    <a:pt x="8255" y="2742"/>
                    <a:pt x="8223" y="2553"/>
                    <a:pt x="8223" y="2364"/>
                  </a:cubicBezTo>
                  <a:cubicBezTo>
                    <a:pt x="8223" y="1797"/>
                    <a:pt x="8696" y="1324"/>
                    <a:pt x="9232" y="1324"/>
                  </a:cubicBezTo>
                  <a:close/>
                  <a:moveTo>
                    <a:pt x="1009" y="1"/>
                  </a:moveTo>
                  <a:cubicBezTo>
                    <a:pt x="473" y="1"/>
                    <a:pt x="1" y="474"/>
                    <a:pt x="1" y="1009"/>
                  </a:cubicBezTo>
                  <a:lnTo>
                    <a:pt x="1" y="7531"/>
                  </a:lnTo>
                  <a:lnTo>
                    <a:pt x="11689" y="7531"/>
                  </a:lnTo>
                  <a:lnTo>
                    <a:pt x="11689" y="1009"/>
                  </a:lnTo>
                  <a:cubicBezTo>
                    <a:pt x="11657" y="411"/>
                    <a:pt x="11185" y="1"/>
                    <a:pt x="1061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2" name="Google Shape;10897;p73">
            <a:extLst>
              <a:ext uri="{FF2B5EF4-FFF2-40B4-BE49-F238E27FC236}">
                <a16:creationId xmlns:a16="http://schemas.microsoft.com/office/drawing/2014/main" id="{BFE8BC91-91DB-EC2A-D5A2-C4A7E5703295}"/>
              </a:ext>
            </a:extLst>
          </p:cNvPr>
          <p:cNvGrpSpPr/>
          <p:nvPr/>
        </p:nvGrpSpPr>
        <p:grpSpPr>
          <a:xfrm>
            <a:off x="4724305" y="7931304"/>
            <a:ext cx="860197" cy="850999"/>
            <a:chOff x="-5611575" y="3272950"/>
            <a:chExt cx="294600" cy="291450"/>
          </a:xfrm>
          <a:solidFill>
            <a:srgbClr val="555559"/>
          </a:solidFill>
        </p:grpSpPr>
        <p:sp>
          <p:nvSpPr>
            <p:cNvPr id="2433" name="Google Shape;10898;p73">
              <a:extLst>
                <a:ext uri="{FF2B5EF4-FFF2-40B4-BE49-F238E27FC236}">
                  <a16:creationId xmlns:a16="http://schemas.microsoft.com/office/drawing/2014/main" id="{F114C540-57BD-B61A-BA96-A5F7BFA7E9A7}"/>
                </a:ext>
              </a:extLst>
            </p:cNvPr>
            <p:cNvSpPr/>
            <p:nvPr/>
          </p:nvSpPr>
          <p:spPr>
            <a:xfrm>
              <a:off x="-5594250" y="3273750"/>
              <a:ext cx="85875" cy="84300"/>
            </a:xfrm>
            <a:custGeom>
              <a:avLst/>
              <a:gdLst/>
              <a:ahLst/>
              <a:cxnLst/>
              <a:rect l="l" t="t" r="r" b="b"/>
              <a:pathLst>
                <a:path w="3435" h="3372" extrusionOk="0">
                  <a:moveTo>
                    <a:pt x="1734" y="0"/>
                  </a:moveTo>
                  <a:cubicBezTo>
                    <a:pt x="788" y="0"/>
                    <a:pt x="32" y="756"/>
                    <a:pt x="32" y="1702"/>
                  </a:cubicBezTo>
                  <a:cubicBezTo>
                    <a:pt x="1" y="2678"/>
                    <a:pt x="820" y="3371"/>
                    <a:pt x="1702" y="3371"/>
                  </a:cubicBezTo>
                  <a:cubicBezTo>
                    <a:pt x="2269" y="3371"/>
                    <a:pt x="2899" y="3025"/>
                    <a:pt x="3214" y="2426"/>
                  </a:cubicBezTo>
                  <a:cubicBezTo>
                    <a:pt x="3340" y="2206"/>
                    <a:pt x="3435" y="1922"/>
                    <a:pt x="3435" y="1702"/>
                  </a:cubicBezTo>
                  <a:cubicBezTo>
                    <a:pt x="3435" y="756"/>
                    <a:pt x="2679" y="0"/>
                    <a:pt x="17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10899;p73">
              <a:extLst>
                <a:ext uri="{FF2B5EF4-FFF2-40B4-BE49-F238E27FC236}">
                  <a16:creationId xmlns:a16="http://schemas.microsoft.com/office/drawing/2014/main" id="{E70E26B6-EAD1-252C-6303-348D3D07F3DB}"/>
                </a:ext>
              </a:extLst>
            </p:cNvPr>
            <p:cNvSpPr/>
            <p:nvPr/>
          </p:nvSpPr>
          <p:spPr>
            <a:xfrm>
              <a:off x="-5457200" y="3324950"/>
              <a:ext cx="67775" cy="67750"/>
            </a:xfrm>
            <a:custGeom>
              <a:avLst/>
              <a:gdLst/>
              <a:ahLst/>
              <a:cxnLst/>
              <a:rect l="l" t="t" r="r" b="b"/>
              <a:pathLst>
                <a:path w="2711" h="2710" extrusionOk="0">
                  <a:moveTo>
                    <a:pt x="1009" y="0"/>
                  </a:moveTo>
                  <a:cubicBezTo>
                    <a:pt x="410" y="158"/>
                    <a:pt x="1" y="662"/>
                    <a:pt x="1" y="1323"/>
                  </a:cubicBezTo>
                  <a:cubicBezTo>
                    <a:pt x="1" y="2079"/>
                    <a:pt x="631" y="2710"/>
                    <a:pt x="1355" y="2710"/>
                  </a:cubicBezTo>
                  <a:cubicBezTo>
                    <a:pt x="1985" y="2710"/>
                    <a:pt x="2553" y="2268"/>
                    <a:pt x="2710" y="1701"/>
                  </a:cubicBezTo>
                  <a:lnTo>
                    <a:pt x="1355" y="1701"/>
                  </a:lnTo>
                  <a:cubicBezTo>
                    <a:pt x="1166" y="1701"/>
                    <a:pt x="1009" y="1544"/>
                    <a:pt x="1009" y="1323"/>
                  </a:cubicBezTo>
                  <a:lnTo>
                    <a:pt x="1009"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10900;p73">
              <a:extLst>
                <a:ext uri="{FF2B5EF4-FFF2-40B4-BE49-F238E27FC236}">
                  <a16:creationId xmlns:a16="http://schemas.microsoft.com/office/drawing/2014/main" id="{B956150F-DAF2-2658-DE0F-8ED46F09BD3A}"/>
                </a:ext>
              </a:extLst>
            </p:cNvPr>
            <p:cNvSpPr/>
            <p:nvPr/>
          </p:nvSpPr>
          <p:spPr>
            <a:xfrm>
              <a:off x="-5415450" y="3325725"/>
              <a:ext cx="25225" cy="24450"/>
            </a:xfrm>
            <a:custGeom>
              <a:avLst/>
              <a:gdLst/>
              <a:ahLst/>
              <a:cxnLst/>
              <a:rect l="l" t="t" r="r" b="b"/>
              <a:pathLst>
                <a:path w="1009" h="978" extrusionOk="0">
                  <a:moveTo>
                    <a:pt x="0" y="1"/>
                  </a:moveTo>
                  <a:lnTo>
                    <a:pt x="0" y="977"/>
                  </a:lnTo>
                  <a:lnTo>
                    <a:pt x="1009" y="977"/>
                  </a:lnTo>
                  <a:cubicBezTo>
                    <a:pt x="883" y="473"/>
                    <a:pt x="473" y="127"/>
                    <a:pt x="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10901;p73">
              <a:extLst>
                <a:ext uri="{FF2B5EF4-FFF2-40B4-BE49-F238E27FC236}">
                  <a16:creationId xmlns:a16="http://schemas.microsoft.com/office/drawing/2014/main" id="{404214BC-6EEB-F2A3-82A3-EC4155AEDC3E}"/>
                </a:ext>
              </a:extLst>
            </p:cNvPr>
            <p:cNvSpPr/>
            <p:nvPr/>
          </p:nvSpPr>
          <p:spPr>
            <a:xfrm>
              <a:off x="-5611575" y="3359600"/>
              <a:ext cx="118950" cy="204800"/>
            </a:xfrm>
            <a:custGeom>
              <a:avLst/>
              <a:gdLst/>
              <a:ahLst/>
              <a:cxnLst/>
              <a:rect l="l" t="t" r="r" b="b"/>
              <a:pathLst>
                <a:path w="4758" h="8192" extrusionOk="0">
                  <a:moveTo>
                    <a:pt x="694" y="0"/>
                  </a:moveTo>
                  <a:cubicBezTo>
                    <a:pt x="253" y="410"/>
                    <a:pt x="1" y="1008"/>
                    <a:pt x="1" y="1670"/>
                  </a:cubicBezTo>
                  <a:lnTo>
                    <a:pt x="1" y="3718"/>
                  </a:lnTo>
                  <a:cubicBezTo>
                    <a:pt x="1" y="4159"/>
                    <a:pt x="253" y="4569"/>
                    <a:pt x="662" y="4726"/>
                  </a:cubicBezTo>
                  <a:lnTo>
                    <a:pt x="662" y="7152"/>
                  </a:lnTo>
                  <a:cubicBezTo>
                    <a:pt x="662" y="7687"/>
                    <a:pt x="1135" y="8192"/>
                    <a:pt x="1670" y="8192"/>
                  </a:cubicBezTo>
                  <a:lnTo>
                    <a:pt x="3057" y="8192"/>
                  </a:lnTo>
                  <a:cubicBezTo>
                    <a:pt x="3624" y="8192"/>
                    <a:pt x="4096" y="7719"/>
                    <a:pt x="4096" y="7152"/>
                  </a:cubicBezTo>
                  <a:lnTo>
                    <a:pt x="4096" y="4726"/>
                  </a:lnTo>
                  <a:cubicBezTo>
                    <a:pt x="4474" y="4569"/>
                    <a:pt x="4758" y="4190"/>
                    <a:pt x="4758" y="3718"/>
                  </a:cubicBezTo>
                  <a:lnTo>
                    <a:pt x="4758" y="1670"/>
                  </a:lnTo>
                  <a:cubicBezTo>
                    <a:pt x="4758" y="1008"/>
                    <a:pt x="4474" y="410"/>
                    <a:pt x="4033" y="0"/>
                  </a:cubicBezTo>
                  <a:cubicBezTo>
                    <a:pt x="3718" y="347"/>
                    <a:pt x="3246" y="567"/>
                    <a:pt x="2742" y="662"/>
                  </a:cubicBezTo>
                  <a:lnTo>
                    <a:pt x="2742" y="2395"/>
                  </a:lnTo>
                  <a:cubicBezTo>
                    <a:pt x="2742" y="2584"/>
                    <a:pt x="2584" y="2741"/>
                    <a:pt x="2395" y="2741"/>
                  </a:cubicBezTo>
                  <a:cubicBezTo>
                    <a:pt x="2175" y="2741"/>
                    <a:pt x="2017" y="2584"/>
                    <a:pt x="2017" y="2395"/>
                  </a:cubicBezTo>
                  <a:lnTo>
                    <a:pt x="2017" y="662"/>
                  </a:lnTo>
                  <a:cubicBezTo>
                    <a:pt x="1513" y="567"/>
                    <a:pt x="1040" y="347"/>
                    <a:pt x="69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10902;p73">
              <a:extLst>
                <a:ext uri="{FF2B5EF4-FFF2-40B4-BE49-F238E27FC236}">
                  <a16:creationId xmlns:a16="http://schemas.microsoft.com/office/drawing/2014/main" id="{F3D36DDA-727F-1A10-0501-7A67DA65ED1F}"/>
                </a:ext>
              </a:extLst>
            </p:cNvPr>
            <p:cNvSpPr/>
            <p:nvPr/>
          </p:nvSpPr>
          <p:spPr>
            <a:xfrm>
              <a:off x="-5510750" y="3272950"/>
              <a:ext cx="193775" cy="187475"/>
            </a:xfrm>
            <a:custGeom>
              <a:avLst/>
              <a:gdLst/>
              <a:ahLst/>
              <a:cxnLst/>
              <a:rect l="l" t="t" r="r" b="b"/>
              <a:pathLst>
                <a:path w="7751" h="7499" extrusionOk="0">
                  <a:moveTo>
                    <a:pt x="3497" y="1355"/>
                  </a:moveTo>
                  <a:cubicBezTo>
                    <a:pt x="4663" y="1355"/>
                    <a:pt x="5577" y="2269"/>
                    <a:pt x="5577" y="3403"/>
                  </a:cubicBezTo>
                  <a:cubicBezTo>
                    <a:pt x="5577" y="4569"/>
                    <a:pt x="4600" y="5451"/>
                    <a:pt x="3497" y="5451"/>
                  </a:cubicBezTo>
                  <a:cubicBezTo>
                    <a:pt x="2363" y="5451"/>
                    <a:pt x="1450" y="4569"/>
                    <a:pt x="1450" y="3403"/>
                  </a:cubicBezTo>
                  <a:cubicBezTo>
                    <a:pt x="1450" y="2269"/>
                    <a:pt x="2363" y="1355"/>
                    <a:pt x="3497" y="1355"/>
                  </a:cubicBezTo>
                  <a:close/>
                  <a:moveTo>
                    <a:pt x="0" y="1"/>
                  </a:moveTo>
                  <a:cubicBezTo>
                    <a:pt x="441" y="410"/>
                    <a:pt x="725" y="1009"/>
                    <a:pt x="725" y="1671"/>
                  </a:cubicBezTo>
                  <a:cubicBezTo>
                    <a:pt x="725" y="2112"/>
                    <a:pt x="599" y="2521"/>
                    <a:pt x="410" y="2868"/>
                  </a:cubicBezTo>
                  <a:cubicBezTo>
                    <a:pt x="1040" y="3403"/>
                    <a:pt x="1387" y="4191"/>
                    <a:pt x="1387" y="5105"/>
                  </a:cubicBezTo>
                  <a:lnTo>
                    <a:pt x="1387" y="7152"/>
                  </a:lnTo>
                  <a:cubicBezTo>
                    <a:pt x="1387" y="7278"/>
                    <a:pt x="1387" y="7404"/>
                    <a:pt x="1355" y="7499"/>
                  </a:cubicBezTo>
                  <a:lnTo>
                    <a:pt x="5829" y="7499"/>
                  </a:lnTo>
                  <a:cubicBezTo>
                    <a:pt x="6396" y="7499"/>
                    <a:pt x="6900" y="7026"/>
                    <a:pt x="6900" y="6491"/>
                  </a:cubicBezTo>
                  <a:lnTo>
                    <a:pt x="6900" y="694"/>
                  </a:lnTo>
                  <a:lnTo>
                    <a:pt x="7246" y="694"/>
                  </a:lnTo>
                  <a:cubicBezTo>
                    <a:pt x="7751" y="694"/>
                    <a:pt x="7751" y="1"/>
                    <a:pt x="727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8" name="Google Shape;10903;p73">
            <a:extLst>
              <a:ext uri="{FF2B5EF4-FFF2-40B4-BE49-F238E27FC236}">
                <a16:creationId xmlns:a16="http://schemas.microsoft.com/office/drawing/2014/main" id="{D1546A64-4859-3618-7A0B-6C381C868A87}"/>
              </a:ext>
            </a:extLst>
          </p:cNvPr>
          <p:cNvGrpSpPr/>
          <p:nvPr/>
        </p:nvGrpSpPr>
        <p:grpSpPr>
          <a:xfrm>
            <a:off x="4724305" y="8978778"/>
            <a:ext cx="860197" cy="848665"/>
            <a:chOff x="-5613150" y="3632900"/>
            <a:chExt cx="294600" cy="290650"/>
          </a:xfrm>
          <a:solidFill>
            <a:srgbClr val="555559"/>
          </a:solidFill>
        </p:grpSpPr>
        <p:sp>
          <p:nvSpPr>
            <p:cNvPr id="2439" name="Google Shape;10904;p73">
              <a:extLst>
                <a:ext uri="{FF2B5EF4-FFF2-40B4-BE49-F238E27FC236}">
                  <a16:creationId xmlns:a16="http://schemas.microsoft.com/office/drawing/2014/main" id="{1BF3A247-FE7E-A2C3-DCB4-4D52D6CDA9AA}"/>
                </a:ext>
              </a:extLst>
            </p:cNvPr>
            <p:cNvSpPr/>
            <p:nvPr/>
          </p:nvSpPr>
          <p:spPr>
            <a:xfrm>
              <a:off x="-5440825" y="3708275"/>
              <a:ext cx="49550" cy="41450"/>
            </a:xfrm>
            <a:custGeom>
              <a:avLst/>
              <a:gdLst/>
              <a:ahLst/>
              <a:cxnLst/>
              <a:rect l="l" t="t" r="r" b="b"/>
              <a:pathLst>
                <a:path w="1982" h="1658" extrusionOk="0">
                  <a:moveTo>
                    <a:pt x="522" y="1"/>
                  </a:moveTo>
                  <a:cubicBezTo>
                    <a:pt x="249" y="1"/>
                    <a:pt x="1" y="335"/>
                    <a:pt x="291" y="577"/>
                  </a:cubicBezTo>
                  <a:lnTo>
                    <a:pt x="1267" y="1554"/>
                  </a:lnTo>
                  <a:cubicBezTo>
                    <a:pt x="1341" y="1627"/>
                    <a:pt x="1422" y="1658"/>
                    <a:pt x="1501" y="1658"/>
                  </a:cubicBezTo>
                  <a:cubicBezTo>
                    <a:pt x="1760" y="1658"/>
                    <a:pt x="1982" y="1323"/>
                    <a:pt x="1740" y="1081"/>
                  </a:cubicBezTo>
                  <a:lnTo>
                    <a:pt x="763" y="104"/>
                  </a:lnTo>
                  <a:cubicBezTo>
                    <a:pt x="690" y="31"/>
                    <a:pt x="605" y="1"/>
                    <a:pt x="52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10905;p73">
              <a:extLst>
                <a:ext uri="{FF2B5EF4-FFF2-40B4-BE49-F238E27FC236}">
                  <a16:creationId xmlns:a16="http://schemas.microsoft.com/office/drawing/2014/main" id="{196375EE-5578-2548-CEEB-437114B22EF4}"/>
                </a:ext>
              </a:extLst>
            </p:cNvPr>
            <p:cNvSpPr/>
            <p:nvPr/>
          </p:nvSpPr>
          <p:spPr>
            <a:xfrm>
              <a:off x="-5613150" y="3632900"/>
              <a:ext cx="294600" cy="290650"/>
            </a:xfrm>
            <a:custGeom>
              <a:avLst/>
              <a:gdLst/>
              <a:ahLst/>
              <a:cxnLst/>
              <a:rect l="l" t="t" r="r" b="b"/>
              <a:pathLst>
                <a:path w="11784" h="11626" extrusionOk="0">
                  <a:moveTo>
                    <a:pt x="7444" y="2281"/>
                  </a:moveTo>
                  <a:cubicBezTo>
                    <a:pt x="7676" y="2281"/>
                    <a:pt x="7915" y="2370"/>
                    <a:pt x="8129" y="2584"/>
                  </a:cubicBezTo>
                  <a:lnTo>
                    <a:pt x="9106" y="3592"/>
                  </a:lnTo>
                  <a:cubicBezTo>
                    <a:pt x="9736" y="4254"/>
                    <a:pt x="9263" y="5356"/>
                    <a:pt x="8349" y="5356"/>
                  </a:cubicBezTo>
                  <a:cubicBezTo>
                    <a:pt x="8066" y="5356"/>
                    <a:pt x="7814" y="5230"/>
                    <a:pt x="7656" y="5041"/>
                  </a:cubicBezTo>
                  <a:lnTo>
                    <a:pt x="6648" y="4065"/>
                  </a:lnTo>
                  <a:cubicBezTo>
                    <a:pt x="5941" y="3333"/>
                    <a:pt x="6649" y="2281"/>
                    <a:pt x="7444" y="2281"/>
                  </a:cubicBezTo>
                  <a:close/>
                  <a:moveTo>
                    <a:pt x="5495" y="3992"/>
                  </a:moveTo>
                  <a:cubicBezTo>
                    <a:pt x="5754" y="3992"/>
                    <a:pt x="5976" y="4327"/>
                    <a:pt x="5735" y="4569"/>
                  </a:cubicBezTo>
                  <a:lnTo>
                    <a:pt x="5262" y="5041"/>
                  </a:lnTo>
                  <a:cubicBezTo>
                    <a:pt x="4978" y="5325"/>
                    <a:pt x="5262" y="5514"/>
                    <a:pt x="5483" y="5734"/>
                  </a:cubicBezTo>
                  <a:lnTo>
                    <a:pt x="6207" y="5041"/>
                  </a:lnTo>
                  <a:cubicBezTo>
                    <a:pt x="6280" y="4968"/>
                    <a:pt x="6362" y="4937"/>
                    <a:pt x="6440" y="4937"/>
                  </a:cubicBezTo>
                  <a:cubicBezTo>
                    <a:pt x="6699" y="4937"/>
                    <a:pt x="6922" y="5272"/>
                    <a:pt x="6680" y="5514"/>
                  </a:cubicBezTo>
                  <a:lnTo>
                    <a:pt x="5955" y="6207"/>
                  </a:lnTo>
                  <a:cubicBezTo>
                    <a:pt x="6132" y="6384"/>
                    <a:pt x="6294" y="6577"/>
                    <a:pt x="6462" y="6577"/>
                  </a:cubicBezTo>
                  <a:cubicBezTo>
                    <a:pt x="6533" y="6577"/>
                    <a:pt x="6605" y="6543"/>
                    <a:pt x="6680" y="6459"/>
                  </a:cubicBezTo>
                  <a:lnTo>
                    <a:pt x="7152" y="5986"/>
                  </a:lnTo>
                  <a:cubicBezTo>
                    <a:pt x="7213" y="5926"/>
                    <a:pt x="7285" y="5900"/>
                    <a:pt x="7358" y="5900"/>
                  </a:cubicBezTo>
                  <a:cubicBezTo>
                    <a:pt x="7626" y="5900"/>
                    <a:pt x="7904" y="6250"/>
                    <a:pt x="7656" y="6522"/>
                  </a:cubicBezTo>
                  <a:lnTo>
                    <a:pt x="7184" y="6995"/>
                  </a:lnTo>
                  <a:cubicBezTo>
                    <a:pt x="6963" y="7215"/>
                    <a:pt x="6743" y="7310"/>
                    <a:pt x="6459" y="7310"/>
                  </a:cubicBezTo>
                  <a:cubicBezTo>
                    <a:pt x="6176" y="7310"/>
                    <a:pt x="5924" y="7215"/>
                    <a:pt x="5766" y="6995"/>
                  </a:cubicBezTo>
                  <a:lnTo>
                    <a:pt x="4789" y="6018"/>
                  </a:lnTo>
                  <a:cubicBezTo>
                    <a:pt x="4380" y="5640"/>
                    <a:pt x="4380" y="4947"/>
                    <a:pt x="4789" y="4569"/>
                  </a:cubicBezTo>
                  <a:lnTo>
                    <a:pt x="5262" y="4096"/>
                  </a:lnTo>
                  <a:cubicBezTo>
                    <a:pt x="5335" y="4023"/>
                    <a:pt x="5417" y="3992"/>
                    <a:pt x="5495" y="3992"/>
                  </a:cubicBezTo>
                  <a:close/>
                  <a:moveTo>
                    <a:pt x="3510" y="5977"/>
                  </a:moveTo>
                  <a:cubicBezTo>
                    <a:pt x="3769" y="5977"/>
                    <a:pt x="3992" y="6312"/>
                    <a:pt x="3750" y="6553"/>
                  </a:cubicBezTo>
                  <a:lnTo>
                    <a:pt x="3277" y="7026"/>
                  </a:lnTo>
                  <a:cubicBezTo>
                    <a:pt x="3035" y="7268"/>
                    <a:pt x="3258" y="7603"/>
                    <a:pt x="3516" y="7603"/>
                  </a:cubicBezTo>
                  <a:cubicBezTo>
                    <a:pt x="3595" y="7603"/>
                    <a:pt x="3677" y="7572"/>
                    <a:pt x="3750" y="7499"/>
                  </a:cubicBezTo>
                  <a:cubicBezTo>
                    <a:pt x="3976" y="7273"/>
                    <a:pt x="4227" y="7178"/>
                    <a:pt x="4467" y="7178"/>
                  </a:cubicBezTo>
                  <a:cubicBezTo>
                    <a:pt x="5267" y="7178"/>
                    <a:pt x="5950" y="8221"/>
                    <a:pt x="5199" y="8948"/>
                  </a:cubicBezTo>
                  <a:lnTo>
                    <a:pt x="4726" y="9420"/>
                  </a:lnTo>
                  <a:cubicBezTo>
                    <a:pt x="4653" y="9494"/>
                    <a:pt x="4571" y="9524"/>
                    <a:pt x="4493" y="9524"/>
                  </a:cubicBezTo>
                  <a:cubicBezTo>
                    <a:pt x="4234" y="9524"/>
                    <a:pt x="4012" y="9190"/>
                    <a:pt x="4254" y="8948"/>
                  </a:cubicBezTo>
                  <a:lnTo>
                    <a:pt x="4726" y="8475"/>
                  </a:lnTo>
                  <a:cubicBezTo>
                    <a:pt x="4968" y="8233"/>
                    <a:pt x="4746" y="7899"/>
                    <a:pt x="4487" y="7899"/>
                  </a:cubicBezTo>
                  <a:cubicBezTo>
                    <a:pt x="4409" y="7899"/>
                    <a:pt x="4327" y="7929"/>
                    <a:pt x="4254" y="8003"/>
                  </a:cubicBezTo>
                  <a:cubicBezTo>
                    <a:pt x="4035" y="8222"/>
                    <a:pt x="3787" y="8314"/>
                    <a:pt x="3547" y="8314"/>
                  </a:cubicBezTo>
                  <a:cubicBezTo>
                    <a:pt x="2754" y="8314"/>
                    <a:pt x="2054" y="7304"/>
                    <a:pt x="2805" y="6553"/>
                  </a:cubicBezTo>
                  <a:lnTo>
                    <a:pt x="3277" y="6081"/>
                  </a:lnTo>
                  <a:cubicBezTo>
                    <a:pt x="3350" y="6008"/>
                    <a:pt x="3432" y="5977"/>
                    <a:pt x="3510" y="5977"/>
                  </a:cubicBezTo>
                  <a:close/>
                  <a:moveTo>
                    <a:pt x="11390" y="0"/>
                  </a:moveTo>
                  <a:cubicBezTo>
                    <a:pt x="11303" y="0"/>
                    <a:pt x="11216" y="32"/>
                    <a:pt x="11153" y="95"/>
                  </a:cubicBezTo>
                  <a:lnTo>
                    <a:pt x="10208" y="1009"/>
                  </a:lnTo>
                  <a:cubicBezTo>
                    <a:pt x="9893" y="820"/>
                    <a:pt x="9547" y="757"/>
                    <a:pt x="9169" y="757"/>
                  </a:cubicBezTo>
                  <a:lnTo>
                    <a:pt x="6396" y="914"/>
                  </a:lnTo>
                  <a:cubicBezTo>
                    <a:pt x="5798" y="946"/>
                    <a:pt x="5230" y="1166"/>
                    <a:pt x="4821" y="1607"/>
                  </a:cubicBezTo>
                  <a:lnTo>
                    <a:pt x="410" y="6018"/>
                  </a:lnTo>
                  <a:cubicBezTo>
                    <a:pt x="1" y="6427"/>
                    <a:pt x="1" y="7089"/>
                    <a:pt x="410" y="7467"/>
                  </a:cubicBezTo>
                  <a:lnTo>
                    <a:pt x="4254" y="11342"/>
                  </a:lnTo>
                  <a:cubicBezTo>
                    <a:pt x="4459" y="11531"/>
                    <a:pt x="4726" y="11626"/>
                    <a:pt x="4990" y="11626"/>
                  </a:cubicBezTo>
                  <a:cubicBezTo>
                    <a:pt x="5254" y="11626"/>
                    <a:pt x="5514" y="11531"/>
                    <a:pt x="5703" y="11342"/>
                  </a:cubicBezTo>
                  <a:cubicBezTo>
                    <a:pt x="9704" y="7373"/>
                    <a:pt x="8854" y="8192"/>
                    <a:pt x="9956" y="7058"/>
                  </a:cubicBezTo>
                  <a:cubicBezTo>
                    <a:pt x="10492" y="6616"/>
                    <a:pt x="10807" y="5986"/>
                    <a:pt x="10838" y="5325"/>
                  </a:cubicBezTo>
                  <a:lnTo>
                    <a:pt x="10996" y="2521"/>
                  </a:lnTo>
                  <a:cubicBezTo>
                    <a:pt x="10996" y="2174"/>
                    <a:pt x="10901" y="1765"/>
                    <a:pt x="10712" y="1481"/>
                  </a:cubicBezTo>
                  <a:lnTo>
                    <a:pt x="11689" y="568"/>
                  </a:lnTo>
                  <a:cubicBezTo>
                    <a:pt x="11784" y="442"/>
                    <a:pt x="11784" y="190"/>
                    <a:pt x="11626" y="95"/>
                  </a:cubicBezTo>
                  <a:cubicBezTo>
                    <a:pt x="11563" y="32"/>
                    <a:pt x="11476" y="0"/>
                    <a:pt x="113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41" name="Google Shape;10906;p73">
            <a:extLst>
              <a:ext uri="{FF2B5EF4-FFF2-40B4-BE49-F238E27FC236}">
                <a16:creationId xmlns:a16="http://schemas.microsoft.com/office/drawing/2014/main" id="{A2DFEBFC-0DC4-C6BE-794E-90786C0F0073}"/>
              </a:ext>
            </a:extLst>
          </p:cNvPr>
          <p:cNvGrpSpPr/>
          <p:nvPr/>
        </p:nvGrpSpPr>
        <p:grpSpPr>
          <a:xfrm>
            <a:off x="4748432" y="10095100"/>
            <a:ext cx="860197" cy="853263"/>
            <a:chOff x="-5613150" y="3991275"/>
            <a:chExt cx="294600" cy="292225"/>
          </a:xfrm>
          <a:solidFill>
            <a:srgbClr val="555559"/>
          </a:solidFill>
        </p:grpSpPr>
        <p:sp>
          <p:nvSpPr>
            <p:cNvPr id="2442" name="Google Shape;10907;p73">
              <a:extLst>
                <a:ext uri="{FF2B5EF4-FFF2-40B4-BE49-F238E27FC236}">
                  <a16:creationId xmlns:a16="http://schemas.microsoft.com/office/drawing/2014/main" id="{89C92C13-8428-7988-D9AA-6A3580330F73}"/>
                </a:ext>
              </a:extLst>
            </p:cNvPr>
            <p:cNvSpPr/>
            <p:nvPr/>
          </p:nvSpPr>
          <p:spPr>
            <a:xfrm>
              <a:off x="-5480050" y="4046400"/>
              <a:ext cx="27600" cy="14200"/>
            </a:xfrm>
            <a:custGeom>
              <a:avLst/>
              <a:gdLst/>
              <a:ahLst/>
              <a:cxnLst/>
              <a:rect l="l" t="t" r="r" b="b"/>
              <a:pathLst>
                <a:path w="1104" h="568" extrusionOk="0">
                  <a:moveTo>
                    <a:pt x="537" y="1"/>
                  </a:moveTo>
                  <a:lnTo>
                    <a:pt x="1" y="568"/>
                  </a:lnTo>
                  <a:lnTo>
                    <a:pt x="1104" y="568"/>
                  </a:lnTo>
                  <a:lnTo>
                    <a:pt x="537"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10908;p73">
              <a:extLst>
                <a:ext uri="{FF2B5EF4-FFF2-40B4-BE49-F238E27FC236}">
                  <a16:creationId xmlns:a16="http://schemas.microsoft.com/office/drawing/2014/main" id="{D759CEBA-8ADD-168B-D039-832B5410FA79}"/>
                </a:ext>
              </a:extLst>
            </p:cNvPr>
            <p:cNvSpPr/>
            <p:nvPr/>
          </p:nvSpPr>
          <p:spPr>
            <a:xfrm>
              <a:off x="-5531225" y="4042450"/>
              <a:ext cx="44125" cy="18150"/>
            </a:xfrm>
            <a:custGeom>
              <a:avLst/>
              <a:gdLst/>
              <a:ahLst/>
              <a:cxnLst/>
              <a:rect l="l" t="t" r="r" b="b"/>
              <a:pathLst>
                <a:path w="1765" h="726" extrusionOk="0">
                  <a:moveTo>
                    <a:pt x="693" y="1"/>
                  </a:moveTo>
                  <a:lnTo>
                    <a:pt x="0" y="726"/>
                  </a:lnTo>
                  <a:lnTo>
                    <a:pt x="1103" y="726"/>
                  </a:lnTo>
                  <a:lnTo>
                    <a:pt x="1764"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10909;p73">
              <a:extLst>
                <a:ext uri="{FF2B5EF4-FFF2-40B4-BE49-F238E27FC236}">
                  <a16:creationId xmlns:a16="http://schemas.microsoft.com/office/drawing/2014/main" id="{7A3B6054-7362-AF9D-C0F9-90C92E4E2E43}"/>
                </a:ext>
              </a:extLst>
            </p:cNvPr>
            <p:cNvSpPr/>
            <p:nvPr/>
          </p:nvSpPr>
          <p:spPr>
            <a:xfrm>
              <a:off x="-5443025" y="4077125"/>
              <a:ext cx="41775" cy="40975"/>
            </a:xfrm>
            <a:custGeom>
              <a:avLst/>
              <a:gdLst/>
              <a:ahLst/>
              <a:cxnLst/>
              <a:rect l="l" t="t" r="r" b="b"/>
              <a:pathLst>
                <a:path w="1671" h="1639" extrusionOk="0">
                  <a:moveTo>
                    <a:pt x="694" y="0"/>
                  </a:moveTo>
                  <a:lnTo>
                    <a:pt x="1" y="1638"/>
                  </a:lnTo>
                  <a:lnTo>
                    <a:pt x="1" y="1638"/>
                  </a:lnTo>
                  <a:lnTo>
                    <a:pt x="167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10910;p73">
              <a:extLst>
                <a:ext uri="{FF2B5EF4-FFF2-40B4-BE49-F238E27FC236}">
                  <a16:creationId xmlns:a16="http://schemas.microsoft.com/office/drawing/2014/main" id="{3F6DA925-9997-10D8-27B3-E14E8D3049AC}"/>
                </a:ext>
              </a:extLst>
            </p:cNvPr>
            <p:cNvSpPr/>
            <p:nvPr/>
          </p:nvSpPr>
          <p:spPr>
            <a:xfrm>
              <a:off x="-5487925" y="4077125"/>
              <a:ext cx="43350" cy="54375"/>
            </a:xfrm>
            <a:custGeom>
              <a:avLst/>
              <a:gdLst/>
              <a:ahLst/>
              <a:cxnLst/>
              <a:rect l="l" t="t" r="r" b="b"/>
              <a:pathLst>
                <a:path w="1734" h="2175" extrusionOk="0">
                  <a:moveTo>
                    <a:pt x="1" y="0"/>
                  </a:moveTo>
                  <a:lnTo>
                    <a:pt x="852" y="2174"/>
                  </a:lnTo>
                  <a:lnTo>
                    <a:pt x="1734"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10911;p73">
              <a:extLst>
                <a:ext uri="{FF2B5EF4-FFF2-40B4-BE49-F238E27FC236}">
                  <a16:creationId xmlns:a16="http://schemas.microsoft.com/office/drawing/2014/main" id="{5CB3BE13-DAF6-1BA7-2A98-D14E380BA1E4}"/>
                </a:ext>
              </a:extLst>
            </p:cNvPr>
            <p:cNvSpPr/>
            <p:nvPr/>
          </p:nvSpPr>
          <p:spPr>
            <a:xfrm>
              <a:off x="-5445375" y="4042450"/>
              <a:ext cx="44125" cy="18150"/>
            </a:xfrm>
            <a:custGeom>
              <a:avLst/>
              <a:gdLst/>
              <a:ahLst/>
              <a:cxnLst/>
              <a:rect l="l" t="t" r="r" b="b"/>
              <a:pathLst>
                <a:path w="1765" h="726" extrusionOk="0">
                  <a:moveTo>
                    <a:pt x="0" y="1"/>
                  </a:moveTo>
                  <a:lnTo>
                    <a:pt x="693" y="726"/>
                  </a:lnTo>
                  <a:lnTo>
                    <a:pt x="1764" y="726"/>
                  </a:lnTo>
                  <a:lnTo>
                    <a:pt x="1103"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10912;p73">
              <a:extLst>
                <a:ext uri="{FF2B5EF4-FFF2-40B4-BE49-F238E27FC236}">
                  <a16:creationId xmlns:a16="http://schemas.microsoft.com/office/drawing/2014/main" id="{56410F6A-AAF4-C65F-0931-F72861CF2198}"/>
                </a:ext>
              </a:extLst>
            </p:cNvPr>
            <p:cNvSpPr/>
            <p:nvPr/>
          </p:nvSpPr>
          <p:spPr>
            <a:xfrm>
              <a:off x="-5531225" y="4077125"/>
              <a:ext cx="41750" cy="40975"/>
            </a:xfrm>
            <a:custGeom>
              <a:avLst/>
              <a:gdLst/>
              <a:ahLst/>
              <a:cxnLst/>
              <a:rect l="l" t="t" r="r" b="b"/>
              <a:pathLst>
                <a:path w="1670" h="1639" extrusionOk="0">
                  <a:moveTo>
                    <a:pt x="0" y="0"/>
                  </a:moveTo>
                  <a:lnTo>
                    <a:pt x="1670" y="1638"/>
                  </a:lnTo>
                  <a:lnTo>
                    <a:pt x="977"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10913;p73">
              <a:extLst>
                <a:ext uri="{FF2B5EF4-FFF2-40B4-BE49-F238E27FC236}">
                  <a16:creationId xmlns:a16="http://schemas.microsoft.com/office/drawing/2014/main" id="{6E2DA105-183C-F39D-DCBB-CC878BB06088}"/>
                </a:ext>
              </a:extLst>
            </p:cNvPr>
            <p:cNvSpPr/>
            <p:nvPr/>
          </p:nvSpPr>
          <p:spPr>
            <a:xfrm>
              <a:off x="-5613150" y="4198400"/>
              <a:ext cx="292225" cy="33900"/>
            </a:xfrm>
            <a:custGeom>
              <a:avLst/>
              <a:gdLst/>
              <a:ahLst/>
              <a:cxnLst/>
              <a:rect l="l" t="t" r="r" b="b"/>
              <a:pathLst>
                <a:path w="11689" h="1356" extrusionOk="0">
                  <a:moveTo>
                    <a:pt x="1" y="1"/>
                  </a:moveTo>
                  <a:lnTo>
                    <a:pt x="1" y="347"/>
                  </a:lnTo>
                  <a:lnTo>
                    <a:pt x="32" y="347"/>
                  </a:lnTo>
                  <a:cubicBezTo>
                    <a:pt x="32" y="883"/>
                    <a:pt x="505" y="1356"/>
                    <a:pt x="1072" y="1356"/>
                  </a:cubicBezTo>
                  <a:lnTo>
                    <a:pt x="10681" y="1356"/>
                  </a:lnTo>
                  <a:cubicBezTo>
                    <a:pt x="11216" y="1356"/>
                    <a:pt x="11689" y="883"/>
                    <a:pt x="11689" y="347"/>
                  </a:cubicBezTo>
                  <a:lnTo>
                    <a:pt x="11689"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10914;p73">
              <a:extLst>
                <a:ext uri="{FF2B5EF4-FFF2-40B4-BE49-F238E27FC236}">
                  <a16:creationId xmlns:a16="http://schemas.microsoft.com/office/drawing/2014/main" id="{0A80E888-5437-E06C-F3BB-A02131D6AB66}"/>
                </a:ext>
              </a:extLst>
            </p:cNvPr>
            <p:cNvSpPr/>
            <p:nvPr/>
          </p:nvSpPr>
          <p:spPr>
            <a:xfrm>
              <a:off x="-5610775" y="3991275"/>
              <a:ext cx="292225" cy="189050"/>
            </a:xfrm>
            <a:custGeom>
              <a:avLst/>
              <a:gdLst/>
              <a:ahLst/>
              <a:cxnLst/>
              <a:rect l="l" t="t" r="r" b="b"/>
              <a:pathLst>
                <a:path w="11689" h="7562" extrusionOk="0">
                  <a:moveTo>
                    <a:pt x="7813" y="1386"/>
                  </a:moveTo>
                  <a:cubicBezTo>
                    <a:pt x="7908" y="1386"/>
                    <a:pt x="8034" y="1418"/>
                    <a:pt x="8065" y="1512"/>
                  </a:cubicBezTo>
                  <a:cubicBezTo>
                    <a:pt x="8128" y="1575"/>
                    <a:pt x="9483" y="2867"/>
                    <a:pt x="9515" y="2993"/>
                  </a:cubicBezTo>
                  <a:cubicBezTo>
                    <a:pt x="9578" y="3088"/>
                    <a:pt x="9578" y="3214"/>
                    <a:pt x="9452" y="3340"/>
                  </a:cubicBezTo>
                  <a:lnTo>
                    <a:pt x="6018" y="6774"/>
                  </a:lnTo>
                  <a:cubicBezTo>
                    <a:pt x="5943" y="6848"/>
                    <a:pt x="5862" y="6880"/>
                    <a:pt x="5783" y="6880"/>
                  </a:cubicBezTo>
                  <a:cubicBezTo>
                    <a:pt x="5696" y="6880"/>
                    <a:pt x="5612" y="6840"/>
                    <a:pt x="5545" y="6774"/>
                  </a:cubicBezTo>
                  <a:lnTo>
                    <a:pt x="2111" y="3340"/>
                  </a:lnTo>
                  <a:cubicBezTo>
                    <a:pt x="2001" y="3230"/>
                    <a:pt x="1987" y="2976"/>
                    <a:pt x="2027" y="2976"/>
                  </a:cubicBezTo>
                  <a:cubicBezTo>
                    <a:pt x="2033" y="2976"/>
                    <a:pt x="2040" y="2981"/>
                    <a:pt x="2048" y="2993"/>
                  </a:cubicBezTo>
                  <a:cubicBezTo>
                    <a:pt x="2048" y="2962"/>
                    <a:pt x="2079" y="2930"/>
                    <a:pt x="2111" y="2867"/>
                  </a:cubicBezTo>
                  <a:lnTo>
                    <a:pt x="3497" y="1512"/>
                  </a:lnTo>
                  <a:cubicBezTo>
                    <a:pt x="3560" y="1418"/>
                    <a:pt x="3655" y="1386"/>
                    <a:pt x="3718" y="1386"/>
                  </a:cubicBezTo>
                  <a:close/>
                  <a:moveTo>
                    <a:pt x="1008" y="0"/>
                  </a:moveTo>
                  <a:cubicBezTo>
                    <a:pt x="473" y="0"/>
                    <a:pt x="0" y="473"/>
                    <a:pt x="0" y="1040"/>
                  </a:cubicBezTo>
                  <a:lnTo>
                    <a:pt x="0" y="7561"/>
                  </a:lnTo>
                  <a:lnTo>
                    <a:pt x="11689" y="7561"/>
                  </a:lnTo>
                  <a:lnTo>
                    <a:pt x="11689" y="1040"/>
                  </a:lnTo>
                  <a:cubicBezTo>
                    <a:pt x="11657" y="473"/>
                    <a:pt x="11184" y="0"/>
                    <a:pt x="1061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10915;p73">
              <a:extLst>
                <a:ext uri="{FF2B5EF4-FFF2-40B4-BE49-F238E27FC236}">
                  <a16:creationId xmlns:a16="http://schemas.microsoft.com/office/drawing/2014/main" id="{007E4F4C-56A5-DACB-F3B9-C7DA4B6DB2CB}"/>
                </a:ext>
              </a:extLst>
            </p:cNvPr>
            <p:cNvSpPr/>
            <p:nvPr/>
          </p:nvSpPr>
          <p:spPr>
            <a:xfrm>
              <a:off x="-5546975" y="4250400"/>
              <a:ext cx="160700" cy="33100"/>
            </a:xfrm>
            <a:custGeom>
              <a:avLst/>
              <a:gdLst/>
              <a:ahLst/>
              <a:cxnLst/>
              <a:rect l="l" t="t" r="r" b="b"/>
              <a:pathLst>
                <a:path w="6428" h="1324" extrusionOk="0">
                  <a:moveTo>
                    <a:pt x="1544" y="0"/>
                  </a:moveTo>
                  <a:lnTo>
                    <a:pt x="1386" y="662"/>
                  </a:lnTo>
                  <a:lnTo>
                    <a:pt x="473" y="662"/>
                  </a:lnTo>
                  <a:cubicBezTo>
                    <a:pt x="32" y="662"/>
                    <a:pt x="0" y="1323"/>
                    <a:pt x="473" y="1323"/>
                  </a:cubicBezTo>
                  <a:lnTo>
                    <a:pt x="5955" y="1323"/>
                  </a:lnTo>
                  <a:cubicBezTo>
                    <a:pt x="6427" y="1323"/>
                    <a:pt x="6427" y="662"/>
                    <a:pt x="5986" y="662"/>
                  </a:cubicBezTo>
                  <a:lnTo>
                    <a:pt x="5072" y="662"/>
                  </a:lnTo>
                  <a:lnTo>
                    <a:pt x="4915"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51" name="Google Shape;10916;p73">
            <a:extLst>
              <a:ext uri="{FF2B5EF4-FFF2-40B4-BE49-F238E27FC236}">
                <a16:creationId xmlns:a16="http://schemas.microsoft.com/office/drawing/2014/main" id="{C760F159-CAE9-98A5-E39D-63DA16C4C6E4}"/>
              </a:ext>
            </a:extLst>
          </p:cNvPr>
          <p:cNvGrpSpPr/>
          <p:nvPr/>
        </p:nvGrpSpPr>
        <p:grpSpPr>
          <a:xfrm>
            <a:off x="10165776" y="7931741"/>
            <a:ext cx="881366" cy="850124"/>
            <a:chOff x="-3768700" y="3253275"/>
            <a:chExt cx="301850" cy="291150"/>
          </a:xfrm>
          <a:solidFill>
            <a:srgbClr val="555559"/>
          </a:solidFill>
        </p:grpSpPr>
        <p:sp>
          <p:nvSpPr>
            <p:cNvPr id="2452" name="Google Shape;10917;p73">
              <a:extLst>
                <a:ext uri="{FF2B5EF4-FFF2-40B4-BE49-F238E27FC236}">
                  <a16:creationId xmlns:a16="http://schemas.microsoft.com/office/drawing/2014/main" id="{FACEADAE-645A-D14C-C97A-021E9E6B966B}"/>
                </a:ext>
              </a:extLst>
            </p:cNvPr>
            <p:cNvSpPr/>
            <p:nvPr/>
          </p:nvSpPr>
          <p:spPr>
            <a:xfrm>
              <a:off x="-3603925" y="3355650"/>
              <a:ext cx="69350" cy="33900"/>
            </a:xfrm>
            <a:custGeom>
              <a:avLst/>
              <a:gdLst/>
              <a:ahLst/>
              <a:cxnLst/>
              <a:rect l="l" t="t" r="r" b="b"/>
              <a:pathLst>
                <a:path w="2774" h="1356" extrusionOk="0">
                  <a:moveTo>
                    <a:pt x="1040" y="1"/>
                  </a:moveTo>
                  <a:cubicBezTo>
                    <a:pt x="505" y="1"/>
                    <a:pt x="1" y="473"/>
                    <a:pt x="1" y="1009"/>
                  </a:cubicBezTo>
                  <a:lnTo>
                    <a:pt x="1" y="1356"/>
                  </a:lnTo>
                  <a:lnTo>
                    <a:pt x="2773" y="1356"/>
                  </a:lnTo>
                  <a:lnTo>
                    <a:pt x="2773" y="1009"/>
                  </a:lnTo>
                  <a:cubicBezTo>
                    <a:pt x="2742" y="473"/>
                    <a:pt x="2269" y="1"/>
                    <a:pt x="170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10918;p73">
              <a:extLst>
                <a:ext uri="{FF2B5EF4-FFF2-40B4-BE49-F238E27FC236}">
                  <a16:creationId xmlns:a16="http://schemas.microsoft.com/office/drawing/2014/main" id="{B21A06D5-55B8-7BD2-217B-C711587BB7C3}"/>
                </a:ext>
              </a:extLst>
            </p:cNvPr>
            <p:cNvSpPr/>
            <p:nvPr/>
          </p:nvSpPr>
          <p:spPr>
            <a:xfrm>
              <a:off x="-3586600" y="3305250"/>
              <a:ext cx="33125" cy="33100"/>
            </a:xfrm>
            <a:custGeom>
              <a:avLst/>
              <a:gdLst/>
              <a:ahLst/>
              <a:cxnLst/>
              <a:rect l="l" t="t" r="r" b="b"/>
              <a:pathLst>
                <a:path w="1325" h="1324" extrusionOk="0">
                  <a:moveTo>
                    <a:pt x="663" y="0"/>
                  </a:moveTo>
                  <a:cubicBezTo>
                    <a:pt x="253" y="0"/>
                    <a:pt x="1" y="316"/>
                    <a:pt x="1" y="662"/>
                  </a:cubicBezTo>
                  <a:cubicBezTo>
                    <a:pt x="1" y="1009"/>
                    <a:pt x="316" y="1324"/>
                    <a:pt x="663" y="1324"/>
                  </a:cubicBezTo>
                  <a:cubicBezTo>
                    <a:pt x="1041" y="1324"/>
                    <a:pt x="1324" y="1009"/>
                    <a:pt x="1324" y="662"/>
                  </a:cubicBezTo>
                  <a:cubicBezTo>
                    <a:pt x="1324" y="284"/>
                    <a:pt x="1009" y="0"/>
                    <a:pt x="66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10919;p73">
              <a:extLst>
                <a:ext uri="{FF2B5EF4-FFF2-40B4-BE49-F238E27FC236}">
                  <a16:creationId xmlns:a16="http://schemas.microsoft.com/office/drawing/2014/main" id="{76555C46-09DD-3978-87AE-56B90129E097}"/>
                </a:ext>
              </a:extLst>
            </p:cNvPr>
            <p:cNvSpPr/>
            <p:nvPr/>
          </p:nvSpPr>
          <p:spPr>
            <a:xfrm>
              <a:off x="-3768700" y="3253275"/>
              <a:ext cx="301850" cy="291150"/>
            </a:xfrm>
            <a:custGeom>
              <a:avLst/>
              <a:gdLst/>
              <a:ahLst/>
              <a:cxnLst/>
              <a:rect l="l" t="t" r="r" b="b"/>
              <a:pathLst>
                <a:path w="12074" h="11646" extrusionOk="0">
                  <a:moveTo>
                    <a:pt x="7947" y="1323"/>
                  </a:moveTo>
                  <a:cubicBezTo>
                    <a:pt x="8703" y="1323"/>
                    <a:pt x="9333" y="1953"/>
                    <a:pt x="9333" y="2710"/>
                  </a:cubicBezTo>
                  <a:cubicBezTo>
                    <a:pt x="9333" y="3025"/>
                    <a:pt x="9207" y="3340"/>
                    <a:pt x="9018" y="3560"/>
                  </a:cubicBezTo>
                  <a:cubicBezTo>
                    <a:pt x="9585" y="3844"/>
                    <a:pt x="9994" y="4442"/>
                    <a:pt x="9994" y="5104"/>
                  </a:cubicBezTo>
                  <a:lnTo>
                    <a:pt x="9994" y="5766"/>
                  </a:lnTo>
                  <a:lnTo>
                    <a:pt x="10026" y="5766"/>
                  </a:lnTo>
                  <a:cubicBezTo>
                    <a:pt x="10026" y="5955"/>
                    <a:pt x="9868" y="6112"/>
                    <a:pt x="9679" y="6112"/>
                  </a:cubicBezTo>
                  <a:lnTo>
                    <a:pt x="6245" y="6112"/>
                  </a:lnTo>
                  <a:cubicBezTo>
                    <a:pt x="6056" y="6112"/>
                    <a:pt x="5899" y="5955"/>
                    <a:pt x="5899" y="5766"/>
                  </a:cubicBezTo>
                  <a:lnTo>
                    <a:pt x="5899" y="5104"/>
                  </a:lnTo>
                  <a:cubicBezTo>
                    <a:pt x="5899" y="4442"/>
                    <a:pt x="6308" y="3844"/>
                    <a:pt x="6875" y="3560"/>
                  </a:cubicBezTo>
                  <a:cubicBezTo>
                    <a:pt x="6686" y="3340"/>
                    <a:pt x="6560" y="3056"/>
                    <a:pt x="6560" y="2710"/>
                  </a:cubicBezTo>
                  <a:cubicBezTo>
                    <a:pt x="6560" y="1953"/>
                    <a:pt x="7190" y="1323"/>
                    <a:pt x="7947" y="1323"/>
                  </a:cubicBezTo>
                  <a:close/>
                  <a:moveTo>
                    <a:pt x="7947" y="0"/>
                  </a:moveTo>
                  <a:cubicBezTo>
                    <a:pt x="5647" y="0"/>
                    <a:pt x="3851" y="1827"/>
                    <a:pt x="3851" y="4096"/>
                  </a:cubicBezTo>
                  <a:cubicBezTo>
                    <a:pt x="3851" y="5104"/>
                    <a:pt x="4197" y="6018"/>
                    <a:pt x="4828" y="6711"/>
                  </a:cubicBezTo>
                  <a:lnTo>
                    <a:pt x="4134" y="7435"/>
                  </a:lnTo>
                  <a:cubicBezTo>
                    <a:pt x="3981" y="7364"/>
                    <a:pt x="3823" y="7329"/>
                    <a:pt x="3669" y="7329"/>
                  </a:cubicBezTo>
                  <a:cubicBezTo>
                    <a:pt x="3412" y="7329"/>
                    <a:pt x="3166" y="7427"/>
                    <a:pt x="2969" y="7624"/>
                  </a:cubicBezTo>
                  <a:lnTo>
                    <a:pt x="732" y="9861"/>
                  </a:lnTo>
                  <a:cubicBezTo>
                    <a:pt x="0" y="10593"/>
                    <a:pt x="722" y="11645"/>
                    <a:pt x="1509" y="11645"/>
                  </a:cubicBezTo>
                  <a:cubicBezTo>
                    <a:pt x="1739" y="11645"/>
                    <a:pt x="1975" y="11555"/>
                    <a:pt x="2181" y="11342"/>
                  </a:cubicBezTo>
                  <a:lnTo>
                    <a:pt x="4449" y="9074"/>
                  </a:lnTo>
                  <a:cubicBezTo>
                    <a:pt x="4765" y="8759"/>
                    <a:pt x="4796" y="8286"/>
                    <a:pt x="4638" y="7939"/>
                  </a:cubicBezTo>
                  <a:lnTo>
                    <a:pt x="5332" y="7246"/>
                  </a:lnTo>
                  <a:cubicBezTo>
                    <a:pt x="6056" y="7813"/>
                    <a:pt x="7001" y="8223"/>
                    <a:pt x="7978" y="8223"/>
                  </a:cubicBezTo>
                  <a:cubicBezTo>
                    <a:pt x="10278" y="8223"/>
                    <a:pt x="12074" y="6364"/>
                    <a:pt x="12074" y="4127"/>
                  </a:cubicBezTo>
                  <a:cubicBezTo>
                    <a:pt x="12074" y="1796"/>
                    <a:pt x="10215" y="0"/>
                    <a:pt x="79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55" name="Google Shape;10920;p73">
            <a:extLst>
              <a:ext uri="{FF2B5EF4-FFF2-40B4-BE49-F238E27FC236}">
                <a16:creationId xmlns:a16="http://schemas.microsoft.com/office/drawing/2014/main" id="{C3325319-E28F-5F99-C769-F2FA4177A131}"/>
              </a:ext>
            </a:extLst>
          </p:cNvPr>
          <p:cNvGrpSpPr/>
          <p:nvPr/>
        </p:nvGrpSpPr>
        <p:grpSpPr>
          <a:xfrm>
            <a:off x="10174057" y="9001732"/>
            <a:ext cx="864796" cy="802750"/>
            <a:chOff x="-3808700" y="3628950"/>
            <a:chExt cx="296175" cy="274925"/>
          </a:xfrm>
          <a:solidFill>
            <a:srgbClr val="555559"/>
          </a:solidFill>
        </p:grpSpPr>
        <p:sp>
          <p:nvSpPr>
            <p:cNvPr id="2456" name="Google Shape;10921;p73">
              <a:extLst>
                <a:ext uri="{FF2B5EF4-FFF2-40B4-BE49-F238E27FC236}">
                  <a16:creationId xmlns:a16="http://schemas.microsoft.com/office/drawing/2014/main" id="{DAD6521D-9066-6EFB-3771-296BBD8E36FA}"/>
                </a:ext>
              </a:extLst>
            </p:cNvPr>
            <p:cNvSpPr/>
            <p:nvPr/>
          </p:nvSpPr>
          <p:spPr>
            <a:xfrm>
              <a:off x="-3665972" y="3680950"/>
              <a:ext cx="51200" cy="51225"/>
            </a:xfrm>
            <a:custGeom>
              <a:avLst/>
              <a:gdLst/>
              <a:ahLst/>
              <a:cxnLst/>
              <a:rect l="l" t="t" r="r" b="b"/>
              <a:pathLst>
                <a:path w="2048" h="2049" extrusionOk="0">
                  <a:moveTo>
                    <a:pt x="1008" y="0"/>
                  </a:moveTo>
                  <a:cubicBezTo>
                    <a:pt x="441" y="0"/>
                    <a:pt x="0" y="473"/>
                    <a:pt x="0" y="1040"/>
                  </a:cubicBezTo>
                  <a:cubicBezTo>
                    <a:pt x="0" y="1607"/>
                    <a:pt x="441" y="2048"/>
                    <a:pt x="1008" y="2048"/>
                  </a:cubicBezTo>
                  <a:cubicBezTo>
                    <a:pt x="1575" y="2048"/>
                    <a:pt x="2048" y="1607"/>
                    <a:pt x="2048" y="1040"/>
                  </a:cubicBezTo>
                  <a:cubicBezTo>
                    <a:pt x="2048" y="473"/>
                    <a:pt x="1575" y="0"/>
                    <a:pt x="100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10922;p73">
              <a:extLst>
                <a:ext uri="{FF2B5EF4-FFF2-40B4-BE49-F238E27FC236}">
                  <a16:creationId xmlns:a16="http://schemas.microsoft.com/office/drawing/2014/main" id="{8AF1BE5A-5FAF-6DFE-91CF-63B9BEAC7E90}"/>
                </a:ext>
              </a:extLst>
            </p:cNvPr>
            <p:cNvSpPr/>
            <p:nvPr/>
          </p:nvSpPr>
          <p:spPr>
            <a:xfrm>
              <a:off x="-3808700" y="3664400"/>
              <a:ext cx="296175" cy="239475"/>
            </a:xfrm>
            <a:custGeom>
              <a:avLst/>
              <a:gdLst/>
              <a:ahLst/>
              <a:cxnLst/>
              <a:rect l="l" t="t" r="r" b="b"/>
              <a:pathLst>
                <a:path w="11847" h="9579" extrusionOk="0">
                  <a:moveTo>
                    <a:pt x="3970" y="8223"/>
                  </a:moveTo>
                  <a:cubicBezTo>
                    <a:pt x="4159" y="8223"/>
                    <a:pt x="4316" y="8381"/>
                    <a:pt x="4316" y="8570"/>
                  </a:cubicBezTo>
                  <a:cubicBezTo>
                    <a:pt x="4316" y="8791"/>
                    <a:pt x="4159" y="8948"/>
                    <a:pt x="3970" y="8948"/>
                  </a:cubicBezTo>
                  <a:cubicBezTo>
                    <a:pt x="3781" y="8948"/>
                    <a:pt x="3623" y="8791"/>
                    <a:pt x="3623" y="8570"/>
                  </a:cubicBezTo>
                  <a:cubicBezTo>
                    <a:pt x="3623" y="8349"/>
                    <a:pt x="3781" y="8223"/>
                    <a:pt x="3970" y="8223"/>
                  </a:cubicBezTo>
                  <a:close/>
                  <a:moveTo>
                    <a:pt x="8727" y="8223"/>
                  </a:moveTo>
                  <a:cubicBezTo>
                    <a:pt x="8916" y="8223"/>
                    <a:pt x="9074" y="8381"/>
                    <a:pt x="9074" y="8570"/>
                  </a:cubicBezTo>
                  <a:cubicBezTo>
                    <a:pt x="9074" y="8791"/>
                    <a:pt x="8916" y="8948"/>
                    <a:pt x="8727" y="8948"/>
                  </a:cubicBezTo>
                  <a:cubicBezTo>
                    <a:pt x="8538" y="8948"/>
                    <a:pt x="8381" y="8791"/>
                    <a:pt x="8381" y="8570"/>
                  </a:cubicBezTo>
                  <a:cubicBezTo>
                    <a:pt x="8412" y="8349"/>
                    <a:pt x="8538" y="8223"/>
                    <a:pt x="8727" y="8223"/>
                  </a:cubicBezTo>
                  <a:close/>
                  <a:moveTo>
                    <a:pt x="473" y="1"/>
                  </a:moveTo>
                  <a:cubicBezTo>
                    <a:pt x="32" y="1"/>
                    <a:pt x="0" y="662"/>
                    <a:pt x="473" y="662"/>
                  </a:cubicBezTo>
                  <a:lnTo>
                    <a:pt x="819" y="662"/>
                  </a:lnTo>
                  <a:cubicBezTo>
                    <a:pt x="977" y="662"/>
                    <a:pt x="1134" y="788"/>
                    <a:pt x="1166" y="946"/>
                  </a:cubicBezTo>
                  <a:lnTo>
                    <a:pt x="2143" y="6428"/>
                  </a:lnTo>
                  <a:cubicBezTo>
                    <a:pt x="1481" y="7058"/>
                    <a:pt x="1922" y="8192"/>
                    <a:pt x="2867" y="8192"/>
                  </a:cubicBezTo>
                  <a:lnTo>
                    <a:pt x="2930" y="8192"/>
                  </a:lnTo>
                  <a:cubicBezTo>
                    <a:pt x="2899" y="8318"/>
                    <a:pt x="2867" y="8412"/>
                    <a:pt x="2867" y="8538"/>
                  </a:cubicBezTo>
                  <a:cubicBezTo>
                    <a:pt x="2867" y="9106"/>
                    <a:pt x="3340" y="9578"/>
                    <a:pt x="3875" y="9578"/>
                  </a:cubicBezTo>
                  <a:cubicBezTo>
                    <a:pt x="4442" y="9578"/>
                    <a:pt x="4915" y="9106"/>
                    <a:pt x="4915" y="8538"/>
                  </a:cubicBezTo>
                  <a:cubicBezTo>
                    <a:pt x="4915" y="8412"/>
                    <a:pt x="4884" y="8318"/>
                    <a:pt x="4821" y="8192"/>
                  </a:cubicBezTo>
                  <a:lnTo>
                    <a:pt x="7719" y="8192"/>
                  </a:lnTo>
                  <a:cubicBezTo>
                    <a:pt x="7656" y="8318"/>
                    <a:pt x="7624" y="8412"/>
                    <a:pt x="7624" y="8538"/>
                  </a:cubicBezTo>
                  <a:cubicBezTo>
                    <a:pt x="7624" y="9106"/>
                    <a:pt x="8097" y="9578"/>
                    <a:pt x="8664" y="9578"/>
                  </a:cubicBezTo>
                  <a:cubicBezTo>
                    <a:pt x="9200" y="9578"/>
                    <a:pt x="9672" y="9106"/>
                    <a:pt x="9672" y="8538"/>
                  </a:cubicBezTo>
                  <a:cubicBezTo>
                    <a:pt x="9672" y="8412"/>
                    <a:pt x="9641" y="8318"/>
                    <a:pt x="9609" y="8192"/>
                  </a:cubicBezTo>
                  <a:lnTo>
                    <a:pt x="9987" y="8192"/>
                  </a:lnTo>
                  <a:cubicBezTo>
                    <a:pt x="10176" y="8192"/>
                    <a:pt x="10334" y="8034"/>
                    <a:pt x="10334" y="7845"/>
                  </a:cubicBezTo>
                  <a:cubicBezTo>
                    <a:pt x="10334" y="7625"/>
                    <a:pt x="10176" y="7467"/>
                    <a:pt x="9987" y="7467"/>
                  </a:cubicBezTo>
                  <a:lnTo>
                    <a:pt x="2773" y="7467"/>
                  </a:lnTo>
                  <a:cubicBezTo>
                    <a:pt x="2759" y="7470"/>
                    <a:pt x="2746" y="7471"/>
                    <a:pt x="2733" y="7471"/>
                  </a:cubicBezTo>
                  <a:cubicBezTo>
                    <a:pt x="2459" y="7471"/>
                    <a:pt x="2477" y="6837"/>
                    <a:pt x="2899" y="6837"/>
                  </a:cubicBezTo>
                  <a:lnTo>
                    <a:pt x="10145" y="6837"/>
                  </a:lnTo>
                  <a:cubicBezTo>
                    <a:pt x="10302" y="6837"/>
                    <a:pt x="10428" y="6774"/>
                    <a:pt x="10460" y="6617"/>
                  </a:cubicBezTo>
                  <a:lnTo>
                    <a:pt x="11815" y="2553"/>
                  </a:lnTo>
                  <a:cubicBezTo>
                    <a:pt x="11846" y="2427"/>
                    <a:pt x="11815" y="2332"/>
                    <a:pt x="11752" y="2238"/>
                  </a:cubicBezTo>
                  <a:cubicBezTo>
                    <a:pt x="11657" y="2080"/>
                    <a:pt x="11500" y="2048"/>
                    <a:pt x="10775" y="2048"/>
                  </a:cubicBezTo>
                  <a:lnTo>
                    <a:pt x="10491" y="2048"/>
                  </a:lnTo>
                  <a:lnTo>
                    <a:pt x="10491" y="2395"/>
                  </a:lnTo>
                  <a:cubicBezTo>
                    <a:pt x="10491" y="2584"/>
                    <a:pt x="10334" y="2742"/>
                    <a:pt x="10145" y="2742"/>
                  </a:cubicBezTo>
                  <a:lnTo>
                    <a:pt x="9641" y="2742"/>
                  </a:lnTo>
                  <a:cubicBezTo>
                    <a:pt x="9609" y="2868"/>
                    <a:pt x="9546" y="2962"/>
                    <a:pt x="9515" y="3057"/>
                  </a:cubicBezTo>
                  <a:lnTo>
                    <a:pt x="9861" y="3435"/>
                  </a:lnTo>
                  <a:cubicBezTo>
                    <a:pt x="9987" y="3529"/>
                    <a:pt x="9987" y="3781"/>
                    <a:pt x="9861" y="3907"/>
                  </a:cubicBezTo>
                  <a:lnTo>
                    <a:pt x="8885" y="4884"/>
                  </a:lnTo>
                  <a:cubicBezTo>
                    <a:pt x="8822" y="4947"/>
                    <a:pt x="8735" y="4978"/>
                    <a:pt x="8648" y="4978"/>
                  </a:cubicBezTo>
                  <a:cubicBezTo>
                    <a:pt x="8562" y="4978"/>
                    <a:pt x="8475" y="4947"/>
                    <a:pt x="8412" y="4884"/>
                  </a:cubicBezTo>
                  <a:lnTo>
                    <a:pt x="8066" y="4537"/>
                  </a:lnTo>
                  <a:cubicBezTo>
                    <a:pt x="7971" y="4569"/>
                    <a:pt x="7877" y="4600"/>
                    <a:pt x="7751" y="4632"/>
                  </a:cubicBezTo>
                  <a:lnTo>
                    <a:pt x="7751" y="5167"/>
                  </a:lnTo>
                  <a:cubicBezTo>
                    <a:pt x="7751" y="5356"/>
                    <a:pt x="7593" y="5514"/>
                    <a:pt x="7404" y="5514"/>
                  </a:cubicBezTo>
                  <a:lnTo>
                    <a:pt x="5986" y="5514"/>
                  </a:lnTo>
                  <a:cubicBezTo>
                    <a:pt x="5766" y="5514"/>
                    <a:pt x="5608" y="5356"/>
                    <a:pt x="5608" y="5167"/>
                  </a:cubicBezTo>
                  <a:lnTo>
                    <a:pt x="5608" y="4632"/>
                  </a:lnTo>
                  <a:cubicBezTo>
                    <a:pt x="5514" y="4600"/>
                    <a:pt x="5419" y="4569"/>
                    <a:pt x="5293" y="4537"/>
                  </a:cubicBezTo>
                  <a:lnTo>
                    <a:pt x="4947" y="4884"/>
                  </a:lnTo>
                  <a:cubicBezTo>
                    <a:pt x="4884" y="4947"/>
                    <a:pt x="4797" y="4978"/>
                    <a:pt x="4710" y="4978"/>
                  </a:cubicBezTo>
                  <a:cubicBezTo>
                    <a:pt x="4624" y="4978"/>
                    <a:pt x="4537" y="4947"/>
                    <a:pt x="4474" y="4884"/>
                  </a:cubicBezTo>
                  <a:lnTo>
                    <a:pt x="3497" y="3907"/>
                  </a:lnTo>
                  <a:cubicBezTo>
                    <a:pt x="3371" y="3781"/>
                    <a:pt x="3371" y="3529"/>
                    <a:pt x="3497" y="3435"/>
                  </a:cubicBezTo>
                  <a:lnTo>
                    <a:pt x="3844" y="3057"/>
                  </a:lnTo>
                  <a:cubicBezTo>
                    <a:pt x="3812" y="2994"/>
                    <a:pt x="3781" y="2868"/>
                    <a:pt x="3718" y="2742"/>
                  </a:cubicBezTo>
                  <a:lnTo>
                    <a:pt x="3214" y="2742"/>
                  </a:lnTo>
                  <a:cubicBezTo>
                    <a:pt x="3025" y="2742"/>
                    <a:pt x="2867" y="2584"/>
                    <a:pt x="2867" y="2395"/>
                  </a:cubicBezTo>
                  <a:lnTo>
                    <a:pt x="2867" y="2048"/>
                  </a:lnTo>
                  <a:lnTo>
                    <a:pt x="2080" y="2048"/>
                  </a:lnTo>
                  <a:lnTo>
                    <a:pt x="1828" y="820"/>
                  </a:lnTo>
                  <a:cubicBezTo>
                    <a:pt x="1765" y="347"/>
                    <a:pt x="1324" y="1"/>
                    <a:pt x="81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10923;p73">
              <a:extLst>
                <a:ext uri="{FF2B5EF4-FFF2-40B4-BE49-F238E27FC236}">
                  <a16:creationId xmlns:a16="http://schemas.microsoft.com/office/drawing/2014/main" id="{5A8F80C0-EB3D-FB92-AE93-AA671413BA70}"/>
                </a:ext>
              </a:extLst>
            </p:cNvPr>
            <p:cNvSpPr/>
            <p:nvPr/>
          </p:nvSpPr>
          <p:spPr>
            <a:xfrm>
              <a:off x="-3718359" y="3628950"/>
              <a:ext cx="155975" cy="156775"/>
            </a:xfrm>
            <a:custGeom>
              <a:avLst/>
              <a:gdLst/>
              <a:ahLst/>
              <a:cxnLst/>
              <a:rect l="l" t="t" r="r" b="b"/>
              <a:pathLst>
                <a:path w="6239" h="6271" extrusionOk="0">
                  <a:moveTo>
                    <a:pt x="3056" y="1419"/>
                  </a:moveTo>
                  <a:cubicBezTo>
                    <a:pt x="4001" y="1419"/>
                    <a:pt x="4758" y="2175"/>
                    <a:pt x="4758" y="3120"/>
                  </a:cubicBezTo>
                  <a:cubicBezTo>
                    <a:pt x="4758" y="4065"/>
                    <a:pt x="4001" y="4821"/>
                    <a:pt x="3056" y="4821"/>
                  </a:cubicBezTo>
                  <a:cubicBezTo>
                    <a:pt x="2111" y="4821"/>
                    <a:pt x="1355" y="4065"/>
                    <a:pt x="1355" y="3120"/>
                  </a:cubicBezTo>
                  <a:cubicBezTo>
                    <a:pt x="1355" y="2175"/>
                    <a:pt x="2111" y="1419"/>
                    <a:pt x="3056" y="1419"/>
                  </a:cubicBezTo>
                  <a:close/>
                  <a:moveTo>
                    <a:pt x="2773" y="1"/>
                  </a:moveTo>
                  <a:lnTo>
                    <a:pt x="2773" y="442"/>
                  </a:lnTo>
                  <a:cubicBezTo>
                    <a:pt x="2773" y="600"/>
                    <a:pt x="2678" y="726"/>
                    <a:pt x="2521" y="757"/>
                  </a:cubicBezTo>
                  <a:cubicBezTo>
                    <a:pt x="2300" y="789"/>
                    <a:pt x="2080" y="915"/>
                    <a:pt x="1891" y="1041"/>
                  </a:cubicBezTo>
                  <a:cubicBezTo>
                    <a:pt x="1846" y="1063"/>
                    <a:pt x="1793" y="1073"/>
                    <a:pt x="1739" y="1073"/>
                  </a:cubicBezTo>
                  <a:cubicBezTo>
                    <a:pt x="1639" y="1073"/>
                    <a:pt x="1531" y="1039"/>
                    <a:pt x="1450" y="978"/>
                  </a:cubicBezTo>
                  <a:lnTo>
                    <a:pt x="1135" y="663"/>
                  </a:lnTo>
                  <a:lnTo>
                    <a:pt x="662" y="1135"/>
                  </a:lnTo>
                  <a:lnTo>
                    <a:pt x="977" y="1450"/>
                  </a:lnTo>
                  <a:cubicBezTo>
                    <a:pt x="1103" y="1576"/>
                    <a:pt x="1103" y="1734"/>
                    <a:pt x="1009" y="1891"/>
                  </a:cubicBezTo>
                  <a:cubicBezTo>
                    <a:pt x="883" y="2080"/>
                    <a:pt x="819" y="2301"/>
                    <a:pt x="725" y="2521"/>
                  </a:cubicBezTo>
                  <a:cubicBezTo>
                    <a:pt x="693" y="2679"/>
                    <a:pt x="599" y="2805"/>
                    <a:pt x="410" y="2805"/>
                  </a:cubicBezTo>
                  <a:lnTo>
                    <a:pt x="0" y="2805"/>
                  </a:lnTo>
                  <a:lnTo>
                    <a:pt x="0" y="3466"/>
                  </a:lnTo>
                  <a:lnTo>
                    <a:pt x="410" y="3466"/>
                  </a:lnTo>
                  <a:cubicBezTo>
                    <a:pt x="567" y="3466"/>
                    <a:pt x="693" y="3593"/>
                    <a:pt x="725" y="3750"/>
                  </a:cubicBezTo>
                  <a:cubicBezTo>
                    <a:pt x="788" y="3939"/>
                    <a:pt x="883" y="4191"/>
                    <a:pt x="1009" y="4380"/>
                  </a:cubicBezTo>
                  <a:cubicBezTo>
                    <a:pt x="1103" y="4506"/>
                    <a:pt x="1040" y="4695"/>
                    <a:pt x="977" y="4821"/>
                  </a:cubicBezTo>
                  <a:lnTo>
                    <a:pt x="662" y="5136"/>
                  </a:lnTo>
                  <a:lnTo>
                    <a:pt x="1135" y="5609"/>
                  </a:lnTo>
                  <a:lnTo>
                    <a:pt x="1450" y="5294"/>
                  </a:lnTo>
                  <a:cubicBezTo>
                    <a:pt x="1523" y="5220"/>
                    <a:pt x="1608" y="5189"/>
                    <a:pt x="1697" y="5189"/>
                  </a:cubicBezTo>
                  <a:cubicBezTo>
                    <a:pt x="1760" y="5189"/>
                    <a:pt x="1825" y="5205"/>
                    <a:pt x="1891" y="5231"/>
                  </a:cubicBezTo>
                  <a:cubicBezTo>
                    <a:pt x="2080" y="5357"/>
                    <a:pt x="2269" y="5451"/>
                    <a:pt x="2521" y="5514"/>
                  </a:cubicBezTo>
                  <a:cubicBezTo>
                    <a:pt x="2678" y="5546"/>
                    <a:pt x="2773" y="5672"/>
                    <a:pt x="2773" y="5829"/>
                  </a:cubicBezTo>
                  <a:lnTo>
                    <a:pt x="2773" y="6270"/>
                  </a:lnTo>
                  <a:lnTo>
                    <a:pt x="3466" y="6270"/>
                  </a:lnTo>
                  <a:lnTo>
                    <a:pt x="3466" y="5829"/>
                  </a:lnTo>
                  <a:cubicBezTo>
                    <a:pt x="3466" y="5672"/>
                    <a:pt x="3560" y="5546"/>
                    <a:pt x="3718" y="5514"/>
                  </a:cubicBezTo>
                  <a:cubicBezTo>
                    <a:pt x="3938" y="5483"/>
                    <a:pt x="4159" y="5357"/>
                    <a:pt x="4348" y="5231"/>
                  </a:cubicBezTo>
                  <a:cubicBezTo>
                    <a:pt x="4393" y="5208"/>
                    <a:pt x="4445" y="5198"/>
                    <a:pt x="4500" y="5198"/>
                  </a:cubicBezTo>
                  <a:cubicBezTo>
                    <a:pt x="4600" y="5198"/>
                    <a:pt x="4708" y="5233"/>
                    <a:pt x="4789" y="5294"/>
                  </a:cubicBezTo>
                  <a:lnTo>
                    <a:pt x="5104" y="5609"/>
                  </a:lnTo>
                  <a:lnTo>
                    <a:pt x="5577" y="5136"/>
                  </a:lnTo>
                  <a:lnTo>
                    <a:pt x="5262" y="4821"/>
                  </a:lnTo>
                  <a:cubicBezTo>
                    <a:pt x="5136" y="4695"/>
                    <a:pt x="5136" y="4538"/>
                    <a:pt x="5230" y="4380"/>
                  </a:cubicBezTo>
                  <a:cubicBezTo>
                    <a:pt x="5356" y="4191"/>
                    <a:pt x="5419" y="3971"/>
                    <a:pt x="5514" y="3750"/>
                  </a:cubicBezTo>
                  <a:cubicBezTo>
                    <a:pt x="5545" y="3593"/>
                    <a:pt x="5671" y="3466"/>
                    <a:pt x="5829" y="3466"/>
                  </a:cubicBezTo>
                  <a:lnTo>
                    <a:pt x="6238" y="3466"/>
                  </a:lnTo>
                  <a:lnTo>
                    <a:pt x="6238" y="2805"/>
                  </a:lnTo>
                  <a:lnTo>
                    <a:pt x="5829" y="2805"/>
                  </a:lnTo>
                  <a:cubicBezTo>
                    <a:pt x="5671" y="2805"/>
                    <a:pt x="5545" y="2679"/>
                    <a:pt x="5514" y="2521"/>
                  </a:cubicBezTo>
                  <a:cubicBezTo>
                    <a:pt x="5451" y="2332"/>
                    <a:pt x="5356" y="2080"/>
                    <a:pt x="5230" y="1891"/>
                  </a:cubicBezTo>
                  <a:cubicBezTo>
                    <a:pt x="5136" y="1765"/>
                    <a:pt x="5199" y="1576"/>
                    <a:pt x="5262" y="1450"/>
                  </a:cubicBezTo>
                  <a:lnTo>
                    <a:pt x="5577" y="1135"/>
                  </a:lnTo>
                  <a:lnTo>
                    <a:pt x="5104" y="663"/>
                  </a:lnTo>
                  <a:lnTo>
                    <a:pt x="4789" y="978"/>
                  </a:lnTo>
                  <a:cubicBezTo>
                    <a:pt x="4715" y="1051"/>
                    <a:pt x="4641" y="1082"/>
                    <a:pt x="4555" y="1082"/>
                  </a:cubicBezTo>
                  <a:cubicBezTo>
                    <a:pt x="4494" y="1082"/>
                    <a:pt x="4426" y="1067"/>
                    <a:pt x="4348" y="1041"/>
                  </a:cubicBezTo>
                  <a:cubicBezTo>
                    <a:pt x="4159" y="915"/>
                    <a:pt x="3970" y="820"/>
                    <a:pt x="3718" y="757"/>
                  </a:cubicBezTo>
                  <a:cubicBezTo>
                    <a:pt x="3560" y="726"/>
                    <a:pt x="3466" y="600"/>
                    <a:pt x="3466" y="442"/>
                  </a:cubicBezTo>
                  <a:lnTo>
                    <a:pt x="3466"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2459" name="Google Shape;10924;p73">
            <a:extLst>
              <a:ext uri="{FF2B5EF4-FFF2-40B4-BE49-F238E27FC236}">
                <a16:creationId xmlns:a16="http://schemas.microsoft.com/office/drawing/2014/main" id="{9CA3AB74-BBB6-967E-104E-F7A20EDA2CBE}"/>
              </a:ext>
            </a:extLst>
          </p:cNvPr>
          <p:cNvGrpSpPr/>
          <p:nvPr/>
        </p:nvGrpSpPr>
        <p:grpSpPr>
          <a:xfrm>
            <a:off x="10306294" y="10095390"/>
            <a:ext cx="850564" cy="852678"/>
            <a:chOff x="-3771675" y="3971775"/>
            <a:chExt cx="291300" cy="292025"/>
          </a:xfrm>
          <a:solidFill>
            <a:srgbClr val="555559"/>
          </a:solidFill>
        </p:grpSpPr>
        <p:sp>
          <p:nvSpPr>
            <p:cNvPr id="2460" name="Google Shape;10925;p73">
              <a:extLst>
                <a:ext uri="{FF2B5EF4-FFF2-40B4-BE49-F238E27FC236}">
                  <a16:creationId xmlns:a16="http://schemas.microsoft.com/office/drawing/2014/main" id="{43847578-5C29-29EC-BA59-36F45A317A44}"/>
                </a:ext>
              </a:extLst>
            </p:cNvPr>
            <p:cNvSpPr/>
            <p:nvPr/>
          </p:nvSpPr>
          <p:spPr>
            <a:xfrm>
              <a:off x="-3770100" y="3971775"/>
              <a:ext cx="218975" cy="66775"/>
            </a:xfrm>
            <a:custGeom>
              <a:avLst/>
              <a:gdLst/>
              <a:ahLst/>
              <a:cxnLst/>
              <a:rect l="l" t="t" r="r" b="b"/>
              <a:pathLst>
                <a:path w="8759" h="2671" extrusionOk="0">
                  <a:moveTo>
                    <a:pt x="4391" y="0"/>
                  </a:moveTo>
                  <a:cubicBezTo>
                    <a:pt x="2410" y="0"/>
                    <a:pt x="426" y="449"/>
                    <a:pt x="0" y="1347"/>
                  </a:cubicBezTo>
                  <a:cubicBezTo>
                    <a:pt x="426" y="2229"/>
                    <a:pt x="2410" y="2670"/>
                    <a:pt x="4391" y="2670"/>
                  </a:cubicBezTo>
                  <a:cubicBezTo>
                    <a:pt x="6372" y="2670"/>
                    <a:pt x="8349" y="2229"/>
                    <a:pt x="8759" y="1347"/>
                  </a:cubicBezTo>
                  <a:cubicBezTo>
                    <a:pt x="8349" y="449"/>
                    <a:pt x="6372" y="0"/>
                    <a:pt x="43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10926;p73">
              <a:extLst>
                <a:ext uri="{FF2B5EF4-FFF2-40B4-BE49-F238E27FC236}">
                  <a16:creationId xmlns:a16="http://schemas.microsoft.com/office/drawing/2014/main" id="{EC04BD43-60F1-AE1E-D29C-AE8DE1099980}"/>
                </a:ext>
              </a:extLst>
            </p:cNvPr>
            <p:cNvSpPr/>
            <p:nvPr/>
          </p:nvSpPr>
          <p:spPr>
            <a:xfrm>
              <a:off x="-3771675" y="4030650"/>
              <a:ext cx="222125" cy="78000"/>
            </a:xfrm>
            <a:custGeom>
              <a:avLst/>
              <a:gdLst/>
              <a:ahLst/>
              <a:cxnLst/>
              <a:rect l="l" t="t" r="r" b="b"/>
              <a:pathLst>
                <a:path w="8885" h="3120" extrusionOk="0">
                  <a:moveTo>
                    <a:pt x="0" y="0"/>
                  </a:moveTo>
                  <a:lnTo>
                    <a:pt x="0" y="1418"/>
                  </a:lnTo>
                  <a:cubicBezTo>
                    <a:pt x="0" y="2521"/>
                    <a:pt x="2048" y="3088"/>
                    <a:pt x="4127" y="3119"/>
                  </a:cubicBezTo>
                  <a:cubicBezTo>
                    <a:pt x="4915" y="1891"/>
                    <a:pt x="6301" y="1103"/>
                    <a:pt x="7877" y="1103"/>
                  </a:cubicBezTo>
                  <a:cubicBezTo>
                    <a:pt x="8223" y="1103"/>
                    <a:pt x="8570" y="1135"/>
                    <a:pt x="8885" y="1229"/>
                  </a:cubicBezTo>
                  <a:lnTo>
                    <a:pt x="8885" y="0"/>
                  </a:lnTo>
                  <a:cubicBezTo>
                    <a:pt x="7908" y="788"/>
                    <a:pt x="6112" y="1072"/>
                    <a:pt x="4443" y="1072"/>
                  </a:cubicBezTo>
                  <a:cubicBezTo>
                    <a:pt x="2804" y="1072"/>
                    <a:pt x="977" y="757"/>
                    <a:pt x="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10927;p73">
              <a:extLst>
                <a:ext uri="{FF2B5EF4-FFF2-40B4-BE49-F238E27FC236}">
                  <a16:creationId xmlns:a16="http://schemas.microsoft.com/office/drawing/2014/main" id="{660E324A-EE2D-6F55-FE44-0AE2BEDBC40B}"/>
                </a:ext>
              </a:extLst>
            </p:cNvPr>
            <p:cNvSpPr/>
            <p:nvPr/>
          </p:nvSpPr>
          <p:spPr>
            <a:xfrm>
              <a:off x="-3669425" y="4074750"/>
              <a:ext cx="189050" cy="189050"/>
            </a:xfrm>
            <a:custGeom>
              <a:avLst/>
              <a:gdLst/>
              <a:ahLst/>
              <a:cxnLst/>
              <a:rect l="l" t="t" r="r" b="b"/>
              <a:pathLst>
                <a:path w="7562" h="7562" extrusionOk="0">
                  <a:moveTo>
                    <a:pt x="5501" y="2732"/>
                  </a:moveTo>
                  <a:cubicBezTo>
                    <a:pt x="5748" y="2732"/>
                    <a:pt x="6008" y="3067"/>
                    <a:pt x="5766" y="3309"/>
                  </a:cubicBezTo>
                  <a:lnTo>
                    <a:pt x="3718" y="5356"/>
                  </a:lnTo>
                  <a:cubicBezTo>
                    <a:pt x="3655" y="5420"/>
                    <a:pt x="3568" y="5451"/>
                    <a:pt x="3482" y="5451"/>
                  </a:cubicBezTo>
                  <a:cubicBezTo>
                    <a:pt x="3395" y="5451"/>
                    <a:pt x="3308" y="5420"/>
                    <a:pt x="3245" y="5356"/>
                  </a:cubicBezTo>
                  <a:lnTo>
                    <a:pt x="1859" y="4002"/>
                  </a:lnTo>
                  <a:cubicBezTo>
                    <a:pt x="1617" y="3760"/>
                    <a:pt x="1840" y="3425"/>
                    <a:pt x="2099" y="3425"/>
                  </a:cubicBezTo>
                  <a:cubicBezTo>
                    <a:pt x="2177" y="3425"/>
                    <a:pt x="2259" y="3456"/>
                    <a:pt x="2332" y="3529"/>
                  </a:cubicBezTo>
                  <a:lnTo>
                    <a:pt x="3466" y="4663"/>
                  </a:lnTo>
                  <a:lnTo>
                    <a:pt x="5293" y="2836"/>
                  </a:lnTo>
                  <a:cubicBezTo>
                    <a:pt x="5352" y="2763"/>
                    <a:pt x="5426" y="2732"/>
                    <a:pt x="5501" y="2732"/>
                  </a:cubicBezTo>
                  <a:close/>
                  <a:moveTo>
                    <a:pt x="3781" y="1"/>
                  </a:moveTo>
                  <a:cubicBezTo>
                    <a:pt x="1702" y="1"/>
                    <a:pt x="0" y="1702"/>
                    <a:pt x="0" y="3781"/>
                  </a:cubicBezTo>
                  <a:cubicBezTo>
                    <a:pt x="0" y="5892"/>
                    <a:pt x="1702" y="7562"/>
                    <a:pt x="3781" y="7562"/>
                  </a:cubicBezTo>
                  <a:cubicBezTo>
                    <a:pt x="5860" y="7562"/>
                    <a:pt x="7562" y="5892"/>
                    <a:pt x="7562" y="3781"/>
                  </a:cubicBezTo>
                  <a:cubicBezTo>
                    <a:pt x="7562" y="1702"/>
                    <a:pt x="5860" y="1"/>
                    <a:pt x="378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10928;p73">
              <a:extLst>
                <a:ext uri="{FF2B5EF4-FFF2-40B4-BE49-F238E27FC236}">
                  <a16:creationId xmlns:a16="http://schemas.microsoft.com/office/drawing/2014/main" id="{3ADAAB08-8335-5F11-7689-E94A05A45185}"/>
                </a:ext>
              </a:extLst>
            </p:cNvPr>
            <p:cNvSpPr/>
            <p:nvPr/>
          </p:nvSpPr>
          <p:spPr>
            <a:xfrm>
              <a:off x="-3771675" y="4099950"/>
              <a:ext cx="94525" cy="76425"/>
            </a:xfrm>
            <a:custGeom>
              <a:avLst/>
              <a:gdLst/>
              <a:ahLst/>
              <a:cxnLst/>
              <a:rect l="l" t="t" r="r" b="b"/>
              <a:pathLst>
                <a:path w="3781" h="3057" extrusionOk="0">
                  <a:moveTo>
                    <a:pt x="0" y="1"/>
                  </a:moveTo>
                  <a:lnTo>
                    <a:pt x="0" y="1419"/>
                  </a:lnTo>
                  <a:cubicBezTo>
                    <a:pt x="0" y="2364"/>
                    <a:pt x="1607" y="2899"/>
                    <a:pt x="3434" y="3057"/>
                  </a:cubicBezTo>
                  <a:cubicBezTo>
                    <a:pt x="3371" y="2364"/>
                    <a:pt x="3497" y="1671"/>
                    <a:pt x="3781" y="1040"/>
                  </a:cubicBezTo>
                  <a:cubicBezTo>
                    <a:pt x="2332" y="977"/>
                    <a:pt x="819" y="662"/>
                    <a:pt x="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10929;p73">
              <a:extLst>
                <a:ext uri="{FF2B5EF4-FFF2-40B4-BE49-F238E27FC236}">
                  <a16:creationId xmlns:a16="http://schemas.microsoft.com/office/drawing/2014/main" id="{6F94C855-F8AE-A941-9511-59809F47490E}"/>
                </a:ext>
              </a:extLst>
            </p:cNvPr>
            <p:cNvSpPr/>
            <p:nvPr/>
          </p:nvSpPr>
          <p:spPr>
            <a:xfrm>
              <a:off x="-3771675" y="4167700"/>
              <a:ext cx="135500" cy="95325"/>
            </a:xfrm>
            <a:custGeom>
              <a:avLst/>
              <a:gdLst/>
              <a:ahLst/>
              <a:cxnLst/>
              <a:rect l="l" t="t" r="r" b="b"/>
              <a:pathLst>
                <a:path w="5420" h="3813" extrusionOk="0">
                  <a:moveTo>
                    <a:pt x="0" y="0"/>
                  </a:moveTo>
                  <a:lnTo>
                    <a:pt x="0" y="2111"/>
                  </a:lnTo>
                  <a:cubicBezTo>
                    <a:pt x="0" y="3277"/>
                    <a:pt x="2237" y="3812"/>
                    <a:pt x="4443" y="3812"/>
                  </a:cubicBezTo>
                  <a:cubicBezTo>
                    <a:pt x="4789" y="3812"/>
                    <a:pt x="5104" y="3812"/>
                    <a:pt x="5419" y="3781"/>
                  </a:cubicBezTo>
                  <a:cubicBezTo>
                    <a:pt x="4474" y="3151"/>
                    <a:pt x="3781" y="2206"/>
                    <a:pt x="3529" y="1071"/>
                  </a:cubicBezTo>
                  <a:cubicBezTo>
                    <a:pt x="2174" y="977"/>
                    <a:pt x="788" y="662"/>
                    <a:pt x="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65" name="Google Shape;10930;p73">
            <a:extLst>
              <a:ext uri="{FF2B5EF4-FFF2-40B4-BE49-F238E27FC236}">
                <a16:creationId xmlns:a16="http://schemas.microsoft.com/office/drawing/2014/main" id="{6E825B47-1CAF-21EE-825C-8FF5E0621519}"/>
              </a:ext>
            </a:extLst>
          </p:cNvPr>
          <p:cNvGrpSpPr/>
          <p:nvPr/>
        </p:nvGrpSpPr>
        <p:grpSpPr>
          <a:xfrm>
            <a:off x="15703268" y="8031561"/>
            <a:ext cx="852240" cy="650478"/>
            <a:chOff x="-1951475" y="3273100"/>
            <a:chExt cx="291875" cy="222775"/>
          </a:xfrm>
          <a:solidFill>
            <a:srgbClr val="555559"/>
          </a:solidFill>
        </p:grpSpPr>
        <p:sp>
          <p:nvSpPr>
            <p:cNvPr id="2466" name="Google Shape;10931;p73">
              <a:extLst>
                <a:ext uri="{FF2B5EF4-FFF2-40B4-BE49-F238E27FC236}">
                  <a16:creationId xmlns:a16="http://schemas.microsoft.com/office/drawing/2014/main" id="{A7CA8E1B-195B-2871-10A5-3FE9F7318CFC}"/>
                </a:ext>
              </a:extLst>
            </p:cNvPr>
            <p:cNvSpPr/>
            <p:nvPr/>
          </p:nvSpPr>
          <p:spPr>
            <a:xfrm>
              <a:off x="-1951475" y="3325050"/>
              <a:ext cx="51225" cy="119250"/>
            </a:xfrm>
            <a:custGeom>
              <a:avLst/>
              <a:gdLst/>
              <a:ahLst/>
              <a:cxnLst/>
              <a:rect l="l" t="t" r="r" b="b"/>
              <a:pathLst>
                <a:path w="2049" h="4770" extrusionOk="0">
                  <a:moveTo>
                    <a:pt x="1033" y="0"/>
                  </a:moveTo>
                  <a:cubicBezTo>
                    <a:pt x="518" y="0"/>
                    <a:pt x="0" y="339"/>
                    <a:pt x="0" y="1004"/>
                  </a:cubicBezTo>
                  <a:lnTo>
                    <a:pt x="0" y="3777"/>
                  </a:lnTo>
                  <a:cubicBezTo>
                    <a:pt x="0" y="4438"/>
                    <a:pt x="512" y="4769"/>
                    <a:pt x="1024" y="4769"/>
                  </a:cubicBezTo>
                  <a:cubicBezTo>
                    <a:pt x="1536" y="4769"/>
                    <a:pt x="2048" y="4438"/>
                    <a:pt x="2048" y="3777"/>
                  </a:cubicBezTo>
                  <a:lnTo>
                    <a:pt x="2048" y="1004"/>
                  </a:lnTo>
                  <a:cubicBezTo>
                    <a:pt x="2048" y="331"/>
                    <a:pt x="1542" y="0"/>
                    <a:pt x="103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10932;p73">
              <a:extLst>
                <a:ext uri="{FF2B5EF4-FFF2-40B4-BE49-F238E27FC236}">
                  <a16:creationId xmlns:a16="http://schemas.microsoft.com/office/drawing/2014/main" id="{3438D166-895C-0B1C-D205-37831274DDFB}"/>
                </a:ext>
              </a:extLst>
            </p:cNvPr>
            <p:cNvSpPr/>
            <p:nvPr/>
          </p:nvSpPr>
          <p:spPr>
            <a:xfrm>
              <a:off x="-1711250" y="3273100"/>
              <a:ext cx="51650" cy="221725"/>
            </a:xfrm>
            <a:custGeom>
              <a:avLst/>
              <a:gdLst/>
              <a:ahLst/>
              <a:cxnLst/>
              <a:rect l="l" t="t" r="r" b="b"/>
              <a:pathLst>
                <a:path w="2066" h="8869" extrusionOk="0">
                  <a:moveTo>
                    <a:pt x="1027" y="0"/>
                  </a:moveTo>
                  <a:cubicBezTo>
                    <a:pt x="608" y="0"/>
                    <a:pt x="186" y="229"/>
                    <a:pt x="32" y="719"/>
                  </a:cubicBezTo>
                  <a:cubicBezTo>
                    <a:pt x="0" y="814"/>
                    <a:pt x="0" y="940"/>
                    <a:pt x="0" y="1003"/>
                  </a:cubicBezTo>
                  <a:lnTo>
                    <a:pt x="0" y="7871"/>
                  </a:lnTo>
                  <a:cubicBezTo>
                    <a:pt x="0" y="7934"/>
                    <a:pt x="0" y="8060"/>
                    <a:pt x="32" y="8123"/>
                  </a:cubicBezTo>
                  <a:cubicBezTo>
                    <a:pt x="173" y="8632"/>
                    <a:pt x="594" y="8869"/>
                    <a:pt x="1015" y="8869"/>
                  </a:cubicBezTo>
                  <a:cubicBezTo>
                    <a:pt x="1532" y="8869"/>
                    <a:pt x="2048" y="8513"/>
                    <a:pt x="2048" y="7871"/>
                  </a:cubicBezTo>
                  <a:lnTo>
                    <a:pt x="2048" y="1003"/>
                  </a:lnTo>
                  <a:cubicBezTo>
                    <a:pt x="2066" y="356"/>
                    <a:pt x="1549" y="0"/>
                    <a:pt x="102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10933;p73">
              <a:extLst>
                <a:ext uri="{FF2B5EF4-FFF2-40B4-BE49-F238E27FC236}">
                  <a16:creationId xmlns:a16="http://schemas.microsoft.com/office/drawing/2014/main" id="{DC5D502E-8521-8349-C8C5-C8045861B48D}"/>
                </a:ext>
              </a:extLst>
            </p:cNvPr>
            <p:cNvSpPr/>
            <p:nvPr/>
          </p:nvSpPr>
          <p:spPr>
            <a:xfrm>
              <a:off x="-1886900" y="3296575"/>
              <a:ext cx="156775" cy="199300"/>
            </a:xfrm>
            <a:custGeom>
              <a:avLst/>
              <a:gdLst/>
              <a:ahLst/>
              <a:cxnLst/>
              <a:rect l="l" t="t" r="r" b="b"/>
              <a:pathLst>
                <a:path w="6271" h="7972" extrusionOk="0">
                  <a:moveTo>
                    <a:pt x="851" y="5672"/>
                  </a:moveTo>
                  <a:lnTo>
                    <a:pt x="3466" y="6333"/>
                  </a:lnTo>
                  <a:cubicBezTo>
                    <a:pt x="3277" y="6869"/>
                    <a:pt x="2773" y="7279"/>
                    <a:pt x="2174" y="7279"/>
                  </a:cubicBezTo>
                  <a:cubicBezTo>
                    <a:pt x="1418" y="7279"/>
                    <a:pt x="788" y="6648"/>
                    <a:pt x="788" y="5892"/>
                  </a:cubicBezTo>
                  <a:cubicBezTo>
                    <a:pt x="851" y="5798"/>
                    <a:pt x="851" y="5735"/>
                    <a:pt x="851" y="5672"/>
                  </a:cubicBezTo>
                  <a:close/>
                  <a:moveTo>
                    <a:pt x="6270" y="1"/>
                  </a:moveTo>
                  <a:lnTo>
                    <a:pt x="1" y="1576"/>
                  </a:lnTo>
                  <a:cubicBezTo>
                    <a:pt x="95" y="1734"/>
                    <a:pt x="127" y="1923"/>
                    <a:pt x="127" y="2143"/>
                  </a:cubicBezTo>
                  <a:lnTo>
                    <a:pt x="127" y="4916"/>
                  </a:lnTo>
                  <a:cubicBezTo>
                    <a:pt x="127" y="5105"/>
                    <a:pt x="95" y="5294"/>
                    <a:pt x="1" y="5514"/>
                  </a:cubicBezTo>
                  <a:lnTo>
                    <a:pt x="158" y="5546"/>
                  </a:lnTo>
                  <a:cubicBezTo>
                    <a:pt x="127" y="5672"/>
                    <a:pt x="127" y="5829"/>
                    <a:pt x="127" y="5924"/>
                  </a:cubicBezTo>
                  <a:cubicBezTo>
                    <a:pt x="127" y="7090"/>
                    <a:pt x="1040" y="7972"/>
                    <a:pt x="2174" y="7972"/>
                  </a:cubicBezTo>
                  <a:cubicBezTo>
                    <a:pt x="3120" y="7972"/>
                    <a:pt x="3907" y="7405"/>
                    <a:pt x="4159" y="6522"/>
                  </a:cubicBezTo>
                  <a:lnTo>
                    <a:pt x="6270" y="7090"/>
                  </a:lnTo>
                  <a:lnTo>
                    <a:pt x="6270" y="5672"/>
                  </a:lnTo>
                  <a:lnTo>
                    <a:pt x="6270" y="2238"/>
                  </a:lnTo>
                  <a:lnTo>
                    <a:pt x="627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69" name="Google Shape;10934;p73">
            <a:extLst>
              <a:ext uri="{FF2B5EF4-FFF2-40B4-BE49-F238E27FC236}">
                <a16:creationId xmlns:a16="http://schemas.microsoft.com/office/drawing/2014/main" id="{0438363C-4E97-F801-49FB-9D20D988F401}"/>
              </a:ext>
            </a:extLst>
          </p:cNvPr>
          <p:cNvGrpSpPr/>
          <p:nvPr/>
        </p:nvGrpSpPr>
        <p:grpSpPr>
          <a:xfrm>
            <a:off x="15698161" y="8977601"/>
            <a:ext cx="862461" cy="850999"/>
            <a:chOff x="-1951475" y="3597450"/>
            <a:chExt cx="295375" cy="291450"/>
          </a:xfrm>
          <a:solidFill>
            <a:srgbClr val="555559"/>
          </a:solidFill>
        </p:grpSpPr>
        <p:sp>
          <p:nvSpPr>
            <p:cNvPr id="2470" name="Google Shape;10935;p73">
              <a:extLst>
                <a:ext uri="{FF2B5EF4-FFF2-40B4-BE49-F238E27FC236}">
                  <a16:creationId xmlns:a16="http://schemas.microsoft.com/office/drawing/2014/main" id="{F10F9CF7-983A-E2BC-09A1-81D941EFD71A}"/>
                </a:ext>
              </a:extLst>
            </p:cNvPr>
            <p:cNvSpPr/>
            <p:nvPr/>
          </p:nvSpPr>
          <p:spPr>
            <a:xfrm>
              <a:off x="-1951475" y="3597450"/>
              <a:ext cx="170925" cy="34675"/>
            </a:xfrm>
            <a:custGeom>
              <a:avLst/>
              <a:gdLst/>
              <a:ahLst/>
              <a:cxnLst/>
              <a:rect l="l" t="t" r="r" b="b"/>
              <a:pathLst>
                <a:path w="6837" h="1387" extrusionOk="0">
                  <a:moveTo>
                    <a:pt x="1008" y="1"/>
                  </a:moveTo>
                  <a:cubicBezTo>
                    <a:pt x="473" y="1"/>
                    <a:pt x="0" y="473"/>
                    <a:pt x="0" y="1040"/>
                  </a:cubicBezTo>
                  <a:lnTo>
                    <a:pt x="0" y="1387"/>
                  </a:lnTo>
                  <a:lnTo>
                    <a:pt x="6837" y="1387"/>
                  </a:lnTo>
                  <a:lnTo>
                    <a:pt x="6837" y="1040"/>
                  </a:lnTo>
                  <a:cubicBezTo>
                    <a:pt x="6837" y="473"/>
                    <a:pt x="6364" y="1"/>
                    <a:pt x="582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10936;p73">
              <a:extLst>
                <a:ext uri="{FF2B5EF4-FFF2-40B4-BE49-F238E27FC236}">
                  <a16:creationId xmlns:a16="http://schemas.microsoft.com/office/drawing/2014/main" id="{583C3C48-91D5-EBA4-373C-603C60CB293F}"/>
                </a:ext>
              </a:extLst>
            </p:cNvPr>
            <p:cNvSpPr/>
            <p:nvPr/>
          </p:nvSpPr>
          <p:spPr>
            <a:xfrm>
              <a:off x="-1949900" y="3648650"/>
              <a:ext cx="171725" cy="173300"/>
            </a:xfrm>
            <a:custGeom>
              <a:avLst/>
              <a:gdLst/>
              <a:ahLst/>
              <a:cxnLst/>
              <a:rect l="l" t="t" r="r" b="b"/>
              <a:pathLst>
                <a:path w="6869" h="6932" extrusionOk="0">
                  <a:moveTo>
                    <a:pt x="0" y="1"/>
                  </a:moveTo>
                  <a:lnTo>
                    <a:pt x="0" y="6932"/>
                  </a:lnTo>
                  <a:lnTo>
                    <a:pt x="2426" y="6932"/>
                  </a:lnTo>
                  <a:cubicBezTo>
                    <a:pt x="2521" y="6585"/>
                    <a:pt x="2836" y="6333"/>
                    <a:pt x="3245" y="6270"/>
                  </a:cubicBezTo>
                  <a:lnTo>
                    <a:pt x="1166" y="4191"/>
                  </a:lnTo>
                  <a:cubicBezTo>
                    <a:pt x="693" y="3718"/>
                    <a:pt x="693" y="2962"/>
                    <a:pt x="1166" y="2489"/>
                  </a:cubicBezTo>
                  <a:cubicBezTo>
                    <a:pt x="1386" y="2237"/>
                    <a:pt x="1670" y="2143"/>
                    <a:pt x="2017" y="2143"/>
                  </a:cubicBezTo>
                  <a:cubicBezTo>
                    <a:pt x="2363" y="2143"/>
                    <a:pt x="2647" y="2237"/>
                    <a:pt x="2899" y="2489"/>
                  </a:cubicBezTo>
                  <a:lnTo>
                    <a:pt x="3560" y="3151"/>
                  </a:lnTo>
                  <a:cubicBezTo>
                    <a:pt x="3592" y="2994"/>
                    <a:pt x="3718" y="2836"/>
                    <a:pt x="3844" y="2710"/>
                  </a:cubicBezTo>
                  <a:cubicBezTo>
                    <a:pt x="4064" y="2489"/>
                    <a:pt x="4348" y="2363"/>
                    <a:pt x="4694" y="2363"/>
                  </a:cubicBezTo>
                  <a:cubicBezTo>
                    <a:pt x="4694" y="2048"/>
                    <a:pt x="4820" y="1733"/>
                    <a:pt x="5041" y="1513"/>
                  </a:cubicBezTo>
                  <a:cubicBezTo>
                    <a:pt x="5293" y="1261"/>
                    <a:pt x="5577" y="1135"/>
                    <a:pt x="5923" y="1135"/>
                  </a:cubicBezTo>
                  <a:cubicBezTo>
                    <a:pt x="6112" y="1135"/>
                    <a:pt x="6301" y="1198"/>
                    <a:pt x="6459" y="1261"/>
                  </a:cubicBezTo>
                  <a:cubicBezTo>
                    <a:pt x="6522" y="1072"/>
                    <a:pt x="6616" y="914"/>
                    <a:pt x="6774" y="757"/>
                  </a:cubicBezTo>
                  <a:lnTo>
                    <a:pt x="6868" y="662"/>
                  </a:lnTo>
                  <a:lnTo>
                    <a:pt x="6868"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10937;p73">
              <a:extLst>
                <a:ext uri="{FF2B5EF4-FFF2-40B4-BE49-F238E27FC236}">
                  <a16:creationId xmlns:a16="http://schemas.microsoft.com/office/drawing/2014/main" id="{7DD9408E-C7B6-9DE8-F706-93F3BFF10C0C}"/>
                </a:ext>
              </a:extLst>
            </p:cNvPr>
            <p:cNvSpPr/>
            <p:nvPr/>
          </p:nvSpPr>
          <p:spPr>
            <a:xfrm>
              <a:off x="-1951475" y="3838475"/>
              <a:ext cx="170925" cy="50425"/>
            </a:xfrm>
            <a:custGeom>
              <a:avLst/>
              <a:gdLst/>
              <a:ahLst/>
              <a:cxnLst/>
              <a:rect l="l" t="t" r="r" b="b"/>
              <a:pathLst>
                <a:path w="6837" h="2017" extrusionOk="0">
                  <a:moveTo>
                    <a:pt x="0" y="0"/>
                  </a:moveTo>
                  <a:lnTo>
                    <a:pt x="0" y="1008"/>
                  </a:lnTo>
                  <a:cubicBezTo>
                    <a:pt x="0" y="1544"/>
                    <a:pt x="473" y="2017"/>
                    <a:pt x="1008" y="2017"/>
                  </a:cubicBezTo>
                  <a:lnTo>
                    <a:pt x="5829" y="2017"/>
                  </a:lnTo>
                  <a:cubicBezTo>
                    <a:pt x="6333" y="2017"/>
                    <a:pt x="6774" y="1670"/>
                    <a:pt x="6837" y="1166"/>
                  </a:cubicBezTo>
                  <a:lnTo>
                    <a:pt x="6679" y="1071"/>
                  </a:lnTo>
                  <a:lnTo>
                    <a:pt x="3466" y="1071"/>
                  </a:lnTo>
                  <a:cubicBezTo>
                    <a:pt x="2867" y="1071"/>
                    <a:pt x="2363" y="599"/>
                    <a:pt x="226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10938;p73">
              <a:extLst>
                <a:ext uri="{FF2B5EF4-FFF2-40B4-BE49-F238E27FC236}">
                  <a16:creationId xmlns:a16="http://schemas.microsoft.com/office/drawing/2014/main" id="{773A4E36-C0BF-26C8-AE9B-5C077A2C5D74}"/>
                </a:ext>
              </a:extLst>
            </p:cNvPr>
            <p:cNvSpPr/>
            <p:nvPr/>
          </p:nvSpPr>
          <p:spPr>
            <a:xfrm>
              <a:off x="-1912900" y="3675825"/>
              <a:ext cx="256800" cy="202825"/>
            </a:xfrm>
            <a:custGeom>
              <a:avLst/>
              <a:gdLst/>
              <a:ahLst/>
              <a:cxnLst/>
              <a:rect l="l" t="t" r="r" b="b"/>
              <a:pathLst>
                <a:path w="10272" h="8113" extrusionOk="0">
                  <a:moveTo>
                    <a:pt x="6085" y="0"/>
                  </a:moveTo>
                  <a:cubicBezTo>
                    <a:pt x="5955" y="0"/>
                    <a:pt x="5829" y="48"/>
                    <a:pt x="5735" y="142"/>
                  </a:cubicBezTo>
                  <a:cubicBezTo>
                    <a:pt x="5546" y="331"/>
                    <a:pt x="5546" y="646"/>
                    <a:pt x="5735" y="835"/>
                  </a:cubicBezTo>
                  <a:lnTo>
                    <a:pt x="6081" y="1213"/>
                  </a:lnTo>
                  <a:cubicBezTo>
                    <a:pt x="6207" y="1308"/>
                    <a:pt x="6207" y="1560"/>
                    <a:pt x="6081" y="1655"/>
                  </a:cubicBezTo>
                  <a:cubicBezTo>
                    <a:pt x="6034" y="1718"/>
                    <a:pt x="5948" y="1749"/>
                    <a:pt x="5857" y="1749"/>
                  </a:cubicBezTo>
                  <a:cubicBezTo>
                    <a:pt x="5766" y="1749"/>
                    <a:pt x="5672" y="1718"/>
                    <a:pt x="5609" y="1655"/>
                  </a:cubicBezTo>
                  <a:lnTo>
                    <a:pt x="4758" y="804"/>
                  </a:lnTo>
                  <a:cubicBezTo>
                    <a:pt x="4664" y="709"/>
                    <a:pt x="4538" y="662"/>
                    <a:pt x="4408" y="662"/>
                  </a:cubicBezTo>
                  <a:cubicBezTo>
                    <a:pt x="4278" y="662"/>
                    <a:pt x="4144" y="709"/>
                    <a:pt x="4034" y="804"/>
                  </a:cubicBezTo>
                  <a:cubicBezTo>
                    <a:pt x="3845" y="993"/>
                    <a:pt x="3845" y="1308"/>
                    <a:pt x="4034" y="1528"/>
                  </a:cubicBezTo>
                  <a:cubicBezTo>
                    <a:pt x="4034" y="1655"/>
                    <a:pt x="4884" y="2505"/>
                    <a:pt x="4821" y="2505"/>
                  </a:cubicBezTo>
                  <a:cubicBezTo>
                    <a:pt x="4947" y="2631"/>
                    <a:pt x="4947" y="2852"/>
                    <a:pt x="4821" y="2978"/>
                  </a:cubicBezTo>
                  <a:cubicBezTo>
                    <a:pt x="4774" y="3041"/>
                    <a:pt x="4687" y="3072"/>
                    <a:pt x="4601" y="3072"/>
                  </a:cubicBezTo>
                  <a:cubicBezTo>
                    <a:pt x="4514" y="3072"/>
                    <a:pt x="4427" y="3041"/>
                    <a:pt x="4380" y="2978"/>
                  </a:cubicBezTo>
                  <a:lnTo>
                    <a:pt x="3498" y="2096"/>
                  </a:lnTo>
                  <a:cubicBezTo>
                    <a:pt x="3403" y="2001"/>
                    <a:pt x="3277" y="1954"/>
                    <a:pt x="3151" y="1954"/>
                  </a:cubicBezTo>
                  <a:cubicBezTo>
                    <a:pt x="3025" y="1954"/>
                    <a:pt x="2899" y="2001"/>
                    <a:pt x="2805" y="2096"/>
                  </a:cubicBezTo>
                  <a:cubicBezTo>
                    <a:pt x="2584" y="2316"/>
                    <a:pt x="2584" y="2631"/>
                    <a:pt x="2805" y="2820"/>
                  </a:cubicBezTo>
                  <a:lnTo>
                    <a:pt x="3656" y="3671"/>
                  </a:lnTo>
                  <a:cubicBezTo>
                    <a:pt x="3782" y="3797"/>
                    <a:pt x="3782" y="4017"/>
                    <a:pt x="3656" y="4143"/>
                  </a:cubicBezTo>
                  <a:cubicBezTo>
                    <a:pt x="3593" y="4206"/>
                    <a:pt x="3506" y="4238"/>
                    <a:pt x="3419" y="4238"/>
                  </a:cubicBezTo>
                  <a:cubicBezTo>
                    <a:pt x="3333" y="4238"/>
                    <a:pt x="3246" y="4206"/>
                    <a:pt x="3183" y="4143"/>
                  </a:cubicBezTo>
                  <a:lnTo>
                    <a:pt x="883" y="1875"/>
                  </a:lnTo>
                  <a:cubicBezTo>
                    <a:pt x="789" y="1765"/>
                    <a:pt x="663" y="1710"/>
                    <a:pt x="537" y="1710"/>
                  </a:cubicBezTo>
                  <a:cubicBezTo>
                    <a:pt x="411" y="1710"/>
                    <a:pt x="284" y="1765"/>
                    <a:pt x="190" y="1875"/>
                  </a:cubicBezTo>
                  <a:cubicBezTo>
                    <a:pt x="1" y="2064"/>
                    <a:pt x="1" y="2379"/>
                    <a:pt x="190" y="2568"/>
                  </a:cubicBezTo>
                  <a:lnTo>
                    <a:pt x="1797" y="4206"/>
                  </a:lnTo>
                  <a:lnTo>
                    <a:pt x="3403" y="5845"/>
                  </a:lnTo>
                  <a:lnTo>
                    <a:pt x="1954" y="5845"/>
                  </a:lnTo>
                  <a:cubicBezTo>
                    <a:pt x="1671" y="5845"/>
                    <a:pt x="1450" y="6097"/>
                    <a:pt x="1450" y="6349"/>
                  </a:cubicBezTo>
                  <a:cubicBezTo>
                    <a:pt x="1450" y="6632"/>
                    <a:pt x="1671" y="6884"/>
                    <a:pt x="1954" y="6884"/>
                  </a:cubicBezTo>
                  <a:lnTo>
                    <a:pt x="5451" y="6884"/>
                  </a:lnTo>
                  <a:cubicBezTo>
                    <a:pt x="5514" y="6916"/>
                    <a:pt x="6491" y="7829"/>
                    <a:pt x="6491" y="7829"/>
                  </a:cubicBezTo>
                  <a:cubicBezTo>
                    <a:pt x="6680" y="8018"/>
                    <a:pt x="6948" y="8113"/>
                    <a:pt x="7216" y="8113"/>
                  </a:cubicBezTo>
                  <a:cubicBezTo>
                    <a:pt x="7483" y="8113"/>
                    <a:pt x="7751" y="8018"/>
                    <a:pt x="7940" y="7829"/>
                  </a:cubicBezTo>
                  <a:lnTo>
                    <a:pt x="9862" y="5876"/>
                  </a:lnTo>
                  <a:cubicBezTo>
                    <a:pt x="10272" y="5498"/>
                    <a:pt x="10272" y="4836"/>
                    <a:pt x="9862" y="4427"/>
                  </a:cubicBezTo>
                  <a:lnTo>
                    <a:pt x="9452" y="3986"/>
                  </a:lnTo>
                  <a:cubicBezTo>
                    <a:pt x="9326" y="3608"/>
                    <a:pt x="9043" y="3198"/>
                    <a:pt x="8822" y="2820"/>
                  </a:cubicBezTo>
                  <a:cubicBezTo>
                    <a:pt x="8570" y="2411"/>
                    <a:pt x="8350" y="2064"/>
                    <a:pt x="8035" y="1718"/>
                  </a:cubicBezTo>
                  <a:lnTo>
                    <a:pt x="6459" y="142"/>
                  </a:lnTo>
                  <a:cubicBezTo>
                    <a:pt x="6349" y="48"/>
                    <a:pt x="6215" y="0"/>
                    <a:pt x="608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74" name="Google Shape;10939;p73">
            <a:extLst>
              <a:ext uri="{FF2B5EF4-FFF2-40B4-BE49-F238E27FC236}">
                <a16:creationId xmlns:a16="http://schemas.microsoft.com/office/drawing/2014/main" id="{ECA0D987-6D30-313C-608E-41FFE28180A0}"/>
              </a:ext>
            </a:extLst>
          </p:cNvPr>
          <p:cNvGrpSpPr/>
          <p:nvPr/>
        </p:nvGrpSpPr>
        <p:grpSpPr>
          <a:xfrm>
            <a:off x="15702725" y="10096228"/>
            <a:ext cx="901586" cy="850999"/>
            <a:chOff x="-1960150" y="3956600"/>
            <a:chExt cx="308775" cy="291450"/>
          </a:xfrm>
          <a:solidFill>
            <a:srgbClr val="555559"/>
          </a:solidFill>
        </p:grpSpPr>
        <p:sp>
          <p:nvSpPr>
            <p:cNvPr id="2475" name="Google Shape;10940;p73">
              <a:extLst>
                <a:ext uri="{FF2B5EF4-FFF2-40B4-BE49-F238E27FC236}">
                  <a16:creationId xmlns:a16="http://schemas.microsoft.com/office/drawing/2014/main" id="{F5771341-A00B-BA00-ACF9-98F45171F258}"/>
                </a:ext>
              </a:extLst>
            </p:cNvPr>
            <p:cNvSpPr/>
            <p:nvPr/>
          </p:nvSpPr>
          <p:spPr>
            <a:xfrm>
              <a:off x="-1960150" y="3956600"/>
              <a:ext cx="308775" cy="51275"/>
            </a:xfrm>
            <a:custGeom>
              <a:avLst/>
              <a:gdLst/>
              <a:ahLst/>
              <a:cxnLst/>
              <a:rect l="l" t="t" r="r" b="b"/>
              <a:pathLst>
                <a:path w="12351" h="2051" extrusionOk="0">
                  <a:moveTo>
                    <a:pt x="1355" y="1"/>
                  </a:moveTo>
                  <a:cubicBezTo>
                    <a:pt x="1" y="1"/>
                    <a:pt x="32" y="2049"/>
                    <a:pt x="1355" y="2049"/>
                  </a:cubicBezTo>
                  <a:lnTo>
                    <a:pt x="11027" y="2049"/>
                  </a:lnTo>
                  <a:cubicBezTo>
                    <a:pt x="11047" y="2050"/>
                    <a:pt x="11066" y="2050"/>
                    <a:pt x="11085" y="2050"/>
                  </a:cubicBezTo>
                  <a:cubicBezTo>
                    <a:pt x="12350" y="2050"/>
                    <a:pt x="12331" y="1"/>
                    <a:pt x="1102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10941;p73">
              <a:extLst>
                <a:ext uri="{FF2B5EF4-FFF2-40B4-BE49-F238E27FC236}">
                  <a16:creationId xmlns:a16="http://schemas.microsoft.com/office/drawing/2014/main" id="{990B2B7D-7EA6-A7CC-644D-994578482700}"/>
                </a:ext>
              </a:extLst>
            </p:cNvPr>
            <p:cNvSpPr/>
            <p:nvPr/>
          </p:nvSpPr>
          <p:spPr>
            <a:xfrm>
              <a:off x="-1934950" y="4025925"/>
              <a:ext cx="256000" cy="222125"/>
            </a:xfrm>
            <a:custGeom>
              <a:avLst/>
              <a:gdLst/>
              <a:ahLst/>
              <a:cxnLst/>
              <a:rect l="l" t="t" r="r" b="b"/>
              <a:pathLst>
                <a:path w="10240" h="8885" extrusionOk="0">
                  <a:moveTo>
                    <a:pt x="8570" y="756"/>
                  </a:moveTo>
                  <a:cubicBezTo>
                    <a:pt x="8759" y="756"/>
                    <a:pt x="8917" y="914"/>
                    <a:pt x="8917" y="1103"/>
                  </a:cubicBezTo>
                  <a:lnTo>
                    <a:pt x="8917" y="1765"/>
                  </a:lnTo>
                  <a:cubicBezTo>
                    <a:pt x="8917" y="1995"/>
                    <a:pt x="8737" y="2116"/>
                    <a:pt x="8558" y="2116"/>
                  </a:cubicBezTo>
                  <a:cubicBezTo>
                    <a:pt x="8419" y="2116"/>
                    <a:pt x="8279" y="2042"/>
                    <a:pt x="8224" y="1891"/>
                  </a:cubicBezTo>
                  <a:lnTo>
                    <a:pt x="6081" y="4065"/>
                  </a:lnTo>
                  <a:cubicBezTo>
                    <a:pt x="6018" y="4112"/>
                    <a:pt x="5924" y="4135"/>
                    <a:pt x="5833" y="4135"/>
                  </a:cubicBezTo>
                  <a:cubicBezTo>
                    <a:pt x="5743" y="4135"/>
                    <a:pt x="5656" y="4112"/>
                    <a:pt x="5609" y="4065"/>
                  </a:cubicBezTo>
                  <a:lnTo>
                    <a:pt x="3781" y="2237"/>
                  </a:lnTo>
                  <a:lnTo>
                    <a:pt x="1986" y="4065"/>
                  </a:lnTo>
                  <a:cubicBezTo>
                    <a:pt x="1912" y="4138"/>
                    <a:pt x="1831" y="4168"/>
                    <a:pt x="1752" y="4168"/>
                  </a:cubicBezTo>
                  <a:cubicBezTo>
                    <a:pt x="1493" y="4168"/>
                    <a:pt x="1271" y="3834"/>
                    <a:pt x="1513" y="3592"/>
                  </a:cubicBezTo>
                  <a:lnTo>
                    <a:pt x="3561" y="1544"/>
                  </a:lnTo>
                  <a:cubicBezTo>
                    <a:pt x="3624" y="1481"/>
                    <a:pt x="3711" y="1450"/>
                    <a:pt x="3797" y="1450"/>
                  </a:cubicBezTo>
                  <a:cubicBezTo>
                    <a:pt x="3884" y="1450"/>
                    <a:pt x="3970" y="1481"/>
                    <a:pt x="4033" y="1544"/>
                  </a:cubicBezTo>
                  <a:lnTo>
                    <a:pt x="5829" y="3340"/>
                  </a:lnTo>
                  <a:lnTo>
                    <a:pt x="7783" y="1418"/>
                  </a:lnTo>
                  <a:cubicBezTo>
                    <a:pt x="7404" y="1292"/>
                    <a:pt x="7499" y="756"/>
                    <a:pt x="7877" y="756"/>
                  </a:cubicBezTo>
                  <a:close/>
                  <a:moveTo>
                    <a:pt x="5136" y="7562"/>
                  </a:moveTo>
                  <a:cubicBezTo>
                    <a:pt x="5325" y="7562"/>
                    <a:pt x="5483" y="7719"/>
                    <a:pt x="5483" y="7908"/>
                  </a:cubicBezTo>
                  <a:cubicBezTo>
                    <a:pt x="5483" y="8097"/>
                    <a:pt x="5325" y="8255"/>
                    <a:pt x="5136" y="8255"/>
                  </a:cubicBezTo>
                  <a:cubicBezTo>
                    <a:pt x="4916" y="8255"/>
                    <a:pt x="4758" y="8097"/>
                    <a:pt x="4758" y="7908"/>
                  </a:cubicBezTo>
                  <a:cubicBezTo>
                    <a:pt x="4758" y="7719"/>
                    <a:pt x="4916" y="7562"/>
                    <a:pt x="5136" y="7562"/>
                  </a:cubicBezTo>
                  <a:close/>
                  <a:moveTo>
                    <a:pt x="1" y="0"/>
                  </a:moveTo>
                  <a:lnTo>
                    <a:pt x="1" y="5167"/>
                  </a:lnTo>
                  <a:cubicBezTo>
                    <a:pt x="1" y="5703"/>
                    <a:pt x="442" y="6175"/>
                    <a:pt x="1040" y="6175"/>
                  </a:cubicBezTo>
                  <a:lnTo>
                    <a:pt x="4758" y="6175"/>
                  </a:lnTo>
                  <a:lnTo>
                    <a:pt x="4758" y="6931"/>
                  </a:lnTo>
                  <a:cubicBezTo>
                    <a:pt x="4380" y="7089"/>
                    <a:pt x="4096" y="7436"/>
                    <a:pt x="4096" y="7877"/>
                  </a:cubicBezTo>
                  <a:cubicBezTo>
                    <a:pt x="4096" y="8412"/>
                    <a:pt x="4569" y="8885"/>
                    <a:pt x="5136" y="8885"/>
                  </a:cubicBezTo>
                  <a:cubicBezTo>
                    <a:pt x="5672" y="8885"/>
                    <a:pt x="6144" y="8412"/>
                    <a:pt x="6144" y="7877"/>
                  </a:cubicBezTo>
                  <a:cubicBezTo>
                    <a:pt x="6144" y="7436"/>
                    <a:pt x="5861" y="7057"/>
                    <a:pt x="5483" y="6931"/>
                  </a:cubicBezTo>
                  <a:lnTo>
                    <a:pt x="5483" y="6175"/>
                  </a:lnTo>
                  <a:lnTo>
                    <a:pt x="9232" y="6175"/>
                  </a:lnTo>
                  <a:cubicBezTo>
                    <a:pt x="9767" y="6175"/>
                    <a:pt x="10240" y="5703"/>
                    <a:pt x="10240" y="5167"/>
                  </a:cubicBezTo>
                  <a:lnTo>
                    <a:pt x="10240" y="0"/>
                  </a:lnTo>
                  <a:cubicBezTo>
                    <a:pt x="10114" y="32"/>
                    <a:pt x="10019" y="32"/>
                    <a:pt x="9893" y="32"/>
                  </a:cubicBezTo>
                  <a:lnTo>
                    <a:pt x="347" y="32"/>
                  </a:lnTo>
                  <a:cubicBezTo>
                    <a:pt x="253" y="32"/>
                    <a:pt x="127" y="32"/>
                    <a:pt x="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77" name="Google Shape;10942;p73">
            <a:extLst>
              <a:ext uri="{FF2B5EF4-FFF2-40B4-BE49-F238E27FC236}">
                <a16:creationId xmlns:a16="http://schemas.microsoft.com/office/drawing/2014/main" id="{E58399D9-C318-0F93-198A-073D4524D3E1}"/>
              </a:ext>
            </a:extLst>
          </p:cNvPr>
          <p:cNvGrpSpPr/>
          <p:nvPr/>
        </p:nvGrpSpPr>
        <p:grpSpPr>
          <a:xfrm>
            <a:off x="19020043" y="7930165"/>
            <a:ext cx="853263" cy="853263"/>
            <a:chOff x="-804700" y="3226500"/>
            <a:chExt cx="292225" cy="292225"/>
          </a:xfrm>
          <a:solidFill>
            <a:srgbClr val="555559"/>
          </a:solidFill>
        </p:grpSpPr>
        <p:sp>
          <p:nvSpPr>
            <p:cNvPr id="2478" name="Google Shape;10943;p73">
              <a:extLst>
                <a:ext uri="{FF2B5EF4-FFF2-40B4-BE49-F238E27FC236}">
                  <a16:creationId xmlns:a16="http://schemas.microsoft.com/office/drawing/2014/main" id="{E993FD3E-20D9-A7F3-DA91-728DDE49C95C}"/>
                </a:ext>
              </a:extLst>
            </p:cNvPr>
            <p:cNvSpPr/>
            <p:nvPr/>
          </p:nvSpPr>
          <p:spPr>
            <a:xfrm>
              <a:off x="-804700" y="3467500"/>
              <a:ext cx="85875" cy="51225"/>
            </a:xfrm>
            <a:custGeom>
              <a:avLst/>
              <a:gdLst/>
              <a:ahLst/>
              <a:cxnLst/>
              <a:rect l="l" t="t" r="r" b="b"/>
              <a:pathLst>
                <a:path w="3435" h="2049" extrusionOk="0">
                  <a:moveTo>
                    <a:pt x="1040" y="0"/>
                  </a:moveTo>
                  <a:cubicBezTo>
                    <a:pt x="473" y="0"/>
                    <a:pt x="0" y="473"/>
                    <a:pt x="0" y="1040"/>
                  </a:cubicBezTo>
                  <a:cubicBezTo>
                    <a:pt x="0" y="1576"/>
                    <a:pt x="473" y="2048"/>
                    <a:pt x="1040" y="2048"/>
                  </a:cubicBezTo>
                  <a:lnTo>
                    <a:pt x="2395" y="2048"/>
                  </a:lnTo>
                  <a:cubicBezTo>
                    <a:pt x="2962" y="2048"/>
                    <a:pt x="3434" y="1576"/>
                    <a:pt x="3434" y="1040"/>
                  </a:cubicBezTo>
                  <a:cubicBezTo>
                    <a:pt x="3434" y="473"/>
                    <a:pt x="2962" y="0"/>
                    <a:pt x="239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10944;p73">
              <a:extLst>
                <a:ext uri="{FF2B5EF4-FFF2-40B4-BE49-F238E27FC236}">
                  <a16:creationId xmlns:a16="http://schemas.microsoft.com/office/drawing/2014/main" id="{81851F29-0AF5-7FB0-4CFE-C1258681C49D}"/>
                </a:ext>
              </a:extLst>
            </p:cNvPr>
            <p:cNvSpPr/>
            <p:nvPr/>
          </p:nvSpPr>
          <p:spPr>
            <a:xfrm>
              <a:off x="-710975" y="3466700"/>
              <a:ext cx="196925" cy="51225"/>
            </a:xfrm>
            <a:custGeom>
              <a:avLst/>
              <a:gdLst/>
              <a:ahLst/>
              <a:cxnLst/>
              <a:rect l="l" t="t" r="r" b="b"/>
              <a:pathLst>
                <a:path w="7877" h="2049" extrusionOk="0">
                  <a:moveTo>
                    <a:pt x="1" y="1"/>
                  </a:moveTo>
                  <a:cubicBezTo>
                    <a:pt x="221" y="253"/>
                    <a:pt x="347" y="663"/>
                    <a:pt x="347" y="1009"/>
                  </a:cubicBezTo>
                  <a:cubicBezTo>
                    <a:pt x="347" y="1419"/>
                    <a:pt x="221" y="1765"/>
                    <a:pt x="1" y="2049"/>
                  </a:cubicBezTo>
                  <a:lnTo>
                    <a:pt x="6837" y="2049"/>
                  </a:lnTo>
                  <a:cubicBezTo>
                    <a:pt x="7404" y="2049"/>
                    <a:pt x="7877" y="1576"/>
                    <a:pt x="7877" y="1009"/>
                  </a:cubicBezTo>
                  <a:cubicBezTo>
                    <a:pt x="7877" y="474"/>
                    <a:pt x="7436" y="1"/>
                    <a:pt x="683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10945;p73">
              <a:extLst>
                <a:ext uri="{FF2B5EF4-FFF2-40B4-BE49-F238E27FC236}">
                  <a16:creationId xmlns:a16="http://schemas.microsoft.com/office/drawing/2014/main" id="{9984FDCB-5013-34C7-D819-5521DFFB539F}"/>
                </a:ext>
              </a:extLst>
            </p:cNvPr>
            <p:cNvSpPr/>
            <p:nvPr/>
          </p:nvSpPr>
          <p:spPr>
            <a:xfrm>
              <a:off x="-667650" y="3312350"/>
              <a:ext cx="18125" cy="17350"/>
            </a:xfrm>
            <a:custGeom>
              <a:avLst/>
              <a:gdLst/>
              <a:ahLst/>
              <a:cxnLst/>
              <a:rect l="l" t="t" r="r" b="b"/>
              <a:pathLst>
                <a:path w="725" h="694" extrusionOk="0">
                  <a:moveTo>
                    <a:pt x="347" y="0"/>
                  </a:moveTo>
                  <a:cubicBezTo>
                    <a:pt x="158" y="0"/>
                    <a:pt x="0" y="158"/>
                    <a:pt x="0" y="347"/>
                  </a:cubicBezTo>
                  <a:cubicBezTo>
                    <a:pt x="0" y="567"/>
                    <a:pt x="158" y="693"/>
                    <a:pt x="347" y="693"/>
                  </a:cubicBezTo>
                  <a:cubicBezTo>
                    <a:pt x="536" y="693"/>
                    <a:pt x="725" y="536"/>
                    <a:pt x="725" y="347"/>
                  </a:cubicBezTo>
                  <a:cubicBezTo>
                    <a:pt x="725" y="158"/>
                    <a:pt x="536"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10946;p73">
              <a:extLst>
                <a:ext uri="{FF2B5EF4-FFF2-40B4-BE49-F238E27FC236}">
                  <a16:creationId xmlns:a16="http://schemas.microsoft.com/office/drawing/2014/main" id="{3FBAE709-8945-EE38-DE07-181EFD65471C}"/>
                </a:ext>
              </a:extLst>
            </p:cNvPr>
            <p:cNvSpPr/>
            <p:nvPr/>
          </p:nvSpPr>
          <p:spPr>
            <a:xfrm>
              <a:off x="-683400" y="3347775"/>
              <a:ext cx="48050" cy="16575"/>
            </a:xfrm>
            <a:custGeom>
              <a:avLst/>
              <a:gdLst/>
              <a:ahLst/>
              <a:cxnLst/>
              <a:rect l="l" t="t" r="r" b="b"/>
              <a:pathLst>
                <a:path w="1922" h="663" extrusionOk="0">
                  <a:moveTo>
                    <a:pt x="977" y="1"/>
                  </a:moveTo>
                  <a:cubicBezTo>
                    <a:pt x="567" y="1"/>
                    <a:pt x="158" y="253"/>
                    <a:pt x="0" y="662"/>
                  </a:cubicBezTo>
                  <a:lnTo>
                    <a:pt x="1922" y="662"/>
                  </a:lnTo>
                  <a:cubicBezTo>
                    <a:pt x="1796" y="253"/>
                    <a:pt x="1418" y="1"/>
                    <a:pt x="97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10947;p73">
              <a:extLst>
                <a:ext uri="{FF2B5EF4-FFF2-40B4-BE49-F238E27FC236}">
                  <a16:creationId xmlns:a16="http://schemas.microsoft.com/office/drawing/2014/main" id="{D99664D2-BE3A-B31A-2E40-4AC027F443EA}"/>
                </a:ext>
              </a:extLst>
            </p:cNvPr>
            <p:cNvSpPr/>
            <p:nvPr/>
          </p:nvSpPr>
          <p:spPr>
            <a:xfrm>
              <a:off x="-735400" y="3261925"/>
              <a:ext cx="153625" cy="187875"/>
            </a:xfrm>
            <a:custGeom>
              <a:avLst/>
              <a:gdLst/>
              <a:ahLst/>
              <a:cxnLst/>
              <a:rect l="l" t="t" r="r" b="b"/>
              <a:pathLst>
                <a:path w="6145" h="7515" extrusionOk="0">
                  <a:moveTo>
                    <a:pt x="3025" y="1324"/>
                  </a:moveTo>
                  <a:cubicBezTo>
                    <a:pt x="3561" y="1324"/>
                    <a:pt x="4034" y="1796"/>
                    <a:pt x="4034" y="2364"/>
                  </a:cubicBezTo>
                  <a:cubicBezTo>
                    <a:pt x="4034" y="2553"/>
                    <a:pt x="3970" y="2742"/>
                    <a:pt x="3844" y="2962"/>
                  </a:cubicBezTo>
                  <a:cubicBezTo>
                    <a:pt x="4349" y="3277"/>
                    <a:pt x="4727" y="3781"/>
                    <a:pt x="4727" y="4443"/>
                  </a:cubicBezTo>
                  <a:cubicBezTo>
                    <a:pt x="4758" y="4632"/>
                    <a:pt x="4601" y="4789"/>
                    <a:pt x="4443" y="4789"/>
                  </a:cubicBezTo>
                  <a:lnTo>
                    <a:pt x="1671" y="4789"/>
                  </a:lnTo>
                  <a:cubicBezTo>
                    <a:pt x="1482" y="4789"/>
                    <a:pt x="1324" y="4632"/>
                    <a:pt x="1324" y="4443"/>
                  </a:cubicBezTo>
                  <a:cubicBezTo>
                    <a:pt x="1324" y="3813"/>
                    <a:pt x="1671" y="3277"/>
                    <a:pt x="2206" y="2962"/>
                  </a:cubicBezTo>
                  <a:cubicBezTo>
                    <a:pt x="2080" y="2805"/>
                    <a:pt x="1986" y="2584"/>
                    <a:pt x="1986" y="2364"/>
                  </a:cubicBezTo>
                  <a:cubicBezTo>
                    <a:pt x="1986" y="1796"/>
                    <a:pt x="2458" y="1324"/>
                    <a:pt x="3025" y="1324"/>
                  </a:cubicBezTo>
                  <a:close/>
                  <a:moveTo>
                    <a:pt x="1009" y="1"/>
                  </a:moveTo>
                  <a:cubicBezTo>
                    <a:pt x="473" y="1"/>
                    <a:pt x="1" y="473"/>
                    <a:pt x="1" y="1009"/>
                  </a:cubicBezTo>
                  <a:lnTo>
                    <a:pt x="1" y="5105"/>
                  </a:lnTo>
                  <a:cubicBezTo>
                    <a:pt x="1" y="5672"/>
                    <a:pt x="473" y="6144"/>
                    <a:pt x="1009" y="6144"/>
                  </a:cubicBezTo>
                  <a:lnTo>
                    <a:pt x="1954" y="6144"/>
                  </a:lnTo>
                  <a:lnTo>
                    <a:pt x="2773" y="7373"/>
                  </a:lnTo>
                  <a:cubicBezTo>
                    <a:pt x="2836" y="7467"/>
                    <a:pt x="2947" y="7515"/>
                    <a:pt x="3057" y="7515"/>
                  </a:cubicBezTo>
                  <a:cubicBezTo>
                    <a:pt x="3167" y="7515"/>
                    <a:pt x="3277" y="7467"/>
                    <a:pt x="3340" y="7373"/>
                  </a:cubicBezTo>
                  <a:lnTo>
                    <a:pt x="4160" y="6144"/>
                  </a:lnTo>
                  <a:lnTo>
                    <a:pt x="5105" y="6144"/>
                  </a:lnTo>
                  <a:cubicBezTo>
                    <a:pt x="5672" y="6144"/>
                    <a:pt x="6144" y="5672"/>
                    <a:pt x="6144" y="5105"/>
                  </a:cubicBezTo>
                  <a:lnTo>
                    <a:pt x="6144" y="1009"/>
                  </a:lnTo>
                  <a:cubicBezTo>
                    <a:pt x="6144" y="473"/>
                    <a:pt x="5672" y="1"/>
                    <a:pt x="510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10948;p73">
              <a:extLst>
                <a:ext uri="{FF2B5EF4-FFF2-40B4-BE49-F238E27FC236}">
                  <a16:creationId xmlns:a16="http://schemas.microsoft.com/office/drawing/2014/main" id="{C8BBDAD6-2F48-2BBA-280E-CC0A3A443906}"/>
                </a:ext>
              </a:extLst>
            </p:cNvPr>
            <p:cNvSpPr/>
            <p:nvPr/>
          </p:nvSpPr>
          <p:spPr>
            <a:xfrm>
              <a:off x="-804700" y="3226500"/>
              <a:ext cx="118175" cy="170925"/>
            </a:xfrm>
            <a:custGeom>
              <a:avLst/>
              <a:gdLst/>
              <a:ahLst/>
              <a:cxnLst/>
              <a:rect l="l" t="t" r="r" b="b"/>
              <a:pathLst>
                <a:path w="4727" h="6837" extrusionOk="0">
                  <a:moveTo>
                    <a:pt x="1040" y="0"/>
                  </a:moveTo>
                  <a:cubicBezTo>
                    <a:pt x="473" y="0"/>
                    <a:pt x="0" y="473"/>
                    <a:pt x="0" y="1008"/>
                  </a:cubicBezTo>
                  <a:lnTo>
                    <a:pt x="0" y="4442"/>
                  </a:lnTo>
                  <a:cubicBezTo>
                    <a:pt x="0" y="5009"/>
                    <a:pt x="473" y="5450"/>
                    <a:pt x="1040" y="5450"/>
                  </a:cubicBezTo>
                  <a:cubicBezTo>
                    <a:pt x="1040" y="5450"/>
                    <a:pt x="1198" y="5986"/>
                    <a:pt x="1387" y="6490"/>
                  </a:cubicBezTo>
                  <a:cubicBezTo>
                    <a:pt x="1481" y="6679"/>
                    <a:pt x="1544" y="6837"/>
                    <a:pt x="1733" y="6837"/>
                  </a:cubicBezTo>
                  <a:cubicBezTo>
                    <a:pt x="1891" y="6837"/>
                    <a:pt x="1985" y="6774"/>
                    <a:pt x="2111" y="6648"/>
                  </a:cubicBezTo>
                  <a:lnTo>
                    <a:pt x="2111" y="6522"/>
                  </a:lnTo>
                  <a:lnTo>
                    <a:pt x="2111" y="2426"/>
                  </a:lnTo>
                  <a:cubicBezTo>
                    <a:pt x="2111" y="1481"/>
                    <a:pt x="2836" y="725"/>
                    <a:pt x="3781" y="725"/>
                  </a:cubicBezTo>
                  <a:lnTo>
                    <a:pt x="4726" y="725"/>
                  </a:lnTo>
                  <a:cubicBezTo>
                    <a:pt x="4569" y="284"/>
                    <a:pt x="4222" y="0"/>
                    <a:pt x="378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10949;p73">
              <a:extLst>
                <a:ext uri="{FF2B5EF4-FFF2-40B4-BE49-F238E27FC236}">
                  <a16:creationId xmlns:a16="http://schemas.microsoft.com/office/drawing/2014/main" id="{8584A3C4-25A9-FA79-8D33-3F57CA497F47}"/>
                </a:ext>
              </a:extLst>
            </p:cNvPr>
            <p:cNvSpPr/>
            <p:nvPr/>
          </p:nvSpPr>
          <p:spPr>
            <a:xfrm>
              <a:off x="-630625" y="3226500"/>
              <a:ext cx="118150" cy="170950"/>
            </a:xfrm>
            <a:custGeom>
              <a:avLst/>
              <a:gdLst/>
              <a:ahLst/>
              <a:cxnLst/>
              <a:rect l="l" t="t" r="r" b="b"/>
              <a:pathLst>
                <a:path w="4726" h="6838" extrusionOk="0">
                  <a:moveTo>
                    <a:pt x="945" y="0"/>
                  </a:moveTo>
                  <a:cubicBezTo>
                    <a:pt x="536" y="0"/>
                    <a:pt x="126" y="284"/>
                    <a:pt x="0" y="662"/>
                  </a:cubicBezTo>
                  <a:lnTo>
                    <a:pt x="945" y="662"/>
                  </a:lnTo>
                  <a:cubicBezTo>
                    <a:pt x="1890" y="662"/>
                    <a:pt x="2646" y="1418"/>
                    <a:pt x="2646" y="2363"/>
                  </a:cubicBezTo>
                  <a:lnTo>
                    <a:pt x="2646" y="6490"/>
                  </a:lnTo>
                  <a:lnTo>
                    <a:pt x="2646" y="6616"/>
                  </a:lnTo>
                  <a:cubicBezTo>
                    <a:pt x="2766" y="6736"/>
                    <a:pt x="2868" y="6838"/>
                    <a:pt x="2993" y="6838"/>
                  </a:cubicBezTo>
                  <a:cubicBezTo>
                    <a:pt x="3032" y="6838"/>
                    <a:pt x="3074" y="6828"/>
                    <a:pt x="3119" y="6805"/>
                  </a:cubicBezTo>
                  <a:cubicBezTo>
                    <a:pt x="3245" y="6774"/>
                    <a:pt x="3277" y="6616"/>
                    <a:pt x="3308" y="6490"/>
                  </a:cubicBezTo>
                  <a:cubicBezTo>
                    <a:pt x="3497" y="6017"/>
                    <a:pt x="3686" y="5482"/>
                    <a:pt x="3686" y="5482"/>
                  </a:cubicBezTo>
                  <a:cubicBezTo>
                    <a:pt x="4222" y="5482"/>
                    <a:pt x="4694" y="5009"/>
                    <a:pt x="4694" y="4442"/>
                  </a:cubicBezTo>
                  <a:lnTo>
                    <a:pt x="4694" y="1008"/>
                  </a:lnTo>
                  <a:cubicBezTo>
                    <a:pt x="4726" y="473"/>
                    <a:pt x="4253" y="0"/>
                    <a:pt x="371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85" name="Google Shape;10950;p73">
            <a:extLst>
              <a:ext uri="{FF2B5EF4-FFF2-40B4-BE49-F238E27FC236}">
                <a16:creationId xmlns:a16="http://schemas.microsoft.com/office/drawing/2014/main" id="{1D959962-181B-04B6-E661-F261E65B5B0B}"/>
              </a:ext>
            </a:extLst>
          </p:cNvPr>
          <p:cNvGrpSpPr/>
          <p:nvPr/>
        </p:nvGrpSpPr>
        <p:grpSpPr>
          <a:xfrm>
            <a:off x="5835528" y="7930137"/>
            <a:ext cx="853263" cy="853337"/>
            <a:chOff x="-5251625" y="3272950"/>
            <a:chExt cx="292225" cy="292250"/>
          </a:xfrm>
          <a:solidFill>
            <a:srgbClr val="555559"/>
          </a:solidFill>
        </p:grpSpPr>
        <p:sp>
          <p:nvSpPr>
            <p:cNvPr id="2486" name="Google Shape;10951;p73">
              <a:extLst>
                <a:ext uri="{FF2B5EF4-FFF2-40B4-BE49-F238E27FC236}">
                  <a16:creationId xmlns:a16="http://schemas.microsoft.com/office/drawing/2014/main" id="{0820C390-63D9-4F6E-1435-F5BF8F5C5E40}"/>
                </a:ext>
              </a:extLst>
            </p:cNvPr>
            <p:cNvSpPr/>
            <p:nvPr/>
          </p:nvSpPr>
          <p:spPr>
            <a:xfrm>
              <a:off x="-5156325" y="3462775"/>
              <a:ext cx="33900" cy="33100"/>
            </a:xfrm>
            <a:custGeom>
              <a:avLst/>
              <a:gdLst/>
              <a:ahLst/>
              <a:cxnLst/>
              <a:rect l="l" t="t" r="r" b="b"/>
              <a:pathLst>
                <a:path w="1356" h="1324" extrusionOk="0">
                  <a:moveTo>
                    <a:pt x="662" y="0"/>
                  </a:moveTo>
                  <a:cubicBezTo>
                    <a:pt x="284" y="0"/>
                    <a:pt x="1" y="315"/>
                    <a:pt x="1" y="662"/>
                  </a:cubicBezTo>
                  <a:cubicBezTo>
                    <a:pt x="1" y="1072"/>
                    <a:pt x="316" y="1324"/>
                    <a:pt x="662" y="1324"/>
                  </a:cubicBezTo>
                  <a:cubicBezTo>
                    <a:pt x="1072" y="1324"/>
                    <a:pt x="1355" y="1009"/>
                    <a:pt x="1355" y="662"/>
                  </a:cubicBezTo>
                  <a:cubicBezTo>
                    <a:pt x="1355" y="284"/>
                    <a:pt x="1040" y="0"/>
                    <a:pt x="66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10952;p73">
              <a:extLst>
                <a:ext uri="{FF2B5EF4-FFF2-40B4-BE49-F238E27FC236}">
                  <a16:creationId xmlns:a16="http://schemas.microsoft.com/office/drawing/2014/main" id="{4DA39099-6E14-C46E-7D3B-6E1AB5B7A2F9}"/>
                </a:ext>
              </a:extLst>
            </p:cNvPr>
            <p:cNvSpPr/>
            <p:nvPr/>
          </p:nvSpPr>
          <p:spPr>
            <a:xfrm>
              <a:off x="-5251625" y="3272950"/>
              <a:ext cx="292225" cy="292250"/>
            </a:xfrm>
            <a:custGeom>
              <a:avLst/>
              <a:gdLst/>
              <a:ahLst/>
              <a:cxnLst/>
              <a:rect l="l" t="t" r="r" b="b"/>
              <a:pathLst>
                <a:path w="11689" h="11690" extrusionOk="0">
                  <a:moveTo>
                    <a:pt x="3699" y="2764"/>
                  </a:moveTo>
                  <a:cubicBezTo>
                    <a:pt x="3958" y="2764"/>
                    <a:pt x="4180" y="3098"/>
                    <a:pt x="3939" y="3340"/>
                  </a:cubicBezTo>
                  <a:lnTo>
                    <a:pt x="3497" y="3781"/>
                  </a:lnTo>
                  <a:lnTo>
                    <a:pt x="3939" y="4191"/>
                  </a:lnTo>
                  <a:cubicBezTo>
                    <a:pt x="4180" y="4433"/>
                    <a:pt x="3958" y="4767"/>
                    <a:pt x="3699" y="4767"/>
                  </a:cubicBezTo>
                  <a:cubicBezTo>
                    <a:pt x="3621" y="4767"/>
                    <a:pt x="3539" y="4737"/>
                    <a:pt x="3466" y="4664"/>
                  </a:cubicBezTo>
                  <a:lnTo>
                    <a:pt x="3025" y="4222"/>
                  </a:lnTo>
                  <a:lnTo>
                    <a:pt x="2584" y="4664"/>
                  </a:lnTo>
                  <a:cubicBezTo>
                    <a:pt x="2515" y="4756"/>
                    <a:pt x="2432" y="4794"/>
                    <a:pt x="2352" y="4794"/>
                  </a:cubicBezTo>
                  <a:cubicBezTo>
                    <a:pt x="2103" y="4794"/>
                    <a:pt x="1873" y="4429"/>
                    <a:pt x="2111" y="4191"/>
                  </a:cubicBezTo>
                  <a:lnTo>
                    <a:pt x="2552" y="3781"/>
                  </a:lnTo>
                  <a:lnTo>
                    <a:pt x="2111" y="3340"/>
                  </a:lnTo>
                  <a:cubicBezTo>
                    <a:pt x="1869" y="3098"/>
                    <a:pt x="2092" y="2764"/>
                    <a:pt x="2351" y="2764"/>
                  </a:cubicBezTo>
                  <a:cubicBezTo>
                    <a:pt x="2429" y="2764"/>
                    <a:pt x="2511" y="2795"/>
                    <a:pt x="2584" y="2868"/>
                  </a:cubicBezTo>
                  <a:lnTo>
                    <a:pt x="3025" y="3309"/>
                  </a:lnTo>
                  <a:lnTo>
                    <a:pt x="3466" y="2868"/>
                  </a:lnTo>
                  <a:cubicBezTo>
                    <a:pt x="3539" y="2795"/>
                    <a:pt x="3621" y="2764"/>
                    <a:pt x="3699" y="2764"/>
                  </a:cubicBezTo>
                  <a:close/>
                  <a:moveTo>
                    <a:pt x="8583" y="6922"/>
                  </a:moveTo>
                  <a:cubicBezTo>
                    <a:pt x="8841" y="6922"/>
                    <a:pt x="9064" y="7257"/>
                    <a:pt x="8822" y="7499"/>
                  </a:cubicBezTo>
                  <a:lnTo>
                    <a:pt x="8381" y="7940"/>
                  </a:lnTo>
                  <a:lnTo>
                    <a:pt x="8822" y="8381"/>
                  </a:lnTo>
                  <a:cubicBezTo>
                    <a:pt x="9064" y="8623"/>
                    <a:pt x="8841" y="8958"/>
                    <a:pt x="8583" y="8958"/>
                  </a:cubicBezTo>
                  <a:cubicBezTo>
                    <a:pt x="8504" y="8958"/>
                    <a:pt x="8422" y="8927"/>
                    <a:pt x="8349" y="8854"/>
                  </a:cubicBezTo>
                  <a:lnTo>
                    <a:pt x="7908" y="8413"/>
                  </a:lnTo>
                  <a:lnTo>
                    <a:pt x="7467" y="8854"/>
                  </a:lnTo>
                  <a:cubicBezTo>
                    <a:pt x="7394" y="8927"/>
                    <a:pt x="7312" y="8958"/>
                    <a:pt x="7234" y="8958"/>
                  </a:cubicBezTo>
                  <a:cubicBezTo>
                    <a:pt x="6975" y="8958"/>
                    <a:pt x="6753" y="8623"/>
                    <a:pt x="6995" y="8381"/>
                  </a:cubicBezTo>
                  <a:lnTo>
                    <a:pt x="7436" y="7940"/>
                  </a:lnTo>
                  <a:lnTo>
                    <a:pt x="6995" y="7499"/>
                  </a:lnTo>
                  <a:cubicBezTo>
                    <a:pt x="6753" y="7257"/>
                    <a:pt x="6975" y="6922"/>
                    <a:pt x="7234" y="6922"/>
                  </a:cubicBezTo>
                  <a:cubicBezTo>
                    <a:pt x="7312" y="6922"/>
                    <a:pt x="7394" y="6953"/>
                    <a:pt x="7467" y="7026"/>
                  </a:cubicBezTo>
                  <a:lnTo>
                    <a:pt x="7908" y="7467"/>
                  </a:lnTo>
                  <a:lnTo>
                    <a:pt x="8349" y="7026"/>
                  </a:lnTo>
                  <a:cubicBezTo>
                    <a:pt x="8422" y="6953"/>
                    <a:pt x="8504" y="6922"/>
                    <a:pt x="8583" y="6922"/>
                  </a:cubicBezTo>
                  <a:close/>
                  <a:moveTo>
                    <a:pt x="7895" y="2732"/>
                  </a:moveTo>
                  <a:cubicBezTo>
                    <a:pt x="7974" y="2732"/>
                    <a:pt x="8055" y="2763"/>
                    <a:pt x="8129" y="2836"/>
                  </a:cubicBezTo>
                  <a:lnTo>
                    <a:pt x="8790" y="3498"/>
                  </a:lnTo>
                  <a:cubicBezTo>
                    <a:pt x="8916" y="3624"/>
                    <a:pt x="8916" y="3844"/>
                    <a:pt x="8790" y="3970"/>
                  </a:cubicBezTo>
                  <a:lnTo>
                    <a:pt x="8129" y="4632"/>
                  </a:lnTo>
                  <a:cubicBezTo>
                    <a:pt x="8055" y="4705"/>
                    <a:pt x="7974" y="4736"/>
                    <a:pt x="7895" y="4736"/>
                  </a:cubicBezTo>
                  <a:cubicBezTo>
                    <a:pt x="7637" y="4736"/>
                    <a:pt x="7414" y="4401"/>
                    <a:pt x="7656" y="4159"/>
                  </a:cubicBezTo>
                  <a:lnTo>
                    <a:pt x="7719" y="4096"/>
                  </a:lnTo>
                  <a:lnTo>
                    <a:pt x="7719" y="4096"/>
                  </a:lnTo>
                  <a:cubicBezTo>
                    <a:pt x="6175" y="4159"/>
                    <a:pt x="4978" y="5388"/>
                    <a:pt x="4852" y="6932"/>
                  </a:cubicBezTo>
                  <a:cubicBezTo>
                    <a:pt x="5451" y="7089"/>
                    <a:pt x="5829" y="7593"/>
                    <a:pt x="5829" y="8224"/>
                  </a:cubicBezTo>
                  <a:cubicBezTo>
                    <a:pt x="5829" y="9011"/>
                    <a:pt x="5230" y="9641"/>
                    <a:pt x="4474" y="9641"/>
                  </a:cubicBezTo>
                  <a:cubicBezTo>
                    <a:pt x="3750" y="9641"/>
                    <a:pt x="3119" y="9011"/>
                    <a:pt x="3119" y="8255"/>
                  </a:cubicBezTo>
                  <a:cubicBezTo>
                    <a:pt x="3119" y="7625"/>
                    <a:pt x="3529" y="7089"/>
                    <a:pt x="4128" y="6932"/>
                  </a:cubicBezTo>
                  <a:cubicBezTo>
                    <a:pt x="4285" y="5042"/>
                    <a:pt x="5829" y="3498"/>
                    <a:pt x="7751" y="3403"/>
                  </a:cubicBezTo>
                  <a:lnTo>
                    <a:pt x="7656" y="3309"/>
                  </a:lnTo>
                  <a:cubicBezTo>
                    <a:pt x="7414" y="3067"/>
                    <a:pt x="7637" y="2732"/>
                    <a:pt x="7895" y="2732"/>
                  </a:cubicBezTo>
                  <a:close/>
                  <a:moveTo>
                    <a:pt x="5829" y="1"/>
                  </a:moveTo>
                  <a:cubicBezTo>
                    <a:pt x="2647" y="1"/>
                    <a:pt x="0" y="2584"/>
                    <a:pt x="0" y="5829"/>
                  </a:cubicBezTo>
                  <a:cubicBezTo>
                    <a:pt x="0" y="9011"/>
                    <a:pt x="2615" y="11689"/>
                    <a:pt x="5829" y="11689"/>
                  </a:cubicBezTo>
                  <a:cubicBezTo>
                    <a:pt x="9011" y="11689"/>
                    <a:pt x="11689" y="9043"/>
                    <a:pt x="11689" y="5829"/>
                  </a:cubicBezTo>
                  <a:cubicBezTo>
                    <a:pt x="11657" y="5357"/>
                    <a:pt x="11563" y="4884"/>
                    <a:pt x="11500" y="4443"/>
                  </a:cubicBezTo>
                  <a:cubicBezTo>
                    <a:pt x="11248" y="4884"/>
                    <a:pt x="10838" y="5136"/>
                    <a:pt x="10303" y="5136"/>
                  </a:cubicBezTo>
                  <a:cubicBezTo>
                    <a:pt x="9578" y="5136"/>
                    <a:pt x="8948" y="4506"/>
                    <a:pt x="8948" y="3781"/>
                  </a:cubicBezTo>
                  <a:cubicBezTo>
                    <a:pt x="8948" y="3025"/>
                    <a:pt x="9578" y="2395"/>
                    <a:pt x="10303" y="2395"/>
                  </a:cubicBezTo>
                  <a:cubicBezTo>
                    <a:pt x="10397" y="2395"/>
                    <a:pt x="10523" y="2395"/>
                    <a:pt x="10586" y="2427"/>
                  </a:cubicBezTo>
                  <a:cubicBezTo>
                    <a:pt x="9483" y="883"/>
                    <a:pt x="7719" y="1"/>
                    <a:pt x="582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10953;p73">
              <a:extLst>
                <a:ext uri="{FF2B5EF4-FFF2-40B4-BE49-F238E27FC236}">
                  <a16:creationId xmlns:a16="http://schemas.microsoft.com/office/drawing/2014/main" id="{AF043316-3F87-30FE-E28C-FC39AEB2273D}"/>
                </a:ext>
              </a:extLst>
            </p:cNvPr>
            <p:cNvSpPr/>
            <p:nvPr/>
          </p:nvSpPr>
          <p:spPr>
            <a:xfrm>
              <a:off x="-5011400" y="3350150"/>
              <a:ext cx="33900" cy="33875"/>
            </a:xfrm>
            <a:custGeom>
              <a:avLst/>
              <a:gdLst/>
              <a:ahLst/>
              <a:cxnLst/>
              <a:rect l="l" t="t" r="r" b="b"/>
              <a:pathLst>
                <a:path w="1356" h="1355" extrusionOk="0">
                  <a:moveTo>
                    <a:pt x="662" y="0"/>
                  </a:moveTo>
                  <a:cubicBezTo>
                    <a:pt x="315" y="0"/>
                    <a:pt x="0" y="284"/>
                    <a:pt x="0" y="693"/>
                  </a:cubicBezTo>
                  <a:cubicBezTo>
                    <a:pt x="0" y="1071"/>
                    <a:pt x="315" y="1355"/>
                    <a:pt x="662" y="1355"/>
                  </a:cubicBezTo>
                  <a:cubicBezTo>
                    <a:pt x="1072" y="1355"/>
                    <a:pt x="1355" y="1040"/>
                    <a:pt x="1355" y="693"/>
                  </a:cubicBezTo>
                  <a:cubicBezTo>
                    <a:pt x="1355" y="315"/>
                    <a:pt x="1040" y="0"/>
                    <a:pt x="66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89" name="Google Shape;10954;p73">
            <a:extLst>
              <a:ext uri="{FF2B5EF4-FFF2-40B4-BE49-F238E27FC236}">
                <a16:creationId xmlns:a16="http://schemas.microsoft.com/office/drawing/2014/main" id="{142E4641-F2C3-81E9-3487-9382F8528157}"/>
              </a:ext>
            </a:extLst>
          </p:cNvPr>
          <p:cNvGrpSpPr/>
          <p:nvPr/>
        </p:nvGrpSpPr>
        <p:grpSpPr>
          <a:xfrm>
            <a:off x="5828632" y="8975894"/>
            <a:ext cx="867060" cy="854430"/>
            <a:chOff x="-5254775" y="3631325"/>
            <a:chExt cx="296950" cy="292625"/>
          </a:xfrm>
          <a:solidFill>
            <a:srgbClr val="555559"/>
          </a:solidFill>
        </p:grpSpPr>
        <p:sp>
          <p:nvSpPr>
            <p:cNvPr id="2490" name="Google Shape;10955;p73">
              <a:extLst>
                <a:ext uri="{FF2B5EF4-FFF2-40B4-BE49-F238E27FC236}">
                  <a16:creationId xmlns:a16="http://schemas.microsoft.com/office/drawing/2014/main" id="{CC23805C-BD4E-F027-4276-7F259254440E}"/>
                </a:ext>
              </a:extLst>
            </p:cNvPr>
            <p:cNvSpPr/>
            <p:nvPr/>
          </p:nvSpPr>
          <p:spPr>
            <a:xfrm>
              <a:off x="-5246900" y="3766400"/>
              <a:ext cx="58300" cy="55150"/>
            </a:xfrm>
            <a:custGeom>
              <a:avLst/>
              <a:gdLst/>
              <a:ahLst/>
              <a:cxnLst/>
              <a:rect l="l" t="t" r="r" b="b"/>
              <a:pathLst>
                <a:path w="2332" h="2206" extrusionOk="0">
                  <a:moveTo>
                    <a:pt x="1769" y="1"/>
                  </a:moveTo>
                  <a:cubicBezTo>
                    <a:pt x="1639" y="1"/>
                    <a:pt x="1513" y="48"/>
                    <a:pt x="1418" y="142"/>
                  </a:cubicBezTo>
                  <a:lnTo>
                    <a:pt x="189" y="1371"/>
                  </a:lnTo>
                  <a:cubicBezTo>
                    <a:pt x="0" y="1560"/>
                    <a:pt x="0" y="1875"/>
                    <a:pt x="189" y="2064"/>
                  </a:cubicBezTo>
                  <a:cubicBezTo>
                    <a:pt x="300" y="2159"/>
                    <a:pt x="434" y="2206"/>
                    <a:pt x="564" y="2206"/>
                  </a:cubicBezTo>
                  <a:cubicBezTo>
                    <a:pt x="694" y="2206"/>
                    <a:pt x="820" y="2159"/>
                    <a:pt x="914" y="2064"/>
                  </a:cubicBezTo>
                  <a:lnTo>
                    <a:pt x="2143" y="835"/>
                  </a:lnTo>
                  <a:cubicBezTo>
                    <a:pt x="2332" y="646"/>
                    <a:pt x="2332" y="331"/>
                    <a:pt x="2143" y="142"/>
                  </a:cubicBezTo>
                  <a:cubicBezTo>
                    <a:pt x="2033" y="48"/>
                    <a:pt x="1899" y="1"/>
                    <a:pt x="176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10956;p73">
              <a:extLst>
                <a:ext uri="{FF2B5EF4-FFF2-40B4-BE49-F238E27FC236}">
                  <a16:creationId xmlns:a16="http://schemas.microsoft.com/office/drawing/2014/main" id="{44F0B14E-0126-BE63-3DF4-DBFE92260E86}"/>
                </a:ext>
              </a:extLst>
            </p:cNvPr>
            <p:cNvSpPr/>
            <p:nvPr/>
          </p:nvSpPr>
          <p:spPr>
            <a:xfrm>
              <a:off x="-5216175" y="3795550"/>
              <a:ext cx="58300" cy="55950"/>
            </a:xfrm>
            <a:custGeom>
              <a:avLst/>
              <a:gdLst/>
              <a:ahLst/>
              <a:cxnLst/>
              <a:rect l="l" t="t" r="r" b="b"/>
              <a:pathLst>
                <a:path w="2332" h="2238" extrusionOk="0">
                  <a:moveTo>
                    <a:pt x="1764" y="0"/>
                  </a:moveTo>
                  <a:cubicBezTo>
                    <a:pt x="1638" y="0"/>
                    <a:pt x="1512" y="47"/>
                    <a:pt x="1418" y="142"/>
                  </a:cubicBezTo>
                  <a:lnTo>
                    <a:pt x="189" y="1371"/>
                  </a:lnTo>
                  <a:cubicBezTo>
                    <a:pt x="0" y="1560"/>
                    <a:pt x="0" y="1875"/>
                    <a:pt x="189" y="2095"/>
                  </a:cubicBezTo>
                  <a:cubicBezTo>
                    <a:pt x="284" y="2190"/>
                    <a:pt x="410" y="2237"/>
                    <a:pt x="540" y="2237"/>
                  </a:cubicBezTo>
                  <a:cubicBezTo>
                    <a:pt x="670" y="2237"/>
                    <a:pt x="804" y="2190"/>
                    <a:pt x="914" y="2095"/>
                  </a:cubicBezTo>
                  <a:lnTo>
                    <a:pt x="2111" y="867"/>
                  </a:lnTo>
                  <a:cubicBezTo>
                    <a:pt x="2332" y="678"/>
                    <a:pt x="2332" y="363"/>
                    <a:pt x="2111" y="142"/>
                  </a:cubicBezTo>
                  <a:cubicBezTo>
                    <a:pt x="2016" y="47"/>
                    <a:pt x="1890" y="0"/>
                    <a:pt x="176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10957;p73">
              <a:extLst>
                <a:ext uri="{FF2B5EF4-FFF2-40B4-BE49-F238E27FC236}">
                  <a16:creationId xmlns:a16="http://schemas.microsoft.com/office/drawing/2014/main" id="{F7D10801-D42F-5C87-F4F9-07D019678954}"/>
                </a:ext>
              </a:extLst>
            </p:cNvPr>
            <p:cNvSpPr/>
            <p:nvPr/>
          </p:nvSpPr>
          <p:spPr>
            <a:xfrm>
              <a:off x="-5185475" y="3826250"/>
              <a:ext cx="57525" cy="55750"/>
            </a:xfrm>
            <a:custGeom>
              <a:avLst/>
              <a:gdLst/>
              <a:ahLst/>
              <a:cxnLst/>
              <a:rect l="l" t="t" r="r" b="b"/>
              <a:pathLst>
                <a:path w="2301" h="2230" extrusionOk="0">
                  <a:moveTo>
                    <a:pt x="1765" y="1"/>
                  </a:moveTo>
                  <a:cubicBezTo>
                    <a:pt x="1639" y="1"/>
                    <a:pt x="1513" y="48"/>
                    <a:pt x="1419" y="143"/>
                  </a:cubicBezTo>
                  <a:lnTo>
                    <a:pt x="190" y="1371"/>
                  </a:lnTo>
                  <a:cubicBezTo>
                    <a:pt x="1" y="1560"/>
                    <a:pt x="1" y="1875"/>
                    <a:pt x="190" y="2064"/>
                  </a:cubicBezTo>
                  <a:cubicBezTo>
                    <a:pt x="284" y="2175"/>
                    <a:pt x="410" y="2230"/>
                    <a:pt x="536" y="2230"/>
                  </a:cubicBezTo>
                  <a:cubicBezTo>
                    <a:pt x="662" y="2230"/>
                    <a:pt x="788" y="2175"/>
                    <a:pt x="883" y="2064"/>
                  </a:cubicBezTo>
                  <a:lnTo>
                    <a:pt x="2112" y="836"/>
                  </a:lnTo>
                  <a:cubicBezTo>
                    <a:pt x="2301" y="647"/>
                    <a:pt x="2301" y="332"/>
                    <a:pt x="2112" y="143"/>
                  </a:cubicBezTo>
                  <a:cubicBezTo>
                    <a:pt x="2017" y="48"/>
                    <a:pt x="1891" y="1"/>
                    <a:pt x="176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10958;p73">
              <a:extLst>
                <a:ext uri="{FF2B5EF4-FFF2-40B4-BE49-F238E27FC236}">
                  <a16:creationId xmlns:a16="http://schemas.microsoft.com/office/drawing/2014/main" id="{FC4A1DEA-D857-FBF6-E67C-B6004BF50F8A}"/>
                </a:ext>
              </a:extLst>
            </p:cNvPr>
            <p:cNvSpPr/>
            <p:nvPr/>
          </p:nvSpPr>
          <p:spPr>
            <a:xfrm>
              <a:off x="-5156325" y="3856375"/>
              <a:ext cx="58300" cy="55750"/>
            </a:xfrm>
            <a:custGeom>
              <a:avLst/>
              <a:gdLst/>
              <a:ahLst/>
              <a:cxnLst/>
              <a:rect l="l" t="t" r="r" b="b"/>
              <a:pathLst>
                <a:path w="2332" h="2230" extrusionOk="0">
                  <a:moveTo>
                    <a:pt x="1781" y="1"/>
                  </a:moveTo>
                  <a:cubicBezTo>
                    <a:pt x="1655" y="1"/>
                    <a:pt x="1529" y="56"/>
                    <a:pt x="1418" y="166"/>
                  </a:cubicBezTo>
                  <a:lnTo>
                    <a:pt x="190" y="1395"/>
                  </a:lnTo>
                  <a:cubicBezTo>
                    <a:pt x="1" y="1584"/>
                    <a:pt x="1" y="1899"/>
                    <a:pt x="190" y="2088"/>
                  </a:cubicBezTo>
                  <a:cubicBezTo>
                    <a:pt x="300" y="2183"/>
                    <a:pt x="442" y="2230"/>
                    <a:pt x="575" y="2230"/>
                  </a:cubicBezTo>
                  <a:cubicBezTo>
                    <a:pt x="709" y="2230"/>
                    <a:pt x="835" y="2183"/>
                    <a:pt x="914" y="2088"/>
                  </a:cubicBezTo>
                  <a:lnTo>
                    <a:pt x="2143" y="859"/>
                  </a:lnTo>
                  <a:cubicBezTo>
                    <a:pt x="2332" y="670"/>
                    <a:pt x="2332" y="355"/>
                    <a:pt x="2143" y="166"/>
                  </a:cubicBezTo>
                  <a:cubicBezTo>
                    <a:pt x="2033" y="56"/>
                    <a:pt x="1907" y="1"/>
                    <a:pt x="178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10959;p73">
              <a:extLst>
                <a:ext uri="{FF2B5EF4-FFF2-40B4-BE49-F238E27FC236}">
                  <a16:creationId xmlns:a16="http://schemas.microsoft.com/office/drawing/2014/main" id="{A1C6C7D6-B392-3264-6288-4B27B7BA3E7A}"/>
                </a:ext>
              </a:extLst>
            </p:cNvPr>
            <p:cNvSpPr/>
            <p:nvPr/>
          </p:nvSpPr>
          <p:spPr>
            <a:xfrm>
              <a:off x="-5105925" y="3886525"/>
              <a:ext cx="37050" cy="37425"/>
            </a:xfrm>
            <a:custGeom>
              <a:avLst/>
              <a:gdLst/>
              <a:ahLst/>
              <a:cxnLst/>
              <a:rect l="l" t="t" r="r" b="b"/>
              <a:pathLst>
                <a:path w="1482" h="1497" extrusionOk="0">
                  <a:moveTo>
                    <a:pt x="662" y="0"/>
                  </a:moveTo>
                  <a:lnTo>
                    <a:pt x="536" y="126"/>
                  </a:lnTo>
                  <a:lnTo>
                    <a:pt x="1" y="756"/>
                  </a:lnTo>
                  <a:lnTo>
                    <a:pt x="599" y="1355"/>
                  </a:lnTo>
                  <a:cubicBezTo>
                    <a:pt x="694" y="1449"/>
                    <a:pt x="820" y="1497"/>
                    <a:pt x="946" y="1497"/>
                  </a:cubicBezTo>
                  <a:cubicBezTo>
                    <a:pt x="1072" y="1497"/>
                    <a:pt x="1198" y="1449"/>
                    <a:pt x="1293" y="1355"/>
                  </a:cubicBezTo>
                  <a:cubicBezTo>
                    <a:pt x="1482" y="1166"/>
                    <a:pt x="1482" y="851"/>
                    <a:pt x="1293" y="662"/>
                  </a:cubicBezTo>
                  <a:lnTo>
                    <a:pt x="66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10960;p73">
              <a:extLst>
                <a:ext uri="{FF2B5EF4-FFF2-40B4-BE49-F238E27FC236}">
                  <a16:creationId xmlns:a16="http://schemas.microsoft.com/office/drawing/2014/main" id="{CD60115C-3F94-3B74-D99B-AC0D7BA0A5F5}"/>
                </a:ext>
              </a:extLst>
            </p:cNvPr>
            <p:cNvSpPr/>
            <p:nvPr/>
          </p:nvSpPr>
          <p:spPr>
            <a:xfrm>
              <a:off x="-5254775" y="3648050"/>
              <a:ext cx="278050" cy="248325"/>
            </a:xfrm>
            <a:custGeom>
              <a:avLst/>
              <a:gdLst/>
              <a:ahLst/>
              <a:cxnLst/>
              <a:rect l="l" t="t" r="r" b="b"/>
              <a:pathLst>
                <a:path w="11122" h="9933" extrusionOk="0">
                  <a:moveTo>
                    <a:pt x="4049" y="1"/>
                  </a:moveTo>
                  <a:cubicBezTo>
                    <a:pt x="3781" y="1"/>
                    <a:pt x="3513" y="103"/>
                    <a:pt x="3308" y="308"/>
                  </a:cubicBezTo>
                  <a:lnTo>
                    <a:pt x="410" y="3364"/>
                  </a:lnTo>
                  <a:cubicBezTo>
                    <a:pt x="0" y="3774"/>
                    <a:pt x="0" y="4435"/>
                    <a:pt x="410" y="4813"/>
                  </a:cubicBezTo>
                  <a:lnTo>
                    <a:pt x="631" y="5065"/>
                  </a:lnTo>
                  <a:lnTo>
                    <a:pt x="1198" y="4498"/>
                  </a:lnTo>
                  <a:cubicBezTo>
                    <a:pt x="1454" y="4242"/>
                    <a:pt x="1794" y="4106"/>
                    <a:pt x="2122" y="4106"/>
                  </a:cubicBezTo>
                  <a:cubicBezTo>
                    <a:pt x="2398" y="4106"/>
                    <a:pt x="2666" y="4202"/>
                    <a:pt x="2867" y="4404"/>
                  </a:cubicBezTo>
                  <a:cubicBezTo>
                    <a:pt x="3151" y="4624"/>
                    <a:pt x="3308" y="4971"/>
                    <a:pt x="3277" y="5286"/>
                  </a:cubicBezTo>
                  <a:cubicBezTo>
                    <a:pt x="3592" y="5286"/>
                    <a:pt x="3907" y="5412"/>
                    <a:pt x="4128" y="5664"/>
                  </a:cubicBezTo>
                  <a:cubicBezTo>
                    <a:pt x="4380" y="5884"/>
                    <a:pt x="4506" y="6200"/>
                    <a:pt x="4506" y="6515"/>
                  </a:cubicBezTo>
                  <a:cubicBezTo>
                    <a:pt x="4821" y="6515"/>
                    <a:pt x="5136" y="6641"/>
                    <a:pt x="5356" y="6861"/>
                  </a:cubicBezTo>
                  <a:cubicBezTo>
                    <a:pt x="5608" y="7113"/>
                    <a:pt x="5703" y="7428"/>
                    <a:pt x="5703" y="7743"/>
                  </a:cubicBezTo>
                  <a:cubicBezTo>
                    <a:pt x="6018" y="7743"/>
                    <a:pt x="6364" y="7869"/>
                    <a:pt x="6585" y="8090"/>
                  </a:cubicBezTo>
                  <a:cubicBezTo>
                    <a:pt x="6837" y="8342"/>
                    <a:pt x="6931" y="8657"/>
                    <a:pt x="6931" y="8909"/>
                  </a:cubicBezTo>
                  <a:lnTo>
                    <a:pt x="7814" y="9791"/>
                  </a:lnTo>
                  <a:cubicBezTo>
                    <a:pt x="7908" y="9886"/>
                    <a:pt x="8034" y="9933"/>
                    <a:pt x="8160" y="9933"/>
                  </a:cubicBezTo>
                  <a:cubicBezTo>
                    <a:pt x="8286" y="9933"/>
                    <a:pt x="8412" y="9886"/>
                    <a:pt x="8507" y="9791"/>
                  </a:cubicBezTo>
                  <a:cubicBezTo>
                    <a:pt x="8727" y="9602"/>
                    <a:pt x="8727" y="9287"/>
                    <a:pt x="8507" y="9066"/>
                  </a:cubicBezTo>
                  <a:lnTo>
                    <a:pt x="7656" y="8216"/>
                  </a:lnTo>
                  <a:cubicBezTo>
                    <a:pt x="7530" y="8090"/>
                    <a:pt x="7530" y="7869"/>
                    <a:pt x="7656" y="7743"/>
                  </a:cubicBezTo>
                  <a:cubicBezTo>
                    <a:pt x="7748" y="7596"/>
                    <a:pt x="7851" y="7534"/>
                    <a:pt x="7953" y="7534"/>
                  </a:cubicBezTo>
                  <a:cubicBezTo>
                    <a:pt x="8024" y="7534"/>
                    <a:pt x="8095" y="7565"/>
                    <a:pt x="8160" y="7617"/>
                  </a:cubicBezTo>
                  <a:lnTo>
                    <a:pt x="9011" y="8499"/>
                  </a:lnTo>
                  <a:cubicBezTo>
                    <a:pt x="9121" y="8594"/>
                    <a:pt x="9255" y="8641"/>
                    <a:pt x="9385" y="8641"/>
                  </a:cubicBezTo>
                  <a:cubicBezTo>
                    <a:pt x="9515" y="8641"/>
                    <a:pt x="9641" y="8594"/>
                    <a:pt x="9735" y="8499"/>
                  </a:cubicBezTo>
                  <a:cubicBezTo>
                    <a:pt x="9924" y="8279"/>
                    <a:pt x="9924" y="7964"/>
                    <a:pt x="9735" y="7775"/>
                  </a:cubicBezTo>
                  <a:lnTo>
                    <a:pt x="8853" y="6924"/>
                  </a:lnTo>
                  <a:cubicBezTo>
                    <a:pt x="8759" y="6798"/>
                    <a:pt x="8759" y="6578"/>
                    <a:pt x="8853" y="6452"/>
                  </a:cubicBezTo>
                  <a:cubicBezTo>
                    <a:pt x="8916" y="6389"/>
                    <a:pt x="9011" y="6357"/>
                    <a:pt x="9101" y="6357"/>
                  </a:cubicBezTo>
                  <a:cubicBezTo>
                    <a:pt x="9192" y="6357"/>
                    <a:pt x="9279" y="6389"/>
                    <a:pt x="9326" y="6452"/>
                  </a:cubicBezTo>
                  <a:lnTo>
                    <a:pt x="10208" y="7302"/>
                  </a:lnTo>
                  <a:cubicBezTo>
                    <a:pt x="10303" y="7397"/>
                    <a:pt x="10429" y="7444"/>
                    <a:pt x="10555" y="7444"/>
                  </a:cubicBezTo>
                  <a:cubicBezTo>
                    <a:pt x="10681" y="7444"/>
                    <a:pt x="10807" y="7397"/>
                    <a:pt x="10901" y="7302"/>
                  </a:cubicBezTo>
                  <a:cubicBezTo>
                    <a:pt x="11122" y="7113"/>
                    <a:pt x="11122" y="6798"/>
                    <a:pt x="10901" y="6609"/>
                  </a:cubicBezTo>
                  <a:lnTo>
                    <a:pt x="10334" y="6010"/>
                  </a:lnTo>
                  <a:lnTo>
                    <a:pt x="10208" y="5884"/>
                  </a:lnTo>
                  <a:lnTo>
                    <a:pt x="6931" y="2608"/>
                  </a:lnTo>
                  <a:cubicBezTo>
                    <a:pt x="6884" y="2561"/>
                    <a:pt x="6798" y="2537"/>
                    <a:pt x="6707" y="2537"/>
                  </a:cubicBezTo>
                  <a:cubicBezTo>
                    <a:pt x="6616" y="2537"/>
                    <a:pt x="6522" y="2561"/>
                    <a:pt x="6459" y="2608"/>
                  </a:cubicBezTo>
                  <a:lnTo>
                    <a:pt x="5167" y="3931"/>
                  </a:lnTo>
                  <a:cubicBezTo>
                    <a:pt x="4904" y="4176"/>
                    <a:pt x="4562" y="4308"/>
                    <a:pt x="4229" y="4308"/>
                  </a:cubicBezTo>
                  <a:cubicBezTo>
                    <a:pt x="4004" y="4308"/>
                    <a:pt x="3783" y="4247"/>
                    <a:pt x="3592" y="4120"/>
                  </a:cubicBezTo>
                  <a:cubicBezTo>
                    <a:pt x="2962" y="3679"/>
                    <a:pt x="2930" y="2829"/>
                    <a:pt x="3434" y="2293"/>
                  </a:cubicBezTo>
                  <a:lnTo>
                    <a:pt x="5010" y="529"/>
                  </a:lnTo>
                  <a:lnTo>
                    <a:pt x="4789" y="308"/>
                  </a:lnTo>
                  <a:cubicBezTo>
                    <a:pt x="4584" y="103"/>
                    <a:pt x="4317" y="1"/>
                    <a:pt x="404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10961;p73">
              <a:extLst>
                <a:ext uri="{FF2B5EF4-FFF2-40B4-BE49-F238E27FC236}">
                  <a16:creationId xmlns:a16="http://schemas.microsoft.com/office/drawing/2014/main" id="{18FF2F83-F45D-BA6A-A1A9-44C416AA76FC}"/>
                </a:ext>
              </a:extLst>
            </p:cNvPr>
            <p:cNvSpPr/>
            <p:nvPr/>
          </p:nvSpPr>
          <p:spPr>
            <a:xfrm>
              <a:off x="-5163425" y="3631325"/>
              <a:ext cx="205600" cy="150450"/>
            </a:xfrm>
            <a:custGeom>
              <a:avLst/>
              <a:gdLst/>
              <a:ahLst/>
              <a:cxnLst/>
              <a:rect l="l" t="t" r="r" b="b"/>
              <a:pathLst>
                <a:path w="8224" h="6018" extrusionOk="0">
                  <a:moveTo>
                    <a:pt x="3699" y="0"/>
                  </a:moveTo>
                  <a:cubicBezTo>
                    <a:pt x="3435" y="0"/>
                    <a:pt x="3167" y="95"/>
                    <a:pt x="2962" y="284"/>
                  </a:cubicBezTo>
                  <a:lnTo>
                    <a:pt x="2364" y="883"/>
                  </a:lnTo>
                  <a:lnTo>
                    <a:pt x="2269" y="1009"/>
                  </a:lnTo>
                  <a:lnTo>
                    <a:pt x="222" y="3245"/>
                  </a:lnTo>
                  <a:cubicBezTo>
                    <a:pt x="1" y="3435"/>
                    <a:pt x="1" y="3781"/>
                    <a:pt x="222" y="3970"/>
                  </a:cubicBezTo>
                  <a:cubicBezTo>
                    <a:pt x="316" y="4065"/>
                    <a:pt x="442" y="4112"/>
                    <a:pt x="568" y="4112"/>
                  </a:cubicBezTo>
                  <a:cubicBezTo>
                    <a:pt x="694" y="4112"/>
                    <a:pt x="820" y="4065"/>
                    <a:pt x="915" y="3970"/>
                  </a:cubicBezTo>
                  <a:lnTo>
                    <a:pt x="2269" y="2615"/>
                  </a:lnTo>
                  <a:cubicBezTo>
                    <a:pt x="2458" y="2426"/>
                    <a:pt x="2718" y="2332"/>
                    <a:pt x="2982" y="2332"/>
                  </a:cubicBezTo>
                  <a:cubicBezTo>
                    <a:pt x="3246" y="2332"/>
                    <a:pt x="3514" y="2426"/>
                    <a:pt x="3719" y="2615"/>
                  </a:cubicBezTo>
                  <a:lnTo>
                    <a:pt x="7090" y="6018"/>
                  </a:lnTo>
                  <a:lnTo>
                    <a:pt x="7814" y="5356"/>
                  </a:lnTo>
                  <a:cubicBezTo>
                    <a:pt x="8224" y="4947"/>
                    <a:pt x="8224" y="4285"/>
                    <a:pt x="7814" y="3876"/>
                  </a:cubicBezTo>
                  <a:lnTo>
                    <a:pt x="4412" y="284"/>
                  </a:lnTo>
                  <a:cubicBezTo>
                    <a:pt x="4223" y="95"/>
                    <a:pt x="3963" y="0"/>
                    <a:pt x="369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7" name="Google Shape;10962;p73">
            <a:extLst>
              <a:ext uri="{FF2B5EF4-FFF2-40B4-BE49-F238E27FC236}">
                <a16:creationId xmlns:a16="http://schemas.microsoft.com/office/drawing/2014/main" id="{C31208F7-12A6-4799-985C-74F66B9142B4}"/>
              </a:ext>
            </a:extLst>
          </p:cNvPr>
          <p:cNvGrpSpPr/>
          <p:nvPr/>
        </p:nvGrpSpPr>
        <p:grpSpPr>
          <a:xfrm>
            <a:off x="5860789" y="10095100"/>
            <a:ext cx="850999" cy="853263"/>
            <a:chOff x="-5251625" y="3991275"/>
            <a:chExt cx="291450" cy="292225"/>
          </a:xfrm>
          <a:solidFill>
            <a:srgbClr val="555559"/>
          </a:solidFill>
        </p:grpSpPr>
        <p:sp>
          <p:nvSpPr>
            <p:cNvPr id="2498" name="Google Shape;10963;p73">
              <a:extLst>
                <a:ext uri="{FF2B5EF4-FFF2-40B4-BE49-F238E27FC236}">
                  <a16:creationId xmlns:a16="http://schemas.microsoft.com/office/drawing/2014/main" id="{4268E345-F3A1-A7CB-C781-C602F2BEEB4D}"/>
                </a:ext>
              </a:extLst>
            </p:cNvPr>
            <p:cNvSpPr/>
            <p:nvPr/>
          </p:nvSpPr>
          <p:spPr>
            <a:xfrm>
              <a:off x="-5179950" y="4198400"/>
              <a:ext cx="145725" cy="85100"/>
            </a:xfrm>
            <a:custGeom>
              <a:avLst/>
              <a:gdLst/>
              <a:ahLst/>
              <a:cxnLst/>
              <a:rect l="l" t="t" r="r" b="b"/>
              <a:pathLst>
                <a:path w="5829" h="3404" extrusionOk="0">
                  <a:moveTo>
                    <a:pt x="0" y="1"/>
                  </a:moveTo>
                  <a:lnTo>
                    <a:pt x="504" y="3151"/>
                  </a:lnTo>
                  <a:cubicBezTo>
                    <a:pt x="567" y="3309"/>
                    <a:pt x="662" y="3403"/>
                    <a:pt x="883" y="3403"/>
                  </a:cubicBezTo>
                  <a:lnTo>
                    <a:pt x="4978" y="3403"/>
                  </a:lnTo>
                  <a:cubicBezTo>
                    <a:pt x="5136" y="3403"/>
                    <a:pt x="5293" y="3309"/>
                    <a:pt x="5325" y="3151"/>
                  </a:cubicBezTo>
                  <a:lnTo>
                    <a:pt x="5829"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10964;p73">
              <a:extLst>
                <a:ext uri="{FF2B5EF4-FFF2-40B4-BE49-F238E27FC236}">
                  <a16:creationId xmlns:a16="http://schemas.microsoft.com/office/drawing/2014/main" id="{D2EB3AF6-540F-E3A0-EB0E-25A564634C78}"/>
                </a:ext>
              </a:extLst>
            </p:cNvPr>
            <p:cNvSpPr/>
            <p:nvPr/>
          </p:nvSpPr>
          <p:spPr>
            <a:xfrm>
              <a:off x="-5203575" y="4129100"/>
              <a:ext cx="196925" cy="51225"/>
            </a:xfrm>
            <a:custGeom>
              <a:avLst/>
              <a:gdLst/>
              <a:ahLst/>
              <a:cxnLst/>
              <a:rect l="l" t="t" r="r" b="b"/>
              <a:pathLst>
                <a:path w="7877" h="2049" extrusionOk="0">
                  <a:moveTo>
                    <a:pt x="1229" y="1"/>
                  </a:moveTo>
                  <a:cubicBezTo>
                    <a:pt x="504" y="1"/>
                    <a:pt x="0" y="662"/>
                    <a:pt x="284" y="1387"/>
                  </a:cubicBezTo>
                  <a:cubicBezTo>
                    <a:pt x="284" y="1702"/>
                    <a:pt x="567" y="1922"/>
                    <a:pt x="882" y="2017"/>
                  </a:cubicBezTo>
                  <a:cubicBezTo>
                    <a:pt x="945" y="2048"/>
                    <a:pt x="1071" y="2048"/>
                    <a:pt x="1197" y="2048"/>
                  </a:cubicBezTo>
                  <a:lnTo>
                    <a:pt x="6648" y="2048"/>
                  </a:lnTo>
                  <a:cubicBezTo>
                    <a:pt x="6774" y="2048"/>
                    <a:pt x="6868" y="2017"/>
                    <a:pt x="6963" y="2017"/>
                  </a:cubicBezTo>
                  <a:cubicBezTo>
                    <a:pt x="7278" y="1922"/>
                    <a:pt x="7530" y="1702"/>
                    <a:pt x="7656" y="1387"/>
                  </a:cubicBezTo>
                  <a:cubicBezTo>
                    <a:pt x="7876" y="662"/>
                    <a:pt x="7372" y="1"/>
                    <a:pt x="671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10965;p73">
              <a:extLst>
                <a:ext uri="{FF2B5EF4-FFF2-40B4-BE49-F238E27FC236}">
                  <a16:creationId xmlns:a16="http://schemas.microsoft.com/office/drawing/2014/main" id="{9D23D32B-E6EE-932C-5937-2F3B99C1E63F}"/>
                </a:ext>
              </a:extLst>
            </p:cNvPr>
            <p:cNvSpPr/>
            <p:nvPr/>
          </p:nvSpPr>
          <p:spPr>
            <a:xfrm>
              <a:off x="-5251625" y="3991275"/>
              <a:ext cx="291450" cy="172500"/>
            </a:xfrm>
            <a:custGeom>
              <a:avLst/>
              <a:gdLst/>
              <a:ahLst/>
              <a:cxnLst/>
              <a:rect l="l" t="t" r="r" b="b"/>
              <a:pathLst>
                <a:path w="11658" h="6900" extrusionOk="0">
                  <a:moveTo>
                    <a:pt x="1009" y="0"/>
                  </a:moveTo>
                  <a:cubicBezTo>
                    <a:pt x="473" y="0"/>
                    <a:pt x="0" y="473"/>
                    <a:pt x="0" y="1040"/>
                  </a:cubicBezTo>
                  <a:lnTo>
                    <a:pt x="0" y="5829"/>
                  </a:lnTo>
                  <a:cubicBezTo>
                    <a:pt x="0" y="6396"/>
                    <a:pt x="473" y="6900"/>
                    <a:pt x="1009" y="6900"/>
                  </a:cubicBezTo>
                  <a:lnTo>
                    <a:pt x="1418" y="6900"/>
                  </a:lnTo>
                  <a:cubicBezTo>
                    <a:pt x="1387" y="6774"/>
                    <a:pt x="1387" y="6648"/>
                    <a:pt x="1387" y="6553"/>
                  </a:cubicBezTo>
                  <a:cubicBezTo>
                    <a:pt x="1387" y="5608"/>
                    <a:pt x="2111" y="4852"/>
                    <a:pt x="3056" y="4852"/>
                  </a:cubicBezTo>
                  <a:lnTo>
                    <a:pt x="3781" y="4852"/>
                  </a:lnTo>
                  <a:cubicBezTo>
                    <a:pt x="3907" y="4285"/>
                    <a:pt x="4254" y="3875"/>
                    <a:pt x="4726" y="3623"/>
                  </a:cubicBezTo>
                  <a:cubicBezTo>
                    <a:pt x="4537" y="3371"/>
                    <a:pt x="4411" y="3119"/>
                    <a:pt x="4411" y="2773"/>
                  </a:cubicBezTo>
                  <a:cubicBezTo>
                    <a:pt x="4411" y="2016"/>
                    <a:pt x="5041" y="1386"/>
                    <a:pt x="5797" y="1386"/>
                  </a:cubicBezTo>
                  <a:cubicBezTo>
                    <a:pt x="6522" y="1386"/>
                    <a:pt x="7152" y="2016"/>
                    <a:pt x="7152" y="2773"/>
                  </a:cubicBezTo>
                  <a:cubicBezTo>
                    <a:pt x="7152" y="3088"/>
                    <a:pt x="7058" y="3403"/>
                    <a:pt x="6837" y="3623"/>
                  </a:cubicBezTo>
                  <a:cubicBezTo>
                    <a:pt x="7310" y="3875"/>
                    <a:pt x="7688" y="4285"/>
                    <a:pt x="7782" y="4852"/>
                  </a:cubicBezTo>
                  <a:lnTo>
                    <a:pt x="8507" y="4852"/>
                  </a:lnTo>
                  <a:cubicBezTo>
                    <a:pt x="9452" y="4852"/>
                    <a:pt x="10208" y="5608"/>
                    <a:pt x="10208" y="6553"/>
                  </a:cubicBezTo>
                  <a:cubicBezTo>
                    <a:pt x="10208" y="6648"/>
                    <a:pt x="10208" y="6774"/>
                    <a:pt x="10145" y="6900"/>
                  </a:cubicBezTo>
                  <a:lnTo>
                    <a:pt x="10586" y="6900"/>
                  </a:lnTo>
                  <a:cubicBezTo>
                    <a:pt x="11153" y="6900"/>
                    <a:pt x="11626" y="6427"/>
                    <a:pt x="11626" y="5829"/>
                  </a:cubicBezTo>
                  <a:lnTo>
                    <a:pt x="11626" y="1040"/>
                  </a:lnTo>
                  <a:cubicBezTo>
                    <a:pt x="11657" y="473"/>
                    <a:pt x="11185" y="0"/>
                    <a:pt x="1061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10966;p73">
              <a:extLst>
                <a:ext uri="{FF2B5EF4-FFF2-40B4-BE49-F238E27FC236}">
                  <a16:creationId xmlns:a16="http://schemas.microsoft.com/office/drawing/2014/main" id="{BFFCE5EE-E676-4D48-4875-689E761AFD45}"/>
                </a:ext>
              </a:extLst>
            </p:cNvPr>
            <p:cNvSpPr/>
            <p:nvPr/>
          </p:nvSpPr>
          <p:spPr>
            <a:xfrm>
              <a:off x="-5139775" y="4096025"/>
              <a:ext cx="65400" cy="17350"/>
            </a:xfrm>
            <a:custGeom>
              <a:avLst/>
              <a:gdLst/>
              <a:ahLst/>
              <a:cxnLst/>
              <a:rect l="l" t="t" r="r" b="b"/>
              <a:pathLst>
                <a:path w="2616" h="694" extrusionOk="0">
                  <a:moveTo>
                    <a:pt x="1008" y="0"/>
                  </a:moveTo>
                  <a:cubicBezTo>
                    <a:pt x="567" y="0"/>
                    <a:pt x="158" y="315"/>
                    <a:pt x="0" y="693"/>
                  </a:cubicBezTo>
                  <a:lnTo>
                    <a:pt x="2615" y="693"/>
                  </a:lnTo>
                  <a:cubicBezTo>
                    <a:pt x="2489" y="252"/>
                    <a:pt x="2111" y="0"/>
                    <a:pt x="167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10967;p73">
              <a:extLst>
                <a:ext uri="{FF2B5EF4-FFF2-40B4-BE49-F238E27FC236}">
                  <a16:creationId xmlns:a16="http://schemas.microsoft.com/office/drawing/2014/main" id="{61C92000-40AF-F388-8579-D06F40E6FCCC}"/>
                </a:ext>
              </a:extLst>
            </p:cNvPr>
            <p:cNvSpPr/>
            <p:nvPr/>
          </p:nvSpPr>
          <p:spPr>
            <a:xfrm>
              <a:off x="-5122450" y="4044825"/>
              <a:ext cx="33100" cy="33100"/>
            </a:xfrm>
            <a:custGeom>
              <a:avLst/>
              <a:gdLst/>
              <a:ahLst/>
              <a:cxnLst/>
              <a:rect l="l" t="t" r="r" b="b"/>
              <a:pathLst>
                <a:path w="1324" h="1324" extrusionOk="0">
                  <a:moveTo>
                    <a:pt x="662" y="0"/>
                  </a:moveTo>
                  <a:cubicBezTo>
                    <a:pt x="252" y="0"/>
                    <a:pt x="0" y="316"/>
                    <a:pt x="0" y="662"/>
                  </a:cubicBezTo>
                  <a:cubicBezTo>
                    <a:pt x="0" y="1009"/>
                    <a:pt x="315" y="1324"/>
                    <a:pt x="662" y="1324"/>
                  </a:cubicBezTo>
                  <a:cubicBezTo>
                    <a:pt x="1008" y="1324"/>
                    <a:pt x="1323" y="1009"/>
                    <a:pt x="1323" y="662"/>
                  </a:cubicBezTo>
                  <a:cubicBezTo>
                    <a:pt x="1323" y="253"/>
                    <a:pt x="1008" y="0"/>
                    <a:pt x="66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03" name="Google Shape;10968;p73">
            <a:extLst>
              <a:ext uri="{FF2B5EF4-FFF2-40B4-BE49-F238E27FC236}">
                <a16:creationId xmlns:a16="http://schemas.microsoft.com/office/drawing/2014/main" id="{46C8A754-6DE2-3E4D-181F-7C7E2495C099}"/>
              </a:ext>
            </a:extLst>
          </p:cNvPr>
          <p:cNvGrpSpPr/>
          <p:nvPr/>
        </p:nvGrpSpPr>
        <p:grpSpPr>
          <a:xfrm>
            <a:off x="11418246" y="7931338"/>
            <a:ext cx="648652" cy="850926"/>
            <a:chOff x="-3365275" y="3253275"/>
            <a:chExt cx="222150" cy="291425"/>
          </a:xfrm>
          <a:solidFill>
            <a:srgbClr val="555559"/>
          </a:solidFill>
        </p:grpSpPr>
        <p:sp>
          <p:nvSpPr>
            <p:cNvPr id="2504" name="Google Shape;10969;p73">
              <a:extLst>
                <a:ext uri="{FF2B5EF4-FFF2-40B4-BE49-F238E27FC236}">
                  <a16:creationId xmlns:a16="http://schemas.microsoft.com/office/drawing/2014/main" id="{ADE4D331-78BC-2307-F22A-3B87F5C67ED4}"/>
                </a:ext>
              </a:extLst>
            </p:cNvPr>
            <p:cNvSpPr/>
            <p:nvPr/>
          </p:nvSpPr>
          <p:spPr>
            <a:xfrm>
              <a:off x="-3365275" y="3253275"/>
              <a:ext cx="222150" cy="291425"/>
            </a:xfrm>
            <a:custGeom>
              <a:avLst/>
              <a:gdLst/>
              <a:ahLst/>
              <a:cxnLst/>
              <a:rect l="l" t="t" r="r" b="b"/>
              <a:pathLst>
                <a:path w="8886" h="11657" extrusionOk="0">
                  <a:moveTo>
                    <a:pt x="5861" y="662"/>
                  </a:moveTo>
                  <a:cubicBezTo>
                    <a:pt x="6302" y="662"/>
                    <a:pt x="6302" y="1323"/>
                    <a:pt x="5861" y="1323"/>
                  </a:cubicBezTo>
                  <a:lnTo>
                    <a:pt x="3120" y="1323"/>
                  </a:lnTo>
                  <a:cubicBezTo>
                    <a:pt x="2647" y="1323"/>
                    <a:pt x="2647" y="662"/>
                    <a:pt x="3120" y="662"/>
                  </a:cubicBezTo>
                  <a:close/>
                  <a:moveTo>
                    <a:pt x="7215" y="3466"/>
                  </a:moveTo>
                  <a:cubicBezTo>
                    <a:pt x="7625" y="3466"/>
                    <a:pt x="7625" y="4127"/>
                    <a:pt x="7215" y="4127"/>
                  </a:cubicBezTo>
                  <a:lnTo>
                    <a:pt x="4443" y="4127"/>
                  </a:lnTo>
                  <a:cubicBezTo>
                    <a:pt x="4002" y="4127"/>
                    <a:pt x="3970" y="3466"/>
                    <a:pt x="4443" y="3466"/>
                  </a:cubicBezTo>
                  <a:close/>
                  <a:moveTo>
                    <a:pt x="3101" y="2795"/>
                  </a:moveTo>
                  <a:cubicBezTo>
                    <a:pt x="3360" y="2795"/>
                    <a:pt x="3582" y="3129"/>
                    <a:pt x="3340" y="3371"/>
                  </a:cubicBezTo>
                  <a:lnTo>
                    <a:pt x="2899" y="3812"/>
                  </a:lnTo>
                  <a:lnTo>
                    <a:pt x="3340" y="4253"/>
                  </a:lnTo>
                  <a:cubicBezTo>
                    <a:pt x="3582" y="4495"/>
                    <a:pt x="3360" y="4830"/>
                    <a:pt x="3101" y="4830"/>
                  </a:cubicBezTo>
                  <a:cubicBezTo>
                    <a:pt x="3023" y="4830"/>
                    <a:pt x="2941" y="4799"/>
                    <a:pt x="2868" y="4726"/>
                  </a:cubicBezTo>
                  <a:lnTo>
                    <a:pt x="2427" y="4285"/>
                  </a:lnTo>
                  <a:lnTo>
                    <a:pt x="2017" y="4726"/>
                  </a:lnTo>
                  <a:cubicBezTo>
                    <a:pt x="1944" y="4799"/>
                    <a:pt x="1862" y="4830"/>
                    <a:pt x="1784" y="4830"/>
                  </a:cubicBezTo>
                  <a:cubicBezTo>
                    <a:pt x="1525" y="4830"/>
                    <a:pt x="1303" y="4495"/>
                    <a:pt x="1545" y="4253"/>
                  </a:cubicBezTo>
                  <a:lnTo>
                    <a:pt x="1954" y="3812"/>
                  </a:lnTo>
                  <a:lnTo>
                    <a:pt x="1545" y="3371"/>
                  </a:lnTo>
                  <a:cubicBezTo>
                    <a:pt x="1303" y="3129"/>
                    <a:pt x="1525" y="2795"/>
                    <a:pt x="1784" y="2795"/>
                  </a:cubicBezTo>
                  <a:cubicBezTo>
                    <a:pt x="1862" y="2795"/>
                    <a:pt x="1944" y="2825"/>
                    <a:pt x="2017" y="2899"/>
                  </a:cubicBezTo>
                  <a:lnTo>
                    <a:pt x="2427" y="3340"/>
                  </a:lnTo>
                  <a:lnTo>
                    <a:pt x="2868" y="2899"/>
                  </a:lnTo>
                  <a:cubicBezTo>
                    <a:pt x="2941" y="2825"/>
                    <a:pt x="3023" y="2795"/>
                    <a:pt x="3101" y="2795"/>
                  </a:cubicBezTo>
                  <a:close/>
                  <a:moveTo>
                    <a:pt x="7242" y="6206"/>
                  </a:moveTo>
                  <a:cubicBezTo>
                    <a:pt x="7625" y="6206"/>
                    <a:pt x="7616" y="6868"/>
                    <a:pt x="7215" y="6868"/>
                  </a:cubicBezTo>
                  <a:lnTo>
                    <a:pt x="4443" y="6868"/>
                  </a:lnTo>
                  <a:cubicBezTo>
                    <a:pt x="4002" y="6868"/>
                    <a:pt x="3970" y="6207"/>
                    <a:pt x="4443" y="6207"/>
                  </a:cubicBezTo>
                  <a:lnTo>
                    <a:pt x="7215" y="6207"/>
                  </a:lnTo>
                  <a:cubicBezTo>
                    <a:pt x="7225" y="6206"/>
                    <a:pt x="7233" y="6206"/>
                    <a:pt x="7242" y="6206"/>
                  </a:cubicBezTo>
                  <a:close/>
                  <a:moveTo>
                    <a:pt x="3101" y="5504"/>
                  </a:moveTo>
                  <a:cubicBezTo>
                    <a:pt x="3360" y="5504"/>
                    <a:pt x="3582" y="5839"/>
                    <a:pt x="3340" y="6081"/>
                  </a:cubicBezTo>
                  <a:lnTo>
                    <a:pt x="2899" y="6522"/>
                  </a:lnTo>
                  <a:lnTo>
                    <a:pt x="3340" y="6963"/>
                  </a:lnTo>
                  <a:cubicBezTo>
                    <a:pt x="3582" y="7205"/>
                    <a:pt x="3360" y="7539"/>
                    <a:pt x="3101" y="7539"/>
                  </a:cubicBezTo>
                  <a:cubicBezTo>
                    <a:pt x="3023" y="7539"/>
                    <a:pt x="2941" y="7509"/>
                    <a:pt x="2868" y="7435"/>
                  </a:cubicBezTo>
                  <a:lnTo>
                    <a:pt x="2427" y="6994"/>
                  </a:lnTo>
                  <a:lnTo>
                    <a:pt x="2017" y="7435"/>
                  </a:lnTo>
                  <a:cubicBezTo>
                    <a:pt x="1944" y="7509"/>
                    <a:pt x="1862" y="7539"/>
                    <a:pt x="1784" y="7539"/>
                  </a:cubicBezTo>
                  <a:cubicBezTo>
                    <a:pt x="1525" y="7539"/>
                    <a:pt x="1303" y="7205"/>
                    <a:pt x="1545" y="6963"/>
                  </a:cubicBezTo>
                  <a:lnTo>
                    <a:pt x="1954" y="6522"/>
                  </a:lnTo>
                  <a:lnTo>
                    <a:pt x="1545" y="6081"/>
                  </a:lnTo>
                  <a:cubicBezTo>
                    <a:pt x="1303" y="5839"/>
                    <a:pt x="1525" y="5504"/>
                    <a:pt x="1784" y="5504"/>
                  </a:cubicBezTo>
                  <a:cubicBezTo>
                    <a:pt x="1862" y="5504"/>
                    <a:pt x="1944" y="5535"/>
                    <a:pt x="2017" y="5608"/>
                  </a:cubicBezTo>
                  <a:lnTo>
                    <a:pt x="2427" y="6049"/>
                  </a:lnTo>
                  <a:lnTo>
                    <a:pt x="2868" y="5608"/>
                  </a:lnTo>
                  <a:cubicBezTo>
                    <a:pt x="2941" y="5535"/>
                    <a:pt x="3023" y="5504"/>
                    <a:pt x="3101" y="5504"/>
                  </a:cubicBezTo>
                  <a:close/>
                  <a:moveTo>
                    <a:pt x="7215" y="8916"/>
                  </a:moveTo>
                  <a:cubicBezTo>
                    <a:pt x="7625" y="8916"/>
                    <a:pt x="7625" y="9609"/>
                    <a:pt x="7215" y="9609"/>
                  </a:cubicBezTo>
                  <a:lnTo>
                    <a:pt x="4443" y="9609"/>
                  </a:lnTo>
                  <a:cubicBezTo>
                    <a:pt x="4002" y="9609"/>
                    <a:pt x="3970" y="8916"/>
                    <a:pt x="4443" y="8916"/>
                  </a:cubicBezTo>
                  <a:close/>
                  <a:moveTo>
                    <a:pt x="2395" y="8254"/>
                  </a:moveTo>
                  <a:cubicBezTo>
                    <a:pt x="2962" y="8254"/>
                    <a:pt x="3435" y="8727"/>
                    <a:pt x="3435" y="9263"/>
                  </a:cubicBezTo>
                  <a:cubicBezTo>
                    <a:pt x="3435" y="9830"/>
                    <a:pt x="2994" y="10302"/>
                    <a:pt x="2395" y="10302"/>
                  </a:cubicBezTo>
                  <a:cubicBezTo>
                    <a:pt x="1860" y="10302"/>
                    <a:pt x="1387" y="9830"/>
                    <a:pt x="1387" y="9263"/>
                  </a:cubicBezTo>
                  <a:cubicBezTo>
                    <a:pt x="1387" y="8727"/>
                    <a:pt x="1860" y="8254"/>
                    <a:pt x="2395" y="8254"/>
                  </a:cubicBezTo>
                  <a:close/>
                  <a:moveTo>
                    <a:pt x="3057" y="0"/>
                  </a:moveTo>
                  <a:cubicBezTo>
                    <a:pt x="2647" y="0"/>
                    <a:pt x="2238" y="252"/>
                    <a:pt x="2112" y="662"/>
                  </a:cubicBezTo>
                  <a:lnTo>
                    <a:pt x="1009" y="662"/>
                  </a:lnTo>
                  <a:cubicBezTo>
                    <a:pt x="473" y="662"/>
                    <a:pt x="1" y="1134"/>
                    <a:pt x="1" y="1670"/>
                  </a:cubicBezTo>
                  <a:lnTo>
                    <a:pt x="1" y="10617"/>
                  </a:lnTo>
                  <a:cubicBezTo>
                    <a:pt x="1" y="11153"/>
                    <a:pt x="473" y="11657"/>
                    <a:pt x="1009" y="11657"/>
                  </a:cubicBezTo>
                  <a:lnTo>
                    <a:pt x="7877" y="11657"/>
                  </a:lnTo>
                  <a:cubicBezTo>
                    <a:pt x="8413" y="11657"/>
                    <a:pt x="8885" y="11184"/>
                    <a:pt x="8885" y="10617"/>
                  </a:cubicBezTo>
                  <a:lnTo>
                    <a:pt x="8885" y="1670"/>
                  </a:lnTo>
                  <a:cubicBezTo>
                    <a:pt x="8885" y="1134"/>
                    <a:pt x="8476" y="662"/>
                    <a:pt x="7877" y="662"/>
                  </a:cubicBezTo>
                  <a:lnTo>
                    <a:pt x="6774" y="662"/>
                  </a:lnTo>
                  <a:cubicBezTo>
                    <a:pt x="6617" y="252"/>
                    <a:pt x="6270" y="0"/>
                    <a:pt x="582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10970;p73">
              <a:extLst>
                <a:ext uri="{FF2B5EF4-FFF2-40B4-BE49-F238E27FC236}">
                  <a16:creationId xmlns:a16="http://schemas.microsoft.com/office/drawing/2014/main" id="{8A30DE2B-E287-47A3-0B80-322CD1250E61}"/>
                </a:ext>
              </a:extLst>
            </p:cNvPr>
            <p:cNvSpPr/>
            <p:nvPr/>
          </p:nvSpPr>
          <p:spPr>
            <a:xfrm>
              <a:off x="-3314075" y="3476175"/>
              <a:ext cx="17350" cy="18125"/>
            </a:xfrm>
            <a:custGeom>
              <a:avLst/>
              <a:gdLst/>
              <a:ahLst/>
              <a:cxnLst/>
              <a:rect l="l" t="t" r="r" b="b"/>
              <a:pathLst>
                <a:path w="694" h="725" extrusionOk="0">
                  <a:moveTo>
                    <a:pt x="347" y="0"/>
                  </a:moveTo>
                  <a:cubicBezTo>
                    <a:pt x="158" y="0"/>
                    <a:pt x="1" y="158"/>
                    <a:pt x="1" y="347"/>
                  </a:cubicBezTo>
                  <a:cubicBezTo>
                    <a:pt x="1" y="567"/>
                    <a:pt x="158" y="725"/>
                    <a:pt x="347" y="725"/>
                  </a:cubicBezTo>
                  <a:cubicBezTo>
                    <a:pt x="536" y="725"/>
                    <a:pt x="694" y="567"/>
                    <a:pt x="694" y="347"/>
                  </a:cubicBezTo>
                  <a:cubicBezTo>
                    <a:pt x="694" y="158"/>
                    <a:pt x="536"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06" name="Google Shape;10971;p73">
            <a:extLst>
              <a:ext uri="{FF2B5EF4-FFF2-40B4-BE49-F238E27FC236}">
                <a16:creationId xmlns:a16="http://schemas.microsoft.com/office/drawing/2014/main" id="{4795F9B3-0C0A-EE87-4B73-5A5C2E97E9CA}"/>
              </a:ext>
            </a:extLst>
          </p:cNvPr>
          <p:cNvGrpSpPr/>
          <p:nvPr/>
        </p:nvGrpSpPr>
        <p:grpSpPr>
          <a:xfrm>
            <a:off x="11365395" y="8975307"/>
            <a:ext cx="754352" cy="855599"/>
            <a:chOff x="-3383375" y="3611625"/>
            <a:chExt cx="258350" cy="293025"/>
          </a:xfrm>
          <a:solidFill>
            <a:srgbClr val="555559"/>
          </a:solidFill>
        </p:grpSpPr>
        <p:sp>
          <p:nvSpPr>
            <p:cNvPr id="2507" name="Google Shape;10972;p73">
              <a:extLst>
                <a:ext uri="{FF2B5EF4-FFF2-40B4-BE49-F238E27FC236}">
                  <a16:creationId xmlns:a16="http://schemas.microsoft.com/office/drawing/2014/main" id="{82F957E6-536A-80C2-0E54-13F74CCED2B8}"/>
                </a:ext>
              </a:extLst>
            </p:cNvPr>
            <p:cNvSpPr/>
            <p:nvPr/>
          </p:nvSpPr>
          <p:spPr>
            <a:xfrm>
              <a:off x="-3383375" y="3611625"/>
              <a:ext cx="258350" cy="85175"/>
            </a:xfrm>
            <a:custGeom>
              <a:avLst/>
              <a:gdLst/>
              <a:ahLst/>
              <a:cxnLst/>
              <a:rect l="l" t="t" r="r" b="b"/>
              <a:pathLst>
                <a:path w="10334" h="3407" extrusionOk="0">
                  <a:moveTo>
                    <a:pt x="6049" y="694"/>
                  </a:moveTo>
                  <a:cubicBezTo>
                    <a:pt x="6207" y="694"/>
                    <a:pt x="6301" y="757"/>
                    <a:pt x="6364" y="946"/>
                  </a:cubicBezTo>
                  <a:lnTo>
                    <a:pt x="6522" y="1356"/>
                  </a:lnTo>
                  <a:lnTo>
                    <a:pt x="3781" y="1356"/>
                  </a:lnTo>
                  <a:lnTo>
                    <a:pt x="4001" y="946"/>
                  </a:lnTo>
                  <a:cubicBezTo>
                    <a:pt x="4033" y="788"/>
                    <a:pt x="4190" y="694"/>
                    <a:pt x="4316" y="694"/>
                  </a:cubicBezTo>
                  <a:close/>
                  <a:moveTo>
                    <a:pt x="4316" y="1"/>
                  </a:moveTo>
                  <a:cubicBezTo>
                    <a:pt x="3875" y="1"/>
                    <a:pt x="3466" y="253"/>
                    <a:pt x="3308" y="694"/>
                  </a:cubicBezTo>
                  <a:lnTo>
                    <a:pt x="3088" y="1356"/>
                  </a:lnTo>
                  <a:lnTo>
                    <a:pt x="1040" y="1356"/>
                  </a:lnTo>
                  <a:cubicBezTo>
                    <a:pt x="473" y="1356"/>
                    <a:pt x="0" y="1828"/>
                    <a:pt x="0" y="2395"/>
                  </a:cubicBezTo>
                  <a:lnTo>
                    <a:pt x="0" y="3057"/>
                  </a:lnTo>
                  <a:cubicBezTo>
                    <a:pt x="0" y="3370"/>
                    <a:pt x="221" y="3407"/>
                    <a:pt x="480" y="3407"/>
                  </a:cubicBezTo>
                  <a:cubicBezTo>
                    <a:pt x="560" y="3407"/>
                    <a:pt x="643" y="3403"/>
                    <a:pt x="725" y="3403"/>
                  </a:cubicBezTo>
                  <a:lnTo>
                    <a:pt x="9924" y="3403"/>
                  </a:lnTo>
                  <a:cubicBezTo>
                    <a:pt x="10145" y="3403"/>
                    <a:pt x="10302" y="3246"/>
                    <a:pt x="10302" y="3057"/>
                  </a:cubicBezTo>
                  <a:lnTo>
                    <a:pt x="10302" y="2395"/>
                  </a:lnTo>
                  <a:cubicBezTo>
                    <a:pt x="10334" y="1828"/>
                    <a:pt x="9861" y="1356"/>
                    <a:pt x="9294" y="1356"/>
                  </a:cubicBezTo>
                  <a:lnTo>
                    <a:pt x="7246" y="1356"/>
                  </a:lnTo>
                  <a:lnTo>
                    <a:pt x="7026" y="694"/>
                  </a:lnTo>
                  <a:cubicBezTo>
                    <a:pt x="6868" y="253"/>
                    <a:pt x="6522" y="1"/>
                    <a:pt x="604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10973;p73">
              <a:extLst>
                <a:ext uri="{FF2B5EF4-FFF2-40B4-BE49-F238E27FC236}">
                  <a16:creationId xmlns:a16="http://schemas.microsoft.com/office/drawing/2014/main" id="{028099AD-43C1-7DF8-2035-FC69980CF6B5}"/>
                </a:ext>
              </a:extLst>
            </p:cNvPr>
            <p:cNvSpPr/>
            <p:nvPr/>
          </p:nvSpPr>
          <p:spPr>
            <a:xfrm>
              <a:off x="-3362900" y="3716375"/>
              <a:ext cx="218200" cy="188275"/>
            </a:xfrm>
            <a:custGeom>
              <a:avLst/>
              <a:gdLst/>
              <a:ahLst/>
              <a:cxnLst/>
              <a:rect l="l" t="t" r="r" b="b"/>
              <a:pathLst>
                <a:path w="8728" h="7531" extrusionOk="0">
                  <a:moveTo>
                    <a:pt x="2324" y="666"/>
                  </a:moveTo>
                  <a:cubicBezTo>
                    <a:pt x="2487" y="666"/>
                    <a:pt x="2647" y="777"/>
                    <a:pt x="2647" y="1009"/>
                  </a:cubicBezTo>
                  <a:lnTo>
                    <a:pt x="2647" y="5798"/>
                  </a:lnTo>
                  <a:cubicBezTo>
                    <a:pt x="2647" y="6022"/>
                    <a:pt x="2476" y="6141"/>
                    <a:pt x="2307" y="6141"/>
                  </a:cubicBezTo>
                  <a:cubicBezTo>
                    <a:pt x="2145" y="6141"/>
                    <a:pt x="1985" y="6030"/>
                    <a:pt x="1985" y="5798"/>
                  </a:cubicBezTo>
                  <a:lnTo>
                    <a:pt x="1985" y="1009"/>
                  </a:lnTo>
                  <a:cubicBezTo>
                    <a:pt x="1985" y="785"/>
                    <a:pt x="2156" y="666"/>
                    <a:pt x="2324" y="666"/>
                  </a:cubicBezTo>
                  <a:close/>
                  <a:moveTo>
                    <a:pt x="4372" y="666"/>
                  </a:moveTo>
                  <a:cubicBezTo>
                    <a:pt x="4535" y="666"/>
                    <a:pt x="4695" y="777"/>
                    <a:pt x="4695" y="1009"/>
                  </a:cubicBezTo>
                  <a:lnTo>
                    <a:pt x="4695" y="5798"/>
                  </a:lnTo>
                  <a:cubicBezTo>
                    <a:pt x="4695" y="6022"/>
                    <a:pt x="4523" y="6141"/>
                    <a:pt x="4355" y="6141"/>
                  </a:cubicBezTo>
                  <a:cubicBezTo>
                    <a:pt x="4193" y="6141"/>
                    <a:pt x="4033" y="6030"/>
                    <a:pt x="4033" y="5798"/>
                  </a:cubicBezTo>
                  <a:lnTo>
                    <a:pt x="4033" y="1009"/>
                  </a:lnTo>
                  <a:cubicBezTo>
                    <a:pt x="4033" y="785"/>
                    <a:pt x="4204" y="666"/>
                    <a:pt x="4372" y="666"/>
                  </a:cubicBezTo>
                  <a:close/>
                  <a:moveTo>
                    <a:pt x="6427" y="631"/>
                  </a:moveTo>
                  <a:cubicBezTo>
                    <a:pt x="6648" y="631"/>
                    <a:pt x="6805" y="789"/>
                    <a:pt x="6805" y="1009"/>
                  </a:cubicBezTo>
                  <a:lnTo>
                    <a:pt x="6805" y="5798"/>
                  </a:lnTo>
                  <a:cubicBezTo>
                    <a:pt x="6805" y="6022"/>
                    <a:pt x="6626" y="6141"/>
                    <a:pt x="6450" y="6141"/>
                  </a:cubicBezTo>
                  <a:cubicBezTo>
                    <a:pt x="6280" y="6141"/>
                    <a:pt x="6112" y="6030"/>
                    <a:pt x="6112" y="5798"/>
                  </a:cubicBezTo>
                  <a:lnTo>
                    <a:pt x="6112" y="1009"/>
                  </a:lnTo>
                  <a:lnTo>
                    <a:pt x="6081" y="1009"/>
                  </a:lnTo>
                  <a:cubicBezTo>
                    <a:pt x="6081" y="789"/>
                    <a:pt x="6238" y="631"/>
                    <a:pt x="6427" y="631"/>
                  </a:cubicBezTo>
                  <a:close/>
                  <a:moveTo>
                    <a:pt x="0" y="1"/>
                  </a:moveTo>
                  <a:lnTo>
                    <a:pt x="536" y="6585"/>
                  </a:lnTo>
                  <a:cubicBezTo>
                    <a:pt x="567" y="7121"/>
                    <a:pt x="1008" y="7531"/>
                    <a:pt x="1576" y="7531"/>
                  </a:cubicBezTo>
                  <a:lnTo>
                    <a:pt x="7152" y="7531"/>
                  </a:lnTo>
                  <a:cubicBezTo>
                    <a:pt x="7688" y="7531"/>
                    <a:pt x="8129" y="7121"/>
                    <a:pt x="8192" y="6585"/>
                  </a:cubicBezTo>
                  <a:lnTo>
                    <a:pt x="8727"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09" name="Google Shape;10974;p73">
            <a:extLst>
              <a:ext uri="{FF2B5EF4-FFF2-40B4-BE49-F238E27FC236}">
                <a16:creationId xmlns:a16="http://schemas.microsoft.com/office/drawing/2014/main" id="{71C1974C-5507-1FBD-A527-5C851CD66AE6}"/>
              </a:ext>
            </a:extLst>
          </p:cNvPr>
          <p:cNvGrpSpPr/>
          <p:nvPr/>
        </p:nvGrpSpPr>
        <p:grpSpPr>
          <a:xfrm>
            <a:off x="11491830" y="10096231"/>
            <a:ext cx="549741" cy="850999"/>
            <a:chOff x="-3347950" y="3971575"/>
            <a:chExt cx="188275" cy="291450"/>
          </a:xfrm>
          <a:solidFill>
            <a:srgbClr val="555559"/>
          </a:solidFill>
        </p:grpSpPr>
        <p:sp>
          <p:nvSpPr>
            <p:cNvPr id="2510" name="Google Shape;10975;p73">
              <a:extLst>
                <a:ext uri="{FF2B5EF4-FFF2-40B4-BE49-F238E27FC236}">
                  <a16:creationId xmlns:a16="http://schemas.microsoft.com/office/drawing/2014/main" id="{29681547-02B0-B6A2-240F-35CABDE74E9E}"/>
                </a:ext>
              </a:extLst>
            </p:cNvPr>
            <p:cNvSpPr/>
            <p:nvPr/>
          </p:nvSpPr>
          <p:spPr>
            <a:xfrm>
              <a:off x="-3246325" y="4032225"/>
              <a:ext cx="29950" cy="42550"/>
            </a:xfrm>
            <a:custGeom>
              <a:avLst/>
              <a:gdLst/>
              <a:ahLst/>
              <a:cxnLst/>
              <a:rect l="l" t="t" r="r" b="b"/>
              <a:pathLst>
                <a:path w="1198" h="1702" extrusionOk="0">
                  <a:moveTo>
                    <a:pt x="347" y="0"/>
                  </a:moveTo>
                  <a:lnTo>
                    <a:pt x="0" y="536"/>
                  </a:lnTo>
                  <a:lnTo>
                    <a:pt x="599" y="1702"/>
                  </a:lnTo>
                  <a:lnTo>
                    <a:pt x="1197" y="1702"/>
                  </a:lnTo>
                  <a:lnTo>
                    <a:pt x="347"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10976;p73">
              <a:extLst>
                <a:ext uri="{FF2B5EF4-FFF2-40B4-BE49-F238E27FC236}">
                  <a16:creationId xmlns:a16="http://schemas.microsoft.com/office/drawing/2014/main" id="{DB04B93F-860E-B44C-C3FF-ED7449D1A6E9}"/>
                </a:ext>
              </a:extLst>
            </p:cNvPr>
            <p:cNvSpPr/>
            <p:nvPr/>
          </p:nvSpPr>
          <p:spPr>
            <a:xfrm>
              <a:off x="-3291225" y="4034575"/>
              <a:ext cx="40975" cy="40200"/>
            </a:xfrm>
            <a:custGeom>
              <a:avLst/>
              <a:gdLst/>
              <a:ahLst/>
              <a:cxnLst/>
              <a:rect l="l" t="t" r="r" b="b"/>
              <a:pathLst>
                <a:path w="1639" h="1608" extrusionOk="0">
                  <a:moveTo>
                    <a:pt x="819" y="1"/>
                  </a:moveTo>
                  <a:lnTo>
                    <a:pt x="0" y="1608"/>
                  </a:lnTo>
                  <a:lnTo>
                    <a:pt x="1639" y="1608"/>
                  </a:lnTo>
                  <a:lnTo>
                    <a:pt x="819"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10977;p73">
              <a:extLst>
                <a:ext uri="{FF2B5EF4-FFF2-40B4-BE49-F238E27FC236}">
                  <a16:creationId xmlns:a16="http://schemas.microsoft.com/office/drawing/2014/main" id="{457A1CD1-D6A0-D4CF-4157-25B3A8F15140}"/>
                </a:ext>
              </a:extLst>
            </p:cNvPr>
            <p:cNvSpPr/>
            <p:nvPr/>
          </p:nvSpPr>
          <p:spPr>
            <a:xfrm>
              <a:off x="-3347950" y="3971575"/>
              <a:ext cx="188275" cy="291450"/>
            </a:xfrm>
            <a:custGeom>
              <a:avLst/>
              <a:gdLst/>
              <a:ahLst/>
              <a:cxnLst/>
              <a:rect l="l" t="t" r="r" b="b"/>
              <a:pathLst>
                <a:path w="7531" h="11658" extrusionOk="0">
                  <a:moveTo>
                    <a:pt x="4491" y="1351"/>
                  </a:moveTo>
                  <a:cubicBezTo>
                    <a:pt x="4609" y="1351"/>
                    <a:pt x="4725" y="1414"/>
                    <a:pt x="4790" y="1544"/>
                  </a:cubicBezTo>
                  <a:lnTo>
                    <a:pt x="6144" y="4285"/>
                  </a:lnTo>
                  <a:cubicBezTo>
                    <a:pt x="6239" y="4569"/>
                    <a:pt x="6081" y="4821"/>
                    <a:pt x="5829" y="4821"/>
                  </a:cubicBezTo>
                  <a:lnTo>
                    <a:pt x="1702" y="4821"/>
                  </a:lnTo>
                  <a:cubicBezTo>
                    <a:pt x="1482" y="4821"/>
                    <a:pt x="1261" y="4537"/>
                    <a:pt x="1387" y="4285"/>
                  </a:cubicBezTo>
                  <a:lnTo>
                    <a:pt x="2773" y="1544"/>
                  </a:lnTo>
                  <a:cubicBezTo>
                    <a:pt x="2836" y="1418"/>
                    <a:pt x="2962" y="1355"/>
                    <a:pt x="3088" y="1355"/>
                  </a:cubicBezTo>
                  <a:cubicBezTo>
                    <a:pt x="3214" y="1355"/>
                    <a:pt x="3340" y="1418"/>
                    <a:pt x="3403" y="1544"/>
                  </a:cubicBezTo>
                  <a:lnTo>
                    <a:pt x="3719" y="2174"/>
                  </a:lnTo>
                  <a:lnTo>
                    <a:pt x="4191" y="1513"/>
                  </a:lnTo>
                  <a:cubicBezTo>
                    <a:pt x="4267" y="1406"/>
                    <a:pt x="4380" y="1351"/>
                    <a:pt x="4491" y="1351"/>
                  </a:cubicBezTo>
                  <a:close/>
                  <a:moveTo>
                    <a:pt x="5136" y="5514"/>
                  </a:moveTo>
                  <a:cubicBezTo>
                    <a:pt x="5609" y="5514"/>
                    <a:pt x="5609" y="6175"/>
                    <a:pt x="5136" y="6175"/>
                  </a:cubicBezTo>
                  <a:lnTo>
                    <a:pt x="2364" y="6175"/>
                  </a:lnTo>
                  <a:cubicBezTo>
                    <a:pt x="1954" y="6175"/>
                    <a:pt x="1891" y="5514"/>
                    <a:pt x="2364" y="5514"/>
                  </a:cubicBezTo>
                  <a:close/>
                  <a:moveTo>
                    <a:pt x="5136" y="6869"/>
                  </a:moveTo>
                  <a:cubicBezTo>
                    <a:pt x="5609" y="6900"/>
                    <a:pt x="5609" y="7562"/>
                    <a:pt x="5136" y="7562"/>
                  </a:cubicBezTo>
                  <a:lnTo>
                    <a:pt x="2364" y="7562"/>
                  </a:lnTo>
                  <a:cubicBezTo>
                    <a:pt x="2175" y="7562"/>
                    <a:pt x="2017" y="7404"/>
                    <a:pt x="2017" y="7215"/>
                  </a:cubicBezTo>
                  <a:cubicBezTo>
                    <a:pt x="2017" y="7026"/>
                    <a:pt x="2175" y="6869"/>
                    <a:pt x="2364" y="6869"/>
                  </a:cubicBezTo>
                  <a:close/>
                  <a:moveTo>
                    <a:pt x="4790" y="8948"/>
                  </a:moveTo>
                  <a:lnTo>
                    <a:pt x="4790" y="10996"/>
                  </a:lnTo>
                  <a:lnTo>
                    <a:pt x="2742" y="10996"/>
                  </a:lnTo>
                  <a:lnTo>
                    <a:pt x="2742" y="8948"/>
                  </a:lnTo>
                  <a:close/>
                  <a:moveTo>
                    <a:pt x="1041" y="1"/>
                  </a:moveTo>
                  <a:cubicBezTo>
                    <a:pt x="505" y="1"/>
                    <a:pt x="1" y="473"/>
                    <a:pt x="1" y="1040"/>
                  </a:cubicBezTo>
                  <a:lnTo>
                    <a:pt x="1" y="7908"/>
                  </a:lnTo>
                  <a:cubicBezTo>
                    <a:pt x="1" y="8475"/>
                    <a:pt x="473" y="8948"/>
                    <a:pt x="1041" y="8948"/>
                  </a:cubicBezTo>
                  <a:lnTo>
                    <a:pt x="2080" y="8948"/>
                  </a:lnTo>
                  <a:lnTo>
                    <a:pt x="2080" y="10996"/>
                  </a:lnTo>
                  <a:lnTo>
                    <a:pt x="1041" y="10996"/>
                  </a:lnTo>
                  <a:cubicBezTo>
                    <a:pt x="600" y="10996"/>
                    <a:pt x="568" y="11657"/>
                    <a:pt x="1041" y="11657"/>
                  </a:cubicBezTo>
                  <a:lnTo>
                    <a:pt x="6522" y="11657"/>
                  </a:lnTo>
                  <a:cubicBezTo>
                    <a:pt x="6711" y="11657"/>
                    <a:pt x="6869" y="11500"/>
                    <a:pt x="6869" y="11311"/>
                  </a:cubicBezTo>
                  <a:cubicBezTo>
                    <a:pt x="6869" y="11122"/>
                    <a:pt x="6711" y="10964"/>
                    <a:pt x="6522" y="10964"/>
                  </a:cubicBezTo>
                  <a:lnTo>
                    <a:pt x="5483" y="10964"/>
                  </a:lnTo>
                  <a:lnTo>
                    <a:pt x="5483" y="8916"/>
                  </a:lnTo>
                  <a:lnTo>
                    <a:pt x="6522" y="8916"/>
                  </a:lnTo>
                  <a:cubicBezTo>
                    <a:pt x="7058" y="8916"/>
                    <a:pt x="7531" y="8444"/>
                    <a:pt x="7531" y="7877"/>
                  </a:cubicBezTo>
                  <a:lnTo>
                    <a:pt x="7531" y="977"/>
                  </a:lnTo>
                  <a:cubicBezTo>
                    <a:pt x="7531" y="442"/>
                    <a:pt x="7058" y="1"/>
                    <a:pt x="652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13" name="Google Shape;10978;p73">
            <a:extLst>
              <a:ext uri="{FF2B5EF4-FFF2-40B4-BE49-F238E27FC236}">
                <a16:creationId xmlns:a16="http://schemas.microsoft.com/office/drawing/2014/main" id="{8656CC10-C58C-8948-E275-660927AF8615}"/>
              </a:ext>
            </a:extLst>
          </p:cNvPr>
          <p:cNvGrpSpPr/>
          <p:nvPr/>
        </p:nvGrpSpPr>
        <p:grpSpPr>
          <a:xfrm>
            <a:off x="16852868" y="7929001"/>
            <a:ext cx="754352" cy="855599"/>
            <a:chOff x="-1575775" y="3238300"/>
            <a:chExt cx="258350" cy="293025"/>
          </a:xfrm>
          <a:solidFill>
            <a:srgbClr val="555559"/>
          </a:solidFill>
        </p:grpSpPr>
        <p:sp>
          <p:nvSpPr>
            <p:cNvPr id="2514" name="Google Shape;10979;p73">
              <a:extLst>
                <a:ext uri="{FF2B5EF4-FFF2-40B4-BE49-F238E27FC236}">
                  <a16:creationId xmlns:a16="http://schemas.microsoft.com/office/drawing/2014/main" id="{B0F4ECF4-852C-69ED-47B1-8B8BE17E7797}"/>
                </a:ext>
              </a:extLst>
            </p:cNvPr>
            <p:cNvSpPr/>
            <p:nvPr/>
          </p:nvSpPr>
          <p:spPr>
            <a:xfrm>
              <a:off x="-1489150" y="3306825"/>
              <a:ext cx="85875" cy="33100"/>
            </a:xfrm>
            <a:custGeom>
              <a:avLst/>
              <a:gdLst/>
              <a:ahLst/>
              <a:cxnLst/>
              <a:rect l="l" t="t" r="r" b="b"/>
              <a:pathLst>
                <a:path w="3435" h="1324" extrusionOk="0">
                  <a:moveTo>
                    <a:pt x="1" y="0"/>
                  </a:moveTo>
                  <a:lnTo>
                    <a:pt x="1702" y="1324"/>
                  </a:lnTo>
                  <a:lnTo>
                    <a:pt x="3435"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10980;p73">
              <a:extLst>
                <a:ext uri="{FF2B5EF4-FFF2-40B4-BE49-F238E27FC236}">
                  <a16:creationId xmlns:a16="http://schemas.microsoft.com/office/drawing/2014/main" id="{0E3543EE-6077-B283-BA13-E8BA98A20334}"/>
                </a:ext>
              </a:extLst>
            </p:cNvPr>
            <p:cNvSpPr/>
            <p:nvPr/>
          </p:nvSpPr>
          <p:spPr>
            <a:xfrm>
              <a:off x="-1506475" y="3316275"/>
              <a:ext cx="46500" cy="67750"/>
            </a:xfrm>
            <a:custGeom>
              <a:avLst/>
              <a:gdLst/>
              <a:ahLst/>
              <a:cxnLst/>
              <a:rect l="l" t="t" r="r" b="b"/>
              <a:pathLst>
                <a:path w="1860" h="2710" extrusionOk="0">
                  <a:moveTo>
                    <a:pt x="1" y="1"/>
                  </a:moveTo>
                  <a:lnTo>
                    <a:pt x="1" y="2710"/>
                  </a:lnTo>
                  <a:lnTo>
                    <a:pt x="1859" y="1324"/>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10981;p73">
              <a:extLst>
                <a:ext uri="{FF2B5EF4-FFF2-40B4-BE49-F238E27FC236}">
                  <a16:creationId xmlns:a16="http://schemas.microsoft.com/office/drawing/2014/main" id="{AF10CC7A-15F4-F52F-9C63-2962735B27CC}"/>
                </a:ext>
              </a:extLst>
            </p:cNvPr>
            <p:cNvSpPr/>
            <p:nvPr/>
          </p:nvSpPr>
          <p:spPr>
            <a:xfrm>
              <a:off x="-1575775" y="3238300"/>
              <a:ext cx="258350" cy="293025"/>
            </a:xfrm>
            <a:custGeom>
              <a:avLst/>
              <a:gdLst/>
              <a:ahLst/>
              <a:cxnLst/>
              <a:rect l="l" t="t" r="r" b="b"/>
              <a:pathLst>
                <a:path w="10334" h="11721" extrusionOk="0">
                  <a:moveTo>
                    <a:pt x="1418" y="694"/>
                  </a:moveTo>
                  <a:lnTo>
                    <a:pt x="1418" y="1387"/>
                  </a:lnTo>
                  <a:lnTo>
                    <a:pt x="756" y="1387"/>
                  </a:lnTo>
                  <a:lnTo>
                    <a:pt x="756" y="694"/>
                  </a:lnTo>
                  <a:close/>
                  <a:moveTo>
                    <a:pt x="9609" y="694"/>
                  </a:moveTo>
                  <a:lnTo>
                    <a:pt x="9609" y="1387"/>
                  </a:lnTo>
                  <a:lnTo>
                    <a:pt x="8947" y="1387"/>
                  </a:lnTo>
                  <a:lnTo>
                    <a:pt x="8947" y="694"/>
                  </a:lnTo>
                  <a:close/>
                  <a:moveTo>
                    <a:pt x="8002" y="2080"/>
                  </a:moveTo>
                  <a:cubicBezTo>
                    <a:pt x="8160" y="2080"/>
                    <a:pt x="8286" y="2206"/>
                    <a:pt x="8317" y="2395"/>
                  </a:cubicBezTo>
                  <a:lnTo>
                    <a:pt x="8317" y="2426"/>
                  </a:lnTo>
                  <a:lnTo>
                    <a:pt x="8317" y="6522"/>
                  </a:lnTo>
                  <a:lnTo>
                    <a:pt x="8254" y="6522"/>
                  </a:lnTo>
                  <a:cubicBezTo>
                    <a:pt x="8191" y="6774"/>
                    <a:pt x="8034" y="6900"/>
                    <a:pt x="7876" y="6900"/>
                  </a:cubicBezTo>
                  <a:lnTo>
                    <a:pt x="2457" y="6900"/>
                  </a:lnTo>
                  <a:cubicBezTo>
                    <a:pt x="2300" y="6900"/>
                    <a:pt x="2142" y="6774"/>
                    <a:pt x="2142" y="6554"/>
                  </a:cubicBezTo>
                  <a:lnTo>
                    <a:pt x="2142" y="6522"/>
                  </a:lnTo>
                  <a:lnTo>
                    <a:pt x="2142" y="2426"/>
                  </a:lnTo>
                  <a:cubicBezTo>
                    <a:pt x="2142" y="2269"/>
                    <a:pt x="2300" y="2080"/>
                    <a:pt x="2489" y="2080"/>
                  </a:cubicBezTo>
                  <a:close/>
                  <a:moveTo>
                    <a:pt x="7215" y="7562"/>
                  </a:moveTo>
                  <a:cubicBezTo>
                    <a:pt x="7687" y="7562"/>
                    <a:pt x="7687" y="8223"/>
                    <a:pt x="7215" y="8223"/>
                  </a:cubicBezTo>
                  <a:lnTo>
                    <a:pt x="3119" y="8223"/>
                  </a:lnTo>
                  <a:cubicBezTo>
                    <a:pt x="2678" y="8223"/>
                    <a:pt x="2646" y="7562"/>
                    <a:pt x="3119" y="7562"/>
                  </a:cubicBezTo>
                  <a:close/>
                  <a:moveTo>
                    <a:pt x="7215" y="8979"/>
                  </a:moveTo>
                  <a:cubicBezTo>
                    <a:pt x="7687" y="8979"/>
                    <a:pt x="7687" y="9641"/>
                    <a:pt x="7215" y="9641"/>
                  </a:cubicBezTo>
                  <a:lnTo>
                    <a:pt x="3119" y="9641"/>
                  </a:lnTo>
                  <a:cubicBezTo>
                    <a:pt x="2678" y="9641"/>
                    <a:pt x="2646" y="8979"/>
                    <a:pt x="3119" y="8979"/>
                  </a:cubicBezTo>
                  <a:close/>
                  <a:moveTo>
                    <a:pt x="1418" y="10366"/>
                  </a:moveTo>
                  <a:lnTo>
                    <a:pt x="1418" y="11027"/>
                  </a:lnTo>
                  <a:lnTo>
                    <a:pt x="756" y="11027"/>
                  </a:lnTo>
                  <a:lnTo>
                    <a:pt x="756" y="10366"/>
                  </a:lnTo>
                  <a:close/>
                  <a:moveTo>
                    <a:pt x="9609" y="10366"/>
                  </a:moveTo>
                  <a:lnTo>
                    <a:pt x="9609" y="11027"/>
                  </a:lnTo>
                  <a:lnTo>
                    <a:pt x="8947" y="11027"/>
                  </a:lnTo>
                  <a:lnTo>
                    <a:pt x="8947" y="10366"/>
                  </a:lnTo>
                  <a:close/>
                  <a:moveTo>
                    <a:pt x="378" y="1"/>
                  </a:moveTo>
                  <a:cubicBezTo>
                    <a:pt x="158" y="1"/>
                    <a:pt x="0" y="158"/>
                    <a:pt x="0" y="347"/>
                  </a:cubicBezTo>
                  <a:lnTo>
                    <a:pt x="0" y="1733"/>
                  </a:lnTo>
                  <a:cubicBezTo>
                    <a:pt x="0" y="1922"/>
                    <a:pt x="158" y="2080"/>
                    <a:pt x="378" y="2080"/>
                  </a:cubicBezTo>
                  <a:lnTo>
                    <a:pt x="725" y="2080"/>
                  </a:lnTo>
                  <a:lnTo>
                    <a:pt x="725" y="9641"/>
                  </a:lnTo>
                  <a:lnTo>
                    <a:pt x="378" y="9641"/>
                  </a:lnTo>
                  <a:cubicBezTo>
                    <a:pt x="158" y="9641"/>
                    <a:pt x="0" y="9799"/>
                    <a:pt x="0" y="9988"/>
                  </a:cubicBezTo>
                  <a:lnTo>
                    <a:pt x="0" y="11374"/>
                  </a:lnTo>
                  <a:cubicBezTo>
                    <a:pt x="0" y="11563"/>
                    <a:pt x="158" y="11720"/>
                    <a:pt x="378" y="11720"/>
                  </a:cubicBezTo>
                  <a:lnTo>
                    <a:pt x="1733" y="11720"/>
                  </a:lnTo>
                  <a:cubicBezTo>
                    <a:pt x="1953" y="11720"/>
                    <a:pt x="2111" y="11563"/>
                    <a:pt x="2111" y="11374"/>
                  </a:cubicBezTo>
                  <a:lnTo>
                    <a:pt x="2111" y="11027"/>
                  </a:lnTo>
                  <a:lnTo>
                    <a:pt x="8254" y="11027"/>
                  </a:lnTo>
                  <a:lnTo>
                    <a:pt x="8254" y="11374"/>
                  </a:lnTo>
                  <a:cubicBezTo>
                    <a:pt x="8254" y="11563"/>
                    <a:pt x="8412" y="11720"/>
                    <a:pt x="8601" y="11720"/>
                  </a:cubicBezTo>
                  <a:lnTo>
                    <a:pt x="9987" y="11720"/>
                  </a:lnTo>
                  <a:cubicBezTo>
                    <a:pt x="10176" y="11720"/>
                    <a:pt x="10334" y="11563"/>
                    <a:pt x="10334" y="11374"/>
                  </a:cubicBezTo>
                  <a:lnTo>
                    <a:pt x="10334" y="9988"/>
                  </a:lnTo>
                  <a:cubicBezTo>
                    <a:pt x="10334" y="9799"/>
                    <a:pt x="10176" y="9641"/>
                    <a:pt x="9987" y="9641"/>
                  </a:cubicBezTo>
                  <a:lnTo>
                    <a:pt x="9609" y="9641"/>
                  </a:lnTo>
                  <a:lnTo>
                    <a:pt x="9609" y="2080"/>
                  </a:lnTo>
                  <a:lnTo>
                    <a:pt x="9987" y="2080"/>
                  </a:lnTo>
                  <a:cubicBezTo>
                    <a:pt x="10176" y="2080"/>
                    <a:pt x="10334" y="1922"/>
                    <a:pt x="10334" y="1733"/>
                  </a:cubicBezTo>
                  <a:lnTo>
                    <a:pt x="10334" y="347"/>
                  </a:lnTo>
                  <a:cubicBezTo>
                    <a:pt x="10334" y="158"/>
                    <a:pt x="10176" y="1"/>
                    <a:pt x="9987" y="1"/>
                  </a:cubicBezTo>
                  <a:lnTo>
                    <a:pt x="8601" y="1"/>
                  </a:lnTo>
                  <a:cubicBezTo>
                    <a:pt x="8412" y="1"/>
                    <a:pt x="8254" y="158"/>
                    <a:pt x="8254" y="347"/>
                  </a:cubicBezTo>
                  <a:lnTo>
                    <a:pt x="8254" y="694"/>
                  </a:lnTo>
                  <a:lnTo>
                    <a:pt x="2111" y="694"/>
                  </a:lnTo>
                  <a:lnTo>
                    <a:pt x="2111" y="347"/>
                  </a:lnTo>
                  <a:cubicBezTo>
                    <a:pt x="2111" y="158"/>
                    <a:pt x="1953" y="1"/>
                    <a:pt x="173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10982;p73">
              <a:extLst>
                <a:ext uri="{FF2B5EF4-FFF2-40B4-BE49-F238E27FC236}">
                  <a16:creationId xmlns:a16="http://schemas.microsoft.com/office/drawing/2014/main" id="{4533675E-A396-C342-29CD-655A8B84A015}"/>
                </a:ext>
              </a:extLst>
            </p:cNvPr>
            <p:cNvSpPr/>
            <p:nvPr/>
          </p:nvSpPr>
          <p:spPr>
            <a:xfrm>
              <a:off x="-1489150" y="3360375"/>
              <a:ext cx="85875" cy="32325"/>
            </a:xfrm>
            <a:custGeom>
              <a:avLst/>
              <a:gdLst/>
              <a:ahLst/>
              <a:cxnLst/>
              <a:rect l="l" t="t" r="r" b="b"/>
              <a:pathLst>
                <a:path w="3435" h="1293" extrusionOk="0">
                  <a:moveTo>
                    <a:pt x="1702" y="1"/>
                  </a:moveTo>
                  <a:lnTo>
                    <a:pt x="1" y="1293"/>
                  </a:lnTo>
                  <a:lnTo>
                    <a:pt x="3435" y="1293"/>
                  </a:lnTo>
                  <a:lnTo>
                    <a:pt x="1702"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10983;p73">
              <a:extLst>
                <a:ext uri="{FF2B5EF4-FFF2-40B4-BE49-F238E27FC236}">
                  <a16:creationId xmlns:a16="http://schemas.microsoft.com/office/drawing/2014/main" id="{A21A6B53-1D2F-AE89-428B-22AB5032819A}"/>
                </a:ext>
              </a:extLst>
            </p:cNvPr>
            <p:cNvSpPr/>
            <p:nvPr/>
          </p:nvSpPr>
          <p:spPr>
            <a:xfrm>
              <a:off x="-1431650" y="3316275"/>
              <a:ext cx="44925" cy="67750"/>
            </a:xfrm>
            <a:custGeom>
              <a:avLst/>
              <a:gdLst/>
              <a:ahLst/>
              <a:cxnLst/>
              <a:rect l="l" t="t" r="r" b="b"/>
              <a:pathLst>
                <a:path w="1797" h="2710" extrusionOk="0">
                  <a:moveTo>
                    <a:pt x="1796" y="1"/>
                  </a:moveTo>
                  <a:lnTo>
                    <a:pt x="0" y="1324"/>
                  </a:lnTo>
                  <a:lnTo>
                    <a:pt x="1796" y="2710"/>
                  </a:lnTo>
                  <a:lnTo>
                    <a:pt x="1796"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19" name="Google Shape;10984;p73">
            <a:extLst>
              <a:ext uri="{FF2B5EF4-FFF2-40B4-BE49-F238E27FC236}">
                <a16:creationId xmlns:a16="http://schemas.microsoft.com/office/drawing/2014/main" id="{86117088-12C3-9899-5F4C-7BA6662DB55F}"/>
              </a:ext>
            </a:extLst>
          </p:cNvPr>
          <p:cNvGrpSpPr/>
          <p:nvPr/>
        </p:nvGrpSpPr>
        <p:grpSpPr>
          <a:xfrm>
            <a:off x="16801078" y="8973043"/>
            <a:ext cx="857935" cy="860124"/>
            <a:chOff x="-1591550" y="3597475"/>
            <a:chExt cx="293825" cy="294575"/>
          </a:xfrm>
          <a:solidFill>
            <a:srgbClr val="555559"/>
          </a:solidFill>
        </p:grpSpPr>
        <p:sp>
          <p:nvSpPr>
            <p:cNvPr id="2520" name="Google Shape;10985;p73">
              <a:extLst>
                <a:ext uri="{FF2B5EF4-FFF2-40B4-BE49-F238E27FC236}">
                  <a16:creationId xmlns:a16="http://schemas.microsoft.com/office/drawing/2014/main" id="{7720C4E4-FE71-8519-B93F-7DD8D485A5B5}"/>
                </a:ext>
              </a:extLst>
            </p:cNvPr>
            <p:cNvSpPr/>
            <p:nvPr/>
          </p:nvSpPr>
          <p:spPr>
            <a:xfrm>
              <a:off x="-1509625" y="3597475"/>
              <a:ext cx="211900" cy="207150"/>
            </a:xfrm>
            <a:custGeom>
              <a:avLst/>
              <a:gdLst/>
              <a:ahLst/>
              <a:cxnLst/>
              <a:rect l="l" t="t" r="r" b="b"/>
              <a:pathLst>
                <a:path w="8476" h="8286" extrusionOk="0">
                  <a:moveTo>
                    <a:pt x="6105" y="1"/>
                  </a:moveTo>
                  <a:cubicBezTo>
                    <a:pt x="6014" y="1"/>
                    <a:pt x="5916" y="39"/>
                    <a:pt x="5829" y="126"/>
                  </a:cubicBezTo>
                  <a:lnTo>
                    <a:pt x="3781" y="2205"/>
                  </a:lnTo>
                  <a:cubicBezTo>
                    <a:pt x="3718" y="2268"/>
                    <a:pt x="3655" y="2363"/>
                    <a:pt x="3655" y="2426"/>
                  </a:cubicBezTo>
                  <a:lnTo>
                    <a:pt x="3655" y="4253"/>
                  </a:lnTo>
                  <a:lnTo>
                    <a:pt x="1544" y="6332"/>
                  </a:lnTo>
                  <a:cubicBezTo>
                    <a:pt x="1400" y="6270"/>
                    <a:pt x="1256" y="6242"/>
                    <a:pt x="1119" y="6242"/>
                  </a:cubicBezTo>
                  <a:cubicBezTo>
                    <a:pt x="835" y="6242"/>
                    <a:pt x="580" y="6362"/>
                    <a:pt x="410" y="6553"/>
                  </a:cubicBezTo>
                  <a:cubicBezTo>
                    <a:pt x="0" y="6931"/>
                    <a:pt x="0" y="7592"/>
                    <a:pt x="410" y="8002"/>
                  </a:cubicBezTo>
                  <a:cubicBezTo>
                    <a:pt x="599" y="8191"/>
                    <a:pt x="859" y="8286"/>
                    <a:pt x="1123" y="8286"/>
                  </a:cubicBezTo>
                  <a:cubicBezTo>
                    <a:pt x="1387" y="8286"/>
                    <a:pt x="1655" y="8191"/>
                    <a:pt x="1859" y="8002"/>
                  </a:cubicBezTo>
                  <a:cubicBezTo>
                    <a:pt x="2174" y="7687"/>
                    <a:pt x="2206" y="7214"/>
                    <a:pt x="2048" y="6868"/>
                  </a:cubicBezTo>
                  <a:lnTo>
                    <a:pt x="4128" y="4757"/>
                  </a:lnTo>
                  <a:lnTo>
                    <a:pt x="5955" y="4757"/>
                  </a:lnTo>
                  <a:cubicBezTo>
                    <a:pt x="6018" y="4757"/>
                    <a:pt x="6144" y="4725"/>
                    <a:pt x="6175" y="4662"/>
                  </a:cubicBezTo>
                  <a:lnTo>
                    <a:pt x="8286" y="2552"/>
                  </a:lnTo>
                  <a:cubicBezTo>
                    <a:pt x="8475" y="2331"/>
                    <a:pt x="8349" y="1985"/>
                    <a:pt x="8034" y="1985"/>
                  </a:cubicBezTo>
                  <a:lnTo>
                    <a:pt x="6428" y="1985"/>
                  </a:lnTo>
                  <a:lnTo>
                    <a:pt x="6428" y="346"/>
                  </a:lnTo>
                  <a:cubicBezTo>
                    <a:pt x="6428" y="140"/>
                    <a:pt x="6278" y="1"/>
                    <a:pt x="610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10986;p73">
              <a:extLst>
                <a:ext uri="{FF2B5EF4-FFF2-40B4-BE49-F238E27FC236}">
                  <a16:creationId xmlns:a16="http://schemas.microsoft.com/office/drawing/2014/main" id="{9E579700-0604-3C22-A13A-EE30859F16D2}"/>
                </a:ext>
              </a:extLst>
            </p:cNvPr>
            <p:cNvSpPr/>
            <p:nvPr/>
          </p:nvSpPr>
          <p:spPr>
            <a:xfrm>
              <a:off x="-1541125" y="3719125"/>
              <a:ext cx="120525" cy="118275"/>
            </a:xfrm>
            <a:custGeom>
              <a:avLst/>
              <a:gdLst/>
              <a:ahLst/>
              <a:cxnLst/>
              <a:rect l="l" t="t" r="r" b="b"/>
              <a:pathLst>
                <a:path w="4821" h="4731" extrusionOk="0">
                  <a:moveTo>
                    <a:pt x="2340" y="1"/>
                  </a:moveTo>
                  <a:cubicBezTo>
                    <a:pt x="1722" y="1"/>
                    <a:pt x="1163" y="241"/>
                    <a:pt x="725" y="679"/>
                  </a:cubicBezTo>
                  <a:cubicBezTo>
                    <a:pt x="284" y="1120"/>
                    <a:pt x="0" y="1750"/>
                    <a:pt x="0" y="2380"/>
                  </a:cubicBezTo>
                  <a:cubicBezTo>
                    <a:pt x="0" y="3943"/>
                    <a:pt x="1211" y="4731"/>
                    <a:pt x="2420" y="4731"/>
                  </a:cubicBezTo>
                  <a:cubicBezTo>
                    <a:pt x="3622" y="4731"/>
                    <a:pt x="4821" y="3951"/>
                    <a:pt x="4821" y="2380"/>
                  </a:cubicBezTo>
                  <a:cubicBezTo>
                    <a:pt x="4821" y="2096"/>
                    <a:pt x="4758" y="1844"/>
                    <a:pt x="4663" y="1592"/>
                  </a:cubicBezTo>
                  <a:lnTo>
                    <a:pt x="4096" y="2159"/>
                  </a:lnTo>
                  <a:cubicBezTo>
                    <a:pt x="4253" y="3199"/>
                    <a:pt x="3434" y="4081"/>
                    <a:pt x="2395" y="4081"/>
                  </a:cubicBezTo>
                  <a:cubicBezTo>
                    <a:pt x="882" y="4081"/>
                    <a:pt x="126" y="2222"/>
                    <a:pt x="1197" y="1151"/>
                  </a:cubicBezTo>
                  <a:cubicBezTo>
                    <a:pt x="1522" y="827"/>
                    <a:pt x="1984" y="665"/>
                    <a:pt x="2428" y="665"/>
                  </a:cubicBezTo>
                  <a:cubicBezTo>
                    <a:pt x="2501" y="665"/>
                    <a:pt x="2575" y="670"/>
                    <a:pt x="2647" y="679"/>
                  </a:cubicBezTo>
                  <a:lnTo>
                    <a:pt x="3182" y="143"/>
                  </a:lnTo>
                  <a:cubicBezTo>
                    <a:pt x="2894" y="47"/>
                    <a:pt x="2611" y="1"/>
                    <a:pt x="234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10987;p73">
              <a:extLst>
                <a:ext uri="{FF2B5EF4-FFF2-40B4-BE49-F238E27FC236}">
                  <a16:creationId xmlns:a16="http://schemas.microsoft.com/office/drawing/2014/main" id="{9A2B1178-32F6-4A7D-89A2-4E4BD7231FF2}"/>
                </a:ext>
              </a:extLst>
            </p:cNvPr>
            <p:cNvSpPr/>
            <p:nvPr/>
          </p:nvSpPr>
          <p:spPr>
            <a:xfrm>
              <a:off x="-1591550" y="3668825"/>
              <a:ext cx="222925" cy="223225"/>
            </a:xfrm>
            <a:custGeom>
              <a:avLst/>
              <a:gdLst/>
              <a:ahLst/>
              <a:cxnLst/>
              <a:rect l="l" t="t" r="r" b="b"/>
              <a:pathLst>
                <a:path w="8917" h="8929" extrusionOk="0">
                  <a:moveTo>
                    <a:pt x="4475" y="1"/>
                  </a:moveTo>
                  <a:cubicBezTo>
                    <a:pt x="3329" y="1"/>
                    <a:pt x="2187" y="454"/>
                    <a:pt x="1324" y="1336"/>
                  </a:cubicBezTo>
                  <a:cubicBezTo>
                    <a:pt x="474" y="2155"/>
                    <a:pt x="1" y="3289"/>
                    <a:pt x="1" y="4486"/>
                  </a:cubicBezTo>
                  <a:cubicBezTo>
                    <a:pt x="1" y="6912"/>
                    <a:pt x="2017" y="8929"/>
                    <a:pt x="4475" y="8929"/>
                  </a:cubicBezTo>
                  <a:cubicBezTo>
                    <a:pt x="6901" y="8929"/>
                    <a:pt x="8917" y="6912"/>
                    <a:pt x="8917" y="4486"/>
                  </a:cubicBezTo>
                  <a:cubicBezTo>
                    <a:pt x="8917" y="3604"/>
                    <a:pt x="8696" y="2817"/>
                    <a:pt x="8255" y="2124"/>
                  </a:cubicBezTo>
                  <a:cubicBezTo>
                    <a:pt x="8098" y="2218"/>
                    <a:pt x="7342" y="2943"/>
                    <a:pt x="7184" y="3100"/>
                  </a:cubicBezTo>
                  <a:cubicBezTo>
                    <a:pt x="8161" y="5148"/>
                    <a:pt x="6680" y="7511"/>
                    <a:pt x="4412" y="7511"/>
                  </a:cubicBezTo>
                  <a:cubicBezTo>
                    <a:pt x="1702" y="7511"/>
                    <a:pt x="316" y="4203"/>
                    <a:pt x="2269" y="2281"/>
                  </a:cubicBezTo>
                  <a:cubicBezTo>
                    <a:pt x="2869" y="1681"/>
                    <a:pt x="3659" y="1373"/>
                    <a:pt x="4447" y="1373"/>
                  </a:cubicBezTo>
                  <a:cubicBezTo>
                    <a:pt x="4900" y="1373"/>
                    <a:pt x="5352" y="1475"/>
                    <a:pt x="5766" y="1682"/>
                  </a:cubicBezTo>
                  <a:cubicBezTo>
                    <a:pt x="5924" y="1525"/>
                    <a:pt x="6617" y="800"/>
                    <a:pt x="6838" y="706"/>
                  </a:cubicBezTo>
                  <a:cubicBezTo>
                    <a:pt x="6115" y="233"/>
                    <a:pt x="5294" y="1"/>
                    <a:pt x="447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23" name="Google Shape;10988;p73">
            <a:extLst>
              <a:ext uri="{FF2B5EF4-FFF2-40B4-BE49-F238E27FC236}">
                <a16:creationId xmlns:a16="http://schemas.microsoft.com/office/drawing/2014/main" id="{BA211338-05E5-4AF1-45AE-BFD2A636DC21}"/>
              </a:ext>
            </a:extLst>
          </p:cNvPr>
          <p:cNvGrpSpPr/>
          <p:nvPr/>
        </p:nvGrpSpPr>
        <p:grpSpPr>
          <a:xfrm>
            <a:off x="16826375" y="10116921"/>
            <a:ext cx="855599" cy="809610"/>
            <a:chOff x="-1592325" y="3957400"/>
            <a:chExt cx="293025" cy="277275"/>
          </a:xfrm>
          <a:solidFill>
            <a:srgbClr val="555559"/>
          </a:solidFill>
        </p:grpSpPr>
        <p:sp>
          <p:nvSpPr>
            <p:cNvPr id="2524" name="Google Shape;10989;p73">
              <a:extLst>
                <a:ext uri="{FF2B5EF4-FFF2-40B4-BE49-F238E27FC236}">
                  <a16:creationId xmlns:a16="http://schemas.microsoft.com/office/drawing/2014/main" id="{3A7136E3-8554-F7D1-94E9-506C0ABF1F9C}"/>
                </a:ext>
              </a:extLst>
            </p:cNvPr>
            <p:cNvSpPr/>
            <p:nvPr/>
          </p:nvSpPr>
          <p:spPr>
            <a:xfrm>
              <a:off x="-1591550" y="3957400"/>
              <a:ext cx="292250" cy="68550"/>
            </a:xfrm>
            <a:custGeom>
              <a:avLst/>
              <a:gdLst/>
              <a:ahLst/>
              <a:cxnLst/>
              <a:rect l="l" t="t" r="r" b="b"/>
              <a:pathLst>
                <a:path w="11690" h="2742" extrusionOk="0">
                  <a:moveTo>
                    <a:pt x="9894" y="1355"/>
                  </a:moveTo>
                  <a:cubicBezTo>
                    <a:pt x="10335" y="1355"/>
                    <a:pt x="10366" y="2017"/>
                    <a:pt x="9894" y="2017"/>
                  </a:cubicBezTo>
                  <a:lnTo>
                    <a:pt x="5798" y="2017"/>
                  </a:lnTo>
                  <a:cubicBezTo>
                    <a:pt x="5778" y="2019"/>
                    <a:pt x="5759" y="2021"/>
                    <a:pt x="5741" y="2021"/>
                  </a:cubicBezTo>
                  <a:cubicBezTo>
                    <a:pt x="5326" y="2021"/>
                    <a:pt x="5345" y="1355"/>
                    <a:pt x="5798" y="1355"/>
                  </a:cubicBezTo>
                  <a:close/>
                  <a:moveTo>
                    <a:pt x="1671" y="1355"/>
                  </a:moveTo>
                  <a:cubicBezTo>
                    <a:pt x="1860" y="1355"/>
                    <a:pt x="2017" y="1513"/>
                    <a:pt x="2017" y="1702"/>
                  </a:cubicBezTo>
                  <a:cubicBezTo>
                    <a:pt x="2017" y="1891"/>
                    <a:pt x="1860" y="2048"/>
                    <a:pt x="1671" y="2048"/>
                  </a:cubicBezTo>
                  <a:cubicBezTo>
                    <a:pt x="1482" y="2048"/>
                    <a:pt x="1324" y="1891"/>
                    <a:pt x="1324" y="1702"/>
                  </a:cubicBezTo>
                  <a:cubicBezTo>
                    <a:pt x="1356" y="1513"/>
                    <a:pt x="1513" y="1355"/>
                    <a:pt x="1671" y="1355"/>
                  </a:cubicBezTo>
                  <a:close/>
                  <a:moveTo>
                    <a:pt x="3057" y="1355"/>
                  </a:moveTo>
                  <a:cubicBezTo>
                    <a:pt x="3246" y="1355"/>
                    <a:pt x="3404" y="1513"/>
                    <a:pt x="3404" y="1702"/>
                  </a:cubicBezTo>
                  <a:cubicBezTo>
                    <a:pt x="3404" y="1891"/>
                    <a:pt x="3246" y="2048"/>
                    <a:pt x="3057" y="2048"/>
                  </a:cubicBezTo>
                  <a:cubicBezTo>
                    <a:pt x="2836" y="2048"/>
                    <a:pt x="2679" y="1891"/>
                    <a:pt x="2679" y="1702"/>
                  </a:cubicBezTo>
                  <a:cubicBezTo>
                    <a:pt x="2679" y="1513"/>
                    <a:pt x="2836" y="1355"/>
                    <a:pt x="3057" y="1355"/>
                  </a:cubicBezTo>
                  <a:close/>
                  <a:moveTo>
                    <a:pt x="4412" y="1355"/>
                  </a:moveTo>
                  <a:cubicBezTo>
                    <a:pt x="4632" y="1355"/>
                    <a:pt x="4790" y="1513"/>
                    <a:pt x="4790" y="1702"/>
                  </a:cubicBezTo>
                  <a:cubicBezTo>
                    <a:pt x="4790" y="1891"/>
                    <a:pt x="4632" y="2048"/>
                    <a:pt x="4412" y="2048"/>
                  </a:cubicBezTo>
                  <a:cubicBezTo>
                    <a:pt x="4223" y="2048"/>
                    <a:pt x="4065" y="1891"/>
                    <a:pt x="4065" y="1702"/>
                  </a:cubicBezTo>
                  <a:cubicBezTo>
                    <a:pt x="4065" y="1513"/>
                    <a:pt x="4223" y="1355"/>
                    <a:pt x="4412" y="1355"/>
                  </a:cubicBezTo>
                  <a:close/>
                  <a:moveTo>
                    <a:pt x="1041" y="0"/>
                  </a:moveTo>
                  <a:cubicBezTo>
                    <a:pt x="474" y="0"/>
                    <a:pt x="1" y="473"/>
                    <a:pt x="1" y="1040"/>
                  </a:cubicBezTo>
                  <a:lnTo>
                    <a:pt x="1" y="2741"/>
                  </a:lnTo>
                  <a:lnTo>
                    <a:pt x="11689" y="2741"/>
                  </a:lnTo>
                  <a:lnTo>
                    <a:pt x="11689" y="1040"/>
                  </a:lnTo>
                  <a:cubicBezTo>
                    <a:pt x="11689" y="505"/>
                    <a:pt x="11154" y="0"/>
                    <a:pt x="1061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5" name="Google Shape;10990;p73">
              <a:extLst>
                <a:ext uri="{FF2B5EF4-FFF2-40B4-BE49-F238E27FC236}">
                  <a16:creationId xmlns:a16="http://schemas.microsoft.com/office/drawing/2014/main" id="{20C26101-0AB3-5B7D-52F2-DED4D62FA2F3}"/>
                </a:ext>
              </a:extLst>
            </p:cNvPr>
            <p:cNvSpPr/>
            <p:nvPr/>
          </p:nvSpPr>
          <p:spPr>
            <a:xfrm>
              <a:off x="-1592325" y="4043250"/>
              <a:ext cx="291450" cy="171725"/>
            </a:xfrm>
            <a:custGeom>
              <a:avLst/>
              <a:gdLst/>
              <a:ahLst/>
              <a:cxnLst/>
              <a:rect l="l" t="t" r="r" b="b"/>
              <a:pathLst>
                <a:path w="11658" h="6869" extrusionOk="0">
                  <a:moveTo>
                    <a:pt x="0" y="0"/>
                  </a:moveTo>
                  <a:lnTo>
                    <a:pt x="0" y="5829"/>
                  </a:lnTo>
                  <a:cubicBezTo>
                    <a:pt x="0" y="6396"/>
                    <a:pt x="473" y="6869"/>
                    <a:pt x="1040" y="6869"/>
                  </a:cubicBezTo>
                  <a:lnTo>
                    <a:pt x="2867" y="6869"/>
                  </a:lnTo>
                  <a:lnTo>
                    <a:pt x="2647" y="6616"/>
                  </a:lnTo>
                  <a:cubicBezTo>
                    <a:pt x="2521" y="6522"/>
                    <a:pt x="2521" y="6270"/>
                    <a:pt x="2647" y="6144"/>
                  </a:cubicBezTo>
                  <a:lnTo>
                    <a:pt x="2993" y="5797"/>
                  </a:lnTo>
                  <a:cubicBezTo>
                    <a:pt x="2962" y="5734"/>
                    <a:pt x="2930" y="5608"/>
                    <a:pt x="2867" y="5482"/>
                  </a:cubicBezTo>
                  <a:lnTo>
                    <a:pt x="2363" y="5482"/>
                  </a:lnTo>
                  <a:cubicBezTo>
                    <a:pt x="2174" y="5482"/>
                    <a:pt x="2017" y="5325"/>
                    <a:pt x="2017" y="5136"/>
                  </a:cubicBezTo>
                  <a:lnTo>
                    <a:pt x="2017" y="3750"/>
                  </a:lnTo>
                  <a:cubicBezTo>
                    <a:pt x="2017" y="3561"/>
                    <a:pt x="2174" y="3403"/>
                    <a:pt x="2363" y="3403"/>
                  </a:cubicBezTo>
                  <a:lnTo>
                    <a:pt x="2867" y="3403"/>
                  </a:lnTo>
                  <a:cubicBezTo>
                    <a:pt x="2930" y="3277"/>
                    <a:pt x="2962" y="3214"/>
                    <a:pt x="2993" y="3088"/>
                  </a:cubicBezTo>
                  <a:lnTo>
                    <a:pt x="2647" y="2741"/>
                  </a:lnTo>
                  <a:cubicBezTo>
                    <a:pt x="2521" y="2615"/>
                    <a:pt x="2521" y="2363"/>
                    <a:pt x="2647" y="2269"/>
                  </a:cubicBezTo>
                  <a:lnTo>
                    <a:pt x="3624" y="1261"/>
                  </a:lnTo>
                  <a:cubicBezTo>
                    <a:pt x="3687" y="1213"/>
                    <a:pt x="3773" y="1190"/>
                    <a:pt x="3860" y="1190"/>
                  </a:cubicBezTo>
                  <a:cubicBezTo>
                    <a:pt x="3946" y="1190"/>
                    <a:pt x="4033" y="1213"/>
                    <a:pt x="4096" y="1261"/>
                  </a:cubicBezTo>
                  <a:lnTo>
                    <a:pt x="4443" y="1639"/>
                  </a:lnTo>
                  <a:cubicBezTo>
                    <a:pt x="4537" y="1576"/>
                    <a:pt x="4663" y="1544"/>
                    <a:pt x="4758" y="1513"/>
                  </a:cubicBezTo>
                  <a:lnTo>
                    <a:pt x="4758" y="1009"/>
                  </a:lnTo>
                  <a:cubicBezTo>
                    <a:pt x="4758" y="788"/>
                    <a:pt x="4915" y="631"/>
                    <a:pt x="5136" y="631"/>
                  </a:cubicBezTo>
                  <a:lnTo>
                    <a:pt x="6490" y="631"/>
                  </a:lnTo>
                  <a:cubicBezTo>
                    <a:pt x="6711" y="631"/>
                    <a:pt x="6869" y="788"/>
                    <a:pt x="6869" y="1009"/>
                  </a:cubicBezTo>
                  <a:lnTo>
                    <a:pt x="6869" y="1513"/>
                  </a:lnTo>
                  <a:cubicBezTo>
                    <a:pt x="6963" y="1544"/>
                    <a:pt x="7058" y="1576"/>
                    <a:pt x="7184" y="1639"/>
                  </a:cubicBezTo>
                  <a:lnTo>
                    <a:pt x="7530" y="1261"/>
                  </a:lnTo>
                  <a:cubicBezTo>
                    <a:pt x="7593" y="1213"/>
                    <a:pt x="7680" y="1190"/>
                    <a:pt x="7766" y="1190"/>
                  </a:cubicBezTo>
                  <a:cubicBezTo>
                    <a:pt x="7853" y="1190"/>
                    <a:pt x="7940" y="1213"/>
                    <a:pt x="8003" y="1261"/>
                  </a:cubicBezTo>
                  <a:lnTo>
                    <a:pt x="8979" y="2269"/>
                  </a:lnTo>
                  <a:cubicBezTo>
                    <a:pt x="9105" y="2363"/>
                    <a:pt x="9105" y="2615"/>
                    <a:pt x="8979" y="2741"/>
                  </a:cubicBezTo>
                  <a:lnTo>
                    <a:pt x="8633" y="3088"/>
                  </a:lnTo>
                  <a:cubicBezTo>
                    <a:pt x="8664" y="3151"/>
                    <a:pt x="8696" y="3277"/>
                    <a:pt x="8759" y="3403"/>
                  </a:cubicBezTo>
                  <a:lnTo>
                    <a:pt x="9263" y="3403"/>
                  </a:lnTo>
                  <a:cubicBezTo>
                    <a:pt x="9452" y="3403"/>
                    <a:pt x="9609" y="3561"/>
                    <a:pt x="9609" y="3750"/>
                  </a:cubicBezTo>
                  <a:lnTo>
                    <a:pt x="9609" y="5136"/>
                  </a:lnTo>
                  <a:cubicBezTo>
                    <a:pt x="9609" y="5325"/>
                    <a:pt x="9452" y="5482"/>
                    <a:pt x="9263" y="5482"/>
                  </a:cubicBezTo>
                  <a:lnTo>
                    <a:pt x="8759" y="5482"/>
                  </a:lnTo>
                  <a:cubicBezTo>
                    <a:pt x="8727" y="5608"/>
                    <a:pt x="8664" y="5671"/>
                    <a:pt x="8633" y="5797"/>
                  </a:cubicBezTo>
                  <a:lnTo>
                    <a:pt x="8979" y="6144"/>
                  </a:lnTo>
                  <a:cubicBezTo>
                    <a:pt x="9105" y="6270"/>
                    <a:pt x="9105" y="6522"/>
                    <a:pt x="8979" y="6616"/>
                  </a:cubicBezTo>
                  <a:lnTo>
                    <a:pt x="8759" y="6869"/>
                  </a:lnTo>
                  <a:lnTo>
                    <a:pt x="10586" y="6869"/>
                  </a:lnTo>
                  <a:cubicBezTo>
                    <a:pt x="11153" y="6869"/>
                    <a:pt x="11657" y="6396"/>
                    <a:pt x="11657" y="5829"/>
                  </a:cubicBezTo>
                  <a:lnTo>
                    <a:pt x="11657"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10991;p73">
              <a:extLst>
                <a:ext uri="{FF2B5EF4-FFF2-40B4-BE49-F238E27FC236}">
                  <a16:creationId xmlns:a16="http://schemas.microsoft.com/office/drawing/2014/main" id="{285C15BE-9DB1-CF63-83A3-2A6442B0D715}"/>
                </a:ext>
              </a:extLst>
            </p:cNvPr>
            <p:cNvSpPr/>
            <p:nvPr/>
          </p:nvSpPr>
          <p:spPr>
            <a:xfrm>
              <a:off x="-1471825" y="4129100"/>
              <a:ext cx="51225" cy="51225"/>
            </a:xfrm>
            <a:custGeom>
              <a:avLst/>
              <a:gdLst/>
              <a:ahLst/>
              <a:cxnLst/>
              <a:rect l="l" t="t" r="r" b="b"/>
              <a:pathLst>
                <a:path w="2049" h="2049" extrusionOk="0">
                  <a:moveTo>
                    <a:pt x="1009" y="1"/>
                  </a:moveTo>
                  <a:cubicBezTo>
                    <a:pt x="442" y="1"/>
                    <a:pt x="1" y="473"/>
                    <a:pt x="1" y="1009"/>
                  </a:cubicBezTo>
                  <a:cubicBezTo>
                    <a:pt x="1" y="1576"/>
                    <a:pt x="442" y="2048"/>
                    <a:pt x="1009" y="2048"/>
                  </a:cubicBezTo>
                  <a:cubicBezTo>
                    <a:pt x="1576" y="2048"/>
                    <a:pt x="2049" y="1576"/>
                    <a:pt x="2049" y="1009"/>
                  </a:cubicBezTo>
                  <a:cubicBezTo>
                    <a:pt x="2049" y="473"/>
                    <a:pt x="1576" y="1"/>
                    <a:pt x="100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10992;p73">
              <a:extLst>
                <a:ext uri="{FF2B5EF4-FFF2-40B4-BE49-F238E27FC236}">
                  <a16:creationId xmlns:a16="http://schemas.microsoft.com/office/drawing/2014/main" id="{D8A99A7D-DB76-4D1E-0CC2-B63F9C08DAEC}"/>
                </a:ext>
              </a:extLst>
            </p:cNvPr>
            <p:cNvSpPr/>
            <p:nvPr/>
          </p:nvSpPr>
          <p:spPr>
            <a:xfrm>
              <a:off x="-1526175" y="4077900"/>
              <a:ext cx="156775" cy="156775"/>
            </a:xfrm>
            <a:custGeom>
              <a:avLst/>
              <a:gdLst/>
              <a:ahLst/>
              <a:cxnLst/>
              <a:rect l="l" t="t" r="r" b="b"/>
              <a:pathLst>
                <a:path w="6271" h="6271" extrusionOk="0">
                  <a:moveTo>
                    <a:pt x="3183" y="1418"/>
                  </a:moveTo>
                  <a:cubicBezTo>
                    <a:pt x="4128" y="1418"/>
                    <a:pt x="4884" y="2175"/>
                    <a:pt x="4884" y="3120"/>
                  </a:cubicBezTo>
                  <a:cubicBezTo>
                    <a:pt x="4884" y="4033"/>
                    <a:pt x="4128" y="4821"/>
                    <a:pt x="3183" y="4821"/>
                  </a:cubicBezTo>
                  <a:cubicBezTo>
                    <a:pt x="2238" y="4821"/>
                    <a:pt x="1482" y="4065"/>
                    <a:pt x="1482" y="3120"/>
                  </a:cubicBezTo>
                  <a:cubicBezTo>
                    <a:pt x="1482" y="2175"/>
                    <a:pt x="2238" y="1418"/>
                    <a:pt x="3183" y="1418"/>
                  </a:cubicBezTo>
                  <a:close/>
                  <a:moveTo>
                    <a:pt x="2805" y="1"/>
                  </a:moveTo>
                  <a:lnTo>
                    <a:pt x="2805" y="442"/>
                  </a:lnTo>
                  <a:cubicBezTo>
                    <a:pt x="2805" y="599"/>
                    <a:pt x="2679" y="725"/>
                    <a:pt x="2521" y="757"/>
                  </a:cubicBezTo>
                  <a:cubicBezTo>
                    <a:pt x="2332" y="788"/>
                    <a:pt x="2080" y="914"/>
                    <a:pt x="1891" y="1040"/>
                  </a:cubicBezTo>
                  <a:cubicBezTo>
                    <a:pt x="1847" y="1063"/>
                    <a:pt x="1794" y="1073"/>
                    <a:pt x="1739" y="1073"/>
                  </a:cubicBezTo>
                  <a:cubicBezTo>
                    <a:pt x="1639" y="1073"/>
                    <a:pt x="1531" y="1038"/>
                    <a:pt x="1450" y="977"/>
                  </a:cubicBezTo>
                  <a:lnTo>
                    <a:pt x="1135" y="662"/>
                  </a:lnTo>
                  <a:lnTo>
                    <a:pt x="662" y="1135"/>
                  </a:lnTo>
                  <a:lnTo>
                    <a:pt x="978" y="1450"/>
                  </a:lnTo>
                  <a:cubicBezTo>
                    <a:pt x="1104" y="1576"/>
                    <a:pt x="1104" y="1733"/>
                    <a:pt x="1041" y="1891"/>
                  </a:cubicBezTo>
                  <a:cubicBezTo>
                    <a:pt x="915" y="2080"/>
                    <a:pt x="820" y="2301"/>
                    <a:pt x="757" y="2521"/>
                  </a:cubicBezTo>
                  <a:cubicBezTo>
                    <a:pt x="726" y="2679"/>
                    <a:pt x="599" y="2805"/>
                    <a:pt x="442" y="2805"/>
                  </a:cubicBezTo>
                  <a:lnTo>
                    <a:pt x="1" y="2805"/>
                  </a:lnTo>
                  <a:lnTo>
                    <a:pt x="1" y="3466"/>
                  </a:lnTo>
                  <a:lnTo>
                    <a:pt x="442" y="3466"/>
                  </a:lnTo>
                  <a:cubicBezTo>
                    <a:pt x="599" y="3466"/>
                    <a:pt x="726" y="3592"/>
                    <a:pt x="757" y="3750"/>
                  </a:cubicBezTo>
                  <a:cubicBezTo>
                    <a:pt x="789" y="3939"/>
                    <a:pt x="915" y="4191"/>
                    <a:pt x="1041" y="4380"/>
                  </a:cubicBezTo>
                  <a:cubicBezTo>
                    <a:pt x="1104" y="4506"/>
                    <a:pt x="1072" y="4695"/>
                    <a:pt x="978" y="4821"/>
                  </a:cubicBezTo>
                  <a:lnTo>
                    <a:pt x="662" y="5136"/>
                  </a:lnTo>
                  <a:lnTo>
                    <a:pt x="1135" y="5609"/>
                  </a:lnTo>
                  <a:lnTo>
                    <a:pt x="1450" y="5294"/>
                  </a:lnTo>
                  <a:cubicBezTo>
                    <a:pt x="1524" y="5220"/>
                    <a:pt x="1609" y="5189"/>
                    <a:pt x="1698" y="5189"/>
                  </a:cubicBezTo>
                  <a:cubicBezTo>
                    <a:pt x="1761" y="5189"/>
                    <a:pt x="1826" y="5204"/>
                    <a:pt x="1891" y="5230"/>
                  </a:cubicBezTo>
                  <a:cubicBezTo>
                    <a:pt x="2080" y="5357"/>
                    <a:pt x="2301" y="5451"/>
                    <a:pt x="2521" y="5514"/>
                  </a:cubicBezTo>
                  <a:cubicBezTo>
                    <a:pt x="2679" y="5546"/>
                    <a:pt x="2805" y="5672"/>
                    <a:pt x="2805" y="5829"/>
                  </a:cubicBezTo>
                  <a:lnTo>
                    <a:pt x="2805" y="6270"/>
                  </a:lnTo>
                  <a:lnTo>
                    <a:pt x="3466" y="6270"/>
                  </a:lnTo>
                  <a:lnTo>
                    <a:pt x="3466" y="5829"/>
                  </a:lnTo>
                  <a:cubicBezTo>
                    <a:pt x="3466" y="5672"/>
                    <a:pt x="3592" y="5546"/>
                    <a:pt x="3750" y="5514"/>
                  </a:cubicBezTo>
                  <a:cubicBezTo>
                    <a:pt x="3939" y="5483"/>
                    <a:pt x="4160" y="5357"/>
                    <a:pt x="4380" y="5230"/>
                  </a:cubicBezTo>
                  <a:cubicBezTo>
                    <a:pt x="4414" y="5208"/>
                    <a:pt x="4463" y="5198"/>
                    <a:pt x="4517" y="5198"/>
                  </a:cubicBezTo>
                  <a:cubicBezTo>
                    <a:pt x="4615" y="5198"/>
                    <a:pt x="4729" y="5232"/>
                    <a:pt x="4790" y="5294"/>
                  </a:cubicBezTo>
                  <a:lnTo>
                    <a:pt x="5105" y="5609"/>
                  </a:lnTo>
                  <a:lnTo>
                    <a:pt x="5577" y="5136"/>
                  </a:lnTo>
                  <a:lnTo>
                    <a:pt x="5262" y="4821"/>
                  </a:lnTo>
                  <a:cubicBezTo>
                    <a:pt x="5168" y="4695"/>
                    <a:pt x="5168" y="4537"/>
                    <a:pt x="5231" y="4380"/>
                  </a:cubicBezTo>
                  <a:cubicBezTo>
                    <a:pt x="5357" y="4191"/>
                    <a:pt x="5420" y="3970"/>
                    <a:pt x="5514" y="3750"/>
                  </a:cubicBezTo>
                  <a:cubicBezTo>
                    <a:pt x="5546" y="3592"/>
                    <a:pt x="5672" y="3466"/>
                    <a:pt x="5829" y="3466"/>
                  </a:cubicBezTo>
                  <a:lnTo>
                    <a:pt x="6270" y="3466"/>
                  </a:lnTo>
                  <a:lnTo>
                    <a:pt x="6270" y="2773"/>
                  </a:lnTo>
                  <a:lnTo>
                    <a:pt x="5829" y="2773"/>
                  </a:lnTo>
                  <a:cubicBezTo>
                    <a:pt x="5672" y="2773"/>
                    <a:pt x="5546" y="2647"/>
                    <a:pt x="5514" y="2490"/>
                  </a:cubicBezTo>
                  <a:cubicBezTo>
                    <a:pt x="5483" y="2301"/>
                    <a:pt x="5357" y="2049"/>
                    <a:pt x="5231" y="1859"/>
                  </a:cubicBezTo>
                  <a:cubicBezTo>
                    <a:pt x="5168" y="1733"/>
                    <a:pt x="5199" y="1544"/>
                    <a:pt x="5262" y="1418"/>
                  </a:cubicBezTo>
                  <a:lnTo>
                    <a:pt x="5577" y="1103"/>
                  </a:lnTo>
                  <a:lnTo>
                    <a:pt x="5105" y="631"/>
                  </a:lnTo>
                  <a:lnTo>
                    <a:pt x="4790" y="946"/>
                  </a:lnTo>
                  <a:cubicBezTo>
                    <a:pt x="4739" y="1013"/>
                    <a:pt x="4670" y="1045"/>
                    <a:pt x="4593" y="1045"/>
                  </a:cubicBezTo>
                  <a:cubicBezTo>
                    <a:pt x="4526" y="1045"/>
                    <a:pt x="4453" y="1021"/>
                    <a:pt x="4380" y="977"/>
                  </a:cubicBezTo>
                  <a:cubicBezTo>
                    <a:pt x="4160" y="883"/>
                    <a:pt x="3971" y="788"/>
                    <a:pt x="3750" y="725"/>
                  </a:cubicBezTo>
                  <a:cubicBezTo>
                    <a:pt x="3592" y="662"/>
                    <a:pt x="3466" y="568"/>
                    <a:pt x="3466" y="410"/>
                  </a:cubicBezTo>
                  <a:lnTo>
                    <a:pt x="3466"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28" name="Google Shape;10993;p73">
            <a:extLst>
              <a:ext uri="{FF2B5EF4-FFF2-40B4-BE49-F238E27FC236}">
                <a16:creationId xmlns:a16="http://schemas.microsoft.com/office/drawing/2014/main" id="{0A1CF197-05F5-7B8A-B064-02B0D227170E}"/>
              </a:ext>
            </a:extLst>
          </p:cNvPr>
          <p:cNvGrpSpPr/>
          <p:nvPr/>
        </p:nvGrpSpPr>
        <p:grpSpPr>
          <a:xfrm>
            <a:off x="19071799" y="8976474"/>
            <a:ext cx="749753" cy="853263"/>
            <a:chOff x="-778700" y="3612425"/>
            <a:chExt cx="256775" cy="292225"/>
          </a:xfrm>
          <a:solidFill>
            <a:srgbClr val="555559"/>
          </a:solidFill>
        </p:grpSpPr>
        <p:sp>
          <p:nvSpPr>
            <p:cNvPr id="2529" name="Google Shape;10994;p73">
              <a:extLst>
                <a:ext uri="{FF2B5EF4-FFF2-40B4-BE49-F238E27FC236}">
                  <a16:creationId xmlns:a16="http://schemas.microsoft.com/office/drawing/2014/main" id="{99DD8AEC-29B1-061B-ED9C-FCD2CEBDBDE0}"/>
                </a:ext>
              </a:extLst>
            </p:cNvPr>
            <p:cNvSpPr/>
            <p:nvPr/>
          </p:nvSpPr>
          <p:spPr>
            <a:xfrm>
              <a:off x="-692850" y="369905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10995;p73">
              <a:extLst>
                <a:ext uri="{FF2B5EF4-FFF2-40B4-BE49-F238E27FC236}">
                  <a16:creationId xmlns:a16="http://schemas.microsoft.com/office/drawing/2014/main" id="{32A46A1B-F0EA-B27F-F22D-FCFF23032350}"/>
                </a:ext>
              </a:extLst>
            </p:cNvPr>
            <p:cNvSpPr/>
            <p:nvPr/>
          </p:nvSpPr>
          <p:spPr>
            <a:xfrm>
              <a:off x="-777925" y="3612425"/>
              <a:ext cx="204800" cy="34675"/>
            </a:xfrm>
            <a:custGeom>
              <a:avLst/>
              <a:gdLst/>
              <a:ahLst/>
              <a:cxnLst/>
              <a:rect l="l" t="t" r="r" b="b"/>
              <a:pathLst>
                <a:path w="8192" h="1387" extrusionOk="0">
                  <a:moveTo>
                    <a:pt x="1009" y="0"/>
                  </a:moveTo>
                  <a:cubicBezTo>
                    <a:pt x="473" y="0"/>
                    <a:pt x="1" y="473"/>
                    <a:pt x="1" y="1009"/>
                  </a:cubicBezTo>
                  <a:lnTo>
                    <a:pt x="1" y="1387"/>
                  </a:lnTo>
                  <a:lnTo>
                    <a:pt x="8192" y="1387"/>
                  </a:lnTo>
                  <a:lnTo>
                    <a:pt x="8192" y="1009"/>
                  </a:lnTo>
                  <a:cubicBezTo>
                    <a:pt x="8192" y="473"/>
                    <a:pt x="7719" y="0"/>
                    <a:pt x="715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1" name="Google Shape;10996;p73">
              <a:extLst>
                <a:ext uri="{FF2B5EF4-FFF2-40B4-BE49-F238E27FC236}">
                  <a16:creationId xmlns:a16="http://schemas.microsoft.com/office/drawing/2014/main" id="{39DE2D83-39D3-4022-B728-3A84F66852CF}"/>
                </a:ext>
              </a:extLst>
            </p:cNvPr>
            <p:cNvSpPr/>
            <p:nvPr/>
          </p:nvSpPr>
          <p:spPr>
            <a:xfrm>
              <a:off x="-727525" y="3699050"/>
              <a:ext cx="17375" cy="17350"/>
            </a:xfrm>
            <a:custGeom>
              <a:avLst/>
              <a:gdLst/>
              <a:ahLst/>
              <a:cxnLst/>
              <a:rect l="l" t="t" r="r" b="b"/>
              <a:pathLst>
                <a:path w="695" h="694" extrusionOk="0">
                  <a:moveTo>
                    <a:pt x="347" y="1"/>
                  </a:moveTo>
                  <a:cubicBezTo>
                    <a:pt x="158" y="1"/>
                    <a:pt x="1" y="158"/>
                    <a:pt x="1" y="347"/>
                  </a:cubicBezTo>
                  <a:cubicBezTo>
                    <a:pt x="1" y="536"/>
                    <a:pt x="158" y="694"/>
                    <a:pt x="347" y="694"/>
                  </a:cubicBezTo>
                  <a:cubicBezTo>
                    <a:pt x="537" y="694"/>
                    <a:pt x="694" y="536"/>
                    <a:pt x="694" y="347"/>
                  </a:cubicBezTo>
                  <a:cubicBezTo>
                    <a:pt x="694" y="158"/>
                    <a:pt x="537"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10997;p73">
              <a:extLst>
                <a:ext uri="{FF2B5EF4-FFF2-40B4-BE49-F238E27FC236}">
                  <a16:creationId xmlns:a16="http://schemas.microsoft.com/office/drawing/2014/main" id="{83E12217-3BC9-ABC6-5EB7-0C32C34EF271}"/>
                </a:ext>
              </a:extLst>
            </p:cNvPr>
            <p:cNvSpPr/>
            <p:nvPr/>
          </p:nvSpPr>
          <p:spPr>
            <a:xfrm>
              <a:off x="-778700" y="3664400"/>
              <a:ext cx="205575" cy="102425"/>
            </a:xfrm>
            <a:custGeom>
              <a:avLst/>
              <a:gdLst/>
              <a:ahLst/>
              <a:cxnLst/>
              <a:rect l="l" t="t" r="r" b="b"/>
              <a:pathLst>
                <a:path w="8223" h="4097" extrusionOk="0">
                  <a:moveTo>
                    <a:pt x="3781" y="694"/>
                  </a:moveTo>
                  <a:cubicBezTo>
                    <a:pt x="4316" y="694"/>
                    <a:pt x="4789" y="1166"/>
                    <a:pt x="4789" y="1733"/>
                  </a:cubicBezTo>
                  <a:cubicBezTo>
                    <a:pt x="4789" y="2301"/>
                    <a:pt x="4316" y="2773"/>
                    <a:pt x="3781" y="2773"/>
                  </a:cubicBezTo>
                  <a:cubicBezTo>
                    <a:pt x="3497" y="2773"/>
                    <a:pt x="3245" y="2647"/>
                    <a:pt x="3088" y="2490"/>
                  </a:cubicBezTo>
                  <a:cubicBezTo>
                    <a:pt x="2899" y="2647"/>
                    <a:pt x="2678" y="2773"/>
                    <a:pt x="2426" y="2773"/>
                  </a:cubicBezTo>
                  <a:cubicBezTo>
                    <a:pt x="1890" y="2773"/>
                    <a:pt x="1418" y="2301"/>
                    <a:pt x="1418" y="1733"/>
                  </a:cubicBezTo>
                  <a:cubicBezTo>
                    <a:pt x="1418" y="1198"/>
                    <a:pt x="1890" y="694"/>
                    <a:pt x="2426" y="694"/>
                  </a:cubicBezTo>
                  <a:cubicBezTo>
                    <a:pt x="2710" y="694"/>
                    <a:pt x="2930" y="820"/>
                    <a:pt x="3088" y="977"/>
                  </a:cubicBezTo>
                  <a:cubicBezTo>
                    <a:pt x="3308" y="820"/>
                    <a:pt x="3529" y="694"/>
                    <a:pt x="3781" y="694"/>
                  </a:cubicBezTo>
                  <a:close/>
                  <a:moveTo>
                    <a:pt x="0" y="1"/>
                  </a:moveTo>
                  <a:lnTo>
                    <a:pt x="0" y="3088"/>
                  </a:lnTo>
                  <a:cubicBezTo>
                    <a:pt x="0" y="3624"/>
                    <a:pt x="473" y="4096"/>
                    <a:pt x="1008" y="4096"/>
                  </a:cubicBezTo>
                  <a:lnTo>
                    <a:pt x="6837" y="4096"/>
                  </a:lnTo>
                  <a:lnTo>
                    <a:pt x="6837" y="3498"/>
                  </a:lnTo>
                  <a:lnTo>
                    <a:pt x="5766" y="2458"/>
                  </a:lnTo>
                  <a:cubicBezTo>
                    <a:pt x="5034" y="1726"/>
                    <a:pt x="5756" y="674"/>
                    <a:pt x="6558" y="674"/>
                  </a:cubicBezTo>
                  <a:cubicBezTo>
                    <a:pt x="6792" y="674"/>
                    <a:pt x="7033" y="764"/>
                    <a:pt x="7246" y="977"/>
                  </a:cubicBezTo>
                  <a:lnTo>
                    <a:pt x="8223" y="1985"/>
                  </a:lnTo>
                  <a:lnTo>
                    <a:pt x="8223"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10998;p73">
              <a:extLst>
                <a:ext uri="{FF2B5EF4-FFF2-40B4-BE49-F238E27FC236}">
                  <a16:creationId xmlns:a16="http://schemas.microsoft.com/office/drawing/2014/main" id="{593FEBE7-287D-2FB6-38C5-260C2B1F231D}"/>
                </a:ext>
              </a:extLst>
            </p:cNvPr>
            <p:cNvSpPr/>
            <p:nvPr/>
          </p:nvSpPr>
          <p:spPr>
            <a:xfrm>
              <a:off x="-659775" y="3835325"/>
              <a:ext cx="137850" cy="69325"/>
            </a:xfrm>
            <a:custGeom>
              <a:avLst/>
              <a:gdLst/>
              <a:ahLst/>
              <a:cxnLst/>
              <a:rect l="l" t="t" r="r" b="b"/>
              <a:pathLst>
                <a:path w="5514" h="2773" extrusionOk="0">
                  <a:moveTo>
                    <a:pt x="1733" y="693"/>
                  </a:moveTo>
                  <a:cubicBezTo>
                    <a:pt x="1922" y="693"/>
                    <a:pt x="2080" y="851"/>
                    <a:pt x="2080" y="1040"/>
                  </a:cubicBezTo>
                  <a:cubicBezTo>
                    <a:pt x="2080" y="1229"/>
                    <a:pt x="1922" y="1386"/>
                    <a:pt x="1733" y="1386"/>
                  </a:cubicBezTo>
                  <a:cubicBezTo>
                    <a:pt x="1544" y="1386"/>
                    <a:pt x="1387" y="1229"/>
                    <a:pt x="1387" y="1040"/>
                  </a:cubicBezTo>
                  <a:cubicBezTo>
                    <a:pt x="1387" y="851"/>
                    <a:pt x="1544" y="693"/>
                    <a:pt x="1733" y="693"/>
                  </a:cubicBezTo>
                  <a:close/>
                  <a:moveTo>
                    <a:pt x="63" y="0"/>
                  </a:moveTo>
                  <a:cubicBezTo>
                    <a:pt x="32" y="126"/>
                    <a:pt x="0" y="252"/>
                    <a:pt x="0" y="378"/>
                  </a:cubicBezTo>
                  <a:lnTo>
                    <a:pt x="0" y="2426"/>
                  </a:lnTo>
                  <a:cubicBezTo>
                    <a:pt x="0" y="2615"/>
                    <a:pt x="158" y="2773"/>
                    <a:pt x="347" y="2773"/>
                  </a:cubicBezTo>
                  <a:lnTo>
                    <a:pt x="5167" y="2773"/>
                  </a:lnTo>
                  <a:cubicBezTo>
                    <a:pt x="5356" y="2773"/>
                    <a:pt x="5514" y="2615"/>
                    <a:pt x="5514" y="2426"/>
                  </a:cubicBezTo>
                  <a:lnTo>
                    <a:pt x="5514" y="378"/>
                  </a:lnTo>
                  <a:cubicBezTo>
                    <a:pt x="5514" y="252"/>
                    <a:pt x="5482" y="126"/>
                    <a:pt x="545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10999;p73">
              <a:extLst>
                <a:ext uri="{FF2B5EF4-FFF2-40B4-BE49-F238E27FC236}">
                  <a16:creationId xmlns:a16="http://schemas.microsoft.com/office/drawing/2014/main" id="{5740B38D-B8D3-AD5E-4821-923BEB5141A8}"/>
                </a:ext>
              </a:extLst>
            </p:cNvPr>
            <p:cNvSpPr/>
            <p:nvPr/>
          </p:nvSpPr>
          <p:spPr>
            <a:xfrm>
              <a:off x="-658200" y="3669925"/>
              <a:ext cx="136275" cy="148875"/>
            </a:xfrm>
            <a:custGeom>
              <a:avLst/>
              <a:gdLst/>
              <a:ahLst/>
              <a:cxnLst/>
              <a:rect l="l" t="t" r="r" b="b"/>
              <a:pathLst>
                <a:path w="5451" h="5955" extrusionOk="0">
                  <a:moveTo>
                    <a:pt x="4064" y="0"/>
                  </a:moveTo>
                  <a:lnTo>
                    <a:pt x="4064" y="2615"/>
                  </a:lnTo>
                  <a:cubicBezTo>
                    <a:pt x="4064" y="2829"/>
                    <a:pt x="3905" y="2970"/>
                    <a:pt x="3734" y="2970"/>
                  </a:cubicBezTo>
                  <a:cubicBezTo>
                    <a:pt x="3652" y="2970"/>
                    <a:pt x="3568" y="2938"/>
                    <a:pt x="3497" y="2867"/>
                  </a:cubicBezTo>
                  <a:lnTo>
                    <a:pt x="1922" y="1292"/>
                  </a:lnTo>
                  <a:cubicBezTo>
                    <a:pt x="1858" y="1228"/>
                    <a:pt x="1780" y="1201"/>
                    <a:pt x="1701" y="1201"/>
                  </a:cubicBezTo>
                  <a:cubicBezTo>
                    <a:pt x="1429" y="1201"/>
                    <a:pt x="1150" y="1520"/>
                    <a:pt x="1418" y="1764"/>
                  </a:cubicBezTo>
                  <a:lnTo>
                    <a:pt x="2615" y="2930"/>
                  </a:lnTo>
                  <a:cubicBezTo>
                    <a:pt x="2710" y="3025"/>
                    <a:pt x="2741" y="3088"/>
                    <a:pt x="2741" y="3182"/>
                  </a:cubicBezTo>
                  <a:lnTo>
                    <a:pt x="2741" y="3970"/>
                  </a:lnTo>
                  <a:cubicBezTo>
                    <a:pt x="2741" y="4222"/>
                    <a:pt x="2804" y="4505"/>
                    <a:pt x="2930" y="4789"/>
                  </a:cubicBezTo>
                  <a:cubicBezTo>
                    <a:pt x="3052" y="5074"/>
                    <a:pt x="2833" y="5280"/>
                    <a:pt x="2611" y="5280"/>
                  </a:cubicBezTo>
                  <a:cubicBezTo>
                    <a:pt x="2490" y="5280"/>
                    <a:pt x="2367" y="5218"/>
                    <a:pt x="2300" y="5072"/>
                  </a:cubicBezTo>
                  <a:cubicBezTo>
                    <a:pt x="2206" y="4915"/>
                    <a:pt x="2174" y="4757"/>
                    <a:pt x="2143" y="4600"/>
                  </a:cubicBezTo>
                  <a:lnTo>
                    <a:pt x="0" y="4600"/>
                  </a:lnTo>
                  <a:lnTo>
                    <a:pt x="0" y="4631"/>
                  </a:lnTo>
                  <a:cubicBezTo>
                    <a:pt x="0" y="5104"/>
                    <a:pt x="126" y="5545"/>
                    <a:pt x="378" y="5923"/>
                  </a:cubicBezTo>
                  <a:lnTo>
                    <a:pt x="5104" y="5923"/>
                  </a:lnTo>
                  <a:lnTo>
                    <a:pt x="5104" y="5955"/>
                  </a:lnTo>
                  <a:cubicBezTo>
                    <a:pt x="5325" y="5577"/>
                    <a:pt x="5451" y="5104"/>
                    <a:pt x="5451" y="4663"/>
                  </a:cubicBezTo>
                  <a:lnTo>
                    <a:pt x="5451" y="2111"/>
                  </a:lnTo>
                  <a:cubicBezTo>
                    <a:pt x="5451" y="1638"/>
                    <a:pt x="5262" y="1197"/>
                    <a:pt x="4947" y="882"/>
                  </a:cubicBezTo>
                  <a:lnTo>
                    <a:pt x="4064"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35" name="Google Shape;11000;p73">
            <a:extLst>
              <a:ext uri="{FF2B5EF4-FFF2-40B4-BE49-F238E27FC236}">
                <a16:creationId xmlns:a16="http://schemas.microsoft.com/office/drawing/2014/main" id="{E6B91FF0-DD6E-9D89-C17A-734327CE2E1E}"/>
              </a:ext>
            </a:extLst>
          </p:cNvPr>
          <p:cNvGrpSpPr/>
          <p:nvPr/>
        </p:nvGrpSpPr>
        <p:grpSpPr>
          <a:xfrm>
            <a:off x="3643602" y="3352365"/>
            <a:ext cx="828183" cy="830357"/>
            <a:chOff x="6679825" y="2693700"/>
            <a:chExt cx="257875" cy="258575"/>
          </a:xfrm>
          <a:solidFill>
            <a:srgbClr val="555559"/>
          </a:solidFill>
        </p:grpSpPr>
        <p:sp>
          <p:nvSpPr>
            <p:cNvPr id="2536" name="Google Shape;11001;p73">
              <a:extLst>
                <a:ext uri="{FF2B5EF4-FFF2-40B4-BE49-F238E27FC236}">
                  <a16:creationId xmlns:a16="http://schemas.microsoft.com/office/drawing/2014/main" id="{739B5B0C-7E0D-AA32-7409-9C27E47F739A}"/>
                </a:ext>
              </a:extLst>
            </p:cNvPr>
            <p:cNvSpPr/>
            <p:nvPr/>
          </p:nvSpPr>
          <p:spPr>
            <a:xfrm>
              <a:off x="6679825" y="2693700"/>
              <a:ext cx="257875" cy="258575"/>
            </a:xfrm>
            <a:custGeom>
              <a:avLst/>
              <a:gdLst/>
              <a:ahLst/>
              <a:cxnLst/>
              <a:rect l="l" t="t" r="r" b="b"/>
              <a:pathLst>
                <a:path w="10315" h="10343" extrusionOk="0">
                  <a:moveTo>
                    <a:pt x="5102" y="670"/>
                  </a:moveTo>
                  <a:cubicBezTo>
                    <a:pt x="5604" y="670"/>
                    <a:pt x="6022" y="1088"/>
                    <a:pt x="6022" y="1562"/>
                  </a:cubicBezTo>
                  <a:cubicBezTo>
                    <a:pt x="6022" y="2063"/>
                    <a:pt x="5604" y="2481"/>
                    <a:pt x="5102" y="2481"/>
                  </a:cubicBezTo>
                  <a:cubicBezTo>
                    <a:pt x="4600" y="2481"/>
                    <a:pt x="4182" y="2063"/>
                    <a:pt x="4182" y="1562"/>
                  </a:cubicBezTo>
                  <a:cubicBezTo>
                    <a:pt x="4182" y="1088"/>
                    <a:pt x="4600" y="670"/>
                    <a:pt x="5102" y="670"/>
                  </a:cubicBezTo>
                  <a:close/>
                  <a:moveTo>
                    <a:pt x="1757" y="1896"/>
                  </a:moveTo>
                  <a:cubicBezTo>
                    <a:pt x="2063" y="1896"/>
                    <a:pt x="2342" y="2175"/>
                    <a:pt x="2342" y="2481"/>
                  </a:cubicBezTo>
                  <a:cubicBezTo>
                    <a:pt x="2342" y="2788"/>
                    <a:pt x="2063" y="3067"/>
                    <a:pt x="1757" y="3067"/>
                  </a:cubicBezTo>
                  <a:cubicBezTo>
                    <a:pt x="1422" y="3067"/>
                    <a:pt x="1143" y="2788"/>
                    <a:pt x="1143" y="2481"/>
                  </a:cubicBezTo>
                  <a:cubicBezTo>
                    <a:pt x="1143" y="2119"/>
                    <a:pt x="1422" y="1896"/>
                    <a:pt x="1757" y="1896"/>
                  </a:cubicBezTo>
                  <a:close/>
                  <a:moveTo>
                    <a:pt x="8447" y="1896"/>
                  </a:moveTo>
                  <a:cubicBezTo>
                    <a:pt x="8781" y="1896"/>
                    <a:pt x="9032" y="2175"/>
                    <a:pt x="9032" y="2481"/>
                  </a:cubicBezTo>
                  <a:cubicBezTo>
                    <a:pt x="9032" y="2788"/>
                    <a:pt x="8753" y="3067"/>
                    <a:pt x="8447" y="3067"/>
                  </a:cubicBezTo>
                  <a:cubicBezTo>
                    <a:pt x="8112" y="3067"/>
                    <a:pt x="7834" y="2788"/>
                    <a:pt x="7834" y="2481"/>
                  </a:cubicBezTo>
                  <a:cubicBezTo>
                    <a:pt x="7834" y="2119"/>
                    <a:pt x="8112" y="1896"/>
                    <a:pt x="8447" y="1896"/>
                  </a:cubicBezTo>
                  <a:close/>
                  <a:moveTo>
                    <a:pt x="1701" y="3624"/>
                  </a:moveTo>
                  <a:cubicBezTo>
                    <a:pt x="2370" y="3624"/>
                    <a:pt x="2927" y="4182"/>
                    <a:pt x="2927" y="4851"/>
                  </a:cubicBezTo>
                  <a:lnTo>
                    <a:pt x="2927" y="6412"/>
                  </a:lnTo>
                  <a:cubicBezTo>
                    <a:pt x="2955" y="6635"/>
                    <a:pt x="2816" y="6719"/>
                    <a:pt x="2649" y="6719"/>
                  </a:cubicBezTo>
                  <a:cubicBezTo>
                    <a:pt x="2481" y="6719"/>
                    <a:pt x="2342" y="6858"/>
                    <a:pt x="2342" y="7053"/>
                  </a:cubicBezTo>
                  <a:lnTo>
                    <a:pt x="2342" y="8865"/>
                  </a:lnTo>
                  <a:cubicBezTo>
                    <a:pt x="2342" y="9032"/>
                    <a:pt x="2203" y="9172"/>
                    <a:pt x="2035" y="9172"/>
                  </a:cubicBezTo>
                  <a:lnTo>
                    <a:pt x="1422" y="9172"/>
                  </a:lnTo>
                  <a:cubicBezTo>
                    <a:pt x="1255" y="9172"/>
                    <a:pt x="1116" y="9032"/>
                    <a:pt x="1116" y="8865"/>
                  </a:cubicBezTo>
                  <a:lnTo>
                    <a:pt x="1116" y="7053"/>
                  </a:lnTo>
                  <a:cubicBezTo>
                    <a:pt x="1116" y="6858"/>
                    <a:pt x="976" y="6719"/>
                    <a:pt x="809" y="6719"/>
                  </a:cubicBezTo>
                  <a:cubicBezTo>
                    <a:pt x="642" y="6719"/>
                    <a:pt x="502" y="6579"/>
                    <a:pt x="502" y="6412"/>
                  </a:cubicBezTo>
                  <a:lnTo>
                    <a:pt x="502" y="4851"/>
                  </a:lnTo>
                  <a:cubicBezTo>
                    <a:pt x="502" y="4182"/>
                    <a:pt x="1060" y="3624"/>
                    <a:pt x="1701" y="3624"/>
                  </a:cubicBezTo>
                  <a:close/>
                  <a:moveTo>
                    <a:pt x="8391" y="3624"/>
                  </a:moveTo>
                  <a:cubicBezTo>
                    <a:pt x="9060" y="3624"/>
                    <a:pt x="9618" y="4182"/>
                    <a:pt x="9618" y="4851"/>
                  </a:cubicBezTo>
                  <a:lnTo>
                    <a:pt x="9618" y="6440"/>
                  </a:lnTo>
                  <a:lnTo>
                    <a:pt x="9645" y="6440"/>
                  </a:lnTo>
                  <a:cubicBezTo>
                    <a:pt x="9645" y="6635"/>
                    <a:pt x="9506" y="6774"/>
                    <a:pt x="9339" y="6774"/>
                  </a:cubicBezTo>
                  <a:cubicBezTo>
                    <a:pt x="9172" y="6774"/>
                    <a:pt x="9032" y="6914"/>
                    <a:pt x="9032" y="7081"/>
                  </a:cubicBezTo>
                  <a:lnTo>
                    <a:pt x="9032" y="8893"/>
                  </a:lnTo>
                  <a:cubicBezTo>
                    <a:pt x="9032" y="9060"/>
                    <a:pt x="8893" y="9199"/>
                    <a:pt x="8726" y="9199"/>
                  </a:cubicBezTo>
                  <a:lnTo>
                    <a:pt x="8112" y="9199"/>
                  </a:lnTo>
                  <a:cubicBezTo>
                    <a:pt x="7945" y="9199"/>
                    <a:pt x="7806" y="9060"/>
                    <a:pt x="7806" y="8893"/>
                  </a:cubicBezTo>
                  <a:lnTo>
                    <a:pt x="7806" y="7053"/>
                  </a:lnTo>
                  <a:cubicBezTo>
                    <a:pt x="7806" y="6858"/>
                    <a:pt x="7666" y="6719"/>
                    <a:pt x="7499" y="6719"/>
                  </a:cubicBezTo>
                  <a:cubicBezTo>
                    <a:pt x="7332" y="6719"/>
                    <a:pt x="7192" y="6579"/>
                    <a:pt x="7192" y="6412"/>
                  </a:cubicBezTo>
                  <a:lnTo>
                    <a:pt x="7192" y="4851"/>
                  </a:lnTo>
                  <a:cubicBezTo>
                    <a:pt x="7192" y="4182"/>
                    <a:pt x="7750" y="3624"/>
                    <a:pt x="8391" y="3624"/>
                  </a:cubicBezTo>
                  <a:close/>
                  <a:moveTo>
                    <a:pt x="5381" y="3095"/>
                  </a:moveTo>
                  <a:cubicBezTo>
                    <a:pt x="6077" y="3234"/>
                    <a:pt x="6635" y="3875"/>
                    <a:pt x="6635" y="4600"/>
                  </a:cubicBezTo>
                  <a:lnTo>
                    <a:pt x="6635" y="6440"/>
                  </a:lnTo>
                  <a:cubicBezTo>
                    <a:pt x="6663" y="6635"/>
                    <a:pt x="6523" y="6719"/>
                    <a:pt x="6356" y="6719"/>
                  </a:cubicBezTo>
                  <a:cubicBezTo>
                    <a:pt x="6161" y="6719"/>
                    <a:pt x="6022" y="6858"/>
                    <a:pt x="6022" y="7053"/>
                  </a:cubicBezTo>
                  <a:lnTo>
                    <a:pt x="6022" y="9478"/>
                  </a:lnTo>
                  <a:cubicBezTo>
                    <a:pt x="6022" y="9645"/>
                    <a:pt x="5882" y="9785"/>
                    <a:pt x="5715" y="9785"/>
                  </a:cubicBezTo>
                  <a:lnTo>
                    <a:pt x="4461" y="9785"/>
                  </a:lnTo>
                  <a:cubicBezTo>
                    <a:pt x="4293" y="9785"/>
                    <a:pt x="4154" y="9645"/>
                    <a:pt x="4154" y="9478"/>
                  </a:cubicBezTo>
                  <a:lnTo>
                    <a:pt x="4154" y="7053"/>
                  </a:lnTo>
                  <a:cubicBezTo>
                    <a:pt x="4154" y="6858"/>
                    <a:pt x="4015" y="6719"/>
                    <a:pt x="3847" y="6719"/>
                  </a:cubicBezTo>
                  <a:cubicBezTo>
                    <a:pt x="3652" y="6719"/>
                    <a:pt x="3513" y="6579"/>
                    <a:pt x="3513" y="6412"/>
                  </a:cubicBezTo>
                  <a:lnTo>
                    <a:pt x="3513" y="4851"/>
                  </a:lnTo>
                  <a:lnTo>
                    <a:pt x="3513" y="4600"/>
                  </a:lnTo>
                  <a:cubicBezTo>
                    <a:pt x="3513" y="3875"/>
                    <a:pt x="4043" y="3234"/>
                    <a:pt x="4739" y="3095"/>
                  </a:cubicBezTo>
                  <a:lnTo>
                    <a:pt x="4739" y="5185"/>
                  </a:lnTo>
                  <a:cubicBezTo>
                    <a:pt x="4739" y="5381"/>
                    <a:pt x="4879" y="5520"/>
                    <a:pt x="5046" y="5520"/>
                  </a:cubicBezTo>
                  <a:cubicBezTo>
                    <a:pt x="5241" y="5520"/>
                    <a:pt x="5381" y="5381"/>
                    <a:pt x="5381" y="5185"/>
                  </a:cubicBezTo>
                  <a:lnTo>
                    <a:pt x="5381" y="3095"/>
                  </a:lnTo>
                  <a:close/>
                  <a:moveTo>
                    <a:pt x="5130" y="1"/>
                  </a:moveTo>
                  <a:cubicBezTo>
                    <a:pt x="4293" y="1"/>
                    <a:pt x="3624" y="670"/>
                    <a:pt x="3624" y="1506"/>
                  </a:cubicBezTo>
                  <a:cubicBezTo>
                    <a:pt x="3624" y="1952"/>
                    <a:pt x="3847" y="2370"/>
                    <a:pt x="4154" y="2649"/>
                  </a:cubicBezTo>
                  <a:cubicBezTo>
                    <a:pt x="3736" y="2872"/>
                    <a:pt x="3373" y="3234"/>
                    <a:pt x="3206" y="3652"/>
                  </a:cubicBezTo>
                  <a:cubicBezTo>
                    <a:pt x="3067" y="3485"/>
                    <a:pt x="2900" y="3346"/>
                    <a:pt x="2677" y="3234"/>
                  </a:cubicBezTo>
                  <a:cubicBezTo>
                    <a:pt x="2900" y="3039"/>
                    <a:pt x="3039" y="2732"/>
                    <a:pt x="3039" y="2398"/>
                  </a:cubicBezTo>
                  <a:cubicBezTo>
                    <a:pt x="3039" y="1757"/>
                    <a:pt x="2481" y="1199"/>
                    <a:pt x="1812" y="1199"/>
                  </a:cubicBezTo>
                  <a:cubicBezTo>
                    <a:pt x="1143" y="1199"/>
                    <a:pt x="586" y="1757"/>
                    <a:pt x="586" y="2398"/>
                  </a:cubicBezTo>
                  <a:cubicBezTo>
                    <a:pt x="586" y="2732"/>
                    <a:pt x="725" y="3039"/>
                    <a:pt x="948" y="3234"/>
                  </a:cubicBezTo>
                  <a:cubicBezTo>
                    <a:pt x="391" y="3569"/>
                    <a:pt x="1" y="4154"/>
                    <a:pt x="1" y="4851"/>
                  </a:cubicBezTo>
                  <a:lnTo>
                    <a:pt x="1" y="6412"/>
                  </a:lnTo>
                  <a:cubicBezTo>
                    <a:pt x="1" y="6802"/>
                    <a:pt x="251" y="7137"/>
                    <a:pt x="586" y="7276"/>
                  </a:cubicBezTo>
                  <a:lnTo>
                    <a:pt x="586" y="8865"/>
                  </a:lnTo>
                  <a:cubicBezTo>
                    <a:pt x="586" y="9339"/>
                    <a:pt x="1004" y="9757"/>
                    <a:pt x="1506" y="9757"/>
                  </a:cubicBezTo>
                  <a:lnTo>
                    <a:pt x="2091" y="9757"/>
                  </a:lnTo>
                  <a:cubicBezTo>
                    <a:pt x="2593" y="9757"/>
                    <a:pt x="3011" y="9339"/>
                    <a:pt x="3011" y="8865"/>
                  </a:cubicBezTo>
                  <a:lnTo>
                    <a:pt x="3011" y="7276"/>
                  </a:lnTo>
                  <a:cubicBezTo>
                    <a:pt x="3095" y="7248"/>
                    <a:pt x="3206" y="7192"/>
                    <a:pt x="3318" y="7109"/>
                  </a:cubicBezTo>
                  <a:cubicBezTo>
                    <a:pt x="3429" y="7192"/>
                    <a:pt x="3485" y="7248"/>
                    <a:pt x="3624" y="7276"/>
                  </a:cubicBezTo>
                  <a:lnTo>
                    <a:pt x="3624" y="9450"/>
                  </a:lnTo>
                  <a:cubicBezTo>
                    <a:pt x="3624" y="9924"/>
                    <a:pt x="4043" y="10342"/>
                    <a:pt x="4544" y="10342"/>
                  </a:cubicBezTo>
                  <a:lnTo>
                    <a:pt x="5799" y="10342"/>
                  </a:lnTo>
                  <a:cubicBezTo>
                    <a:pt x="6273" y="10342"/>
                    <a:pt x="6691" y="9924"/>
                    <a:pt x="6691" y="9450"/>
                  </a:cubicBezTo>
                  <a:lnTo>
                    <a:pt x="6691" y="7276"/>
                  </a:lnTo>
                  <a:cubicBezTo>
                    <a:pt x="6802" y="7248"/>
                    <a:pt x="6914" y="7192"/>
                    <a:pt x="6997" y="7109"/>
                  </a:cubicBezTo>
                  <a:cubicBezTo>
                    <a:pt x="7109" y="7192"/>
                    <a:pt x="7192" y="7248"/>
                    <a:pt x="7332" y="7276"/>
                  </a:cubicBezTo>
                  <a:lnTo>
                    <a:pt x="7332" y="8865"/>
                  </a:lnTo>
                  <a:cubicBezTo>
                    <a:pt x="7332" y="9339"/>
                    <a:pt x="7750" y="9757"/>
                    <a:pt x="8224" y="9757"/>
                  </a:cubicBezTo>
                  <a:lnTo>
                    <a:pt x="8809" y="9757"/>
                  </a:lnTo>
                  <a:cubicBezTo>
                    <a:pt x="9311" y="9757"/>
                    <a:pt x="9729" y="9339"/>
                    <a:pt x="9729" y="8865"/>
                  </a:cubicBezTo>
                  <a:lnTo>
                    <a:pt x="9729" y="7276"/>
                  </a:lnTo>
                  <a:cubicBezTo>
                    <a:pt x="10064" y="7137"/>
                    <a:pt x="10314" y="6830"/>
                    <a:pt x="10314" y="6412"/>
                  </a:cubicBezTo>
                  <a:lnTo>
                    <a:pt x="10314" y="4851"/>
                  </a:lnTo>
                  <a:cubicBezTo>
                    <a:pt x="10287" y="4210"/>
                    <a:pt x="9896" y="3596"/>
                    <a:pt x="9339" y="3318"/>
                  </a:cubicBezTo>
                  <a:cubicBezTo>
                    <a:pt x="9562" y="3095"/>
                    <a:pt x="9701" y="2788"/>
                    <a:pt x="9701" y="2481"/>
                  </a:cubicBezTo>
                  <a:cubicBezTo>
                    <a:pt x="9701" y="1812"/>
                    <a:pt x="9144" y="1255"/>
                    <a:pt x="8475" y="1255"/>
                  </a:cubicBezTo>
                  <a:cubicBezTo>
                    <a:pt x="7806" y="1255"/>
                    <a:pt x="7248" y="1812"/>
                    <a:pt x="7248" y="2481"/>
                  </a:cubicBezTo>
                  <a:cubicBezTo>
                    <a:pt x="7248" y="2788"/>
                    <a:pt x="7388" y="3095"/>
                    <a:pt x="7611" y="3318"/>
                  </a:cubicBezTo>
                  <a:cubicBezTo>
                    <a:pt x="7388" y="3429"/>
                    <a:pt x="7220" y="3569"/>
                    <a:pt x="7081" y="3736"/>
                  </a:cubicBezTo>
                  <a:cubicBezTo>
                    <a:pt x="6969" y="3485"/>
                    <a:pt x="6802" y="3290"/>
                    <a:pt x="6635" y="3067"/>
                  </a:cubicBezTo>
                  <a:cubicBezTo>
                    <a:pt x="6496" y="2927"/>
                    <a:pt x="6300" y="2788"/>
                    <a:pt x="6105" y="2677"/>
                  </a:cubicBezTo>
                  <a:cubicBezTo>
                    <a:pt x="6440" y="2370"/>
                    <a:pt x="6663" y="1952"/>
                    <a:pt x="6663" y="1534"/>
                  </a:cubicBezTo>
                  <a:cubicBezTo>
                    <a:pt x="6663" y="1116"/>
                    <a:pt x="6496" y="725"/>
                    <a:pt x="6217" y="447"/>
                  </a:cubicBezTo>
                  <a:cubicBezTo>
                    <a:pt x="5938" y="168"/>
                    <a:pt x="5520" y="1"/>
                    <a:pt x="513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11002;p73">
              <a:extLst>
                <a:ext uri="{FF2B5EF4-FFF2-40B4-BE49-F238E27FC236}">
                  <a16:creationId xmlns:a16="http://schemas.microsoft.com/office/drawing/2014/main" id="{BB6AD6E3-C7B9-5E61-E881-AB1D95F57291}"/>
                </a:ext>
              </a:extLst>
            </p:cNvPr>
            <p:cNvSpPr/>
            <p:nvPr/>
          </p:nvSpPr>
          <p:spPr>
            <a:xfrm flipH="1">
              <a:off x="6679825" y="2693700"/>
              <a:ext cx="257875" cy="258575"/>
            </a:xfrm>
            <a:custGeom>
              <a:avLst/>
              <a:gdLst/>
              <a:ahLst/>
              <a:cxnLst/>
              <a:rect l="l" t="t" r="r" b="b"/>
              <a:pathLst>
                <a:path w="10315" h="10343" extrusionOk="0">
                  <a:moveTo>
                    <a:pt x="5102" y="670"/>
                  </a:moveTo>
                  <a:cubicBezTo>
                    <a:pt x="5604" y="670"/>
                    <a:pt x="6022" y="1088"/>
                    <a:pt x="6022" y="1562"/>
                  </a:cubicBezTo>
                  <a:cubicBezTo>
                    <a:pt x="6022" y="2063"/>
                    <a:pt x="5604" y="2481"/>
                    <a:pt x="5102" y="2481"/>
                  </a:cubicBezTo>
                  <a:cubicBezTo>
                    <a:pt x="4600" y="2481"/>
                    <a:pt x="4182" y="2063"/>
                    <a:pt x="4182" y="1562"/>
                  </a:cubicBezTo>
                  <a:cubicBezTo>
                    <a:pt x="4182" y="1088"/>
                    <a:pt x="4600" y="670"/>
                    <a:pt x="5102" y="670"/>
                  </a:cubicBezTo>
                  <a:close/>
                  <a:moveTo>
                    <a:pt x="1757" y="1896"/>
                  </a:moveTo>
                  <a:cubicBezTo>
                    <a:pt x="2063" y="1896"/>
                    <a:pt x="2342" y="2175"/>
                    <a:pt x="2342" y="2481"/>
                  </a:cubicBezTo>
                  <a:cubicBezTo>
                    <a:pt x="2342" y="2788"/>
                    <a:pt x="2063" y="3067"/>
                    <a:pt x="1757" y="3067"/>
                  </a:cubicBezTo>
                  <a:cubicBezTo>
                    <a:pt x="1422" y="3067"/>
                    <a:pt x="1143" y="2788"/>
                    <a:pt x="1143" y="2481"/>
                  </a:cubicBezTo>
                  <a:cubicBezTo>
                    <a:pt x="1143" y="2119"/>
                    <a:pt x="1422" y="1896"/>
                    <a:pt x="1757" y="1896"/>
                  </a:cubicBezTo>
                  <a:close/>
                  <a:moveTo>
                    <a:pt x="8447" y="1896"/>
                  </a:moveTo>
                  <a:cubicBezTo>
                    <a:pt x="8781" y="1896"/>
                    <a:pt x="9032" y="2175"/>
                    <a:pt x="9032" y="2481"/>
                  </a:cubicBezTo>
                  <a:cubicBezTo>
                    <a:pt x="9032" y="2788"/>
                    <a:pt x="8753" y="3067"/>
                    <a:pt x="8447" y="3067"/>
                  </a:cubicBezTo>
                  <a:cubicBezTo>
                    <a:pt x="8112" y="3067"/>
                    <a:pt x="7834" y="2788"/>
                    <a:pt x="7834" y="2481"/>
                  </a:cubicBezTo>
                  <a:cubicBezTo>
                    <a:pt x="7834" y="2119"/>
                    <a:pt x="8112" y="1896"/>
                    <a:pt x="8447" y="1896"/>
                  </a:cubicBezTo>
                  <a:close/>
                  <a:moveTo>
                    <a:pt x="1701" y="3624"/>
                  </a:moveTo>
                  <a:cubicBezTo>
                    <a:pt x="2370" y="3624"/>
                    <a:pt x="2927" y="4182"/>
                    <a:pt x="2927" y="4851"/>
                  </a:cubicBezTo>
                  <a:lnTo>
                    <a:pt x="2927" y="6412"/>
                  </a:lnTo>
                  <a:cubicBezTo>
                    <a:pt x="2955" y="6635"/>
                    <a:pt x="2816" y="6719"/>
                    <a:pt x="2649" y="6719"/>
                  </a:cubicBezTo>
                  <a:cubicBezTo>
                    <a:pt x="2481" y="6719"/>
                    <a:pt x="2342" y="6858"/>
                    <a:pt x="2342" y="7053"/>
                  </a:cubicBezTo>
                  <a:lnTo>
                    <a:pt x="2342" y="8865"/>
                  </a:lnTo>
                  <a:cubicBezTo>
                    <a:pt x="2342" y="9032"/>
                    <a:pt x="2203" y="9172"/>
                    <a:pt x="2035" y="9172"/>
                  </a:cubicBezTo>
                  <a:lnTo>
                    <a:pt x="1422" y="9172"/>
                  </a:lnTo>
                  <a:cubicBezTo>
                    <a:pt x="1255" y="9172"/>
                    <a:pt x="1116" y="9032"/>
                    <a:pt x="1116" y="8865"/>
                  </a:cubicBezTo>
                  <a:lnTo>
                    <a:pt x="1116" y="7053"/>
                  </a:lnTo>
                  <a:cubicBezTo>
                    <a:pt x="1116" y="6858"/>
                    <a:pt x="976" y="6719"/>
                    <a:pt x="809" y="6719"/>
                  </a:cubicBezTo>
                  <a:cubicBezTo>
                    <a:pt x="642" y="6719"/>
                    <a:pt x="502" y="6579"/>
                    <a:pt x="502" y="6412"/>
                  </a:cubicBezTo>
                  <a:lnTo>
                    <a:pt x="502" y="4851"/>
                  </a:lnTo>
                  <a:cubicBezTo>
                    <a:pt x="502" y="4182"/>
                    <a:pt x="1060" y="3624"/>
                    <a:pt x="1701" y="3624"/>
                  </a:cubicBezTo>
                  <a:close/>
                  <a:moveTo>
                    <a:pt x="8391" y="3624"/>
                  </a:moveTo>
                  <a:cubicBezTo>
                    <a:pt x="9060" y="3624"/>
                    <a:pt x="9618" y="4182"/>
                    <a:pt x="9618" y="4851"/>
                  </a:cubicBezTo>
                  <a:lnTo>
                    <a:pt x="9618" y="6440"/>
                  </a:lnTo>
                  <a:lnTo>
                    <a:pt x="9645" y="6440"/>
                  </a:lnTo>
                  <a:cubicBezTo>
                    <a:pt x="9645" y="6635"/>
                    <a:pt x="9506" y="6774"/>
                    <a:pt x="9339" y="6774"/>
                  </a:cubicBezTo>
                  <a:cubicBezTo>
                    <a:pt x="9172" y="6774"/>
                    <a:pt x="9032" y="6914"/>
                    <a:pt x="9032" y="7081"/>
                  </a:cubicBezTo>
                  <a:lnTo>
                    <a:pt x="9032" y="8893"/>
                  </a:lnTo>
                  <a:cubicBezTo>
                    <a:pt x="9032" y="9060"/>
                    <a:pt x="8893" y="9199"/>
                    <a:pt x="8726" y="9199"/>
                  </a:cubicBezTo>
                  <a:lnTo>
                    <a:pt x="8112" y="9199"/>
                  </a:lnTo>
                  <a:cubicBezTo>
                    <a:pt x="7945" y="9199"/>
                    <a:pt x="7806" y="9060"/>
                    <a:pt x="7806" y="8893"/>
                  </a:cubicBezTo>
                  <a:lnTo>
                    <a:pt x="7806" y="7053"/>
                  </a:lnTo>
                  <a:cubicBezTo>
                    <a:pt x="7806" y="6858"/>
                    <a:pt x="7666" y="6719"/>
                    <a:pt x="7499" y="6719"/>
                  </a:cubicBezTo>
                  <a:cubicBezTo>
                    <a:pt x="7332" y="6719"/>
                    <a:pt x="7192" y="6579"/>
                    <a:pt x="7192" y="6412"/>
                  </a:cubicBezTo>
                  <a:lnTo>
                    <a:pt x="7192" y="4851"/>
                  </a:lnTo>
                  <a:cubicBezTo>
                    <a:pt x="7192" y="4182"/>
                    <a:pt x="7750" y="3624"/>
                    <a:pt x="8391" y="3624"/>
                  </a:cubicBezTo>
                  <a:close/>
                  <a:moveTo>
                    <a:pt x="5381" y="3095"/>
                  </a:moveTo>
                  <a:cubicBezTo>
                    <a:pt x="6077" y="3234"/>
                    <a:pt x="6635" y="3875"/>
                    <a:pt x="6635" y="4600"/>
                  </a:cubicBezTo>
                  <a:lnTo>
                    <a:pt x="6635" y="6440"/>
                  </a:lnTo>
                  <a:cubicBezTo>
                    <a:pt x="6663" y="6635"/>
                    <a:pt x="6523" y="6719"/>
                    <a:pt x="6356" y="6719"/>
                  </a:cubicBezTo>
                  <a:cubicBezTo>
                    <a:pt x="6161" y="6719"/>
                    <a:pt x="6022" y="6858"/>
                    <a:pt x="6022" y="7053"/>
                  </a:cubicBezTo>
                  <a:lnTo>
                    <a:pt x="6022" y="9478"/>
                  </a:lnTo>
                  <a:cubicBezTo>
                    <a:pt x="6022" y="9645"/>
                    <a:pt x="5882" y="9785"/>
                    <a:pt x="5715" y="9785"/>
                  </a:cubicBezTo>
                  <a:lnTo>
                    <a:pt x="4461" y="9785"/>
                  </a:lnTo>
                  <a:cubicBezTo>
                    <a:pt x="4293" y="9785"/>
                    <a:pt x="4154" y="9645"/>
                    <a:pt x="4154" y="9478"/>
                  </a:cubicBezTo>
                  <a:lnTo>
                    <a:pt x="4154" y="7053"/>
                  </a:lnTo>
                  <a:cubicBezTo>
                    <a:pt x="4154" y="6858"/>
                    <a:pt x="4015" y="6719"/>
                    <a:pt x="3847" y="6719"/>
                  </a:cubicBezTo>
                  <a:cubicBezTo>
                    <a:pt x="3652" y="6719"/>
                    <a:pt x="3513" y="6579"/>
                    <a:pt x="3513" y="6412"/>
                  </a:cubicBezTo>
                  <a:lnTo>
                    <a:pt x="3513" y="4851"/>
                  </a:lnTo>
                  <a:lnTo>
                    <a:pt x="3513" y="4600"/>
                  </a:lnTo>
                  <a:cubicBezTo>
                    <a:pt x="3513" y="3875"/>
                    <a:pt x="4043" y="3234"/>
                    <a:pt x="4739" y="3095"/>
                  </a:cubicBezTo>
                  <a:lnTo>
                    <a:pt x="4739" y="5185"/>
                  </a:lnTo>
                  <a:cubicBezTo>
                    <a:pt x="4739" y="5381"/>
                    <a:pt x="4879" y="5520"/>
                    <a:pt x="5046" y="5520"/>
                  </a:cubicBezTo>
                  <a:cubicBezTo>
                    <a:pt x="5241" y="5520"/>
                    <a:pt x="5381" y="5381"/>
                    <a:pt x="5381" y="5185"/>
                  </a:cubicBezTo>
                  <a:lnTo>
                    <a:pt x="5381" y="3095"/>
                  </a:lnTo>
                  <a:close/>
                  <a:moveTo>
                    <a:pt x="5130" y="1"/>
                  </a:moveTo>
                  <a:cubicBezTo>
                    <a:pt x="4293" y="1"/>
                    <a:pt x="3624" y="670"/>
                    <a:pt x="3624" y="1506"/>
                  </a:cubicBezTo>
                  <a:cubicBezTo>
                    <a:pt x="3624" y="1952"/>
                    <a:pt x="3847" y="2370"/>
                    <a:pt x="4154" y="2649"/>
                  </a:cubicBezTo>
                  <a:cubicBezTo>
                    <a:pt x="3736" y="2872"/>
                    <a:pt x="3373" y="3234"/>
                    <a:pt x="3206" y="3652"/>
                  </a:cubicBezTo>
                  <a:cubicBezTo>
                    <a:pt x="3067" y="3485"/>
                    <a:pt x="2900" y="3346"/>
                    <a:pt x="2677" y="3234"/>
                  </a:cubicBezTo>
                  <a:cubicBezTo>
                    <a:pt x="2900" y="3039"/>
                    <a:pt x="3039" y="2732"/>
                    <a:pt x="3039" y="2398"/>
                  </a:cubicBezTo>
                  <a:cubicBezTo>
                    <a:pt x="3039" y="1757"/>
                    <a:pt x="2481" y="1199"/>
                    <a:pt x="1812" y="1199"/>
                  </a:cubicBezTo>
                  <a:cubicBezTo>
                    <a:pt x="1143" y="1199"/>
                    <a:pt x="586" y="1757"/>
                    <a:pt x="586" y="2398"/>
                  </a:cubicBezTo>
                  <a:cubicBezTo>
                    <a:pt x="586" y="2732"/>
                    <a:pt x="725" y="3039"/>
                    <a:pt x="948" y="3234"/>
                  </a:cubicBezTo>
                  <a:cubicBezTo>
                    <a:pt x="391" y="3569"/>
                    <a:pt x="1" y="4154"/>
                    <a:pt x="1" y="4851"/>
                  </a:cubicBezTo>
                  <a:lnTo>
                    <a:pt x="1" y="6412"/>
                  </a:lnTo>
                  <a:cubicBezTo>
                    <a:pt x="1" y="6802"/>
                    <a:pt x="251" y="7137"/>
                    <a:pt x="586" y="7276"/>
                  </a:cubicBezTo>
                  <a:lnTo>
                    <a:pt x="586" y="8865"/>
                  </a:lnTo>
                  <a:cubicBezTo>
                    <a:pt x="586" y="9339"/>
                    <a:pt x="1004" y="9757"/>
                    <a:pt x="1506" y="9757"/>
                  </a:cubicBezTo>
                  <a:lnTo>
                    <a:pt x="2091" y="9757"/>
                  </a:lnTo>
                  <a:cubicBezTo>
                    <a:pt x="2593" y="9757"/>
                    <a:pt x="3011" y="9339"/>
                    <a:pt x="3011" y="8865"/>
                  </a:cubicBezTo>
                  <a:lnTo>
                    <a:pt x="3011" y="7276"/>
                  </a:lnTo>
                  <a:cubicBezTo>
                    <a:pt x="3095" y="7248"/>
                    <a:pt x="3206" y="7192"/>
                    <a:pt x="3318" y="7109"/>
                  </a:cubicBezTo>
                  <a:cubicBezTo>
                    <a:pt x="3429" y="7192"/>
                    <a:pt x="3485" y="7248"/>
                    <a:pt x="3624" y="7276"/>
                  </a:cubicBezTo>
                  <a:lnTo>
                    <a:pt x="3624" y="9450"/>
                  </a:lnTo>
                  <a:cubicBezTo>
                    <a:pt x="3624" y="9924"/>
                    <a:pt x="4043" y="10342"/>
                    <a:pt x="4544" y="10342"/>
                  </a:cubicBezTo>
                  <a:lnTo>
                    <a:pt x="5799" y="10342"/>
                  </a:lnTo>
                  <a:cubicBezTo>
                    <a:pt x="6273" y="10342"/>
                    <a:pt x="6691" y="9924"/>
                    <a:pt x="6691" y="9450"/>
                  </a:cubicBezTo>
                  <a:lnTo>
                    <a:pt x="6691" y="7276"/>
                  </a:lnTo>
                  <a:cubicBezTo>
                    <a:pt x="6802" y="7248"/>
                    <a:pt x="6914" y="7192"/>
                    <a:pt x="6997" y="7109"/>
                  </a:cubicBezTo>
                  <a:cubicBezTo>
                    <a:pt x="7109" y="7192"/>
                    <a:pt x="7192" y="7248"/>
                    <a:pt x="7332" y="7276"/>
                  </a:cubicBezTo>
                  <a:lnTo>
                    <a:pt x="7332" y="8865"/>
                  </a:lnTo>
                  <a:cubicBezTo>
                    <a:pt x="7332" y="9339"/>
                    <a:pt x="7750" y="9757"/>
                    <a:pt x="8224" y="9757"/>
                  </a:cubicBezTo>
                  <a:lnTo>
                    <a:pt x="8809" y="9757"/>
                  </a:lnTo>
                  <a:cubicBezTo>
                    <a:pt x="9311" y="9757"/>
                    <a:pt x="9729" y="9339"/>
                    <a:pt x="9729" y="8865"/>
                  </a:cubicBezTo>
                  <a:lnTo>
                    <a:pt x="9729" y="7276"/>
                  </a:lnTo>
                  <a:cubicBezTo>
                    <a:pt x="10064" y="7137"/>
                    <a:pt x="10314" y="6830"/>
                    <a:pt x="10314" y="6412"/>
                  </a:cubicBezTo>
                  <a:lnTo>
                    <a:pt x="10314" y="4851"/>
                  </a:lnTo>
                  <a:cubicBezTo>
                    <a:pt x="10287" y="4210"/>
                    <a:pt x="9896" y="3596"/>
                    <a:pt x="9339" y="3318"/>
                  </a:cubicBezTo>
                  <a:cubicBezTo>
                    <a:pt x="9562" y="3095"/>
                    <a:pt x="9701" y="2788"/>
                    <a:pt x="9701" y="2481"/>
                  </a:cubicBezTo>
                  <a:cubicBezTo>
                    <a:pt x="9701" y="1812"/>
                    <a:pt x="9144" y="1255"/>
                    <a:pt x="8475" y="1255"/>
                  </a:cubicBezTo>
                  <a:cubicBezTo>
                    <a:pt x="7806" y="1255"/>
                    <a:pt x="7248" y="1812"/>
                    <a:pt x="7248" y="2481"/>
                  </a:cubicBezTo>
                  <a:cubicBezTo>
                    <a:pt x="7248" y="2788"/>
                    <a:pt x="7388" y="3095"/>
                    <a:pt x="7611" y="3318"/>
                  </a:cubicBezTo>
                  <a:cubicBezTo>
                    <a:pt x="7388" y="3429"/>
                    <a:pt x="7220" y="3569"/>
                    <a:pt x="7081" y="3736"/>
                  </a:cubicBezTo>
                  <a:cubicBezTo>
                    <a:pt x="6969" y="3485"/>
                    <a:pt x="6802" y="3290"/>
                    <a:pt x="6635" y="3067"/>
                  </a:cubicBezTo>
                  <a:cubicBezTo>
                    <a:pt x="6496" y="2927"/>
                    <a:pt x="6300" y="2788"/>
                    <a:pt x="6105" y="2677"/>
                  </a:cubicBezTo>
                  <a:cubicBezTo>
                    <a:pt x="6440" y="2370"/>
                    <a:pt x="6663" y="1952"/>
                    <a:pt x="6663" y="1534"/>
                  </a:cubicBezTo>
                  <a:cubicBezTo>
                    <a:pt x="6663" y="1116"/>
                    <a:pt x="6496" y="725"/>
                    <a:pt x="6217" y="447"/>
                  </a:cubicBezTo>
                  <a:cubicBezTo>
                    <a:pt x="5938" y="168"/>
                    <a:pt x="5520" y="1"/>
                    <a:pt x="513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38" name="Google Shape;11003;p73">
            <a:extLst>
              <a:ext uri="{FF2B5EF4-FFF2-40B4-BE49-F238E27FC236}">
                <a16:creationId xmlns:a16="http://schemas.microsoft.com/office/drawing/2014/main" id="{A8EA4589-3F57-A275-64EE-D1A3B1937BB0}"/>
              </a:ext>
            </a:extLst>
          </p:cNvPr>
          <p:cNvGrpSpPr/>
          <p:nvPr/>
        </p:nvGrpSpPr>
        <p:grpSpPr>
          <a:xfrm>
            <a:off x="3624115" y="4356289"/>
            <a:ext cx="850490" cy="843846"/>
            <a:chOff x="6790450" y="3119050"/>
            <a:chExt cx="262750" cy="260675"/>
          </a:xfrm>
          <a:solidFill>
            <a:srgbClr val="555559"/>
          </a:solidFill>
        </p:grpSpPr>
        <p:sp>
          <p:nvSpPr>
            <p:cNvPr id="2539" name="Google Shape;11004;p73">
              <a:extLst>
                <a:ext uri="{FF2B5EF4-FFF2-40B4-BE49-F238E27FC236}">
                  <a16:creationId xmlns:a16="http://schemas.microsoft.com/office/drawing/2014/main" id="{46864012-68AA-907A-5DC0-AC1D6BA91CF1}"/>
                </a:ext>
              </a:extLst>
            </p:cNvPr>
            <p:cNvSpPr/>
            <p:nvPr/>
          </p:nvSpPr>
          <p:spPr>
            <a:xfrm>
              <a:off x="6790450" y="3119050"/>
              <a:ext cx="262750" cy="260675"/>
            </a:xfrm>
            <a:custGeom>
              <a:avLst/>
              <a:gdLst/>
              <a:ahLst/>
              <a:cxnLst/>
              <a:rect l="l" t="t" r="r" b="b"/>
              <a:pathLst>
                <a:path w="10510" h="10427" extrusionOk="0">
                  <a:moveTo>
                    <a:pt x="5269" y="1924"/>
                  </a:moveTo>
                  <a:cubicBezTo>
                    <a:pt x="6022" y="1924"/>
                    <a:pt x="6635" y="2454"/>
                    <a:pt x="6774" y="3151"/>
                  </a:cubicBezTo>
                  <a:lnTo>
                    <a:pt x="3791" y="3151"/>
                  </a:lnTo>
                  <a:cubicBezTo>
                    <a:pt x="3931" y="2454"/>
                    <a:pt x="4544" y="1924"/>
                    <a:pt x="5269" y="1924"/>
                  </a:cubicBezTo>
                  <a:close/>
                  <a:moveTo>
                    <a:pt x="4962" y="3764"/>
                  </a:moveTo>
                  <a:lnTo>
                    <a:pt x="4962" y="9785"/>
                  </a:lnTo>
                  <a:cubicBezTo>
                    <a:pt x="3959" y="9646"/>
                    <a:pt x="3150" y="8754"/>
                    <a:pt x="3150" y="7694"/>
                  </a:cubicBezTo>
                  <a:lnTo>
                    <a:pt x="3150" y="4071"/>
                  </a:lnTo>
                  <a:cubicBezTo>
                    <a:pt x="3150" y="3903"/>
                    <a:pt x="3290" y="3764"/>
                    <a:pt x="3485" y="3764"/>
                  </a:cubicBezTo>
                  <a:close/>
                  <a:moveTo>
                    <a:pt x="7109" y="3764"/>
                  </a:moveTo>
                  <a:cubicBezTo>
                    <a:pt x="7276" y="3764"/>
                    <a:pt x="7415" y="3903"/>
                    <a:pt x="7415" y="4071"/>
                  </a:cubicBezTo>
                  <a:lnTo>
                    <a:pt x="7415" y="7694"/>
                  </a:lnTo>
                  <a:cubicBezTo>
                    <a:pt x="7415" y="8754"/>
                    <a:pt x="6607" y="9646"/>
                    <a:pt x="5603" y="9785"/>
                  </a:cubicBezTo>
                  <a:lnTo>
                    <a:pt x="5603" y="3764"/>
                  </a:lnTo>
                  <a:close/>
                  <a:moveTo>
                    <a:pt x="3987" y="1"/>
                  </a:moveTo>
                  <a:cubicBezTo>
                    <a:pt x="3819" y="1"/>
                    <a:pt x="3680" y="140"/>
                    <a:pt x="3680" y="307"/>
                  </a:cubicBezTo>
                  <a:lnTo>
                    <a:pt x="3680" y="921"/>
                  </a:lnTo>
                  <a:cubicBezTo>
                    <a:pt x="3680" y="1199"/>
                    <a:pt x="3819" y="1422"/>
                    <a:pt x="3987" y="1618"/>
                  </a:cubicBezTo>
                  <a:cubicBezTo>
                    <a:pt x="3513" y="1952"/>
                    <a:pt x="3150" y="2482"/>
                    <a:pt x="3095" y="3095"/>
                  </a:cubicBezTo>
                  <a:cubicBezTo>
                    <a:pt x="2732" y="3206"/>
                    <a:pt x="2453" y="3569"/>
                    <a:pt x="2453" y="3987"/>
                  </a:cubicBezTo>
                  <a:lnTo>
                    <a:pt x="2453" y="4294"/>
                  </a:lnTo>
                  <a:lnTo>
                    <a:pt x="1840" y="4294"/>
                  </a:lnTo>
                  <a:cubicBezTo>
                    <a:pt x="1450" y="4294"/>
                    <a:pt x="1115" y="4043"/>
                    <a:pt x="976" y="3652"/>
                  </a:cubicBezTo>
                  <a:lnTo>
                    <a:pt x="642" y="2677"/>
                  </a:lnTo>
                  <a:cubicBezTo>
                    <a:pt x="600" y="2551"/>
                    <a:pt x="511" y="2489"/>
                    <a:pt x="399" y="2489"/>
                  </a:cubicBezTo>
                  <a:cubicBezTo>
                    <a:pt x="361" y="2489"/>
                    <a:pt x="321" y="2496"/>
                    <a:pt x="279" y="2510"/>
                  </a:cubicBezTo>
                  <a:cubicBezTo>
                    <a:pt x="84" y="2565"/>
                    <a:pt x="28" y="2705"/>
                    <a:pt x="84" y="2900"/>
                  </a:cubicBezTo>
                  <a:lnTo>
                    <a:pt x="419" y="3875"/>
                  </a:lnTo>
                  <a:cubicBezTo>
                    <a:pt x="614" y="4489"/>
                    <a:pt x="1171" y="4907"/>
                    <a:pt x="1840" y="4907"/>
                  </a:cubicBezTo>
                  <a:lnTo>
                    <a:pt x="2453" y="4907"/>
                  </a:lnTo>
                  <a:lnTo>
                    <a:pt x="2453" y="6133"/>
                  </a:lnTo>
                  <a:lnTo>
                    <a:pt x="335" y="6133"/>
                  </a:lnTo>
                  <a:cubicBezTo>
                    <a:pt x="168" y="6133"/>
                    <a:pt x="28" y="6273"/>
                    <a:pt x="28" y="6440"/>
                  </a:cubicBezTo>
                  <a:cubicBezTo>
                    <a:pt x="28" y="6635"/>
                    <a:pt x="168" y="6775"/>
                    <a:pt x="335" y="6775"/>
                  </a:cubicBezTo>
                  <a:lnTo>
                    <a:pt x="2453" y="6775"/>
                  </a:lnTo>
                  <a:lnTo>
                    <a:pt x="2453" y="7667"/>
                  </a:lnTo>
                  <a:lnTo>
                    <a:pt x="2453" y="7973"/>
                  </a:lnTo>
                  <a:lnTo>
                    <a:pt x="1812" y="7973"/>
                  </a:lnTo>
                  <a:cubicBezTo>
                    <a:pt x="1143" y="7973"/>
                    <a:pt x="586" y="8391"/>
                    <a:pt x="363" y="9032"/>
                  </a:cubicBezTo>
                  <a:lnTo>
                    <a:pt x="56" y="10008"/>
                  </a:lnTo>
                  <a:cubicBezTo>
                    <a:pt x="0" y="10175"/>
                    <a:pt x="84" y="10315"/>
                    <a:pt x="223" y="10398"/>
                  </a:cubicBezTo>
                  <a:cubicBezTo>
                    <a:pt x="259" y="10408"/>
                    <a:pt x="292" y="10413"/>
                    <a:pt x="323" y="10413"/>
                  </a:cubicBezTo>
                  <a:cubicBezTo>
                    <a:pt x="466" y="10413"/>
                    <a:pt x="568" y="10317"/>
                    <a:pt x="614" y="10203"/>
                  </a:cubicBezTo>
                  <a:lnTo>
                    <a:pt x="920" y="9228"/>
                  </a:lnTo>
                  <a:cubicBezTo>
                    <a:pt x="1060" y="8865"/>
                    <a:pt x="1394" y="8614"/>
                    <a:pt x="1812" y="8614"/>
                  </a:cubicBezTo>
                  <a:lnTo>
                    <a:pt x="2593" y="8614"/>
                  </a:lnTo>
                  <a:cubicBezTo>
                    <a:pt x="2983" y="9646"/>
                    <a:pt x="3987" y="10426"/>
                    <a:pt x="5185" y="10426"/>
                  </a:cubicBezTo>
                  <a:cubicBezTo>
                    <a:pt x="6356" y="10426"/>
                    <a:pt x="7387" y="9646"/>
                    <a:pt x="7750" y="8614"/>
                  </a:cubicBezTo>
                  <a:lnTo>
                    <a:pt x="8586" y="8614"/>
                  </a:lnTo>
                  <a:cubicBezTo>
                    <a:pt x="8976" y="8614"/>
                    <a:pt x="9339" y="8837"/>
                    <a:pt x="9478" y="9228"/>
                  </a:cubicBezTo>
                  <a:lnTo>
                    <a:pt x="9785" y="10203"/>
                  </a:lnTo>
                  <a:cubicBezTo>
                    <a:pt x="9827" y="10351"/>
                    <a:pt x="9917" y="10419"/>
                    <a:pt x="10043" y="10419"/>
                  </a:cubicBezTo>
                  <a:cubicBezTo>
                    <a:pt x="10084" y="10419"/>
                    <a:pt x="10128" y="10412"/>
                    <a:pt x="10175" y="10398"/>
                  </a:cubicBezTo>
                  <a:cubicBezTo>
                    <a:pt x="10342" y="10315"/>
                    <a:pt x="10398" y="10175"/>
                    <a:pt x="10342" y="10008"/>
                  </a:cubicBezTo>
                  <a:lnTo>
                    <a:pt x="10119" y="9032"/>
                  </a:lnTo>
                  <a:cubicBezTo>
                    <a:pt x="9924" y="8391"/>
                    <a:pt x="9367" y="7973"/>
                    <a:pt x="8698" y="7973"/>
                  </a:cubicBezTo>
                  <a:lnTo>
                    <a:pt x="8001" y="7973"/>
                  </a:lnTo>
                  <a:lnTo>
                    <a:pt x="8001" y="7667"/>
                  </a:lnTo>
                  <a:lnTo>
                    <a:pt x="8001" y="6775"/>
                  </a:lnTo>
                  <a:lnTo>
                    <a:pt x="10175" y="6775"/>
                  </a:lnTo>
                  <a:cubicBezTo>
                    <a:pt x="10342" y="6775"/>
                    <a:pt x="10482" y="6635"/>
                    <a:pt x="10482" y="6440"/>
                  </a:cubicBezTo>
                  <a:cubicBezTo>
                    <a:pt x="10482" y="6273"/>
                    <a:pt x="10342" y="6133"/>
                    <a:pt x="10175" y="6133"/>
                  </a:cubicBezTo>
                  <a:lnTo>
                    <a:pt x="8001" y="6133"/>
                  </a:lnTo>
                  <a:lnTo>
                    <a:pt x="8001" y="4907"/>
                  </a:lnTo>
                  <a:lnTo>
                    <a:pt x="8698" y="4907"/>
                  </a:lnTo>
                  <a:cubicBezTo>
                    <a:pt x="9367" y="4907"/>
                    <a:pt x="9924" y="4489"/>
                    <a:pt x="10119" y="3875"/>
                  </a:cubicBezTo>
                  <a:lnTo>
                    <a:pt x="10454" y="2900"/>
                  </a:lnTo>
                  <a:cubicBezTo>
                    <a:pt x="10509" y="2705"/>
                    <a:pt x="10398" y="2565"/>
                    <a:pt x="10259" y="2510"/>
                  </a:cubicBezTo>
                  <a:cubicBezTo>
                    <a:pt x="10223" y="2498"/>
                    <a:pt x="10188" y="2492"/>
                    <a:pt x="10156" y="2492"/>
                  </a:cubicBezTo>
                  <a:cubicBezTo>
                    <a:pt x="10036" y="2492"/>
                    <a:pt x="9940" y="2567"/>
                    <a:pt x="9896" y="2677"/>
                  </a:cubicBezTo>
                  <a:lnTo>
                    <a:pt x="9562" y="3652"/>
                  </a:lnTo>
                  <a:cubicBezTo>
                    <a:pt x="9422" y="4043"/>
                    <a:pt x="9116" y="4294"/>
                    <a:pt x="8698" y="4294"/>
                  </a:cubicBezTo>
                  <a:lnTo>
                    <a:pt x="8001" y="4294"/>
                  </a:lnTo>
                  <a:lnTo>
                    <a:pt x="8001" y="3987"/>
                  </a:lnTo>
                  <a:cubicBezTo>
                    <a:pt x="8001" y="3597"/>
                    <a:pt x="7750" y="3234"/>
                    <a:pt x="7387" y="3095"/>
                  </a:cubicBezTo>
                  <a:cubicBezTo>
                    <a:pt x="7304" y="2482"/>
                    <a:pt x="6969" y="1952"/>
                    <a:pt x="6468" y="1618"/>
                  </a:cubicBezTo>
                  <a:cubicBezTo>
                    <a:pt x="6691" y="1422"/>
                    <a:pt x="6774" y="1199"/>
                    <a:pt x="6774" y="921"/>
                  </a:cubicBezTo>
                  <a:lnTo>
                    <a:pt x="6774" y="307"/>
                  </a:lnTo>
                  <a:cubicBezTo>
                    <a:pt x="6774" y="140"/>
                    <a:pt x="6635" y="1"/>
                    <a:pt x="6468" y="1"/>
                  </a:cubicBezTo>
                  <a:cubicBezTo>
                    <a:pt x="6300" y="1"/>
                    <a:pt x="6161" y="140"/>
                    <a:pt x="6161" y="307"/>
                  </a:cubicBezTo>
                  <a:lnTo>
                    <a:pt x="6161" y="921"/>
                  </a:lnTo>
                  <a:cubicBezTo>
                    <a:pt x="6161" y="1088"/>
                    <a:pt x="6022" y="1255"/>
                    <a:pt x="5854" y="1255"/>
                  </a:cubicBezTo>
                  <a:lnTo>
                    <a:pt x="4628" y="1255"/>
                  </a:lnTo>
                  <a:cubicBezTo>
                    <a:pt x="4488" y="1255"/>
                    <a:pt x="4321" y="1088"/>
                    <a:pt x="4321" y="921"/>
                  </a:cubicBezTo>
                  <a:lnTo>
                    <a:pt x="4321" y="307"/>
                  </a:lnTo>
                  <a:cubicBezTo>
                    <a:pt x="4321" y="140"/>
                    <a:pt x="4182" y="1"/>
                    <a:pt x="398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11005;p73">
              <a:extLst>
                <a:ext uri="{FF2B5EF4-FFF2-40B4-BE49-F238E27FC236}">
                  <a16:creationId xmlns:a16="http://schemas.microsoft.com/office/drawing/2014/main" id="{9504FF31-8658-84FD-CE4F-4281381DFF41}"/>
                </a:ext>
              </a:extLst>
            </p:cNvPr>
            <p:cNvSpPr/>
            <p:nvPr/>
          </p:nvSpPr>
          <p:spPr>
            <a:xfrm flipH="1">
              <a:off x="6790450" y="3119050"/>
              <a:ext cx="262750" cy="260675"/>
            </a:xfrm>
            <a:custGeom>
              <a:avLst/>
              <a:gdLst/>
              <a:ahLst/>
              <a:cxnLst/>
              <a:rect l="l" t="t" r="r" b="b"/>
              <a:pathLst>
                <a:path w="10510" h="10427" extrusionOk="0">
                  <a:moveTo>
                    <a:pt x="5269" y="1924"/>
                  </a:moveTo>
                  <a:cubicBezTo>
                    <a:pt x="6022" y="1924"/>
                    <a:pt x="6635" y="2454"/>
                    <a:pt x="6774" y="3151"/>
                  </a:cubicBezTo>
                  <a:lnTo>
                    <a:pt x="3791" y="3151"/>
                  </a:lnTo>
                  <a:cubicBezTo>
                    <a:pt x="3931" y="2454"/>
                    <a:pt x="4544" y="1924"/>
                    <a:pt x="5269" y="1924"/>
                  </a:cubicBezTo>
                  <a:close/>
                  <a:moveTo>
                    <a:pt x="4962" y="3764"/>
                  </a:moveTo>
                  <a:lnTo>
                    <a:pt x="4962" y="9785"/>
                  </a:lnTo>
                  <a:cubicBezTo>
                    <a:pt x="3959" y="9646"/>
                    <a:pt x="3150" y="8754"/>
                    <a:pt x="3150" y="7694"/>
                  </a:cubicBezTo>
                  <a:lnTo>
                    <a:pt x="3150" y="4071"/>
                  </a:lnTo>
                  <a:cubicBezTo>
                    <a:pt x="3150" y="3903"/>
                    <a:pt x="3290" y="3764"/>
                    <a:pt x="3485" y="3764"/>
                  </a:cubicBezTo>
                  <a:close/>
                  <a:moveTo>
                    <a:pt x="7109" y="3764"/>
                  </a:moveTo>
                  <a:cubicBezTo>
                    <a:pt x="7276" y="3764"/>
                    <a:pt x="7415" y="3903"/>
                    <a:pt x="7415" y="4071"/>
                  </a:cubicBezTo>
                  <a:lnTo>
                    <a:pt x="7415" y="7694"/>
                  </a:lnTo>
                  <a:cubicBezTo>
                    <a:pt x="7415" y="8754"/>
                    <a:pt x="6607" y="9646"/>
                    <a:pt x="5603" y="9785"/>
                  </a:cubicBezTo>
                  <a:lnTo>
                    <a:pt x="5603" y="3764"/>
                  </a:lnTo>
                  <a:close/>
                  <a:moveTo>
                    <a:pt x="3987" y="1"/>
                  </a:moveTo>
                  <a:cubicBezTo>
                    <a:pt x="3819" y="1"/>
                    <a:pt x="3680" y="140"/>
                    <a:pt x="3680" y="307"/>
                  </a:cubicBezTo>
                  <a:lnTo>
                    <a:pt x="3680" y="921"/>
                  </a:lnTo>
                  <a:cubicBezTo>
                    <a:pt x="3680" y="1199"/>
                    <a:pt x="3819" y="1422"/>
                    <a:pt x="3987" y="1618"/>
                  </a:cubicBezTo>
                  <a:cubicBezTo>
                    <a:pt x="3513" y="1952"/>
                    <a:pt x="3150" y="2482"/>
                    <a:pt x="3095" y="3095"/>
                  </a:cubicBezTo>
                  <a:cubicBezTo>
                    <a:pt x="2732" y="3206"/>
                    <a:pt x="2453" y="3569"/>
                    <a:pt x="2453" y="3987"/>
                  </a:cubicBezTo>
                  <a:lnTo>
                    <a:pt x="2453" y="4294"/>
                  </a:lnTo>
                  <a:lnTo>
                    <a:pt x="1840" y="4294"/>
                  </a:lnTo>
                  <a:cubicBezTo>
                    <a:pt x="1450" y="4294"/>
                    <a:pt x="1115" y="4043"/>
                    <a:pt x="976" y="3652"/>
                  </a:cubicBezTo>
                  <a:lnTo>
                    <a:pt x="642" y="2677"/>
                  </a:lnTo>
                  <a:cubicBezTo>
                    <a:pt x="600" y="2551"/>
                    <a:pt x="511" y="2489"/>
                    <a:pt x="399" y="2489"/>
                  </a:cubicBezTo>
                  <a:cubicBezTo>
                    <a:pt x="361" y="2489"/>
                    <a:pt x="321" y="2496"/>
                    <a:pt x="279" y="2510"/>
                  </a:cubicBezTo>
                  <a:cubicBezTo>
                    <a:pt x="84" y="2565"/>
                    <a:pt x="28" y="2705"/>
                    <a:pt x="84" y="2900"/>
                  </a:cubicBezTo>
                  <a:lnTo>
                    <a:pt x="419" y="3875"/>
                  </a:lnTo>
                  <a:cubicBezTo>
                    <a:pt x="614" y="4489"/>
                    <a:pt x="1171" y="4907"/>
                    <a:pt x="1840" y="4907"/>
                  </a:cubicBezTo>
                  <a:lnTo>
                    <a:pt x="2453" y="4907"/>
                  </a:lnTo>
                  <a:lnTo>
                    <a:pt x="2453" y="6133"/>
                  </a:lnTo>
                  <a:lnTo>
                    <a:pt x="335" y="6133"/>
                  </a:lnTo>
                  <a:cubicBezTo>
                    <a:pt x="168" y="6133"/>
                    <a:pt x="28" y="6273"/>
                    <a:pt x="28" y="6440"/>
                  </a:cubicBezTo>
                  <a:cubicBezTo>
                    <a:pt x="28" y="6635"/>
                    <a:pt x="168" y="6775"/>
                    <a:pt x="335" y="6775"/>
                  </a:cubicBezTo>
                  <a:lnTo>
                    <a:pt x="2453" y="6775"/>
                  </a:lnTo>
                  <a:lnTo>
                    <a:pt x="2453" y="7667"/>
                  </a:lnTo>
                  <a:lnTo>
                    <a:pt x="2453" y="7973"/>
                  </a:lnTo>
                  <a:lnTo>
                    <a:pt x="1812" y="7973"/>
                  </a:lnTo>
                  <a:cubicBezTo>
                    <a:pt x="1143" y="7973"/>
                    <a:pt x="586" y="8391"/>
                    <a:pt x="363" y="9032"/>
                  </a:cubicBezTo>
                  <a:lnTo>
                    <a:pt x="56" y="10008"/>
                  </a:lnTo>
                  <a:cubicBezTo>
                    <a:pt x="0" y="10175"/>
                    <a:pt x="84" y="10315"/>
                    <a:pt x="223" y="10398"/>
                  </a:cubicBezTo>
                  <a:cubicBezTo>
                    <a:pt x="259" y="10408"/>
                    <a:pt x="292" y="10413"/>
                    <a:pt x="323" y="10413"/>
                  </a:cubicBezTo>
                  <a:cubicBezTo>
                    <a:pt x="466" y="10413"/>
                    <a:pt x="568" y="10317"/>
                    <a:pt x="614" y="10203"/>
                  </a:cubicBezTo>
                  <a:lnTo>
                    <a:pt x="920" y="9228"/>
                  </a:lnTo>
                  <a:cubicBezTo>
                    <a:pt x="1060" y="8865"/>
                    <a:pt x="1394" y="8614"/>
                    <a:pt x="1812" y="8614"/>
                  </a:cubicBezTo>
                  <a:lnTo>
                    <a:pt x="2593" y="8614"/>
                  </a:lnTo>
                  <a:cubicBezTo>
                    <a:pt x="2983" y="9646"/>
                    <a:pt x="3987" y="10426"/>
                    <a:pt x="5185" y="10426"/>
                  </a:cubicBezTo>
                  <a:cubicBezTo>
                    <a:pt x="6356" y="10426"/>
                    <a:pt x="7387" y="9646"/>
                    <a:pt x="7750" y="8614"/>
                  </a:cubicBezTo>
                  <a:lnTo>
                    <a:pt x="8586" y="8614"/>
                  </a:lnTo>
                  <a:cubicBezTo>
                    <a:pt x="8976" y="8614"/>
                    <a:pt x="9339" y="8837"/>
                    <a:pt x="9478" y="9228"/>
                  </a:cubicBezTo>
                  <a:lnTo>
                    <a:pt x="9785" y="10203"/>
                  </a:lnTo>
                  <a:cubicBezTo>
                    <a:pt x="9827" y="10351"/>
                    <a:pt x="9917" y="10419"/>
                    <a:pt x="10043" y="10419"/>
                  </a:cubicBezTo>
                  <a:cubicBezTo>
                    <a:pt x="10084" y="10419"/>
                    <a:pt x="10128" y="10412"/>
                    <a:pt x="10175" y="10398"/>
                  </a:cubicBezTo>
                  <a:cubicBezTo>
                    <a:pt x="10342" y="10315"/>
                    <a:pt x="10398" y="10175"/>
                    <a:pt x="10342" y="10008"/>
                  </a:cubicBezTo>
                  <a:lnTo>
                    <a:pt x="10119" y="9032"/>
                  </a:lnTo>
                  <a:cubicBezTo>
                    <a:pt x="9924" y="8391"/>
                    <a:pt x="9367" y="7973"/>
                    <a:pt x="8698" y="7973"/>
                  </a:cubicBezTo>
                  <a:lnTo>
                    <a:pt x="8001" y="7973"/>
                  </a:lnTo>
                  <a:lnTo>
                    <a:pt x="8001" y="7667"/>
                  </a:lnTo>
                  <a:lnTo>
                    <a:pt x="8001" y="6775"/>
                  </a:lnTo>
                  <a:lnTo>
                    <a:pt x="10175" y="6775"/>
                  </a:lnTo>
                  <a:cubicBezTo>
                    <a:pt x="10342" y="6775"/>
                    <a:pt x="10482" y="6635"/>
                    <a:pt x="10482" y="6440"/>
                  </a:cubicBezTo>
                  <a:cubicBezTo>
                    <a:pt x="10482" y="6273"/>
                    <a:pt x="10342" y="6133"/>
                    <a:pt x="10175" y="6133"/>
                  </a:cubicBezTo>
                  <a:lnTo>
                    <a:pt x="8001" y="6133"/>
                  </a:lnTo>
                  <a:lnTo>
                    <a:pt x="8001" y="4907"/>
                  </a:lnTo>
                  <a:lnTo>
                    <a:pt x="8698" y="4907"/>
                  </a:lnTo>
                  <a:cubicBezTo>
                    <a:pt x="9367" y="4907"/>
                    <a:pt x="9924" y="4489"/>
                    <a:pt x="10119" y="3875"/>
                  </a:cubicBezTo>
                  <a:lnTo>
                    <a:pt x="10454" y="2900"/>
                  </a:lnTo>
                  <a:cubicBezTo>
                    <a:pt x="10509" y="2705"/>
                    <a:pt x="10398" y="2565"/>
                    <a:pt x="10259" y="2510"/>
                  </a:cubicBezTo>
                  <a:cubicBezTo>
                    <a:pt x="10223" y="2498"/>
                    <a:pt x="10188" y="2492"/>
                    <a:pt x="10156" y="2492"/>
                  </a:cubicBezTo>
                  <a:cubicBezTo>
                    <a:pt x="10036" y="2492"/>
                    <a:pt x="9940" y="2567"/>
                    <a:pt x="9896" y="2677"/>
                  </a:cubicBezTo>
                  <a:lnTo>
                    <a:pt x="9562" y="3652"/>
                  </a:lnTo>
                  <a:cubicBezTo>
                    <a:pt x="9422" y="4043"/>
                    <a:pt x="9116" y="4294"/>
                    <a:pt x="8698" y="4294"/>
                  </a:cubicBezTo>
                  <a:lnTo>
                    <a:pt x="8001" y="4294"/>
                  </a:lnTo>
                  <a:lnTo>
                    <a:pt x="8001" y="3987"/>
                  </a:lnTo>
                  <a:cubicBezTo>
                    <a:pt x="8001" y="3597"/>
                    <a:pt x="7750" y="3234"/>
                    <a:pt x="7387" y="3095"/>
                  </a:cubicBezTo>
                  <a:cubicBezTo>
                    <a:pt x="7304" y="2482"/>
                    <a:pt x="6969" y="1952"/>
                    <a:pt x="6468" y="1618"/>
                  </a:cubicBezTo>
                  <a:cubicBezTo>
                    <a:pt x="6691" y="1422"/>
                    <a:pt x="6774" y="1199"/>
                    <a:pt x="6774" y="921"/>
                  </a:cubicBezTo>
                  <a:lnTo>
                    <a:pt x="6774" y="307"/>
                  </a:lnTo>
                  <a:cubicBezTo>
                    <a:pt x="6774" y="140"/>
                    <a:pt x="6635" y="1"/>
                    <a:pt x="6468" y="1"/>
                  </a:cubicBezTo>
                  <a:cubicBezTo>
                    <a:pt x="6300" y="1"/>
                    <a:pt x="6161" y="140"/>
                    <a:pt x="6161" y="307"/>
                  </a:cubicBezTo>
                  <a:lnTo>
                    <a:pt x="6161" y="921"/>
                  </a:lnTo>
                  <a:cubicBezTo>
                    <a:pt x="6161" y="1088"/>
                    <a:pt x="6022" y="1255"/>
                    <a:pt x="5854" y="1255"/>
                  </a:cubicBezTo>
                  <a:lnTo>
                    <a:pt x="4628" y="1255"/>
                  </a:lnTo>
                  <a:cubicBezTo>
                    <a:pt x="4488" y="1255"/>
                    <a:pt x="4321" y="1088"/>
                    <a:pt x="4321" y="921"/>
                  </a:cubicBezTo>
                  <a:lnTo>
                    <a:pt x="4321" y="307"/>
                  </a:lnTo>
                  <a:cubicBezTo>
                    <a:pt x="4321" y="140"/>
                    <a:pt x="4182" y="1"/>
                    <a:pt x="398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1" name="Google Shape;11006;p73">
            <a:extLst>
              <a:ext uri="{FF2B5EF4-FFF2-40B4-BE49-F238E27FC236}">
                <a16:creationId xmlns:a16="http://schemas.microsoft.com/office/drawing/2014/main" id="{001A4092-7609-D9DA-8BFA-C2C03FC0CB8D}"/>
              </a:ext>
            </a:extLst>
          </p:cNvPr>
          <p:cNvGrpSpPr/>
          <p:nvPr/>
        </p:nvGrpSpPr>
        <p:grpSpPr>
          <a:xfrm>
            <a:off x="16316975" y="11186897"/>
            <a:ext cx="690921" cy="786045"/>
            <a:chOff x="7728464" y="1561258"/>
            <a:chExt cx="349719" cy="397866"/>
          </a:xfrm>
          <a:solidFill>
            <a:srgbClr val="555559"/>
          </a:solidFill>
        </p:grpSpPr>
        <p:sp>
          <p:nvSpPr>
            <p:cNvPr id="2542" name="Google Shape;11007;p73">
              <a:extLst>
                <a:ext uri="{FF2B5EF4-FFF2-40B4-BE49-F238E27FC236}">
                  <a16:creationId xmlns:a16="http://schemas.microsoft.com/office/drawing/2014/main" id="{13B6D71B-40F5-4982-E4AB-002A53945E52}"/>
                </a:ext>
              </a:extLst>
            </p:cNvPr>
            <p:cNvSpPr/>
            <p:nvPr/>
          </p:nvSpPr>
          <p:spPr>
            <a:xfrm>
              <a:off x="7891642" y="1678585"/>
              <a:ext cx="23354" cy="23333"/>
            </a:xfrm>
            <a:custGeom>
              <a:avLst/>
              <a:gdLst/>
              <a:ahLst/>
              <a:cxnLst/>
              <a:rect l="l" t="t" r="r" b="b"/>
              <a:pathLst>
                <a:path w="1119" h="1118" extrusionOk="0">
                  <a:moveTo>
                    <a:pt x="0" y="1"/>
                  </a:moveTo>
                  <a:lnTo>
                    <a:pt x="0" y="1117"/>
                  </a:lnTo>
                  <a:lnTo>
                    <a:pt x="1118" y="1117"/>
                  </a:lnTo>
                  <a:lnTo>
                    <a:pt x="1118"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11008;p73">
              <a:extLst>
                <a:ext uri="{FF2B5EF4-FFF2-40B4-BE49-F238E27FC236}">
                  <a16:creationId xmlns:a16="http://schemas.microsoft.com/office/drawing/2014/main" id="{841CBB9F-CAA8-2D17-17D7-673F6CC0C02A}"/>
                </a:ext>
              </a:extLst>
            </p:cNvPr>
            <p:cNvSpPr/>
            <p:nvPr/>
          </p:nvSpPr>
          <p:spPr>
            <a:xfrm>
              <a:off x="7728464" y="1561258"/>
              <a:ext cx="349719" cy="397866"/>
            </a:xfrm>
            <a:custGeom>
              <a:avLst/>
              <a:gdLst/>
              <a:ahLst/>
              <a:cxnLst/>
              <a:rect l="l" t="t" r="r" b="b"/>
              <a:pathLst>
                <a:path w="16757" h="19064" extrusionOk="0">
                  <a:moveTo>
                    <a:pt x="9496" y="2830"/>
                  </a:moveTo>
                  <a:cubicBezTo>
                    <a:pt x="9804" y="2830"/>
                    <a:pt x="10054" y="3079"/>
                    <a:pt x="10054" y="3389"/>
                  </a:cubicBezTo>
                  <a:lnTo>
                    <a:pt x="10054" y="4505"/>
                  </a:lnTo>
                  <a:lnTo>
                    <a:pt x="11172" y="4505"/>
                  </a:lnTo>
                  <a:cubicBezTo>
                    <a:pt x="11480" y="4505"/>
                    <a:pt x="11729" y="4756"/>
                    <a:pt x="11729" y="5064"/>
                  </a:cubicBezTo>
                  <a:cubicBezTo>
                    <a:pt x="11729" y="5373"/>
                    <a:pt x="11480" y="5623"/>
                    <a:pt x="11172" y="5623"/>
                  </a:cubicBezTo>
                  <a:lnTo>
                    <a:pt x="10054" y="5623"/>
                  </a:lnTo>
                  <a:lnTo>
                    <a:pt x="10054" y="6739"/>
                  </a:lnTo>
                  <a:lnTo>
                    <a:pt x="11172" y="6739"/>
                  </a:lnTo>
                  <a:cubicBezTo>
                    <a:pt x="11480" y="6739"/>
                    <a:pt x="11729" y="6990"/>
                    <a:pt x="11729" y="7298"/>
                  </a:cubicBezTo>
                  <a:cubicBezTo>
                    <a:pt x="11729" y="7608"/>
                    <a:pt x="11480" y="7857"/>
                    <a:pt x="11172" y="7857"/>
                  </a:cubicBezTo>
                  <a:lnTo>
                    <a:pt x="10054" y="7857"/>
                  </a:lnTo>
                  <a:lnTo>
                    <a:pt x="10054" y="8973"/>
                  </a:lnTo>
                  <a:cubicBezTo>
                    <a:pt x="10054" y="9283"/>
                    <a:pt x="9804" y="9532"/>
                    <a:pt x="9495" y="9532"/>
                  </a:cubicBezTo>
                  <a:cubicBezTo>
                    <a:pt x="9187" y="9532"/>
                    <a:pt x="8936" y="9283"/>
                    <a:pt x="8936" y="8973"/>
                  </a:cubicBezTo>
                  <a:lnTo>
                    <a:pt x="8936" y="7857"/>
                  </a:lnTo>
                  <a:lnTo>
                    <a:pt x="7819" y="7857"/>
                  </a:lnTo>
                  <a:lnTo>
                    <a:pt x="7819" y="8973"/>
                  </a:lnTo>
                  <a:cubicBezTo>
                    <a:pt x="7819" y="9283"/>
                    <a:pt x="7570" y="9532"/>
                    <a:pt x="7260" y="9532"/>
                  </a:cubicBezTo>
                  <a:cubicBezTo>
                    <a:pt x="6953" y="9532"/>
                    <a:pt x="6701" y="9283"/>
                    <a:pt x="6701" y="8973"/>
                  </a:cubicBezTo>
                  <a:lnTo>
                    <a:pt x="6701" y="7857"/>
                  </a:lnTo>
                  <a:lnTo>
                    <a:pt x="5585" y="7857"/>
                  </a:lnTo>
                  <a:cubicBezTo>
                    <a:pt x="5276" y="7857"/>
                    <a:pt x="5026" y="7608"/>
                    <a:pt x="5026" y="7298"/>
                  </a:cubicBezTo>
                  <a:cubicBezTo>
                    <a:pt x="5026" y="6990"/>
                    <a:pt x="5276" y="6739"/>
                    <a:pt x="5585" y="6739"/>
                  </a:cubicBezTo>
                  <a:lnTo>
                    <a:pt x="6701" y="6739"/>
                  </a:lnTo>
                  <a:lnTo>
                    <a:pt x="6701" y="5623"/>
                  </a:lnTo>
                  <a:lnTo>
                    <a:pt x="5585" y="5623"/>
                  </a:lnTo>
                  <a:cubicBezTo>
                    <a:pt x="5277" y="5623"/>
                    <a:pt x="5028" y="5373"/>
                    <a:pt x="5028" y="5064"/>
                  </a:cubicBezTo>
                  <a:cubicBezTo>
                    <a:pt x="5028" y="4756"/>
                    <a:pt x="5277" y="4505"/>
                    <a:pt x="5585" y="4505"/>
                  </a:cubicBezTo>
                  <a:lnTo>
                    <a:pt x="6703" y="4505"/>
                  </a:lnTo>
                  <a:lnTo>
                    <a:pt x="6703" y="3389"/>
                  </a:lnTo>
                  <a:cubicBezTo>
                    <a:pt x="6703" y="3079"/>
                    <a:pt x="6953" y="2830"/>
                    <a:pt x="7262" y="2830"/>
                  </a:cubicBezTo>
                  <a:cubicBezTo>
                    <a:pt x="7570" y="2830"/>
                    <a:pt x="7819" y="3079"/>
                    <a:pt x="7819" y="3389"/>
                  </a:cubicBezTo>
                  <a:lnTo>
                    <a:pt x="7819" y="4505"/>
                  </a:lnTo>
                  <a:lnTo>
                    <a:pt x="8937" y="4505"/>
                  </a:lnTo>
                  <a:lnTo>
                    <a:pt x="8937" y="3389"/>
                  </a:lnTo>
                  <a:cubicBezTo>
                    <a:pt x="8937" y="3079"/>
                    <a:pt x="9187" y="2830"/>
                    <a:pt x="9496" y="2830"/>
                  </a:cubicBezTo>
                  <a:close/>
                  <a:moveTo>
                    <a:pt x="12845" y="10091"/>
                  </a:moveTo>
                  <a:cubicBezTo>
                    <a:pt x="12952" y="10091"/>
                    <a:pt x="13060" y="10121"/>
                    <a:pt x="13157" y="10185"/>
                  </a:cubicBezTo>
                  <a:cubicBezTo>
                    <a:pt x="13413" y="10357"/>
                    <a:pt x="13482" y="10702"/>
                    <a:pt x="13310" y="10960"/>
                  </a:cubicBezTo>
                  <a:cubicBezTo>
                    <a:pt x="12210" y="12612"/>
                    <a:pt x="10365" y="13599"/>
                    <a:pt x="8378" y="13599"/>
                  </a:cubicBezTo>
                  <a:cubicBezTo>
                    <a:pt x="6392" y="13599"/>
                    <a:pt x="4547" y="12612"/>
                    <a:pt x="3445" y="10960"/>
                  </a:cubicBezTo>
                  <a:cubicBezTo>
                    <a:pt x="3275" y="10702"/>
                    <a:pt x="3344" y="10355"/>
                    <a:pt x="3600" y="10185"/>
                  </a:cubicBezTo>
                  <a:cubicBezTo>
                    <a:pt x="3696" y="10121"/>
                    <a:pt x="3804" y="10091"/>
                    <a:pt x="3910" y="10091"/>
                  </a:cubicBezTo>
                  <a:cubicBezTo>
                    <a:pt x="4090" y="10091"/>
                    <a:pt x="4267" y="10178"/>
                    <a:pt x="4375" y="10339"/>
                  </a:cubicBezTo>
                  <a:cubicBezTo>
                    <a:pt x="5269" y="11682"/>
                    <a:pt x="6765" y="12481"/>
                    <a:pt x="8378" y="12481"/>
                  </a:cubicBezTo>
                  <a:cubicBezTo>
                    <a:pt x="9990" y="12481"/>
                    <a:pt x="11487" y="11682"/>
                    <a:pt x="12382" y="10339"/>
                  </a:cubicBezTo>
                  <a:cubicBezTo>
                    <a:pt x="12488" y="10178"/>
                    <a:pt x="12665" y="10091"/>
                    <a:pt x="12845" y="10091"/>
                  </a:cubicBezTo>
                  <a:close/>
                  <a:moveTo>
                    <a:pt x="2794" y="1"/>
                  </a:moveTo>
                  <a:cubicBezTo>
                    <a:pt x="1253" y="1"/>
                    <a:pt x="0" y="1291"/>
                    <a:pt x="0" y="2830"/>
                  </a:cubicBezTo>
                  <a:lnTo>
                    <a:pt x="0" y="14001"/>
                  </a:lnTo>
                  <a:cubicBezTo>
                    <a:pt x="0" y="15540"/>
                    <a:pt x="1253" y="16792"/>
                    <a:pt x="2794" y="16792"/>
                  </a:cubicBezTo>
                  <a:lnTo>
                    <a:pt x="5912" y="16792"/>
                  </a:lnTo>
                  <a:lnTo>
                    <a:pt x="7984" y="18901"/>
                  </a:lnTo>
                  <a:cubicBezTo>
                    <a:pt x="8092" y="19009"/>
                    <a:pt x="8235" y="19064"/>
                    <a:pt x="8378" y="19064"/>
                  </a:cubicBezTo>
                  <a:cubicBezTo>
                    <a:pt x="8522" y="19064"/>
                    <a:pt x="8665" y="19009"/>
                    <a:pt x="8773" y="18901"/>
                  </a:cubicBezTo>
                  <a:lnTo>
                    <a:pt x="10844" y="16792"/>
                  </a:lnTo>
                  <a:lnTo>
                    <a:pt x="13963" y="16792"/>
                  </a:lnTo>
                  <a:cubicBezTo>
                    <a:pt x="15504" y="16792"/>
                    <a:pt x="16756" y="15540"/>
                    <a:pt x="16756" y="14001"/>
                  </a:cubicBezTo>
                  <a:lnTo>
                    <a:pt x="16756" y="2830"/>
                  </a:lnTo>
                  <a:cubicBezTo>
                    <a:pt x="16756" y="1291"/>
                    <a:pt x="15504" y="1"/>
                    <a:pt x="1396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4" name="Google Shape;11009;p73">
            <a:extLst>
              <a:ext uri="{FF2B5EF4-FFF2-40B4-BE49-F238E27FC236}">
                <a16:creationId xmlns:a16="http://schemas.microsoft.com/office/drawing/2014/main" id="{FBF64E64-ED51-D247-711E-15E7664293DD}"/>
              </a:ext>
            </a:extLst>
          </p:cNvPr>
          <p:cNvGrpSpPr/>
          <p:nvPr/>
        </p:nvGrpSpPr>
        <p:grpSpPr>
          <a:xfrm>
            <a:off x="12105238" y="11186897"/>
            <a:ext cx="786127" cy="786045"/>
            <a:chOff x="5611350" y="1561258"/>
            <a:chExt cx="397907" cy="397866"/>
          </a:xfrm>
          <a:solidFill>
            <a:srgbClr val="555559"/>
          </a:solidFill>
        </p:grpSpPr>
        <p:sp>
          <p:nvSpPr>
            <p:cNvPr id="2545" name="Google Shape;11010;p73">
              <a:extLst>
                <a:ext uri="{FF2B5EF4-FFF2-40B4-BE49-F238E27FC236}">
                  <a16:creationId xmlns:a16="http://schemas.microsoft.com/office/drawing/2014/main" id="{78B22A00-3493-8025-C28C-E7BDC6839C60}"/>
                </a:ext>
              </a:extLst>
            </p:cNvPr>
            <p:cNvSpPr/>
            <p:nvPr/>
          </p:nvSpPr>
          <p:spPr>
            <a:xfrm>
              <a:off x="5713589" y="1812337"/>
              <a:ext cx="38443" cy="39653"/>
            </a:xfrm>
            <a:custGeom>
              <a:avLst/>
              <a:gdLst/>
              <a:ahLst/>
              <a:cxnLst/>
              <a:rect l="l" t="t" r="r" b="b"/>
              <a:pathLst>
                <a:path w="1842" h="1900" extrusionOk="0">
                  <a:moveTo>
                    <a:pt x="1842" y="1"/>
                  </a:moveTo>
                  <a:lnTo>
                    <a:pt x="630" y="486"/>
                  </a:lnTo>
                  <a:cubicBezTo>
                    <a:pt x="81" y="705"/>
                    <a:pt x="0" y="1450"/>
                    <a:pt x="490" y="1782"/>
                  </a:cubicBezTo>
                  <a:cubicBezTo>
                    <a:pt x="608" y="1862"/>
                    <a:pt x="755" y="1900"/>
                    <a:pt x="908" y="1900"/>
                  </a:cubicBezTo>
                  <a:cubicBezTo>
                    <a:pt x="1349" y="1900"/>
                    <a:pt x="1842" y="1590"/>
                    <a:pt x="1842" y="1092"/>
                  </a:cubicBezTo>
                  <a:lnTo>
                    <a:pt x="1842"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11011;p73">
              <a:extLst>
                <a:ext uri="{FF2B5EF4-FFF2-40B4-BE49-F238E27FC236}">
                  <a16:creationId xmlns:a16="http://schemas.microsoft.com/office/drawing/2014/main" id="{1E98ADAC-60F5-7494-181E-02281FC20AE4}"/>
                </a:ext>
              </a:extLst>
            </p:cNvPr>
            <p:cNvSpPr/>
            <p:nvPr/>
          </p:nvSpPr>
          <p:spPr>
            <a:xfrm>
              <a:off x="5830124" y="1789047"/>
              <a:ext cx="38505" cy="39653"/>
            </a:xfrm>
            <a:custGeom>
              <a:avLst/>
              <a:gdLst/>
              <a:ahLst/>
              <a:cxnLst/>
              <a:rect l="l" t="t" r="r" b="b"/>
              <a:pathLst>
                <a:path w="1845" h="1900" extrusionOk="0">
                  <a:moveTo>
                    <a:pt x="1844" y="1"/>
                  </a:moveTo>
                  <a:lnTo>
                    <a:pt x="631" y="485"/>
                  </a:lnTo>
                  <a:cubicBezTo>
                    <a:pt x="82" y="705"/>
                    <a:pt x="1" y="1450"/>
                    <a:pt x="491" y="1782"/>
                  </a:cubicBezTo>
                  <a:cubicBezTo>
                    <a:pt x="608" y="1862"/>
                    <a:pt x="755" y="1899"/>
                    <a:pt x="908" y="1899"/>
                  </a:cubicBezTo>
                  <a:cubicBezTo>
                    <a:pt x="1349" y="1899"/>
                    <a:pt x="1844" y="1588"/>
                    <a:pt x="1844" y="1090"/>
                  </a:cubicBezTo>
                  <a:lnTo>
                    <a:pt x="1844"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11012;p73">
              <a:extLst>
                <a:ext uri="{FF2B5EF4-FFF2-40B4-BE49-F238E27FC236}">
                  <a16:creationId xmlns:a16="http://schemas.microsoft.com/office/drawing/2014/main" id="{839775E2-41BA-2A6D-8CF8-139F29A2B088}"/>
                </a:ext>
              </a:extLst>
            </p:cNvPr>
            <p:cNvSpPr/>
            <p:nvPr/>
          </p:nvSpPr>
          <p:spPr>
            <a:xfrm>
              <a:off x="5611350" y="1561258"/>
              <a:ext cx="397907" cy="397866"/>
            </a:xfrm>
            <a:custGeom>
              <a:avLst/>
              <a:gdLst/>
              <a:ahLst/>
              <a:cxnLst/>
              <a:rect l="l" t="t" r="r" b="b"/>
              <a:pathLst>
                <a:path w="19066" h="19064" extrusionOk="0">
                  <a:moveTo>
                    <a:pt x="12883" y="3949"/>
                  </a:moveTo>
                  <a:cubicBezTo>
                    <a:pt x="13013" y="3949"/>
                    <a:pt x="13138" y="3991"/>
                    <a:pt x="13238" y="4073"/>
                  </a:cubicBezTo>
                  <a:cubicBezTo>
                    <a:pt x="13369" y="4179"/>
                    <a:pt x="13443" y="4339"/>
                    <a:pt x="13443" y="4505"/>
                  </a:cubicBezTo>
                  <a:lnTo>
                    <a:pt x="13443" y="12005"/>
                  </a:lnTo>
                  <a:cubicBezTo>
                    <a:pt x="13443" y="13161"/>
                    <a:pt x="12421" y="13941"/>
                    <a:pt x="11388" y="13941"/>
                  </a:cubicBezTo>
                  <a:cubicBezTo>
                    <a:pt x="10369" y="13941"/>
                    <a:pt x="9534" y="13113"/>
                    <a:pt x="9534" y="12085"/>
                  </a:cubicBezTo>
                  <a:cubicBezTo>
                    <a:pt x="9534" y="11323"/>
                    <a:pt x="9990" y="10647"/>
                    <a:pt x="10700" y="10364"/>
                  </a:cubicBezTo>
                  <a:lnTo>
                    <a:pt x="12327" y="9713"/>
                  </a:lnTo>
                  <a:lnTo>
                    <a:pt x="12327" y="7420"/>
                  </a:lnTo>
                  <a:lnTo>
                    <a:pt x="7859" y="8315"/>
                  </a:lnTo>
                  <a:lnTo>
                    <a:pt x="7859" y="13123"/>
                  </a:lnTo>
                  <a:cubicBezTo>
                    <a:pt x="7859" y="14277"/>
                    <a:pt x="6834" y="15057"/>
                    <a:pt x="5803" y="15057"/>
                  </a:cubicBezTo>
                  <a:cubicBezTo>
                    <a:pt x="4784" y="15057"/>
                    <a:pt x="3949" y="14229"/>
                    <a:pt x="3949" y="13203"/>
                  </a:cubicBezTo>
                  <a:cubicBezTo>
                    <a:pt x="3949" y="12439"/>
                    <a:pt x="4406" y="11763"/>
                    <a:pt x="5115" y="11480"/>
                  </a:cubicBezTo>
                  <a:lnTo>
                    <a:pt x="6741" y="10829"/>
                  </a:lnTo>
                  <a:lnTo>
                    <a:pt x="6741" y="5623"/>
                  </a:lnTo>
                  <a:cubicBezTo>
                    <a:pt x="6741" y="5356"/>
                    <a:pt x="6930" y="5128"/>
                    <a:pt x="7190" y="5074"/>
                  </a:cubicBezTo>
                  <a:lnTo>
                    <a:pt x="12775" y="3958"/>
                  </a:lnTo>
                  <a:cubicBezTo>
                    <a:pt x="12811" y="3952"/>
                    <a:pt x="12847" y="3949"/>
                    <a:pt x="12883" y="3949"/>
                  </a:cubicBezTo>
                  <a:close/>
                  <a:moveTo>
                    <a:pt x="9534" y="1"/>
                  </a:moveTo>
                  <a:cubicBezTo>
                    <a:pt x="4298" y="1"/>
                    <a:pt x="1" y="4296"/>
                    <a:pt x="1" y="9532"/>
                  </a:cubicBezTo>
                  <a:cubicBezTo>
                    <a:pt x="1" y="14769"/>
                    <a:pt x="4298" y="19064"/>
                    <a:pt x="9534" y="19064"/>
                  </a:cubicBezTo>
                  <a:cubicBezTo>
                    <a:pt x="14768" y="19064"/>
                    <a:pt x="19065" y="14769"/>
                    <a:pt x="19065" y="9532"/>
                  </a:cubicBezTo>
                  <a:cubicBezTo>
                    <a:pt x="19065" y="4296"/>
                    <a:pt x="14768" y="1"/>
                    <a:pt x="953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11013;p73">
              <a:extLst>
                <a:ext uri="{FF2B5EF4-FFF2-40B4-BE49-F238E27FC236}">
                  <a16:creationId xmlns:a16="http://schemas.microsoft.com/office/drawing/2014/main" id="{1D1CBB7F-3C32-3D23-3F85-3AD924BA3ECB}"/>
                </a:ext>
              </a:extLst>
            </p:cNvPr>
            <p:cNvSpPr/>
            <p:nvPr/>
          </p:nvSpPr>
          <p:spPr>
            <a:xfrm>
              <a:off x="5775341" y="1669507"/>
              <a:ext cx="93247" cy="41531"/>
            </a:xfrm>
            <a:custGeom>
              <a:avLst/>
              <a:gdLst/>
              <a:ahLst/>
              <a:cxnLst/>
              <a:rect l="l" t="t" r="r" b="b"/>
              <a:pathLst>
                <a:path w="4468" h="1990" extrusionOk="0">
                  <a:moveTo>
                    <a:pt x="4467" y="1"/>
                  </a:moveTo>
                  <a:lnTo>
                    <a:pt x="1" y="894"/>
                  </a:lnTo>
                  <a:lnTo>
                    <a:pt x="1" y="1989"/>
                  </a:lnTo>
                  <a:lnTo>
                    <a:pt x="4467" y="1096"/>
                  </a:lnTo>
                  <a:lnTo>
                    <a:pt x="4467"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9" name="Google Shape;11014;p73">
            <a:extLst>
              <a:ext uri="{FF2B5EF4-FFF2-40B4-BE49-F238E27FC236}">
                <a16:creationId xmlns:a16="http://schemas.microsoft.com/office/drawing/2014/main" id="{49629484-8B7F-D7CF-B584-EB3E87C40A69}"/>
              </a:ext>
            </a:extLst>
          </p:cNvPr>
          <p:cNvGrpSpPr/>
          <p:nvPr/>
        </p:nvGrpSpPr>
        <p:grpSpPr>
          <a:xfrm>
            <a:off x="13158230" y="11384130"/>
            <a:ext cx="785984" cy="391578"/>
            <a:chOff x="6140660" y="1661097"/>
            <a:chExt cx="397835" cy="198202"/>
          </a:xfrm>
          <a:solidFill>
            <a:srgbClr val="555559"/>
          </a:solidFill>
        </p:grpSpPr>
        <p:sp>
          <p:nvSpPr>
            <p:cNvPr id="2550" name="Google Shape;11015;p73">
              <a:extLst>
                <a:ext uri="{FF2B5EF4-FFF2-40B4-BE49-F238E27FC236}">
                  <a16:creationId xmlns:a16="http://schemas.microsoft.com/office/drawing/2014/main" id="{8F689F91-E9B8-4EAA-A120-E9E6E9338CC6}"/>
                </a:ext>
              </a:extLst>
            </p:cNvPr>
            <p:cNvSpPr/>
            <p:nvPr/>
          </p:nvSpPr>
          <p:spPr>
            <a:xfrm>
              <a:off x="6281298" y="1707719"/>
              <a:ext cx="58290" cy="151579"/>
            </a:xfrm>
            <a:custGeom>
              <a:avLst/>
              <a:gdLst/>
              <a:ahLst/>
              <a:cxnLst/>
              <a:rect l="l" t="t" r="r" b="b"/>
              <a:pathLst>
                <a:path w="2793" h="7263" extrusionOk="0">
                  <a:moveTo>
                    <a:pt x="1397" y="1"/>
                  </a:moveTo>
                  <a:cubicBezTo>
                    <a:pt x="627" y="1"/>
                    <a:pt x="1" y="627"/>
                    <a:pt x="1" y="1398"/>
                  </a:cubicBezTo>
                  <a:lnTo>
                    <a:pt x="1" y="5865"/>
                  </a:lnTo>
                  <a:cubicBezTo>
                    <a:pt x="1" y="6636"/>
                    <a:pt x="627" y="7262"/>
                    <a:pt x="1397" y="7262"/>
                  </a:cubicBezTo>
                  <a:cubicBezTo>
                    <a:pt x="2166" y="7262"/>
                    <a:pt x="2792" y="6634"/>
                    <a:pt x="2792" y="5865"/>
                  </a:cubicBezTo>
                  <a:lnTo>
                    <a:pt x="2792" y="1398"/>
                  </a:lnTo>
                  <a:cubicBezTo>
                    <a:pt x="2792" y="627"/>
                    <a:pt x="2166" y="1"/>
                    <a:pt x="139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11016;p73">
              <a:extLst>
                <a:ext uri="{FF2B5EF4-FFF2-40B4-BE49-F238E27FC236}">
                  <a16:creationId xmlns:a16="http://schemas.microsoft.com/office/drawing/2014/main" id="{DFBEEAE8-01E9-FEC3-EF99-A7ABB3A2E79C}"/>
                </a:ext>
              </a:extLst>
            </p:cNvPr>
            <p:cNvSpPr/>
            <p:nvPr/>
          </p:nvSpPr>
          <p:spPr>
            <a:xfrm>
              <a:off x="6480225" y="1742675"/>
              <a:ext cx="58269" cy="58332"/>
            </a:xfrm>
            <a:custGeom>
              <a:avLst/>
              <a:gdLst/>
              <a:ahLst/>
              <a:cxnLst/>
              <a:rect l="l" t="t" r="r" b="b"/>
              <a:pathLst>
                <a:path w="2792" h="2795" extrusionOk="0">
                  <a:moveTo>
                    <a:pt x="1396" y="1"/>
                  </a:moveTo>
                  <a:cubicBezTo>
                    <a:pt x="627" y="1"/>
                    <a:pt x="0" y="629"/>
                    <a:pt x="0" y="1398"/>
                  </a:cubicBezTo>
                  <a:cubicBezTo>
                    <a:pt x="0" y="2168"/>
                    <a:pt x="627" y="2794"/>
                    <a:pt x="1396" y="2794"/>
                  </a:cubicBezTo>
                  <a:cubicBezTo>
                    <a:pt x="2167" y="2794"/>
                    <a:pt x="2792" y="2168"/>
                    <a:pt x="2792" y="1398"/>
                  </a:cubicBezTo>
                  <a:cubicBezTo>
                    <a:pt x="2792" y="629"/>
                    <a:pt x="2167" y="1"/>
                    <a:pt x="139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11017;p73">
              <a:extLst>
                <a:ext uri="{FF2B5EF4-FFF2-40B4-BE49-F238E27FC236}">
                  <a16:creationId xmlns:a16="http://schemas.microsoft.com/office/drawing/2014/main" id="{E2CA2DF9-2CC3-5739-138B-626CC2C8FF5C}"/>
                </a:ext>
              </a:extLst>
            </p:cNvPr>
            <p:cNvSpPr/>
            <p:nvPr/>
          </p:nvSpPr>
          <p:spPr>
            <a:xfrm>
              <a:off x="6352004" y="1661097"/>
              <a:ext cx="129206" cy="198202"/>
            </a:xfrm>
            <a:custGeom>
              <a:avLst/>
              <a:gdLst/>
              <a:ahLst/>
              <a:cxnLst/>
              <a:rect l="l" t="t" r="r" b="b"/>
              <a:pathLst>
                <a:path w="6191" h="9497" extrusionOk="0">
                  <a:moveTo>
                    <a:pt x="1396" y="0"/>
                  </a:moveTo>
                  <a:cubicBezTo>
                    <a:pt x="627" y="0"/>
                    <a:pt x="1" y="628"/>
                    <a:pt x="1" y="1398"/>
                  </a:cubicBezTo>
                  <a:lnTo>
                    <a:pt x="1" y="8099"/>
                  </a:lnTo>
                  <a:cubicBezTo>
                    <a:pt x="1" y="8870"/>
                    <a:pt x="627" y="9496"/>
                    <a:pt x="1396" y="9496"/>
                  </a:cubicBezTo>
                  <a:cubicBezTo>
                    <a:pt x="2168" y="9496"/>
                    <a:pt x="2792" y="8868"/>
                    <a:pt x="2792" y="8099"/>
                  </a:cubicBezTo>
                  <a:lnTo>
                    <a:pt x="2792" y="7683"/>
                  </a:lnTo>
                  <a:lnTo>
                    <a:pt x="3586" y="8874"/>
                  </a:lnTo>
                  <a:cubicBezTo>
                    <a:pt x="3845" y="9263"/>
                    <a:pt x="4280" y="9496"/>
                    <a:pt x="4749" y="9496"/>
                  </a:cubicBezTo>
                  <a:cubicBezTo>
                    <a:pt x="5025" y="9496"/>
                    <a:pt x="5293" y="9415"/>
                    <a:pt x="5522" y="9261"/>
                  </a:cubicBezTo>
                  <a:cubicBezTo>
                    <a:pt x="5833" y="9054"/>
                    <a:pt x="6044" y="8739"/>
                    <a:pt x="6118" y="8373"/>
                  </a:cubicBezTo>
                  <a:cubicBezTo>
                    <a:pt x="6190" y="8007"/>
                    <a:pt x="6116" y="7635"/>
                    <a:pt x="5909" y="7324"/>
                  </a:cubicBezTo>
                  <a:lnTo>
                    <a:pt x="4535" y="5261"/>
                  </a:lnTo>
                  <a:lnTo>
                    <a:pt x="5177" y="4619"/>
                  </a:lnTo>
                  <a:cubicBezTo>
                    <a:pt x="5722" y="4074"/>
                    <a:pt x="5722" y="3188"/>
                    <a:pt x="5177" y="2643"/>
                  </a:cubicBezTo>
                  <a:cubicBezTo>
                    <a:pt x="4904" y="2372"/>
                    <a:pt x="4547" y="2236"/>
                    <a:pt x="4190" y="2236"/>
                  </a:cubicBezTo>
                  <a:cubicBezTo>
                    <a:pt x="3832" y="2236"/>
                    <a:pt x="3475" y="2372"/>
                    <a:pt x="3203" y="2643"/>
                  </a:cubicBezTo>
                  <a:lnTo>
                    <a:pt x="2792" y="3054"/>
                  </a:lnTo>
                  <a:lnTo>
                    <a:pt x="2792" y="1398"/>
                  </a:lnTo>
                  <a:cubicBezTo>
                    <a:pt x="2792" y="627"/>
                    <a:pt x="2166" y="0"/>
                    <a:pt x="139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11018;p73">
              <a:extLst>
                <a:ext uri="{FF2B5EF4-FFF2-40B4-BE49-F238E27FC236}">
                  <a16:creationId xmlns:a16="http://schemas.microsoft.com/office/drawing/2014/main" id="{7FD2B98A-D2B1-38A8-A25F-F68FA729A51A}"/>
                </a:ext>
              </a:extLst>
            </p:cNvPr>
            <p:cNvSpPr/>
            <p:nvPr/>
          </p:nvSpPr>
          <p:spPr>
            <a:xfrm>
              <a:off x="6140660" y="1661097"/>
              <a:ext cx="129185" cy="198202"/>
            </a:xfrm>
            <a:custGeom>
              <a:avLst/>
              <a:gdLst/>
              <a:ahLst/>
              <a:cxnLst/>
              <a:rect l="l" t="t" r="r" b="b"/>
              <a:pathLst>
                <a:path w="6190" h="9497" extrusionOk="0">
                  <a:moveTo>
                    <a:pt x="1396" y="0"/>
                  </a:moveTo>
                  <a:cubicBezTo>
                    <a:pt x="626" y="0"/>
                    <a:pt x="0" y="628"/>
                    <a:pt x="0" y="1398"/>
                  </a:cubicBezTo>
                  <a:lnTo>
                    <a:pt x="0" y="8099"/>
                  </a:lnTo>
                  <a:cubicBezTo>
                    <a:pt x="0" y="8870"/>
                    <a:pt x="626" y="9496"/>
                    <a:pt x="1396" y="9496"/>
                  </a:cubicBezTo>
                  <a:cubicBezTo>
                    <a:pt x="2165" y="9496"/>
                    <a:pt x="2792" y="8868"/>
                    <a:pt x="2792" y="8099"/>
                  </a:cubicBezTo>
                  <a:lnTo>
                    <a:pt x="2792" y="7683"/>
                  </a:lnTo>
                  <a:lnTo>
                    <a:pt x="3586" y="8874"/>
                  </a:lnTo>
                  <a:cubicBezTo>
                    <a:pt x="3844" y="9263"/>
                    <a:pt x="4279" y="9496"/>
                    <a:pt x="4748" y="9496"/>
                  </a:cubicBezTo>
                  <a:cubicBezTo>
                    <a:pt x="5024" y="9496"/>
                    <a:pt x="5291" y="9415"/>
                    <a:pt x="5521" y="9261"/>
                  </a:cubicBezTo>
                  <a:cubicBezTo>
                    <a:pt x="5832" y="9054"/>
                    <a:pt x="6043" y="8739"/>
                    <a:pt x="6117" y="8373"/>
                  </a:cubicBezTo>
                  <a:cubicBezTo>
                    <a:pt x="6190" y="8007"/>
                    <a:pt x="6115" y="7635"/>
                    <a:pt x="5909" y="7324"/>
                  </a:cubicBezTo>
                  <a:lnTo>
                    <a:pt x="4534" y="5261"/>
                  </a:lnTo>
                  <a:lnTo>
                    <a:pt x="5176" y="4619"/>
                  </a:lnTo>
                  <a:cubicBezTo>
                    <a:pt x="5721" y="4074"/>
                    <a:pt x="5721" y="3188"/>
                    <a:pt x="5176" y="2643"/>
                  </a:cubicBezTo>
                  <a:cubicBezTo>
                    <a:pt x="4904" y="2372"/>
                    <a:pt x="4546" y="2236"/>
                    <a:pt x="4188" y="2236"/>
                  </a:cubicBezTo>
                  <a:cubicBezTo>
                    <a:pt x="3831" y="2236"/>
                    <a:pt x="3473" y="2372"/>
                    <a:pt x="3202" y="2643"/>
                  </a:cubicBezTo>
                  <a:lnTo>
                    <a:pt x="2792" y="3054"/>
                  </a:lnTo>
                  <a:lnTo>
                    <a:pt x="2792" y="1398"/>
                  </a:lnTo>
                  <a:cubicBezTo>
                    <a:pt x="2792" y="627"/>
                    <a:pt x="2165" y="0"/>
                    <a:pt x="139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54" name="Google Shape;11019;p73">
            <a:extLst>
              <a:ext uri="{FF2B5EF4-FFF2-40B4-BE49-F238E27FC236}">
                <a16:creationId xmlns:a16="http://schemas.microsoft.com/office/drawing/2014/main" id="{320511F9-2974-DB31-FB0D-0B09408B12E9}"/>
              </a:ext>
            </a:extLst>
          </p:cNvPr>
          <p:cNvGrpSpPr/>
          <p:nvPr/>
        </p:nvGrpSpPr>
        <p:grpSpPr>
          <a:xfrm>
            <a:off x="14211076" y="11186897"/>
            <a:ext cx="786127" cy="786045"/>
            <a:chOff x="6669907" y="1561258"/>
            <a:chExt cx="397907" cy="397866"/>
          </a:xfrm>
          <a:solidFill>
            <a:srgbClr val="555559"/>
          </a:solidFill>
        </p:grpSpPr>
        <p:sp>
          <p:nvSpPr>
            <p:cNvPr id="2555" name="Google Shape;11020;p73">
              <a:extLst>
                <a:ext uri="{FF2B5EF4-FFF2-40B4-BE49-F238E27FC236}">
                  <a16:creationId xmlns:a16="http://schemas.microsoft.com/office/drawing/2014/main" id="{D894BC40-0CE3-4559-BAB1-E86F88B23A3A}"/>
                </a:ext>
              </a:extLst>
            </p:cNvPr>
            <p:cNvSpPr/>
            <p:nvPr/>
          </p:nvSpPr>
          <p:spPr>
            <a:xfrm>
              <a:off x="6950454" y="1655253"/>
              <a:ext cx="23312" cy="23354"/>
            </a:xfrm>
            <a:custGeom>
              <a:avLst/>
              <a:gdLst/>
              <a:ahLst/>
              <a:cxnLst/>
              <a:rect l="l" t="t" r="r" b="b"/>
              <a:pathLst>
                <a:path w="1117" h="1119" extrusionOk="0">
                  <a:moveTo>
                    <a:pt x="558" y="1"/>
                  </a:moveTo>
                  <a:cubicBezTo>
                    <a:pt x="250" y="1"/>
                    <a:pt x="0" y="252"/>
                    <a:pt x="0" y="560"/>
                  </a:cubicBezTo>
                  <a:cubicBezTo>
                    <a:pt x="0" y="868"/>
                    <a:pt x="250" y="1119"/>
                    <a:pt x="558" y="1119"/>
                  </a:cubicBezTo>
                  <a:cubicBezTo>
                    <a:pt x="867" y="1119"/>
                    <a:pt x="1117" y="868"/>
                    <a:pt x="1117" y="560"/>
                  </a:cubicBezTo>
                  <a:cubicBezTo>
                    <a:pt x="1117" y="252"/>
                    <a:pt x="867" y="1"/>
                    <a:pt x="55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11021;p73">
              <a:extLst>
                <a:ext uri="{FF2B5EF4-FFF2-40B4-BE49-F238E27FC236}">
                  <a16:creationId xmlns:a16="http://schemas.microsoft.com/office/drawing/2014/main" id="{1FD151B9-4059-290B-3C84-6F273ADA3ACD}"/>
                </a:ext>
              </a:extLst>
            </p:cNvPr>
            <p:cNvSpPr/>
            <p:nvPr/>
          </p:nvSpPr>
          <p:spPr>
            <a:xfrm>
              <a:off x="6740633" y="1725228"/>
              <a:ext cx="36919" cy="39632"/>
            </a:xfrm>
            <a:custGeom>
              <a:avLst/>
              <a:gdLst/>
              <a:ahLst/>
              <a:cxnLst/>
              <a:rect l="l" t="t" r="r" b="b"/>
              <a:pathLst>
                <a:path w="1769" h="1899" extrusionOk="0">
                  <a:moveTo>
                    <a:pt x="1117" y="0"/>
                  </a:moveTo>
                  <a:cubicBezTo>
                    <a:pt x="502" y="0"/>
                    <a:pt x="1" y="501"/>
                    <a:pt x="1" y="1116"/>
                  </a:cubicBezTo>
                  <a:cubicBezTo>
                    <a:pt x="1" y="1419"/>
                    <a:pt x="135" y="1691"/>
                    <a:pt x="341" y="1898"/>
                  </a:cubicBezTo>
                  <a:cubicBezTo>
                    <a:pt x="643" y="1261"/>
                    <a:pt x="1133" y="690"/>
                    <a:pt x="1768" y="219"/>
                  </a:cubicBezTo>
                  <a:cubicBezTo>
                    <a:pt x="1581" y="83"/>
                    <a:pt x="1358" y="0"/>
                    <a:pt x="111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11022;p73">
              <a:extLst>
                <a:ext uri="{FF2B5EF4-FFF2-40B4-BE49-F238E27FC236}">
                  <a16:creationId xmlns:a16="http://schemas.microsoft.com/office/drawing/2014/main" id="{E44019B3-0D14-82B0-3C9C-AA6F8AC4C923}"/>
                </a:ext>
              </a:extLst>
            </p:cNvPr>
            <p:cNvSpPr/>
            <p:nvPr/>
          </p:nvSpPr>
          <p:spPr>
            <a:xfrm>
              <a:off x="6763944" y="1725228"/>
              <a:ext cx="209827" cy="139892"/>
            </a:xfrm>
            <a:custGeom>
              <a:avLst/>
              <a:gdLst/>
              <a:ahLst/>
              <a:cxnLst/>
              <a:rect l="l" t="t" r="r" b="b"/>
              <a:pathLst>
                <a:path w="10054" h="6703" extrusionOk="0">
                  <a:moveTo>
                    <a:pt x="2793" y="1116"/>
                  </a:moveTo>
                  <a:cubicBezTo>
                    <a:pt x="3409" y="1116"/>
                    <a:pt x="3910" y="1619"/>
                    <a:pt x="3910" y="2234"/>
                  </a:cubicBezTo>
                  <a:cubicBezTo>
                    <a:pt x="3910" y="2850"/>
                    <a:pt x="3409" y="3351"/>
                    <a:pt x="2793" y="3351"/>
                  </a:cubicBezTo>
                  <a:cubicBezTo>
                    <a:pt x="2178" y="3351"/>
                    <a:pt x="1675" y="2850"/>
                    <a:pt x="1675" y="2234"/>
                  </a:cubicBezTo>
                  <a:cubicBezTo>
                    <a:pt x="1675" y="1619"/>
                    <a:pt x="2178" y="1116"/>
                    <a:pt x="2793" y="1116"/>
                  </a:cubicBezTo>
                  <a:close/>
                  <a:moveTo>
                    <a:pt x="7262" y="1116"/>
                  </a:moveTo>
                  <a:cubicBezTo>
                    <a:pt x="7878" y="1116"/>
                    <a:pt x="8378" y="1619"/>
                    <a:pt x="8378" y="2234"/>
                  </a:cubicBezTo>
                  <a:cubicBezTo>
                    <a:pt x="8378" y="2850"/>
                    <a:pt x="7878" y="3351"/>
                    <a:pt x="7262" y="3351"/>
                  </a:cubicBezTo>
                  <a:cubicBezTo>
                    <a:pt x="6645" y="3351"/>
                    <a:pt x="6144" y="2850"/>
                    <a:pt x="6144" y="2234"/>
                  </a:cubicBezTo>
                  <a:cubicBezTo>
                    <a:pt x="6144" y="1619"/>
                    <a:pt x="6645" y="1116"/>
                    <a:pt x="7262" y="1116"/>
                  </a:cubicBezTo>
                  <a:close/>
                  <a:moveTo>
                    <a:pt x="7261" y="4469"/>
                  </a:moveTo>
                  <a:cubicBezTo>
                    <a:pt x="7466" y="4469"/>
                    <a:pt x="7663" y="4581"/>
                    <a:pt x="7761" y="4776"/>
                  </a:cubicBezTo>
                  <a:cubicBezTo>
                    <a:pt x="7899" y="5052"/>
                    <a:pt x="7787" y="5389"/>
                    <a:pt x="7511" y="5527"/>
                  </a:cubicBezTo>
                  <a:cubicBezTo>
                    <a:pt x="6733" y="5916"/>
                    <a:pt x="5880" y="6109"/>
                    <a:pt x="5028" y="6109"/>
                  </a:cubicBezTo>
                  <a:cubicBezTo>
                    <a:pt x="4173" y="6109"/>
                    <a:pt x="3321" y="5916"/>
                    <a:pt x="2544" y="5527"/>
                  </a:cubicBezTo>
                  <a:cubicBezTo>
                    <a:pt x="2268" y="5389"/>
                    <a:pt x="2155" y="5052"/>
                    <a:pt x="2293" y="4776"/>
                  </a:cubicBezTo>
                  <a:cubicBezTo>
                    <a:pt x="2391" y="4581"/>
                    <a:pt x="2589" y="4469"/>
                    <a:pt x="2794" y="4469"/>
                  </a:cubicBezTo>
                  <a:cubicBezTo>
                    <a:pt x="2878" y="4469"/>
                    <a:pt x="2963" y="4487"/>
                    <a:pt x="3043" y="4527"/>
                  </a:cubicBezTo>
                  <a:cubicBezTo>
                    <a:pt x="3664" y="4838"/>
                    <a:pt x="4345" y="4994"/>
                    <a:pt x="5027" y="4994"/>
                  </a:cubicBezTo>
                  <a:cubicBezTo>
                    <a:pt x="5708" y="4994"/>
                    <a:pt x="6390" y="4838"/>
                    <a:pt x="7011" y="4527"/>
                  </a:cubicBezTo>
                  <a:cubicBezTo>
                    <a:pt x="7092" y="4487"/>
                    <a:pt x="7177" y="4469"/>
                    <a:pt x="7261" y="4469"/>
                  </a:cubicBezTo>
                  <a:close/>
                  <a:moveTo>
                    <a:pt x="5028" y="0"/>
                  </a:moveTo>
                  <a:cubicBezTo>
                    <a:pt x="2256" y="0"/>
                    <a:pt x="0" y="1504"/>
                    <a:pt x="0" y="3351"/>
                  </a:cubicBezTo>
                  <a:cubicBezTo>
                    <a:pt x="0" y="5199"/>
                    <a:pt x="2256" y="6703"/>
                    <a:pt x="5028" y="6703"/>
                  </a:cubicBezTo>
                  <a:cubicBezTo>
                    <a:pt x="7798" y="6703"/>
                    <a:pt x="10054" y="5199"/>
                    <a:pt x="10054" y="3351"/>
                  </a:cubicBezTo>
                  <a:cubicBezTo>
                    <a:pt x="10054" y="1504"/>
                    <a:pt x="7798" y="0"/>
                    <a:pt x="502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11023;p73">
              <a:extLst>
                <a:ext uri="{FF2B5EF4-FFF2-40B4-BE49-F238E27FC236}">
                  <a16:creationId xmlns:a16="http://schemas.microsoft.com/office/drawing/2014/main" id="{BA8F6332-31B7-F9DD-3B31-F399F849DA5E}"/>
                </a:ext>
              </a:extLst>
            </p:cNvPr>
            <p:cNvSpPr/>
            <p:nvPr/>
          </p:nvSpPr>
          <p:spPr>
            <a:xfrm>
              <a:off x="6669907" y="1561258"/>
              <a:ext cx="397907" cy="397866"/>
            </a:xfrm>
            <a:custGeom>
              <a:avLst/>
              <a:gdLst/>
              <a:ahLst/>
              <a:cxnLst/>
              <a:rect l="l" t="t" r="r" b="b"/>
              <a:pathLst>
                <a:path w="19066" h="19064" extrusionOk="0">
                  <a:moveTo>
                    <a:pt x="10650" y="3388"/>
                  </a:moveTo>
                  <a:cubicBezTo>
                    <a:pt x="10708" y="3388"/>
                    <a:pt x="10768" y="3398"/>
                    <a:pt x="10827" y="3417"/>
                  </a:cubicBezTo>
                  <a:lnTo>
                    <a:pt x="12686" y="4038"/>
                  </a:lnTo>
                  <a:cubicBezTo>
                    <a:pt x="12994" y="3645"/>
                    <a:pt x="13466" y="3389"/>
                    <a:pt x="14001" y="3389"/>
                  </a:cubicBezTo>
                  <a:cubicBezTo>
                    <a:pt x="14924" y="3389"/>
                    <a:pt x="15676" y="4140"/>
                    <a:pt x="15676" y="5064"/>
                  </a:cubicBezTo>
                  <a:cubicBezTo>
                    <a:pt x="15676" y="5987"/>
                    <a:pt x="14924" y="6739"/>
                    <a:pt x="14001" y="6739"/>
                  </a:cubicBezTo>
                  <a:cubicBezTo>
                    <a:pt x="13088" y="6739"/>
                    <a:pt x="12345" y="6003"/>
                    <a:pt x="12329" y="5094"/>
                  </a:cubicBezTo>
                  <a:lnTo>
                    <a:pt x="11004" y="4653"/>
                  </a:lnTo>
                  <a:lnTo>
                    <a:pt x="10294" y="6778"/>
                  </a:lnTo>
                  <a:cubicBezTo>
                    <a:pt x="11251" y="6865"/>
                    <a:pt x="12140" y="7109"/>
                    <a:pt x="12909" y="7479"/>
                  </a:cubicBezTo>
                  <a:cubicBezTo>
                    <a:pt x="13327" y="7017"/>
                    <a:pt x="13919" y="6739"/>
                    <a:pt x="14560" y="6739"/>
                  </a:cubicBezTo>
                  <a:cubicBezTo>
                    <a:pt x="15791" y="6739"/>
                    <a:pt x="16794" y="7742"/>
                    <a:pt x="16794" y="8973"/>
                  </a:cubicBezTo>
                  <a:cubicBezTo>
                    <a:pt x="16794" y="9780"/>
                    <a:pt x="16336" y="10498"/>
                    <a:pt x="15655" y="10891"/>
                  </a:cubicBezTo>
                  <a:cubicBezTo>
                    <a:pt x="15665" y="10997"/>
                    <a:pt x="15676" y="11101"/>
                    <a:pt x="15676" y="11208"/>
                  </a:cubicBezTo>
                  <a:cubicBezTo>
                    <a:pt x="15676" y="13672"/>
                    <a:pt x="12921" y="15676"/>
                    <a:pt x="9532" y="15676"/>
                  </a:cubicBezTo>
                  <a:cubicBezTo>
                    <a:pt x="6144" y="15676"/>
                    <a:pt x="3388" y="13672"/>
                    <a:pt x="3388" y="11208"/>
                  </a:cubicBezTo>
                  <a:cubicBezTo>
                    <a:pt x="3388" y="11101"/>
                    <a:pt x="3401" y="10997"/>
                    <a:pt x="3411" y="10891"/>
                  </a:cubicBezTo>
                  <a:cubicBezTo>
                    <a:pt x="2730" y="10498"/>
                    <a:pt x="2272" y="9780"/>
                    <a:pt x="2272" y="8973"/>
                  </a:cubicBezTo>
                  <a:cubicBezTo>
                    <a:pt x="2272" y="7742"/>
                    <a:pt x="3273" y="6739"/>
                    <a:pt x="4506" y="6739"/>
                  </a:cubicBezTo>
                  <a:cubicBezTo>
                    <a:pt x="5145" y="6739"/>
                    <a:pt x="5737" y="7017"/>
                    <a:pt x="6157" y="7479"/>
                  </a:cubicBezTo>
                  <a:cubicBezTo>
                    <a:pt x="7018" y="7065"/>
                    <a:pt x="8034" y="6806"/>
                    <a:pt x="9125" y="6755"/>
                  </a:cubicBezTo>
                  <a:lnTo>
                    <a:pt x="10119" y="3771"/>
                  </a:lnTo>
                  <a:cubicBezTo>
                    <a:pt x="10199" y="3537"/>
                    <a:pt x="10415" y="3388"/>
                    <a:pt x="10650" y="3388"/>
                  </a:cubicBezTo>
                  <a:close/>
                  <a:moveTo>
                    <a:pt x="9534" y="1"/>
                  </a:moveTo>
                  <a:cubicBezTo>
                    <a:pt x="4297" y="1"/>
                    <a:pt x="1" y="4296"/>
                    <a:pt x="1" y="9532"/>
                  </a:cubicBezTo>
                  <a:cubicBezTo>
                    <a:pt x="1" y="14769"/>
                    <a:pt x="4297" y="19064"/>
                    <a:pt x="9534" y="19064"/>
                  </a:cubicBezTo>
                  <a:cubicBezTo>
                    <a:pt x="14768" y="19064"/>
                    <a:pt x="19065" y="14769"/>
                    <a:pt x="19065" y="9532"/>
                  </a:cubicBezTo>
                  <a:cubicBezTo>
                    <a:pt x="19065" y="4296"/>
                    <a:pt x="14768" y="1"/>
                    <a:pt x="953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11024;p73">
              <a:extLst>
                <a:ext uri="{FF2B5EF4-FFF2-40B4-BE49-F238E27FC236}">
                  <a16:creationId xmlns:a16="http://schemas.microsoft.com/office/drawing/2014/main" id="{A9CFAF6E-C50C-2FAC-236D-8976253C744D}"/>
                </a:ext>
              </a:extLst>
            </p:cNvPr>
            <p:cNvSpPr/>
            <p:nvPr/>
          </p:nvSpPr>
          <p:spPr>
            <a:xfrm>
              <a:off x="6960158" y="1725228"/>
              <a:ext cx="36940" cy="39632"/>
            </a:xfrm>
            <a:custGeom>
              <a:avLst/>
              <a:gdLst/>
              <a:ahLst/>
              <a:cxnLst/>
              <a:rect l="l" t="t" r="r" b="b"/>
              <a:pathLst>
                <a:path w="1770" h="1899" extrusionOk="0">
                  <a:moveTo>
                    <a:pt x="652" y="0"/>
                  </a:moveTo>
                  <a:cubicBezTo>
                    <a:pt x="413" y="0"/>
                    <a:pt x="188" y="83"/>
                    <a:pt x="1" y="219"/>
                  </a:cubicBezTo>
                  <a:cubicBezTo>
                    <a:pt x="637" y="690"/>
                    <a:pt x="1127" y="1261"/>
                    <a:pt x="1428" y="1898"/>
                  </a:cubicBezTo>
                  <a:cubicBezTo>
                    <a:pt x="1635" y="1691"/>
                    <a:pt x="1770" y="1419"/>
                    <a:pt x="1770" y="1116"/>
                  </a:cubicBezTo>
                  <a:cubicBezTo>
                    <a:pt x="1770" y="501"/>
                    <a:pt x="1267" y="0"/>
                    <a:pt x="65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60" name="Google Shape;11025;p73">
            <a:extLst>
              <a:ext uri="{FF2B5EF4-FFF2-40B4-BE49-F238E27FC236}">
                <a16:creationId xmlns:a16="http://schemas.microsoft.com/office/drawing/2014/main" id="{B11B008C-FCD1-72AA-1E11-98AFE2FC109D}"/>
              </a:ext>
            </a:extLst>
          </p:cNvPr>
          <p:cNvGrpSpPr/>
          <p:nvPr/>
        </p:nvGrpSpPr>
        <p:grpSpPr>
          <a:xfrm>
            <a:off x="15264067" y="11186897"/>
            <a:ext cx="786045" cy="786045"/>
            <a:chOff x="7199196" y="1561258"/>
            <a:chExt cx="397866" cy="397866"/>
          </a:xfrm>
          <a:solidFill>
            <a:srgbClr val="555559"/>
          </a:solidFill>
        </p:grpSpPr>
        <p:sp>
          <p:nvSpPr>
            <p:cNvPr id="2561" name="Google Shape;11026;p73">
              <a:extLst>
                <a:ext uri="{FF2B5EF4-FFF2-40B4-BE49-F238E27FC236}">
                  <a16:creationId xmlns:a16="http://schemas.microsoft.com/office/drawing/2014/main" id="{F35BF16A-3F26-4962-AF35-AB1ACA46995D}"/>
                </a:ext>
              </a:extLst>
            </p:cNvPr>
            <p:cNvSpPr/>
            <p:nvPr/>
          </p:nvSpPr>
          <p:spPr>
            <a:xfrm>
              <a:off x="7363167" y="1701896"/>
              <a:ext cx="69935" cy="69977"/>
            </a:xfrm>
            <a:custGeom>
              <a:avLst/>
              <a:gdLst/>
              <a:ahLst/>
              <a:cxnLst/>
              <a:rect l="l" t="t" r="r" b="b"/>
              <a:pathLst>
                <a:path w="3351" h="3353" extrusionOk="0">
                  <a:moveTo>
                    <a:pt x="1675" y="0"/>
                  </a:moveTo>
                  <a:cubicBezTo>
                    <a:pt x="1675" y="925"/>
                    <a:pt x="923" y="1677"/>
                    <a:pt x="0" y="1677"/>
                  </a:cubicBezTo>
                  <a:cubicBezTo>
                    <a:pt x="0" y="2601"/>
                    <a:pt x="752" y="3352"/>
                    <a:pt x="1675" y="3352"/>
                  </a:cubicBezTo>
                  <a:cubicBezTo>
                    <a:pt x="2599" y="3352"/>
                    <a:pt x="3351" y="2601"/>
                    <a:pt x="3351" y="1677"/>
                  </a:cubicBezTo>
                  <a:cubicBezTo>
                    <a:pt x="3351" y="752"/>
                    <a:pt x="2599" y="0"/>
                    <a:pt x="16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11027;p73">
              <a:extLst>
                <a:ext uri="{FF2B5EF4-FFF2-40B4-BE49-F238E27FC236}">
                  <a16:creationId xmlns:a16="http://schemas.microsoft.com/office/drawing/2014/main" id="{2C59724A-A35E-1F6F-FE0D-5724C9A84C80}"/>
                </a:ext>
              </a:extLst>
            </p:cNvPr>
            <p:cNvSpPr/>
            <p:nvPr/>
          </p:nvSpPr>
          <p:spPr>
            <a:xfrm>
              <a:off x="7316523" y="1655253"/>
              <a:ext cx="163203" cy="209869"/>
            </a:xfrm>
            <a:custGeom>
              <a:avLst/>
              <a:gdLst/>
              <a:ahLst/>
              <a:cxnLst/>
              <a:rect l="l" t="t" r="r" b="b"/>
              <a:pathLst>
                <a:path w="7820" h="10056" extrusionOk="0">
                  <a:moveTo>
                    <a:pt x="3910" y="1119"/>
                  </a:moveTo>
                  <a:cubicBezTo>
                    <a:pt x="5449" y="1119"/>
                    <a:pt x="6704" y="2371"/>
                    <a:pt x="6704" y="3910"/>
                  </a:cubicBezTo>
                  <a:cubicBezTo>
                    <a:pt x="6704" y="5451"/>
                    <a:pt x="5449" y="6704"/>
                    <a:pt x="3910" y="6704"/>
                  </a:cubicBezTo>
                  <a:cubicBezTo>
                    <a:pt x="2371" y="6704"/>
                    <a:pt x="1117" y="5451"/>
                    <a:pt x="1117" y="3912"/>
                  </a:cubicBezTo>
                  <a:cubicBezTo>
                    <a:pt x="1117" y="3652"/>
                    <a:pt x="1161" y="3383"/>
                    <a:pt x="1251" y="3091"/>
                  </a:cubicBezTo>
                  <a:cubicBezTo>
                    <a:pt x="1299" y="2939"/>
                    <a:pt x="1409" y="2814"/>
                    <a:pt x="1554" y="2746"/>
                  </a:cubicBezTo>
                  <a:cubicBezTo>
                    <a:pt x="1627" y="2713"/>
                    <a:pt x="1706" y="2696"/>
                    <a:pt x="1786" y="2696"/>
                  </a:cubicBezTo>
                  <a:cubicBezTo>
                    <a:pt x="1863" y="2696"/>
                    <a:pt x="1940" y="2712"/>
                    <a:pt x="2012" y="2745"/>
                  </a:cubicBezTo>
                  <a:cubicBezTo>
                    <a:pt x="2088" y="2779"/>
                    <a:pt x="2165" y="2794"/>
                    <a:pt x="2239" y="2794"/>
                  </a:cubicBezTo>
                  <a:cubicBezTo>
                    <a:pt x="2538" y="2794"/>
                    <a:pt x="2794" y="2541"/>
                    <a:pt x="2794" y="2235"/>
                  </a:cubicBezTo>
                  <a:cubicBezTo>
                    <a:pt x="2794" y="1934"/>
                    <a:pt x="2584" y="1911"/>
                    <a:pt x="2746" y="1554"/>
                  </a:cubicBezTo>
                  <a:cubicBezTo>
                    <a:pt x="2812" y="1409"/>
                    <a:pt x="2937" y="1299"/>
                    <a:pt x="3089" y="1252"/>
                  </a:cubicBezTo>
                  <a:cubicBezTo>
                    <a:pt x="3381" y="1163"/>
                    <a:pt x="3650" y="1119"/>
                    <a:pt x="3910" y="1119"/>
                  </a:cubicBezTo>
                  <a:close/>
                  <a:moveTo>
                    <a:pt x="3910" y="1"/>
                  </a:moveTo>
                  <a:cubicBezTo>
                    <a:pt x="1756" y="1"/>
                    <a:pt x="1" y="1756"/>
                    <a:pt x="1" y="3912"/>
                  </a:cubicBezTo>
                  <a:cubicBezTo>
                    <a:pt x="1" y="6194"/>
                    <a:pt x="3139" y="9964"/>
                    <a:pt x="3917" y="10056"/>
                  </a:cubicBezTo>
                  <a:cubicBezTo>
                    <a:pt x="4682" y="9964"/>
                    <a:pt x="7820" y="6194"/>
                    <a:pt x="7820" y="3912"/>
                  </a:cubicBezTo>
                  <a:cubicBezTo>
                    <a:pt x="7820" y="1756"/>
                    <a:pt x="6065" y="1"/>
                    <a:pt x="391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11028;p73">
              <a:extLst>
                <a:ext uri="{FF2B5EF4-FFF2-40B4-BE49-F238E27FC236}">
                  <a16:creationId xmlns:a16="http://schemas.microsoft.com/office/drawing/2014/main" id="{6E6B93F5-77B5-4A31-1482-EC3918F4DC9D}"/>
                </a:ext>
              </a:extLst>
            </p:cNvPr>
            <p:cNvSpPr/>
            <p:nvPr/>
          </p:nvSpPr>
          <p:spPr>
            <a:xfrm>
              <a:off x="7199196" y="1561258"/>
              <a:ext cx="397866" cy="397866"/>
            </a:xfrm>
            <a:custGeom>
              <a:avLst/>
              <a:gdLst/>
              <a:ahLst/>
              <a:cxnLst/>
              <a:rect l="l" t="t" r="r" b="b"/>
              <a:pathLst>
                <a:path w="19064" h="19064" extrusionOk="0">
                  <a:moveTo>
                    <a:pt x="9532" y="3389"/>
                  </a:moveTo>
                  <a:cubicBezTo>
                    <a:pt x="12304" y="3389"/>
                    <a:pt x="14560" y="5644"/>
                    <a:pt x="14560" y="8416"/>
                  </a:cubicBezTo>
                  <a:cubicBezTo>
                    <a:pt x="14560" y="11045"/>
                    <a:pt x="11089" y="15676"/>
                    <a:pt x="9532" y="15676"/>
                  </a:cubicBezTo>
                  <a:cubicBezTo>
                    <a:pt x="7974" y="15676"/>
                    <a:pt x="4507" y="11045"/>
                    <a:pt x="4507" y="8416"/>
                  </a:cubicBezTo>
                  <a:cubicBezTo>
                    <a:pt x="4507" y="5644"/>
                    <a:pt x="6760" y="3389"/>
                    <a:pt x="9532" y="3389"/>
                  </a:cubicBezTo>
                  <a:close/>
                  <a:moveTo>
                    <a:pt x="9532" y="1"/>
                  </a:moveTo>
                  <a:cubicBezTo>
                    <a:pt x="4296" y="1"/>
                    <a:pt x="1" y="4296"/>
                    <a:pt x="1" y="9532"/>
                  </a:cubicBezTo>
                  <a:cubicBezTo>
                    <a:pt x="1" y="14769"/>
                    <a:pt x="4296" y="19064"/>
                    <a:pt x="9532" y="19064"/>
                  </a:cubicBezTo>
                  <a:cubicBezTo>
                    <a:pt x="14769" y="19064"/>
                    <a:pt x="19064" y="14769"/>
                    <a:pt x="19064" y="9532"/>
                  </a:cubicBezTo>
                  <a:cubicBezTo>
                    <a:pt x="19064" y="4296"/>
                    <a:pt x="14769" y="1"/>
                    <a:pt x="953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64" name="Google Shape;11029;p73">
            <a:extLst>
              <a:ext uri="{FF2B5EF4-FFF2-40B4-BE49-F238E27FC236}">
                <a16:creationId xmlns:a16="http://schemas.microsoft.com/office/drawing/2014/main" id="{B60D11EA-1367-2F24-5EE9-7E1A9C89526D}"/>
              </a:ext>
            </a:extLst>
          </p:cNvPr>
          <p:cNvGrpSpPr/>
          <p:nvPr/>
        </p:nvGrpSpPr>
        <p:grpSpPr>
          <a:xfrm>
            <a:off x="7895054" y="11303563"/>
            <a:ext cx="786127" cy="552713"/>
            <a:chOff x="3386036" y="1746339"/>
            <a:chExt cx="397907" cy="279762"/>
          </a:xfrm>
          <a:solidFill>
            <a:srgbClr val="555559"/>
          </a:solidFill>
        </p:grpSpPr>
        <p:sp>
          <p:nvSpPr>
            <p:cNvPr id="2565" name="Google Shape;11030;p73">
              <a:extLst>
                <a:ext uri="{FF2B5EF4-FFF2-40B4-BE49-F238E27FC236}">
                  <a16:creationId xmlns:a16="http://schemas.microsoft.com/office/drawing/2014/main" id="{F990C4DF-C1D7-ED65-7908-1ECBBEE638A3}"/>
                </a:ext>
              </a:extLst>
            </p:cNvPr>
            <p:cNvSpPr/>
            <p:nvPr/>
          </p:nvSpPr>
          <p:spPr>
            <a:xfrm>
              <a:off x="3561652" y="1848954"/>
              <a:ext cx="59646" cy="74506"/>
            </a:xfrm>
            <a:custGeom>
              <a:avLst/>
              <a:gdLst/>
              <a:ahLst/>
              <a:cxnLst/>
              <a:rect l="l" t="t" r="r" b="b"/>
              <a:pathLst>
                <a:path w="2858" h="3570" extrusionOk="0">
                  <a:moveTo>
                    <a:pt x="1" y="0"/>
                  </a:moveTo>
                  <a:lnTo>
                    <a:pt x="1" y="3570"/>
                  </a:lnTo>
                  <a:lnTo>
                    <a:pt x="2858" y="1785"/>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11031;p73">
              <a:extLst>
                <a:ext uri="{FF2B5EF4-FFF2-40B4-BE49-F238E27FC236}">
                  <a16:creationId xmlns:a16="http://schemas.microsoft.com/office/drawing/2014/main" id="{1731D37D-94BE-BBD7-AA92-FE63CDC0CDFE}"/>
                </a:ext>
              </a:extLst>
            </p:cNvPr>
            <p:cNvSpPr/>
            <p:nvPr/>
          </p:nvSpPr>
          <p:spPr>
            <a:xfrm>
              <a:off x="3386036" y="1746339"/>
              <a:ext cx="397907" cy="279762"/>
            </a:xfrm>
            <a:custGeom>
              <a:avLst/>
              <a:gdLst/>
              <a:ahLst/>
              <a:cxnLst/>
              <a:rect l="l" t="t" r="r" b="b"/>
              <a:pathLst>
                <a:path w="19066" h="13405" extrusionOk="0">
                  <a:moveTo>
                    <a:pt x="7858" y="3351"/>
                  </a:moveTo>
                  <a:cubicBezTo>
                    <a:pt x="7961" y="3351"/>
                    <a:pt x="8064" y="3379"/>
                    <a:pt x="8154" y="3436"/>
                  </a:cubicBezTo>
                  <a:lnTo>
                    <a:pt x="12622" y="6230"/>
                  </a:lnTo>
                  <a:cubicBezTo>
                    <a:pt x="12785" y="6330"/>
                    <a:pt x="12884" y="6509"/>
                    <a:pt x="12884" y="6702"/>
                  </a:cubicBezTo>
                  <a:cubicBezTo>
                    <a:pt x="12884" y="6895"/>
                    <a:pt x="12785" y="7073"/>
                    <a:pt x="12622" y="7176"/>
                  </a:cubicBezTo>
                  <a:lnTo>
                    <a:pt x="8154" y="9968"/>
                  </a:lnTo>
                  <a:cubicBezTo>
                    <a:pt x="8063" y="10025"/>
                    <a:pt x="7961" y="10053"/>
                    <a:pt x="7859" y="10053"/>
                  </a:cubicBezTo>
                  <a:cubicBezTo>
                    <a:pt x="7765" y="10053"/>
                    <a:pt x="7671" y="10029"/>
                    <a:pt x="7588" y="9983"/>
                  </a:cubicBezTo>
                  <a:cubicBezTo>
                    <a:pt x="7409" y="9884"/>
                    <a:pt x="7299" y="9699"/>
                    <a:pt x="7299" y="9495"/>
                  </a:cubicBezTo>
                  <a:lnTo>
                    <a:pt x="7299" y="3910"/>
                  </a:lnTo>
                  <a:cubicBezTo>
                    <a:pt x="7299" y="3707"/>
                    <a:pt x="7409" y="3519"/>
                    <a:pt x="7588" y="3420"/>
                  </a:cubicBezTo>
                  <a:cubicBezTo>
                    <a:pt x="7671" y="3374"/>
                    <a:pt x="7765" y="3351"/>
                    <a:pt x="7858" y="3351"/>
                  </a:cubicBezTo>
                  <a:close/>
                  <a:moveTo>
                    <a:pt x="2794" y="1"/>
                  </a:moveTo>
                  <a:cubicBezTo>
                    <a:pt x="1255" y="1"/>
                    <a:pt x="1" y="1253"/>
                    <a:pt x="1" y="2792"/>
                  </a:cubicBezTo>
                  <a:lnTo>
                    <a:pt x="1" y="10611"/>
                  </a:lnTo>
                  <a:cubicBezTo>
                    <a:pt x="1" y="12152"/>
                    <a:pt x="1255" y="13405"/>
                    <a:pt x="2794" y="13405"/>
                  </a:cubicBezTo>
                  <a:lnTo>
                    <a:pt x="16274" y="13405"/>
                  </a:lnTo>
                  <a:cubicBezTo>
                    <a:pt x="17813" y="13405"/>
                    <a:pt x="19065" y="12152"/>
                    <a:pt x="19065" y="10611"/>
                  </a:cubicBezTo>
                  <a:lnTo>
                    <a:pt x="19065" y="2792"/>
                  </a:lnTo>
                  <a:cubicBezTo>
                    <a:pt x="19065" y="1253"/>
                    <a:pt x="17813" y="1"/>
                    <a:pt x="1627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2567" name="Google Shape;11032;p73">
            <a:extLst>
              <a:ext uri="{FF2B5EF4-FFF2-40B4-BE49-F238E27FC236}">
                <a16:creationId xmlns:a16="http://schemas.microsoft.com/office/drawing/2014/main" id="{950B8E8E-EE0D-2B47-FB4D-3D8638BE49B9}"/>
              </a:ext>
            </a:extLst>
          </p:cNvPr>
          <p:cNvGrpSpPr/>
          <p:nvPr/>
        </p:nvGrpSpPr>
        <p:grpSpPr>
          <a:xfrm>
            <a:off x="9999266" y="11186854"/>
            <a:ext cx="786127" cy="786127"/>
            <a:chOff x="4417380" y="1687279"/>
            <a:chExt cx="397907" cy="397907"/>
          </a:xfrm>
          <a:solidFill>
            <a:srgbClr val="555559"/>
          </a:solidFill>
        </p:grpSpPr>
        <p:sp>
          <p:nvSpPr>
            <p:cNvPr id="2568" name="Google Shape;11033;p73">
              <a:extLst>
                <a:ext uri="{FF2B5EF4-FFF2-40B4-BE49-F238E27FC236}">
                  <a16:creationId xmlns:a16="http://schemas.microsoft.com/office/drawing/2014/main" id="{88943CC4-20C3-60FE-6A4E-3E7F12469A04}"/>
                </a:ext>
              </a:extLst>
            </p:cNvPr>
            <p:cNvSpPr/>
            <p:nvPr/>
          </p:nvSpPr>
          <p:spPr>
            <a:xfrm>
              <a:off x="4417380" y="1687279"/>
              <a:ext cx="397907" cy="397907"/>
            </a:xfrm>
            <a:custGeom>
              <a:avLst/>
              <a:gdLst/>
              <a:ahLst/>
              <a:cxnLst/>
              <a:rect l="l" t="t" r="r" b="b"/>
              <a:pathLst>
                <a:path w="19066" h="19066" extrusionOk="0">
                  <a:moveTo>
                    <a:pt x="9525" y="2794"/>
                  </a:moveTo>
                  <a:cubicBezTo>
                    <a:pt x="11382" y="2845"/>
                    <a:pt x="13514" y="4021"/>
                    <a:pt x="13514" y="6949"/>
                  </a:cubicBezTo>
                  <a:cubicBezTo>
                    <a:pt x="13514" y="7361"/>
                    <a:pt x="13500" y="7674"/>
                    <a:pt x="13486" y="7912"/>
                  </a:cubicBezTo>
                  <a:cubicBezTo>
                    <a:pt x="13689" y="7867"/>
                    <a:pt x="14004" y="7789"/>
                    <a:pt x="14208" y="7789"/>
                  </a:cubicBezTo>
                  <a:cubicBezTo>
                    <a:pt x="14882" y="7789"/>
                    <a:pt x="15370" y="8202"/>
                    <a:pt x="15370" y="8769"/>
                  </a:cubicBezTo>
                  <a:cubicBezTo>
                    <a:pt x="15370" y="9574"/>
                    <a:pt x="14598" y="9882"/>
                    <a:pt x="14137" y="10066"/>
                  </a:cubicBezTo>
                  <a:cubicBezTo>
                    <a:pt x="14020" y="10112"/>
                    <a:pt x="13857" y="10178"/>
                    <a:pt x="13767" y="10231"/>
                  </a:cubicBezTo>
                  <a:cubicBezTo>
                    <a:pt x="13822" y="10949"/>
                    <a:pt x="14437" y="11278"/>
                    <a:pt x="15354" y="11690"/>
                  </a:cubicBezTo>
                  <a:cubicBezTo>
                    <a:pt x="16061" y="12007"/>
                    <a:pt x="16794" y="12336"/>
                    <a:pt x="16794" y="13104"/>
                  </a:cubicBezTo>
                  <a:cubicBezTo>
                    <a:pt x="16794" y="13896"/>
                    <a:pt x="16088" y="14016"/>
                    <a:pt x="15520" y="14112"/>
                  </a:cubicBezTo>
                  <a:cubicBezTo>
                    <a:pt x="15333" y="14146"/>
                    <a:pt x="15111" y="14183"/>
                    <a:pt x="14855" y="14239"/>
                  </a:cubicBezTo>
                  <a:cubicBezTo>
                    <a:pt x="14768" y="14620"/>
                    <a:pt x="14600" y="15156"/>
                    <a:pt x="13939" y="15156"/>
                  </a:cubicBezTo>
                  <a:cubicBezTo>
                    <a:pt x="13709" y="15156"/>
                    <a:pt x="13258" y="15035"/>
                    <a:pt x="12916" y="15035"/>
                  </a:cubicBezTo>
                  <a:cubicBezTo>
                    <a:pt x="12370" y="15035"/>
                    <a:pt x="12048" y="15253"/>
                    <a:pt x="11642" y="15531"/>
                  </a:cubicBezTo>
                  <a:cubicBezTo>
                    <a:pt x="11160" y="15860"/>
                    <a:pt x="10556" y="16272"/>
                    <a:pt x="9534" y="16272"/>
                  </a:cubicBezTo>
                  <a:cubicBezTo>
                    <a:pt x="8510" y="16272"/>
                    <a:pt x="7908" y="15860"/>
                    <a:pt x="7425" y="15531"/>
                  </a:cubicBezTo>
                  <a:cubicBezTo>
                    <a:pt x="7020" y="15255"/>
                    <a:pt x="6698" y="15035"/>
                    <a:pt x="6151" y="15035"/>
                  </a:cubicBezTo>
                  <a:cubicBezTo>
                    <a:pt x="5810" y="15035"/>
                    <a:pt x="5357" y="15156"/>
                    <a:pt x="5129" y="15156"/>
                  </a:cubicBezTo>
                  <a:cubicBezTo>
                    <a:pt x="4467" y="15156"/>
                    <a:pt x="4298" y="14620"/>
                    <a:pt x="4211" y="14239"/>
                  </a:cubicBezTo>
                  <a:cubicBezTo>
                    <a:pt x="3956" y="14183"/>
                    <a:pt x="3735" y="14146"/>
                    <a:pt x="3547" y="14112"/>
                  </a:cubicBezTo>
                  <a:cubicBezTo>
                    <a:pt x="2980" y="14016"/>
                    <a:pt x="2272" y="13896"/>
                    <a:pt x="2272" y="13104"/>
                  </a:cubicBezTo>
                  <a:cubicBezTo>
                    <a:pt x="2272" y="12336"/>
                    <a:pt x="3004" y="12007"/>
                    <a:pt x="3712" y="11690"/>
                  </a:cubicBezTo>
                  <a:cubicBezTo>
                    <a:pt x="4630" y="11280"/>
                    <a:pt x="5246" y="10949"/>
                    <a:pt x="5299" y="10231"/>
                  </a:cubicBezTo>
                  <a:cubicBezTo>
                    <a:pt x="5209" y="10178"/>
                    <a:pt x="5046" y="10112"/>
                    <a:pt x="4929" y="10066"/>
                  </a:cubicBezTo>
                  <a:cubicBezTo>
                    <a:pt x="4469" y="9882"/>
                    <a:pt x="3696" y="9573"/>
                    <a:pt x="3696" y="8769"/>
                  </a:cubicBezTo>
                  <a:cubicBezTo>
                    <a:pt x="3696" y="8202"/>
                    <a:pt x="4186" y="7789"/>
                    <a:pt x="4858" y="7789"/>
                  </a:cubicBezTo>
                  <a:cubicBezTo>
                    <a:pt x="5062" y="7789"/>
                    <a:pt x="5378" y="7867"/>
                    <a:pt x="5580" y="7912"/>
                  </a:cubicBezTo>
                  <a:cubicBezTo>
                    <a:pt x="5568" y="7674"/>
                    <a:pt x="5554" y="7361"/>
                    <a:pt x="5554" y="6949"/>
                  </a:cubicBezTo>
                  <a:cubicBezTo>
                    <a:pt x="5554" y="4011"/>
                    <a:pt x="7692" y="2840"/>
                    <a:pt x="9525" y="2794"/>
                  </a:cubicBezTo>
                  <a:close/>
                  <a:moveTo>
                    <a:pt x="2794" y="1"/>
                  </a:moveTo>
                  <a:cubicBezTo>
                    <a:pt x="1255" y="1"/>
                    <a:pt x="1" y="1253"/>
                    <a:pt x="1" y="2794"/>
                  </a:cubicBezTo>
                  <a:lnTo>
                    <a:pt x="1" y="16272"/>
                  </a:lnTo>
                  <a:cubicBezTo>
                    <a:pt x="1" y="17811"/>
                    <a:pt x="1255" y="19065"/>
                    <a:pt x="2794" y="19065"/>
                  </a:cubicBezTo>
                  <a:lnTo>
                    <a:pt x="16274" y="19065"/>
                  </a:lnTo>
                  <a:cubicBezTo>
                    <a:pt x="17813" y="19065"/>
                    <a:pt x="19065" y="17811"/>
                    <a:pt x="19065" y="16272"/>
                  </a:cubicBezTo>
                  <a:lnTo>
                    <a:pt x="19065" y="2792"/>
                  </a:lnTo>
                  <a:cubicBezTo>
                    <a:pt x="19065" y="1253"/>
                    <a:pt x="17813" y="1"/>
                    <a:pt x="1627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11034;p73">
              <a:extLst>
                <a:ext uri="{FF2B5EF4-FFF2-40B4-BE49-F238E27FC236}">
                  <a16:creationId xmlns:a16="http://schemas.microsoft.com/office/drawing/2014/main" id="{E1F67ECA-A730-9572-8DC8-A65F2064624D}"/>
                </a:ext>
              </a:extLst>
            </p:cNvPr>
            <p:cNvSpPr/>
            <p:nvPr/>
          </p:nvSpPr>
          <p:spPr>
            <a:xfrm>
              <a:off x="4492363" y="1768878"/>
              <a:ext cx="248270" cy="234704"/>
            </a:xfrm>
            <a:custGeom>
              <a:avLst/>
              <a:gdLst/>
              <a:ahLst/>
              <a:cxnLst/>
              <a:rect l="l" t="t" r="r" b="b"/>
              <a:pathLst>
                <a:path w="11896" h="11246" extrusionOk="0">
                  <a:moveTo>
                    <a:pt x="5930" y="0"/>
                  </a:moveTo>
                  <a:cubicBezTo>
                    <a:pt x="5093" y="21"/>
                    <a:pt x="3077" y="428"/>
                    <a:pt x="3077" y="3039"/>
                  </a:cubicBezTo>
                  <a:cubicBezTo>
                    <a:pt x="3077" y="3478"/>
                    <a:pt x="3094" y="3798"/>
                    <a:pt x="3107" y="4028"/>
                  </a:cubicBezTo>
                  <a:cubicBezTo>
                    <a:pt x="3142" y="4647"/>
                    <a:pt x="3077" y="5187"/>
                    <a:pt x="2410" y="5187"/>
                  </a:cubicBezTo>
                  <a:cubicBezTo>
                    <a:pt x="2173" y="5187"/>
                    <a:pt x="1840" y="5114"/>
                    <a:pt x="1608" y="5061"/>
                  </a:cubicBezTo>
                  <a:lnTo>
                    <a:pt x="1608" y="5061"/>
                  </a:lnTo>
                  <a:cubicBezTo>
                    <a:pt x="2217" y="5314"/>
                    <a:pt x="2827" y="5535"/>
                    <a:pt x="2827" y="6215"/>
                  </a:cubicBezTo>
                  <a:cubicBezTo>
                    <a:pt x="2827" y="7791"/>
                    <a:pt x="1472" y="8398"/>
                    <a:pt x="577" y="8799"/>
                  </a:cubicBezTo>
                  <a:cubicBezTo>
                    <a:pt x="400" y="8879"/>
                    <a:pt x="169" y="8981"/>
                    <a:pt x="0" y="9077"/>
                  </a:cubicBezTo>
                  <a:cubicBezTo>
                    <a:pt x="386" y="9148"/>
                    <a:pt x="526" y="9160"/>
                    <a:pt x="965" y="9263"/>
                  </a:cubicBezTo>
                  <a:cubicBezTo>
                    <a:pt x="1348" y="9355"/>
                    <a:pt x="1603" y="9620"/>
                    <a:pt x="1713" y="10103"/>
                  </a:cubicBezTo>
                  <a:cubicBezTo>
                    <a:pt x="2012" y="10046"/>
                    <a:pt x="2244" y="10007"/>
                    <a:pt x="2558" y="10007"/>
                  </a:cubicBezTo>
                  <a:cubicBezTo>
                    <a:pt x="3450" y="10007"/>
                    <a:pt x="3988" y="10373"/>
                    <a:pt x="4460" y="10697"/>
                  </a:cubicBezTo>
                  <a:cubicBezTo>
                    <a:pt x="4892" y="10991"/>
                    <a:pt x="5261" y="11244"/>
                    <a:pt x="5941" y="11246"/>
                  </a:cubicBezTo>
                  <a:cubicBezTo>
                    <a:pt x="6620" y="11244"/>
                    <a:pt x="6990" y="10991"/>
                    <a:pt x="7420" y="10697"/>
                  </a:cubicBezTo>
                  <a:cubicBezTo>
                    <a:pt x="7894" y="10373"/>
                    <a:pt x="8430" y="10007"/>
                    <a:pt x="9323" y="10007"/>
                  </a:cubicBezTo>
                  <a:cubicBezTo>
                    <a:pt x="9638" y="10007"/>
                    <a:pt x="9870" y="10044"/>
                    <a:pt x="10169" y="10103"/>
                  </a:cubicBezTo>
                  <a:cubicBezTo>
                    <a:pt x="10280" y="9616"/>
                    <a:pt x="10535" y="9355"/>
                    <a:pt x="10917" y="9263"/>
                  </a:cubicBezTo>
                  <a:cubicBezTo>
                    <a:pt x="11308" y="9171"/>
                    <a:pt x="11524" y="9140"/>
                    <a:pt x="11895" y="9075"/>
                  </a:cubicBezTo>
                  <a:cubicBezTo>
                    <a:pt x="11727" y="8988"/>
                    <a:pt x="11487" y="8880"/>
                    <a:pt x="11304" y="8799"/>
                  </a:cubicBezTo>
                  <a:cubicBezTo>
                    <a:pt x="10409" y="8398"/>
                    <a:pt x="9054" y="7791"/>
                    <a:pt x="9054" y="6215"/>
                  </a:cubicBezTo>
                  <a:cubicBezTo>
                    <a:pt x="9054" y="5541"/>
                    <a:pt x="9663" y="5312"/>
                    <a:pt x="10271" y="5061"/>
                  </a:cubicBezTo>
                  <a:lnTo>
                    <a:pt x="10271" y="5061"/>
                  </a:lnTo>
                  <a:cubicBezTo>
                    <a:pt x="9985" y="5105"/>
                    <a:pt x="9811" y="5187"/>
                    <a:pt x="9472" y="5187"/>
                  </a:cubicBezTo>
                  <a:cubicBezTo>
                    <a:pt x="8805" y="5187"/>
                    <a:pt x="8739" y="4647"/>
                    <a:pt x="8773" y="4028"/>
                  </a:cubicBezTo>
                  <a:cubicBezTo>
                    <a:pt x="8787" y="3798"/>
                    <a:pt x="8805" y="3478"/>
                    <a:pt x="8805" y="3039"/>
                  </a:cubicBezTo>
                  <a:cubicBezTo>
                    <a:pt x="8805" y="439"/>
                    <a:pt x="6795" y="25"/>
                    <a:pt x="59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70" name="Google Shape;11035;p73">
            <a:extLst>
              <a:ext uri="{FF2B5EF4-FFF2-40B4-BE49-F238E27FC236}">
                <a16:creationId xmlns:a16="http://schemas.microsoft.com/office/drawing/2014/main" id="{64B773BC-BA98-AD51-2010-4EAAB7874462}"/>
              </a:ext>
            </a:extLst>
          </p:cNvPr>
          <p:cNvGrpSpPr/>
          <p:nvPr/>
        </p:nvGrpSpPr>
        <p:grpSpPr>
          <a:xfrm>
            <a:off x="6842105" y="11186874"/>
            <a:ext cx="786088" cy="786088"/>
            <a:chOff x="2869999" y="1687279"/>
            <a:chExt cx="397887" cy="397887"/>
          </a:xfrm>
          <a:solidFill>
            <a:srgbClr val="555559"/>
          </a:solidFill>
        </p:grpSpPr>
        <p:sp>
          <p:nvSpPr>
            <p:cNvPr id="2571" name="Google Shape;11036;p73">
              <a:extLst>
                <a:ext uri="{FF2B5EF4-FFF2-40B4-BE49-F238E27FC236}">
                  <a16:creationId xmlns:a16="http://schemas.microsoft.com/office/drawing/2014/main" id="{E03DF45E-0415-7466-B8F0-C2423CDE6259}"/>
                </a:ext>
              </a:extLst>
            </p:cNvPr>
            <p:cNvSpPr/>
            <p:nvPr/>
          </p:nvSpPr>
          <p:spPr>
            <a:xfrm>
              <a:off x="2994590" y="1833740"/>
              <a:ext cx="148657" cy="81685"/>
            </a:xfrm>
            <a:custGeom>
              <a:avLst/>
              <a:gdLst/>
              <a:ahLst/>
              <a:cxnLst/>
              <a:rect l="l" t="t" r="r" b="b"/>
              <a:pathLst>
                <a:path w="7123" h="3914" extrusionOk="0">
                  <a:moveTo>
                    <a:pt x="2491" y="0"/>
                  </a:moveTo>
                  <a:lnTo>
                    <a:pt x="1" y="3112"/>
                  </a:lnTo>
                  <a:lnTo>
                    <a:pt x="1" y="3112"/>
                  </a:lnTo>
                  <a:lnTo>
                    <a:pt x="2196" y="2015"/>
                  </a:lnTo>
                  <a:cubicBezTo>
                    <a:pt x="2275" y="1975"/>
                    <a:pt x="2360" y="1956"/>
                    <a:pt x="2445" y="1956"/>
                  </a:cubicBezTo>
                  <a:cubicBezTo>
                    <a:pt x="2590" y="1956"/>
                    <a:pt x="2733" y="2012"/>
                    <a:pt x="2840" y="2119"/>
                  </a:cubicBezTo>
                  <a:lnTo>
                    <a:pt x="4634" y="3913"/>
                  </a:lnTo>
                  <a:lnTo>
                    <a:pt x="7123" y="800"/>
                  </a:lnTo>
                  <a:lnTo>
                    <a:pt x="4929" y="1897"/>
                  </a:lnTo>
                  <a:cubicBezTo>
                    <a:pt x="4850" y="1937"/>
                    <a:pt x="4764" y="1957"/>
                    <a:pt x="4679" y="1957"/>
                  </a:cubicBezTo>
                  <a:cubicBezTo>
                    <a:pt x="4535" y="1957"/>
                    <a:pt x="4392" y="1900"/>
                    <a:pt x="4285" y="1792"/>
                  </a:cubicBezTo>
                  <a:lnTo>
                    <a:pt x="249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11037;p73">
              <a:extLst>
                <a:ext uri="{FF2B5EF4-FFF2-40B4-BE49-F238E27FC236}">
                  <a16:creationId xmlns:a16="http://schemas.microsoft.com/office/drawing/2014/main" id="{4B0429F4-B1C7-4F3E-90B0-D6CB6505CFFD}"/>
                </a:ext>
              </a:extLst>
            </p:cNvPr>
            <p:cNvSpPr/>
            <p:nvPr/>
          </p:nvSpPr>
          <p:spPr>
            <a:xfrm>
              <a:off x="2869999" y="1687279"/>
              <a:ext cx="397887" cy="397887"/>
            </a:xfrm>
            <a:custGeom>
              <a:avLst/>
              <a:gdLst/>
              <a:ahLst/>
              <a:cxnLst/>
              <a:rect l="l" t="t" r="r" b="b"/>
              <a:pathLst>
                <a:path w="19065" h="19065" extrusionOk="0">
                  <a:moveTo>
                    <a:pt x="8420" y="5623"/>
                  </a:moveTo>
                  <a:cubicBezTo>
                    <a:pt x="8569" y="5623"/>
                    <a:pt x="8707" y="5682"/>
                    <a:pt x="8810" y="5787"/>
                  </a:cubicBezTo>
                  <a:lnTo>
                    <a:pt x="10759" y="7736"/>
                  </a:lnTo>
                  <a:lnTo>
                    <a:pt x="14867" y="5683"/>
                  </a:lnTo>
                  <a:cubicBezTo>
                    <a:pt x="14947" y="5643"/>
                    <a:pt x="15033" y="5624"/>
                    <a:pt x="15118" y="5624"/>
                  </a:cubicBezTo>
                  <a:cubicBezTo>
                    <a:pt x="15283" y="5624"/>
                    <a:pt x="15443" y="5695"/>
                    <a:pt x="15552" y="5829"/>
                  </a:cubicBezTo>
                  <a:cubicBezTo>
                    <a:pt x="15716" y="6035"/>
                    <a:pt x="15718" y="6325"/>
                    <a:pt x="15553" y="6530"/>
                  </a:cubicBezTo>
                  <a:lnTo>
                    <a:pt x="11085" y="12116"/>
                  </a:lnTo>
                  <a:cubicBezTo>
                    <a:pt x="10973" y="12256"/>
                    <a:pt x="10812" y="12324"/>
                    <a:pt x="10652" y="12324"/>
                  </a:cubicBezTo>
                  <a:cubicBezTo>
                    <a:pt x="10507" y="12324"/>
                    <a:pt x="10363" y="12269"/>
                    <a:pt x="10255" y="12161"/>
                  </a:cubicBezTo>
                  <a:lnTo>
                    <a:pt x="8306" y="10211"/>
                  </a:lnTo>
                  <a:lnTo>
                    <a:pt x="4196" y="12267"/>
                  </a:lnTo>
                  <a:cubicBezTo>
                    <a:pt x="4117" y="12306"/>
                    <a:pt x="4032" y="12325"/>
                    <a:pt x="3948" y="12325"/>
                  </a:cubicBezTo>
                  <a:cubicBezTo>
                    <a:pt x="3784" y="12325"/>
                    <a:pt x="3622" y="12253"/>
                    <a:pt x="3514" y="12118"/>
                  </a:cubicBezTo>
                  <a:cubicBezTo>
                    <a:pt x="3347" y="11913"/>
                    <a:pt x="3347" y="11623"/>
                    <a:pt x="3510" y="11418"/>
                  </a:cubicBezTo>
                  <a:lnTo>
                    <a:pt x="7979" y="5833"/>
                  </a:lnTo>
                  <a:cubicBezTo>
                    <a:pt x="8078" y="5709"/>
                    <a:pt x="8226" y="5633"/>
                    <a:pt x="8384" y="5624"/>
                  </a:cubicBezTo>
                  <a:cubicBezTo>
                    <a:pt x="8396" y="5623"/>
                    <a:pt x="8408" y="5623"/>
                    <a:pt x="8420" y="5623"/>
                  </a:cubicBezTo>
                  <a:close/>
                  <a:moveTo>
                    <a:pt x="9532" y="1"/>
                  </a:moveTo>
                  <a:cubicBezTo>
                    <a:pt x="4297" y="1"/>
                    <a:pt x="0" y="4046"/>
                    <a:pt x="0" y="8975"/>
                  </a:cubicBezTo>
                  <a:cubicBezTo>
                    <a:pt x="0" y="11616"/>
                    <a:pt x="1255" y="14085"/>
                    <a:pt x="3388" y="15787"/>
                  </a:cubicBezTo>
                  <a:lnTo>
                    <a:pt x="3388" y="18506"/>
                  </a:lnTo>
                  <a:cubicBezTo>
                    <a:pt x="3388" y="18699"/>
                    <a:pt x="3489" y="18879"/>
                    <a:pt x="3653" y="18980"/>
                  </a:cubicBezTo>
                  <a:cubicBezTo>
                    <a:pt x="3742" y="19036"/>
                    <a:pt x="3843" y="19064"/>
                    <a:pt x="3946" y="19064"/>
                  </a:cubicBezTo>
                  <a:cubicBezTo>
                    <a:pt x="4031" y="19064"/>
                    <a:pt x="4117" y="19045"/>
                    <a:pt x="4196" y="19005"/>
                  </a:cubicBezTo>
                  <a:lnTo>
                    <a:pt x="6970" y="17581"/>
                  </a:lnTo>
                  <a:cubicBezTo>
                    <a:pt x="7802" y="17799"/>
                    <a:pt x="8661" y="17910"/>
                    <a:pt x="9532" y="17910"/>
                  </a:cubicBezTo>
                  <a:cubicBezTo>
                    <a:pt x="14768" y="17910"/>
                    <a:pt x="19065" y="13901"/>
                    <a:pt x="19065" y="8975"/>
                  </a:cubicBezTo>
                  <a:cubicBezTo>
                    <a:pt x="19065" y="4046"/>
                    <a:pt x="14768" y="1"/>
                    <a:pt x="953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73" name="Google Shape;11038;p73">
            <a:extLst>
              <a:ext uri="{FF2B5EF4-FFF2-40B4-BE49-F238E27FC236}">
                <a16:creationId xmlns:a16="http://schemas.microsoft.com/office/drawing/2014/main" id="{A5A1ED72-D490-FEEB-9A9E-EFAC7937F150}"/>
              </a:ext>
            </a:extLst>
          </p:cNvPr>
          <p:cNvGrpSpPr/>
          <p:nvPr/>
        </p:nvGrpSpPr>
        <p:grpSpPr>
          <a:xfrm>
            <a:off x="8948046" y="11187617"/>
            <a:ext cx="784355" cy="784603"/>
            <a:chOff x="3902887" y="1687655"/>
            <a:chExt cx="397010" cy="397135"/>
          </a:xfrm>
          <a:solidFill>
            <a:srgbClr val="555559"/>
          </a:solidFill>
        </p:grpSpPr>
        <p:sp>
          <p:nvSpPr>
            <p:cNvPr id="2574" name="Google Shape;11039;p73">
              <a:extLst>
                <a:ext uri="{FF2B5EF4-FFF2-40B4-BE49-F238E27FC236}">
                  <a16:creationId xmlns:a16="http://schemas.microsoft.com/office/drawing/2014/main" id="{07397683-2059-E73B-3B86-FEF4D821DF1E}"/>
                </a:ext>
              </a:extLst>
            </p:cNvPr>
            <p:cNvSpPr/>
            <p:nvPr/>
          </p:nvSpPr>
          <p:spPr>
            <a:xfrm>
              <a:off x="4023345" y="1785845"/>
              <a:ext cx="156275" cy="200269"/>
            </a:xfrm>
            <a:custGeom>
              <a:avLst/>
              <a:gdLst/>
              <a:ahLst/>
              <a:cxnLst/>
              <a:rect l="l" t="t" r="r" b="b"/>
              <a:pathLst>
                <a:path w="7488" h="9596" extrusionOk="0">
                  <a:moveTo>
                    <a:pt x="3585" y="1"/>
                  </a:moveTo>
                  <a:cubicBezTo>
                    <a:pt x="3550" y="1"/>
                    <a:pt x="36" y="31"/>
                    <a:pt x="36" y="2561"/>
                  </a:cubicBezTo>
                  <a:cubicBezTo>
                    <a:pt x="36" y="4296"/>
                    <a:pt x="1381" y="4712"/>
                    <a:pt x="3429" y="5147"/>
                  </a:cubicBezTo>
                  <a:cubicBezTo>
                    <a:pt x="4813" y="5440"/>
                    <a:pt x="6242" y="5745"/>
                    <a:pt x="6242" y="7084"/>
                  </a:cubicBezTo>
                  <a:cubicBezTo>
                    <a:pt x="6242" y="8290"/>
                    <a:pt x="4968" y="9010"/>
                    <a:pt x="3737" y="9010"/>
                  </a:cubicBezTo>
                  <a:cubicBezTo>
                    <a:pt x="2265" y="9010"/>
                    <a:pt x="1591" y="8227"/>
                    <a:pt x="1100" y="7655"/>
                  </a:cubicBezTo>
                  <a:cubicBezTo>
                    <a:pt x="793" y="7298"/>
                    <a:pt x="640" y="7140"/>
                    <a:pt x="463" y="7140"/>
                  </a:cubicBezTo>
                  <a:cubicBezTo>
                    <a:pt x="330" y="7140"/>
                    <a:pt x="1" y="7243"/>
                    <a:pt x="1" y="7485"/>
                  </a:cubicBezTo>
                  <a:cubicBezTo>
                    <a:pt x="1" y="8301"/>
                    <a:pt x="1016" y="9596"/>
                    <a:pt x="3744" y="9596"/>
                  </a:cubicBezTo>
                  <a:cubicBezTo>
                    <a:pt x="5165" y="9594"/>
                    <a:pt x="6203" y="9265"/>
                    <a:pt x="6831" y="8616"/>
                  </a:cubicBezTo>
                  <a:cubicBezTo>
                    <a:pt x="7479" y="7947"/>
                    <a:pt x="7487" y="7116"/>
                    <a:pt x="7482" y="6957"/>
                  </a:cubicBezTo>
                  <a:cubicBezTo>
                    <a:pt x="7482" y="5087"/>
                    <a:pt x="6088" y="4674"/>
                    <a:pt x="3964" y="4255"/>
                  </a:cubicBezTo>
                  <a:cubicBezTo>
                    <a:pt x="2598" y="3986"/>
                    <a:pt x="1186" y="3709"/>
                    <a:pt x="1186" y="2410"/>
                  </a:cubicBezTo>
                  <a:cubicBezTo>
                    <a:pt x="1186" y="1420"/>
                    <a:pt x="2170" y="675"/>
                    <a:pt x="3475" y="675"/>
                  </a:cubicBezTo>
                  <a:cubicBezTo>
                    <a:pt x="4868" y="675"/>
                    <a:pt x="5485" y="1305"/>
                    <a:pt x="5938" y="1766"/>
                  </a:cubicBezTo>
                  <a:cubicBezTo>
                    <a:pt x="6247" y="2081"/>
                    <a:pt x="6375" y="2191"/>
                    <a:pt x="6598" y="2191"/>
                  </a:cubicBezTo>
                  <a:cubicBezTo>
                    <a:pt x="6794" y="2191"/>
                    <a:pt x="7082" y="2072"/>
                    <a:pt x="7082" y="1818"/>
                  </a:cubicBezTo>
                  <a:cubicBezTo>
                    <a:pt x="7082" y="1381"/>
                    <a:pt x="5803" y="1"/>
                    <a:pt x="358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11040;p73">
              <a:extLst>
                <a:ext uri="{FF2B5EF4-FFF2-40B4-BE49-F238E27FC236}">
                  <a16:creationId xmlns:a16="http://schemas.microsoft.com/office/drawing/2014/main" id="{289C5771-69CD-37D9-B979-472D11FFDA92}"/>
                </a:ext>
              </a:extLst>
            </p:cNvPr>
            <p:cNvSpPr/>
            <p:nvPr/>
          </p:nvSpPr>
          <p:spPr>
            <a:xfrm>
              <a:off x="3902887" y="1687655"/>
              <a:ext cx="397010" cy="397135"/>
            </a:xfrm>
            <a:custGeom>
              <a:avLst/>
              <a:gdLst/>
              <a:ahLst/>
              <a:cxnLst/>
              <a:rect l="l" t="t" r="r" b="b"/>
              <a:pathLst>
                <a:path w="19023" h="19029" extrusionOk="0">
                  <a:moveTo>
                    <a:pt x="9357" y="3591"/>
                  </a:moveTo>
                  <a:cubicBezTo>
                    <a:pt x="11911" y="3591"/>
                    <a:pt x="13969" y="5196"/>
                    <a:pt x="13969" y="6523"/>
                  </a:cubicBezTo>
                  <a:cubicBezTo>
                    <a:pt x="13969" y="7455"/>
                    <a:pt x="13157" y="8010"/>
                    <a:pt x="12370" y="8010"/>
                  </a:cubicBezTo>
                  <a:cubicBezTo>
                    <a:pt x="11658" y="8010"/>
                    <a:pt x="11246" y="7589"/>
                    <a:pt x="10914" y="7251"/>
                  </a:cubicBezTo>
                  <a:cubicBezTo>
                    <a:pt x="10514" y="6845"/>
                    <a:pt x="10171" y="6494"/>
                    <a:pt x="9247" y="6494"/>
                  </a:cubicBezTo>
                  <a:cubicBezTo>
                    <a:pt x="8481" y="6494"/>
                    <a:pt x="8073" y="6855"/>
                    <a:pt x="8073" y="7115"/>
                  </a:cubicBezTo>
                  <a:cubicBezTo>
                    <a:pt x="8073" y="7497"/>
                    <a:pt x="9028" y="7685"/>
                    <a:pt x="9950" y="7867"/>
                  </a:cubicBezTo>
                  <a:cubicBezTo>
                    <a:pt x="11710" y="8214"/>
                    <a:pt x="14369" y="8739"/>
                    <a:pt x="14369" y="11635"/>
                  </a:cubicBezTo>
                  <a:cubicBezTo>
                    <a:pt x="14379" y="11960"/>
                    <a:pt x="14340" y="13128"/>
                    <a:pt x="13404" y="14096"/>
                  </a:cubicBezTo>
                  <a:cubicBezTo>
                    <a:pt x="12561" y="14970"/>
                    <a:pt x="11252" y="15414"/>
                    <a:pt x="9518" y="15415"/>
                  </a:cubicBezTo>
                  <a:lnTo>
                    <a:pt x="9516" y="15415"/>
                  </a:lnTo>
                  <a:cubicBezTo>
                    <a:pt x="5952" y="15415"/>
                    <a:pt x="4658" y="13487"/>
                    <a:pt x="4658" y="12190"/>
                  </a:cubicBezTo>
                  <a:cubicBezTo>
                    <a:pt x="4658" y="11290"/>
                    <a:pt x="5476" y="10731"/>
                    <a:pt x="6235" y="10731"/>
                  </a:cubicBezTo>
                  <a:cubicBezTo>
                    <a:pt x="6942" y="10731"/>
                    <a:pt x="7354" y="11210"/>
                    <a:pt x="7717" y="11633"/>
                  </a:cubicBezTo>
                  <a:cubicBezTo>
                    <a:pt x="8145" y="12132"/>
                    <a:pt x="8549" y="12601"/>
                    <a:pt x="9509" y="12601"/>
                  </a:cubicBezTo>
                  <a:cubicBezTo>
                    <a:pt x="10165" y="12601"/>
                    <a:pt x="10898" y="12254"/>
                    <a:pt x="10898" y="11789"/>
                  </a:cubicBezTo>
                  <a:cubicBezTo>
                    <a:pt x="10898" y="11384"/>
                    <a:pt x="10135" y="11191"/>
                    <a:pt x="8970" y="10943"/>
                  </a:cubicBezTo>
                  <a:cubicBezTo>
                    <a:pt x="7165" y="10559"/>
                    <a:pt x="4694" y="10032"/>
                    <a:pt x="4694" y="7266"/>
                  </a:cubicBezTo>
                  <a:cubicBezTo>
                    <a:pt x="4694" y="4359"/>
                    <a:pt x="7744" y="3591"/>
                    <a:pt x="9357" y="3591"/>
                  </a:cubicBezTo>
                  <a:close/>
                  <a:moveTo>
                    <a:pt x="5202" y="0"/>
                  </a:moveTo>
                  <a:cubicBezTo>
                    <a:pt x="2338" y="0"/>
                    <a:pt x="6" y="2303"/>
                    <a:pt x="1" y="5148"/>
                  </a:cubicBezTo>
                  <a:lnTo>
                    <a:pt x="1" y="5159"/>
                  </a:lnTo>
                  <a:cubicBezTo>
                    <a:pt x="2" y="6225"/>
                    <a:pt x="261" y="6830"/>
                    <a:pt x="469" y="7319"/>
                  </a:cubicBezTo>
                  <a:cubicBezTo>
                    <a:pt x="609" y="7646"/>
                    <a:pt x="712" y="7885"/>
                    <a:pt x="712" y="8212"/>
                  </a:cubicBezTo>
                  <a:cubicBezTo>
                    <a:pt x="712" y="8219"/>
                    <a:pt x="632" y="9035"/>
                    <a:pt x="632" y="9553"/>
                  </a:cubicBezTo>
                  <a:cubicBezTo>
                    <a:pt x="632" y="12302"/>
                    <a:pt x="2927" y="18423"/>
                    <a:pt x="9541" y="18423"/>
                  </a:cubicBezTo>
                  <a:cubicBezTo>
                    <a:pt x="10171" y="18423"/>
                    <a:pt x="10931" y="18343"/>
                    <a:pt x="10931" y="18343"/>
                  </a:cubicBezTo>
                  <a:cubicBezTo>
                    <a:pt x="11190" y="18343"/>
                    <a:pt x="11441" y="18446"/>
                    <a:pt x="11759" y="18577"/>
                  </a:cubicBezTo>
                  <a:cubicBezTo>
                    <a:pt x="12509" y="18886"/>
                    <a:pt x="13241" y="19028"/>
                    <a:pt x="13937" y="19028"/>
                  </a:cubicBezTo>
                  <a:cubicBezTo>
                    <a:pt x="15330" y="19028"/>
                    <a:pt x="16576" y="18458"/>
                    <a:pt x="17517" y="17520"/>
                  </a:cubicBezTo>
                  <a:cubicBezTo>
                    <a:pt x="18489" y="16555"/>
                    <a:pt x="19023" y="15260"/>
                    <a:pt x="19023" y="13878"/>
                  </a:cubicBezTo>
                  <a:cubicBezTo>
                    <a:pt x="19023" y="12804"/>
                    <a:pt x="18763" y="12198"/>
                    <a:pt x="18554" y="11708"/>
                  </a:cubicBezTo>
                  <a:cubicBezTo>
                    <a:pt x="18414" y="11380"/>
                    <a:pt x="18312" y="11141"/>
                    <a:pt x="18312" y="10814"/>
                  </a:cubicBezTo>
                  <a:cubicBezTo>
                    <a:pt x="18312" y="10804"/>
                    <a:pt x="18391" y="9993"/>
                    <a:pt x="18391" y="9473"/>
                  </a:cubicBezTo>
                  <a:cubicBezTo>
                    <a:pt x="18391" y="6724"/>
                    <a:pt x="16095" y="603"/>
                    <a:pt x="9483" y="603"/>
                  </a:cubicBezTo>
                  <a:cubicBezTo>
                    <a:pt x="8853" y="603"/>
                    <a:pt x="8092" y="683"/>
                    <a:pt x="8092" y="683"/>
                  </a:cubicBezTo>
                  <a:cubicBezTo>
                    <a:pt x="7832" y="683"/>
                    <a:pt x="7583" y="580"/>
                    <a:pt x="7264" y="450"/>
                  </a:cubicBezTo>
                  <a:cubicBezTo>
                    <a:pt x="6767" y="244"/>
                    <a:pt x="6150" y="0"/>
                    <a:pt x="520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76" name="Google Shape;11041;p73">
            <a:extLst>
              <a:ext uri="{FF2B5EF4-FFF2-40B4-BE49-F238E27FC236}">
                <a16:creationId xmlns:a16="http://schemas.microsoft.com/office/drawing/2014/main" id="{BF9D59E8-8F67-EF8D-79FB-DF1B9B75B7B7}"/>
              </a:ext>
            </a:extLst>
          </p:cNvPr>
          <p:cNvGrpSpPr/>
          <p:nvPr/>
        </p:nvGrpSpPr>
        <p:grpSpPr>
          <a:xfrm>
            <a:off x="11052258" y="11186854"/>
            <a:ext cx="786127" cy="786127"/>
            <a:chOff x="4933458" y="1687279"/>
            <a:chExt cx="397907" cy="397907"/>
          </a:xfrm>
          <a:solidFill>
            <a:srgbClr val="555559"/>
          </a:solidFill>
        </p:grpSpPr>
        <p:sp>
          <p:nvSpPr>
            <p:cNvPr id="2577" name="Google Shape;11042;p73">
              <a:extLst>
                <a:ext uri="{FF2B5EF4-FFF2-40B4-BE49-F238E27FC236}">
                  <a16:creationId xmlns:a16="http://schemas.microsoft.com/office/drawing/2014/main" id="{6891BCBC-631C-AD65-7620-0D0C14FF811B}"/>
                </a:ext>
              </a:extLst>
            </p:cNvPr>
            <p:cNvSpPr/>
            <p:nvPr/>
          </p:nvSpPr>
          <p:spPr>
            <a:xfrm>
              <a:off x="5071801" y="1766541"/>
              <a:ext cx="125867" cy="241215"/>
            </a:xfrm>
            <a:custGeom>
              <a:avLst/>
              <a:gdLst/>
              <a:ahLst/>
              <a:cxnLst/>
              <a:rect l="l" t="t" r="r" b="b"/>
              <a:pathLst>
                <a:path w="6031" h="11558" extrusionOk="0">
                  <a:moveTo>
                    <a:pt x="2415" y="1"/>
                  </a:moveTo>
                  <a:cubicBezTo>
                    <a:pt x="2233" y="993"/>
                    <a:pt x="1808" y="2415"/>
                    <a:pt x="0" y="2785"/>
                  </a:cubicBezTo>
                  <a:lnTo>
                    <a:pt x="0" y="4244"/>
                  </a:lnTo>
                  <a:lnTo>
                    <a:pt x="1228" y="4244"/>
                  </a:lnTo>
                  <a:cubicBezTo>
                    <a:pt x="1537" y="4244"/>
                    <a:pt x="1787" y="4496"/>
                    <a:pt x="1787" y="4803"/>
                  </a:cubicBezTo>
                  <a:lnTo>
                    <a:pt x="1787" y="9077"/>
                  </a:lnTo>
                  <a:cubicBezTo>
                    <a:pt x="1787" y="10222"/>
                    <a:pt x="2553" y="11558"/>
                    <a:pt x="4714" y="11558"/>
                  </a:cubicBezTo>
                  <a:cubicBezTo>
                    <a:pt x="5212" y="11558"/>
                    <a:pt x="5689" y="11535"/>
                    <a:pt x="6031" y="11512"/>
                  </a:cubicBezTo>
                  <a:lnTo>
                    <a:pt x="6031" y="9905"/>
                  </a:lnTo>
                  <a:lnTo>
                    <a:pt x="4891" y="9905"/>
                  </a:lnTo>
                  <a:cubicBezTo>
                    <a:pt x="3535" y="9905"/>
                    <a:pt x="3351" y="9125"/>
                    <a:pt x="3351" y="8363"/>
                  </a:cubicBezTo>
                  <a:lnTo>
                    <a:pt x="3351" y="4803"/>
                  </a:lnTo>
                  <a:cubicBezTo>
                    <a:pt x="3351" y="4496"/>
                    <a:pt x="3600" y="4244"/>
                    <a:pt x="3910" y="4244"/>
                  </a:cubicBezTo>
                  <a:lnTo>
                    <a:pt x="6031" y="4244"/>
                  </a:lnTo>
                  <a:lnTo>
                    <a:pt x="6031" y="2681"/>
                  </a:lnTo>
                  <a:lnTo>
                    <a:pt x="3910" y="2681"/>
                  </a:lnTo>
                  <a:cubicBezTo>
                    <a:pt x="3600" y="2681"/>
                    <a:pt x="3351" y="2431"/>
                    <a:pt x="3351" y="2122"/>
                  </a:cubicBezTo>
                  <a:lnTo>
                    <a:pt x="335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11043;p73">
              <a:extLst>
                <a:ext uri="{FF2B5EF4-FFF2-40B4-BE49-F238E27FC236}">
                  <a16:creationId xmlns:a16="http://schemas.microsoft.com/office/drawing/2014/main" id="{AD6AF223-3399-69B2-7274-4286941F6CAB}"/>
                </a:ext>
              </a:extLst>
            </p:cNvPr>
            <p:cNvSpPr/>
            <p:nvPr/>
          </p:nvSpPr>
          <p:spPr>
            <a:xfrm>
              <a:off x="4933458" y="1687279"/>
              <a:ext cx="397907" cy="397907"/>
            </a:xfrm>
            <a:custGeom>
              <a:avLst/>
              <a:gdLst/>
              <a:ahLst/>
              <a:cxnLst/>
              <a:rect l="l" t="t" r="r" b="b"/>
              <a:pathLst>
                <a:path w="19066" h="19066" extrusionOk="0">
                  <a:moveTo>
                    <a:pt x="10539" y="2681"/>
                  </a:moveTo>
                  <a:cubicBezTo>
                    <a:pt x="10846" y="2681"/>
                    <a:pt x="11059" y="2932"/>
                    <a:pt x="11059" y="3240"/>
                  </a:cubicBezTo>
                  <a:lnTo>
                    <a:pt x="11059" y="5362"/>
                  </a:lnTo>
                  <a:lnTo>
                    <a:pt x="13219" y="5362"/>
                  </a:lnTo>
                  <a:cubicBezTo>
                    <a:pt x="13528" y="5362"/>
                    <a:pt x="13778" y="5612"/>
                    <a:pt x="13778" y="5921"/>
                  </a:cubicBezTo>
                  <a:lnTo>
                    <a:pt x="13778" y="8601"/>
                  </a:lnTo>
                  <a:cubicBezTo>
                    <a:pt x="13778" y="8911"/>
                    <a:pt x="13528" y="9160"/>
                    <a:pt x="13219" y="9160"/>
                  </a:cubicBezTo>
                  <a:lnTo>
                    <a:pt x="11096" y="9160"/>
                  </a:lnTo>
                  <a:lnTo>
                    <a:pt x="11096" y="12161"/>
                  </a:lnTo>
                  <a:cubicBezTo>
                    <a:pt x="11096" y="12440"/>
                    <a:pt x="11121" y="12520"/>
                    <a:pt x="11133" y="12541"/>
                  </a:cubicBezTo>
                  <a:cubicBezTo>
                    <a:pt x="11140" y="12541"/>
                    <a:pt x="11234" y="12585"/>
                    <a:pt x="11520" y="12585"/>
                  </a:cubicBezTo>
                  <a:lnTo>
                    <a:pt x="13219" y="12585"/>
                  </a:lnTo>
                  <a:cubicBezTo>
                    <a:pt x="13528" y="12585"/>
                    <a:pt x="13741" y="12836"/>
                    <a:pt x="13741" y="13144"/>
                  </a:cubicBezTo>
                  <a:lnTo>
                    <a:pt x="13741" y="15826"/>
                  </a:lnTo>
                  <a:cubicBezTo>
                    <a:pt x="13741" y="16113"/>
                    <a:pt x="13560" y="16351"/>
                    <a:pt x="13273" y="16382"/>
                  </a:cubicBezTo>
                  <a:cubicBezTo>
                    <a:pt x="13236" y="16385"/>
                    <a:pt x="12341" y="16474"/>
                    <a:pt x="11342" y="16474"/>
                  </a:cubicBezTo>
                  <a:cubicBezTo>
                    <a:pt x="8564" y="16474"/>
                    <a:pt x="7298" y="14609"/>
                    <a:pt x="7298" y="12877"/>
                  </a:cubicBezTo>
                  <a:lnTo>
                    <a:pt x="7298" y="9160"/>
                  </a:lnTo>
                  <a:lnTo>
                    <a:pt x="6070" y="9160"/>
                  </a:lnTo>
                  <a:cubicBezTo>
                    <a:pt x="5760" y="9160"/>
                    <a:pt x="5511" y="8911"/>
                    <a:pt x="5511" y="8601"/>
                  </a:cubicBezTo>
                  <a:lnTo>
                    <a:pt x="5511" y="6100"/>
                  </a:lnTo>
                  <a:cubicBezTo>
                    <a:pt x="5511" y="5808"/>
                    <a:pt x="5734" y="5568"/>
                    <a:pt x="6024" y="5543"/>
                  </a:cubicBezTo>
                  <a:cubicBezTo>
                    <a:pt x="7535" y="5417"/>
                    <a:pt x="7797" y="4524"/>
                    <a:pt x="8000" y="3275"/>
                  </a:cubicBezTo>
                  <a:lnTo>
                    <a:pt x="8021" y="3148"/>
                  </a:lnTo>
                  <a:cubicBezTo>
                    <a:pt x="8066" y="2879"/>
                    <a:pt x="8299" y="2681"/>
                    <a:pt x="8571" y="2681"/>
                  </a:cubicBezTo>
                  <a:close/>
                  <a:moveTo>
                    <a:pt x="2794" y="1"/>
                  </a:moveTo>
                  <a:cubicBezTo>
                    <a:pt x="1253" y="1"/>
                    <a:pt x="1" y="1253"/>
                    <a:pt x="1" y="2794"/>
                  </a:cubicBezTo>
                  <a:lnTo>
                    <a:pt x="1" y="16272"/>
                  </a:lnTo>
                  <a:cubicBezTo>
                    <a:pt x="1" y="17811"/>
                    <a:pt x="1253" y="19065"/>
                    <a:pt x="2794" y="19065"/>
                  </a:cubicBezTo>
                  <a:lnTo>
                    <a:pt x="16272" y="19065"/>
                  </a:lnTo>
                  <a:cubicBezTo>
                    <a:pt x="17813" y="19065"/>
                    <a:pt x="19065" y="17811"/>
                    <a:pt x="19065" y="16272"/>
                  </a:cubicBezTo>
                  <a:lnTo>
                    <a:pt x="19065" y="2792"/>
                  </a:lnTo>
                  <a:cubicBezTo>
                    <a:pt x="19065" y="1253"/>
                    <a:pt x="17813" y="1"/>
                    <a:pt x="1627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79" name="Google Shape;11044;p73">
            <a:extLst>
              <a:ext uri="{FF2B5EF4-FFF2-40B4-BE49-F238E27FC236}">
                <a16:creationId xmlns:a16="http://schemas.microsoft.com/office/drawing/2014/main" id="{8542EB33-00E7-61F0-5D3E-C446554B5BD8}"/>
              </a:ext>
            </a:extLst>
          </p:cNvPr>
          <p:cNvGrpSpPr/>
          <p:nvPr/>
        </p:nvGrpSpPr>
        <p:grpSpPr>
          <a:xfrm>
            <a:off x="3681146" y="11186874"/>
            <a:ext cx="786088" cy="786088"/>
            <a:chOff x="1379798" y="1723250"/>
            <a:chExt cx="397887" cy="397887"/>
          </a:xfrm>
          <a:solidFill>
            <a:srgbClr val="555559"/>
          </a:solidFill>
        </p:grpSpPr>
        <p:sp>
          <p:nvSpPr>
            <p:cNvPr id="2580" name="Google Shape;11045;p73">
              <a:extLst>
                <a:ext uri="{FF2B5EF4-FFF2-40B4-BE49-F238E27FC236}">
                  <a16:creationId xmlns:a16="http://schemas.microsoft.com/office/drawing/2014/main" id="{4C257D15-AD8F-D4A4-B925-A2865F3B127B}"/>
                </a:ext>
              </a:extLst>
            </p:cNvPr>
            <p:cNvSpPr/>
            <p:nvPr/>
          </p:nvSpPr>
          <p:spPr>
            <a:xfrm>
              <a:off x="1462169" y="1793977"/>
              <a:ext cx="23354" cy="23312"/>
            </a:xfrm>
            <a:custGeom>
              <a:avLst/>
              <a:gdLst/>
              <a:ahLst/>
              <a:cxnLst/>
              <a:rect l="l" t="t" r="r" b="b"/>
              <a:pathLst>
                <a:path w="1119" h="1117" extrusionOk="0">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11046;p73">
              <a:extLst>
                <a:ext uri="{FF2B5EF4-FFF2-40B4-BE49-F238E27FC236}">
                  <a16:creationId xmlns:a16="http://schemas.microsoft.com/office/drawing/2014/main" id="{54B3FE32-A4A3-FE7E-1747-FB4C61C66E0C}"/>
                </a:ext>
              </a:extLst>
            </p:cNvPr>
            <p:cNvSpPr/>
            <p:nvPr/>
          </p:nvSpPr>
          <p:spPr>
            <a:xfrm>
              <a:off x="1379798" y="1723250"/>
              <a:ext cx="397887" cy="397887"/>
            </a:xfrm>
            <a:custGeom>
              <a:avLst/>
              <a:gdLst/>
              <a:ahLst/>
              <a:cxnLst/>
              <a:rect l="l" t="t" r="r" b="b"/>
              <a:pathLst>
                <a:path w="19065" h="19065" extrusionOk="0">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11047;p73">
              <a:extLst>
                <a:ext uri="{FF2B5EF4-FFF2-40B4-BE49-F238E27FC236}">
                  <a16:creationId xmlns:a16="http://schemas.microsoft.com/office/drawing/2014/main" id="{E4B48CB8-66DD-5DFC-5689-D902909C822B}"/>
                </a:ext>
              </a:extLst>
            </p:cNvPr>
            <p:cNvSpPr/>
            <p:nvPr/>
          </p:nvSpPr>
          <p:spPr>
            <a:xfrm>
              <a:off x="1555413" y="1886846"/>
              <a:ext cx="139912" cy="163558"/>
            </a:xfrm>
            <a:custGeom>
              <a:avLst/>
              <a:gdLst/>
              <a:ahLst/>
              <a:cxnLst/>
              <a:rect l="l" t="t" r="r" b="b"/>
              <a:pathLst>
                <a:path w="6704" h="7837" extrusionOk="0">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11048;p73">
              <a:extLst>
                <a:ext uri="{FF2B5EF4-FFF2-40B4-BE49-F238E27FC236}">
                  <a16:creationId xmlns:a16="http://schemas.microsoft.com/office/drawing/2014/main" id="{99D79894-CE93-32B4-BF54-87BE17B91657}"/>
                </a:ext>
              </a:extLst>
            </p:cNvPr>
            <p:cNvSpPr/>
            <p:nvPr/>
          </p:nvSpPr>
          <p:spPr>
            <a:xfrm>
              <a:off x="1462169" y="1887200"/>
              <a:ext cx="23354" cy="163203"/>
            </a:xfrm>
            <a:custGeom>
              <a:avLst/>
              <a:gdLst/>
              <a:ahLst/>
              <a:cxnLst/>
              <a:rect l="l" t="t" r="r" b="b"/>
              <a:pathLst>
                <a:path w="1119" h="7820" extrusionOk="0">
                  <a:moveTo>
                    <a:pt x="0" y="0"/>
                  </a:moveTo>
                  <a:lnTo>
                    <a:pt x="0" y="7819"/>
                  </a:lnTo>
                  <a:lnTo>
                    <a:pt x="1118" y="7819"/>
                  </a:lnTo>
                  <a:lnTo>
                    <a:pt x="1118"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84" name="Google Shape;11049;p73">
            <a:extLst>
              <a:ext uri="{FF2B5EF4-FFF2-40B4-BE49-F238E27FC236}">
                <a16:creationId xmlns:a16="http://schemas.microsoft.com/office/drawing/2014/main" id="{694CB6DE-1EC9-319A-A490-AAC7885D35C1}"/>
              </a:ext>
            </a:extLst>
          </p:cNvPr>
          <p:cNvGrpSpPr/>
          <p:nvPr/>
        </p:nvGrpSpPr>
        <p:grpSpPr>
          <a:xfrm>
            <a:off x="1575250" y="11186874"/>
            <a:ext cx="786127" cy="786088"/>
            <a:chOff x="266768" y="1721375"/>
            <a:chExt cx="397907" cy="397887"/>
          </a:xfrm>
          <a:solidFill>
            <a:srgbClr val="555559"/>
          </a:solidFill>
        </p:grpSpPr>
        <p:sp>
          <p:nvSpPr>
            <p:cNvPr id="2585" name="Google Shape;11050;p73">
              <a:extLst>
                <a:ext uri="{FF2B5EF4-FFF2-40B4-BE49-F238E27FC236}">
                  <a16:creationId xmlns:a16="http://schemas.microsoft.com/office/drawing/2014/main" id="{054FC10F-3495-B503-33DE-169D58788853}"/>
                </a:ext>
              </a:extLst>
            </p:cNvPr>
            <p:cNvSpPr/>
            <p:nvPr/>
          </p:nvSpPr>
          <p:spPr>
            <a:xfrm>
              <a:off x="454843" y="1791037"/>
              <a:ext cx="136218" cy="328222"/>
            </a:xfrm>
            <a:custGeom>
              <a:avLst/>
              <a:gdLst/>
              <a:ahLst/>
              <a:cxnLst/>
              <a:rect l="l" t="t" r="r" b="b"/>
              <a:pathLst>
                <a:path w="6527" h="15727" extrusionOk="0">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11051;p73">
              <a:extLst>
                <a:ext uri="{FF2B5EF4-FFF2-40B4-BE49-F238E27FC236}">
                  <a16:creationId xmlns:a16="http://schemas.microsoft.com/office/drawing/2014/main" id="{03F555B4-9FC0-6986-60FE-119E2D398196}"/>
                </a:ext>
              </a:extLst>
            </p:cNvPr>
            <p:cNvSpPr/>
            <p:nvPr/>
          </p:nvSpPr>
          <p:spPr>
            <a:xfrm>
              <a:off x="266768" y="1721375"/>
              <a:ext cx="397907" cy="397887"/>
            </a:xfrm>
            <a:custGeom>
              <a:avLst/>
              <a:gdLst/>
              <a:ahLst/>
              <a:cxnLst/>
              <a:rect l="l" t="t" r="r" b="b"/>
              <a:pathLst>
                <a:path w="19066" h="19065" extrusionOk="0">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87" name="Google Shape;11052;p73">
            <a:extLst>
              <a:ext uri="{FF2B5EF4-FFF2-40B4-BE49-F238E27FC236}">
                <a16:creationId xmlns:a16="http://schemas.microsoft.com/office/drawing/2014/main" id="{EF5FC500-9010-FC0E-199A-EFBF7243ADB0}"/>
              </a:ext>
            </a:extLst>
          </p:cNvPr>
          <p:cNvGrpSpPr/>
          <p:nvPr/>
        </p:nvGrpSpPr>
        <p:grpSpPr>
          <a:xfrm>
            <a:off x="2628236" y="11186874"/>
            <a:ext cx="786045" cy="786088"/>
            <a:chOff x="864491" y="1723250"/>
            <a:chExt cx="397866" cy="397887"/>
          </a:xfrm>
          <a:solidFill>
            <a:srgbClr val="555559"/>
          </a:solidFill>
        </p:grpSpPr>
        <p:sp>
          <p:nvSpPr>
            <p:cNvPr id="2588" name="Google Shape;11053;p73">
              <a:extLst>
                <a:ext uri="{FF2B5EF4-FFF2-40B4-BE49-F238E27FC236}">
                  <a16:creationId xmlns:a16="http://schemas.microsoft.com/office/drawing/2014/main" id="{65C90310-B799-66E2-3D2A-36B685CD5767}"/>
                </a:ext>
              </a:extLst>
            </p:cNvPr>
            <p:cNvSpPr/>
            <p:nvPr/>
          </p:nvSpPr>
          <p:spPr>
            <a:xfrm>
              <a:off x="935197" y="1793977"/>
              <a:ext cx="256451" cy="256430"/>
            </a:xfrm>
            <a:custGeom>
              <a:avLst/>
              <a:gdLst/>
              <a:ahLst/>
              <a:cxnLst/>
              <a:rect l="l" t="t" r="r" b="b"/>
              <a:pathLst>
                <a:path w="12288" h="12287" extrusionOk="0">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11054;p73">
              <a:extLst>
                <a:ext uri="{FF2B5EF4-FFF2-40B4-BE49-F238E27FC236}">
                  <a16:creationId xmlns:a16="http://schemas.microsoft.com/office/drawing/2014/main" id="{7E4A519F-9B14-FC35-BF1E-B624C121A41C}"/>
                </a:ext>
              </a:extLst>
            </p:cNvPr>
            <p:cNvSpPr/>
            <p:nvPr/>
          </p:nvSpPr>
          <p:spPr>
            <a:xfrm>
              <a:off x="1005109" y="1863910"/>
              <a:ext cx="116622" cy="116559"/>
            </a:xfrm>
            <a:custGeom>
              <a:avLst/>
              <a:gdLst/>
              <a:ahLst/>
              <a:cxnLst/>
              <a:rect l="l" t="t" r="r" b="b"/>
              <a:pathLst>
                <a:path w="5588" h="5585" extrusionOk="0">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0" name="Google Shape;11055;p73">
              <a:extLst>
                <a:ext uri="{FF2B5EF4-FFF2-40B4-BE49-F238E27FC236}">
                  <a16:creationId xmlns:a16="http://schemas.microsoft.com/office/drawing/2014/main" id="{6FA8CDF1-FE29-CBEE-56BE-ACCA7639E1AF}"/>
                </a:ext>
              </a:extLst>
            </p:cNvPr>
            <p:cNvSpPr/>
            <p:nvPr/>
          </p:nvSpPr>
          <p:spPr>
            <a:xfrm>
              <a:off x="864491" y="1723250"/>
              <a:ext cx="397866" cy="397887"/>
            </a:xfrm>
            <a:custGeom>
              <a:avLst/>
              <a:gdLst/>
              <a:ahLst/>
              <a:cxnLst/>
              <a:rect l="l" t="t" r="r" b="b"/>
              <a:pathLst>
                <a:path w="19064" h="19065" extrusionOk="0">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91" name="Google Shape;11056;p73">
            <a:extLst>
              <a:ext uri="{FF2B5EF4-FFF2-40B4-BE49-F238E27FC236}">
                <a16:creationId xmlns:a16="http://schemas.microsoft.com/office/drawing/2014/main" id="{E004BEA9-3821-2640-36D6-8CB3D39F2EC6}"/>
              </a:ext>
            </a:extLst>
          </p:cNvPr>
          <p:cNvSpPr/>
          <p:nvPr/>
        </p:nvSpPr>
        <p:spPr>
          <a:xfrm>
            <a:off x="4734211" y="11258416"/>
            <a:ext cx="788487" cy="643091"/>
          </a:xfrm>
          <a:custGeom>
            <a:avLst/>
            <a:gdLst/>
            <a:ahLst/>
            <a:cxnLst/>
            <a:rect l="l" t="t" r="r" b="b"/>
            <a:pathLst>
              <a:path w="19122" h="15596" extrusionOk="0">
                <a:moveTo>
                  <a:pt x="12981" y="0"/>
                </a:moveTo>
                <a:cubicBezTo>
                  <a:pt x="12091" y="0"/>
                  <a:pt x="10821" y="352"/>
                  <a:pt x="9915" y="1352"/>
                </a:cubicBezTo>
                <a:cubicBezTo>
                  <a:pt x="9203" y="2141"/>
                  <a:pt x="8847" y="3174"/>
                  <a:pt x="8856" y="4430"/>
                </a:cubicBezTo>
                <a:cubicBezTo>
                  <a:pt x="6243" y="4110"/>
                  <a:pt x="4101" y="2933"/>
                  <a:pt x="2323" y="846"/>
                </a:cubicBezTo>
                <a:cubicBezTo>
                  <a:pt x="2216" y="723"/>
                  <a:pt x="2064" y="650"/>
                  <a:pt x="1902" y="650"/>
                </a:cubicBezTo>
                <a:cubicBezTo>
                  <a:pt x="1875" y="650"/>
                  <a:pt x="1848" y="652"/>
                  <a:pt x="1820" y="656"/>
                </a:cubicBezTo>
                <a:cubicBezTo>
                  <a:pt x="1631" y="683"/>
                  <a:pt x="1468" y="805"/>
                  <a:pt x="1391" y="977"/>
                </a:cubicBezTo>
                <a:cubicBezTo>
                  <a:pt x="695" y="2512"/>
                  <a:pt x="701" y="3895"/>
                  <a:pt x="1403" y="5113"/>
                </a:cubicBezTo>
                <a:cubicBezTo>
                  <a:pt x="1389" y="5111"/>
                  <a:pt x="1374" y="5111"/>
                  <a:pt x="1360" y="5111"/>
                </a:cubicBezTo>
                <a:cubicBezTo>
                  <a:pt x="1076" y="5111"/>
                  <a:pt x="803" y="5375"/>
                  <a:pt x="824" y="5707"/>
                </a:cubicBezTo>
                <a:cubicBezTo>
                  <a:pt x="916" y="7101"/>
                  <a:pt x="1428" y="8182"/>
                  <a:pt x="2351" y="8934"/>
                </a:cubicBezTo>
                <a:cubicBezTo>
                  <a:pt x="2176" y="9073"/>
                  <a:pt x="2102" y="9307"/>
                  <a:pt x="2164" y="9524"/>
                </a:cubicBezTo>
                <a:cubicBezTo>
                  <a:pt x="2456" y="10535"/>
                  <a:pt x="3310" y="11633"/>
                  <a:pt x="4615" y="12155"/>
                </a:cubicBezTo>
                <a:cubicBezTo>
                  <a:pt x="3657" y="12655"/>
                  <a:pt x="2516" y="12903"/>
                  <a:pt x="1345" y="12903"/>
                </a:cubicBezTo>
                <a:cubicBezTo>
                  <a:pt x="1111" y="12903"/>
                  <a:pt x="876" y="12893"/>
                  <a:pt x="641" y="12873"/>
                </a:cubicBezTo>
                <a:cubicBezTo>
                  <a:pt x="628" y="12872"/>
                  <a:pt x="615" y="12872"/>
                  <a:pt x="603" y="12872"/>
                </a:cubicBezTo>
                <a:cubicBezTo>
                  <a:pt x="362" y="12872"/>
                  <a:pt x="155" y="13031"/>
                  <a:pt x="78" y="13266"/>
                </a:cubicBezTo>
                <a:cubicBezTo>
                  <a:pt x="0" y="13512"/>
                  <a:pt x="113" y="13788"/>
                  <a:pt x="334" y="13922"/>
                </a:cubicBezTo>
                <a:cubicBezTo>
                  <a:pt x="1162" y="14423"/>
                  <a:pt x="3243" y="15596"/>
                  <a:pt x="6294" y="15596"/>
                </a:cubicBezTo>
                <a:cubicBezTo>
                  <a:pt x="14568" y="15596"/>
                  <a:pt x="17244" y="8279"/>
                  <a:pt x="17244" y="4736"/>
                </a:cubicBezTo>
                <a:cubicBezTo>
                  <a:pt x="17241" y="4515"/>
                  <a:pt x="17243" y="4541"/>
                  <a:pt x="17230" y="4426"/>
                </a:cubicBezTo>
                <a:cubicBezTo>
                  <a:pt x="17250" y="4403"/>
                  <a:pt x="17326" y="4347"/>
                  <a:pt x="17386" y="4301"/>
                </a:cubicBezTo>
                <a:cubicBezTo>
                  <a:pt x="17696" y="4067"/>
                  <a:pt x="18237" y="3680"/>
                  <a:pt x="18983" y="2590"/>
                </a:cubicBezTo>
                <a:cubicBezTo>
                  <a:pt x="19121" y="2386"/>
                  <a:pt x="19111" y="2118"/>
                  <a:pt x="18957" y="1925"/>
                </a:cubicBezTo>
                <a:cubicBezTo>
                  <a:pt x="18840" y="1779"/>
                  <a:pt x="18708" y="1722"/>
                  <a:pt x="18558" y="1722"/>
                </a:cubicBezTo>
                <a:cubicBezTo>
                  <a:pt x="18451" y="1722"/>
                  <a:pt x="18336" y="1751"/>
                  <a:pt x="18212" y="1799"/>
                </a:cubicBezTo>
                <a:cubicBezTo>
                  <a:pt x="18352" y="1553"/>
                  <a:pt x="18467" y="1291"/>
                  <a:pt x="18559" y="1014"/>
                </a:cubicBezTo>
                <a:cubicBezTo>
                  <a:pt x="18631" y="800"/>
                  <a:pt x="18553" y="614"/>
                  <a:pt x="18382" y="465"/>
                </a:cubicBezTo>
                <a:cubicBezTo>
                  <a:pt x="18282" y="379"/>
                  <a:pt x="18151" y="335"/>
                  <a:pt x="18020" y="335"/>
                </a:cubicBezTo>
                <a:cubicBezTo>
                  <a:pt x="17928" y="335"/>
                  <a:pt x="17837" y="356"/>
                  <a:pt x="17754" y="398"/>
                </a:cubicBezTo>
                <a:cubicBezTo>
                  <a:pt x="16848" y="856"/>
                  <a:pt x="16172" y="1054"/>
                  <a:pt x="15873" y="1113"/>
                </a:cubicBezTo>
                <a:cubicBezTo>
                  <a:pt x="15090" y="395"/>
                  <a:pt x="14251" y="0"/>
                  <a:pt x="12981" y="0"/>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92" name="Google Shape;11057;p73">
            <a:extLst>
              <a:ext uri="{FF2B5EF4-FFF2-40B4-BE49-F238E27FC236}">
                <a16:creationId xmlns:a16="http://schemas.microsoft.com/office/drawing/2014/main" id="{0BB591D8-8218-962D-DEEC-786E5E40A3F9}"/>
              </a:ext>
            </a:extLst>
          </p:cNvPr>
          <p:cNvGrpSpPr/>
          <p:nvPr/>
        </p:nvGrpSpPr>
        <p:grpSpPr>
          <a:xfrm>
            <a:off x="5789396" y="11187659"/>
            <a:ext cx="785840" cy="784517"/>
            <a:chOff x="2408992" y="1722875"/>
            <a:chExt cx="397761" cy="397093"/>
          </a:xfrm>
          <a:solidFill>
            <a:srgbClr val="555559"/>
          </a:solidFill>
        </p:grpSpPr>
        <p:sp>
          <p:nvSpPr>
            <p:cNvPr id="2593" name="Google Shape;11058;p73">
              <a:extLst>
                <a:ext uri="{FF2B5EF4-FFF2-40B4-BE49-F238E27FC236}">
                  <a16:creationId xmlns:a16="http://schemas.microsoft.com/office/drawing/2014/main" id="{DAD29A91-62D1-AC3E-6DE3-CCE87A153D8D}"/>
                </a:ext>
              </a:extLst>
            </p:cNvPr>
            <p:cNvSpPr/>
            <p:nvPr/>
          </p:nvSpPr>
          <p:spPr>
            <a:xfrm>
              <a:off x="2492135" y="1827639"/>
              <a:ext cx="213667" cy="185326"/>
            </a:xfrm>
            <a:custGeom>
              <a:avLst/>
              <a:gdLst/>
              <a:ahLst/>
              <a:cxnLst/>
              <a:rect l="l" t="t" r="r" b="b"/>
              <a:pathLst>
                <a:path w="10238" h="8880" extrusionOk="0">
                  <a:moveTo>
                    <a:pt x="2548" y="1"/>
                  </a:moveTo>
                  <a:cubicBezTo>
                    <a:pt x="2277" y="1"/>
                    <a:pt x="2002" y="169"/>
                    <a:pt x="1743" y="427"/>
                  </a:cubicBezTo>
                  <a:cubicBezTo>
                    <a:pt x="1" y="2171"/>
                    <a:pt x="2739" y="5655"/>
                    <a:pt x="3567" y="6491"/>
                  </a:cubicBezTo>
                  <a:cubicBezTo>
                    <a:pt x="4206" y="7123"/>
                    <a:pt x="6403" y="8880"/>
                    <a:pt x="8179" y="8880"/>
                  </a:cubicBezTo>
                  <a:cubicBezTo>
                    <a:pt x="8718" y="8880"/>
                    <a:pt x="9219" y="8718"/>
                    <a:pt x="9626" y="8312"/>
                  </a:cubicBezTo>
                  <a:cubicBezTo>
                    <a:pt x="10054" y="7884"/>
                    <a:pt x="10238" y="7401"/>
                    <a:pt x="9812" y="6981"/>
                  </a:cubicBezTo>
                  <a:cubicBezTo>
                    <a:pt x="9168" y="6339"/>
                    <a:pt x="8797" y="6140"/>
                    <a:pt x="8555" y="6140"/>
                  </a:cubicBezTo>
                  <a:cubicBezTo>
                    <a:pt x="8422" y="6140"/>
                    <a:pt x="8327" y="6200"/>
                    <a:pt x="8248" y="6279"/>
                  </a:cubicBezTo>
                  <a:cubicBezTo>
                    <a:pt x="8064" y="6461"/>
                    <a:pt x="7636" y="7077"/>
                    <a:pt x="7461" y="7252"/>
                  </a:cubicBezTo>
                  <a:cubicBezTo>
                    <a:pt x="7260" y="7452"/>
                    <a:pt x="7021" y="7534"/>
                    <a:pt x="6762" y="7534"/>
                  </a:cubicBezTo>
                  <a:cubicBezTo>
                    <a:pt x="5839" y="7534"/>
                    <a:pt x="4665" y="6485"/>
                    <a:pt x="4117" y="5939"/>
                  </a:cubicBezTo>
                  <a:lnTo>
                    <a:pt x="4115" y="5938"/>
                  </a:lnTo>
                  <a:cubicBezTo>
                    <a:pt x="3417" y="5235"/>
                    <a:pt x="1890" y="3505"/>
                    <a:pt x="2803" y="2592"/>
                  </a:cubicBezTo>
                  <a:cubicBezTo>
                    <a:pt x="2879" y="2516"/>
                    <a:pt x="3056" y="2378"/>
                    <a:pt x="3254" y="2228"/>
                  </a:cubicBezTo>
                  <a:cubicBezTo>
                    <a:pt x="3445" y="2083"/>
                    <a:pt x="3661" y="1922"/>
                    <a:pt x="3776" y="1807"/>
                  </a:cubicBezTo>
                  <a:cubicBezTo>
                    <a:pt x="3999" y="1584"/>
                    <a:pt x="4069" y="1241"/>
                    <a:pt x="3080" y="250"/>
                  </a:cubicBezTo>
                  <a:cubicBezTo>
                    <a:pt x="2909" y="76"/>
                    <a:pt x="2730" y="1"/>
                    <a:pt x="254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11059;p73">
              <a:extLst>
                <a:ext uri="{FF2B5EF4-FFF2-40B4-BE49-F238E27FC236}">
                  <a16:creationId xmlns:a16="http://schemas.microsoft.com/office/drawing/2014/main" id="{A814FFE8-9272-8CFF-C9F1-C0BCA2706F5B}"/>
                </a:ext>
              </a:extLst>
            </p:cNvPr>
            <p:cNvSpPr/>
            <p:nvPr/>
          </p:nvSpPr>
          <p:spPr>
            <a:xfrm>
              <a:off x="2408992" y="1722875"/>
              <a:ext cx="397761" cy="397093"/>
            </a:xfrm>
            <a:custGeom>
              <a:avLst/>
              <a:gdLst/>
              <a:ahLst/>
              <a:cxnLst/>
              <a:rect l="l" t="t" r="r" b="b"/>
              <a:pathLst>
                <a:path w="19059" h="19027" extrusionOk="0">
                  <a:moveTo>
                    <a:pt x="6538" y="3907"/>
                  </a:moveTo>
                  <a:cubicBezTo>
                    <a:pt x="7030" y="3907"/>
                    <a:pt x="7490" y="4114"/>
                    <a:pt x="7853" y="4483"/>
                  </a:cubicBezTo>
                  <a:cubicBezTo>
                    <a:pt x="8326" y="4955"/>
                    <a:pt x="9768" y="6397"/>
                    <a:pt x="8549" y="7616"/>
                  </a:cubicBezTo>
                  <a:cubicBezTo>
                    <a:pt x="8407" y="7756"/>
                    <a:pt x="8145" y="7957"/>
                    <a:pt x="7912" y="8136"/>
                  </a:cubicBezTo>
                  <a:cubicBezTo>
                    <a:pt x="7767" y="8246"/>
                    <a:pt x="7634" y="8343"/>
                    <a:pt x="7576" y="8400"/>
                  </a:cubicBezTo>
                  <a:cubicBezTo>
                    <a:pt x="7599" y="8585"/>
                    <a:pt x="8227" y="9504"/>
                    <a:pt x="8888" y="10169"/>
                  </a:cubicBezTo>
                  <a:cubicBezTo>
                    <a:pt x="9546" y="10823"/>
                    <a:pt x="10450" y="11437"/>
                    <a:pt x="10732" y="11437"/>
                  </a:cubicBezTo>
                  <a:cubicBezTo>
                    <a:pt x="10736" y="11437"/>
                    <a:pt x="10740" y="11437"/>
                    <a:pt x="10744" y="11437"/>
                  </a:cubicBezTo>
                  <a:cubicBezTo>
                    <a:pt x="10716" y="11423"/>
                    <a:pt x="10813" y="11292"/>
                    <a:pt x="10923" y="11147"/>
                  </a:cubicBezTo>
                  <a:cubicBezTo>
                    <a:pt x="11100" y="10913"/>
                    <a:pt x="11301" y="10650"/>
                    <a:pt x="11443" y="10510"/>
                  </a:cubicBezTo>
                  <a:cubicBezTo>
                    <a:pt x="11789" y="10163"/>
                    <a:pt x="12153" y="10031"/>
                    <a:pt x="12508" y="10031"/>
                  </a:cubicBezTo>
                  <a:cubicBezTo>
                    <a:pt x="13402" y="10031"/>
                    <a:pt x="14236" y="10866"/>
                    <a:pt x="14576" y="11205"/>
                  </a:cubicBezTo>
                  <a:cubicBezTo>
                    <a:pt x="15328" y="11943"/>
                    <a:pt x="15425" y="13093"/>
                    <a:pt x="14399" y="14119"/>
                  </a:cubicBezTo>
                  <a:cubicBezTo>
                    <a:pt x="13750" y="14770"/>
                    <a:pt x="12980" y="15023"/>
                    <a:pt x="12179" y="15023"/>
                  </a:cubicBezTo>
                  <a:cubicBezTo>
                    <a:pt x="10063" y="15023"/>
                    <a:pt x="7723" y="13248"/>
                    <a:pt x="6764" y="12299"/>
                  </a:cubicBezTo>
                  <a:cubicBezTo>
                    <a:pt x="5451" y="10974"/>
                    <a:pt x="2573" y="7025"/>
                    <a:pt x="4938" y="4660"/>
                  </a:cubicBezTo>
                  <a:cubicBezTo>
                    <a:pt x="5458" y="4140"/>
                    <a:pt x="6017" y="3907"/>
                    <a:pt x="6538" y="3907"/>
                  </a:cubicBezTo>
                  <a:close/>
                  <a:moveTo>
                    <a:pt x="9545" y="0"/>
                  </a:moveTo>
                  <a:cubicBezTo>
                    <a:pt x="4319" y="0"/>
                    <a:pt x="31" y="4288"/>
                    <a:pt x="31" y="9514"/>
                  </a:cubicBezTo>
                  <a:cubicBezTo>
                    <a:pt x="31" y="11064"/>
                    <a:pt x="448" y="12594"/>
                    <a:pt x="1172" y="13954"/>
                  </a:cubicBezTo>
                  <a:lnTo>
                    <a:pt x="49" y="18334"/>
                  </a:lnTo>
                  <a:cubicBezTo>
                    <a:pt x="1" y="18524"/>
                    <a:pt x="57" y="18725"/>
                    <a:pt x="195" y="18863"/>
                  </a:cubicBezTo>
                  <a:cubicBezTo>
                    <a:pt x="302" y="18971"/>
                    <a:pt x="445" y="19027"/>
                    <a:pt x="590" y="19027"/>
                  </a:cubicBezTo>
                  <a:cubicBezTo>
                    <a:pt x="635" y="19027"/>
                    <a:pt x="680" y="19021"/>
                    <a:pt x="724" y="19010"/>
                  </a:cubicBezTo>
                  <a:lnTo>
                    <a:pt x="5104" y="17887"/>
                  </a:lnTo>
                  <a:cubicBezTo>
                    <a:pt x="6465" y="18609"/>
                    <a:pt x="7995" y="19026"/>
                    <a:pt x="9545" y="19026"/>
                  </a:cubicBezTo>
                  <a:cubicBezTo>
                    <a:pt x="14770" y="19026"/>
                    <a:pt x="19058" y="14738"/>
                    <a:pt x="19058" y="9514"/>
                  </a:cubicBezTo>
                  <a:cubicBezTo>
                    <a:pt x="19058" y="4288"/>
                    <a:pt x="14770" y="0"/>
                    <a:pt x="954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5" name="Google Shape;11060;p73">
            <a:extLst>
              <a:ext uri="{FF2B5EF4-FFF2-40B4-BE49-F238E27FC236}">
                <a16:creationId xmlns:a16="http://schemas.microsoft.com/office/drawing/2014/main" id="{5819ADDA-A5FA-7D3E-49B8-26D34BB1B08F}"/>
              </a:ext>
            </a:extLst>
          </p:cNvPr>
          <p:cNvGrpSpPr/>
          <p:nvPr/>
        </p:nvGrpSpPr>
        <p:grpSpPr>
          <a:xfrm>
            <a:off x="16288471" y="6437492"/>
            <a:ext cx="724197" cy="823896"/>
            <a:chOff x="7660859" y="2571753"/>
            <a:chExt cx="366561" cy="417024"/>
          </a:xfrm>
          <a:solidFill>
            <a:srgbClr val="555559"/>
          </a:solidFill>
        </p:grpSpPr>
        <p:sp>
          <p:nvSpPr>
            <p:cNvPr id="2596" name="Google Shape;11061;p73">
              <a:extLst>
                <a:ext uri="{FF2B5EF4-FFF2-40B4-BE49-F238E27FC236}">
                  <a16:creationId xmlns:a16="http://schemas.microsoft.com/office/drawing/2014/main" id="{026C533D-A31C-1150-D86E-4733DB0EDF0A}"/>
                </a:ext>
              </a:extLst>
            </p:cNvPr>
            <p:cNvSpPr/>
            <p:nvPr/>
          </p:nvSpPr>
          <p:spPr>
            <a:xfrm>
              <a:off x="7770506" y="2633631"/>
              <a:ext cx="147259" cy="146633"/>
            </a:xfrm>
            <a:custGeom>
              <a:avLst/>
              <a:gdLst/>
              <a:ahLst/>
              <a:cxnLst/>
              <a:rect l="l" t="t" r="r" b="b"/>
              <a:pathLst>
                <a:path w="7056" h="7026" extrusionOk="0">
                  <a:moveTo>
                    <a:pt x="4114" y="2928"/>
                  </a:moveTo>
                  <a:lnTo>
                    <a:pt x="4114" y="4099"/>
                  </a:lnTo>
                  <a:lnTo>
                    <a:pt x="2943" y="4099"/>
                  </a:lnTo>
                  <a:lnTo>
                    <a:pt x="2943" y="2928"/>
                  </a:lnTo>
                  <a:close/>
                  <a:moveTo>
                    <a:pt x="2354" y="1"/>
                  </a:moveTo>
                  <a:cubicBezTo>
                    <a:pt x="2032" y="1"/>
                    <a:pt x="1771" y="263"/>
                    <a:pt x="1771" y="586"/>
                  </a:cubicBezTo>
                  <a:lnTo>
                    <a:pt x="1771" y="1757"/>
                  </a:lnTo>
                  <a:lnTo>
                    <a:pt x="618" y="1757"/>
                  </a:lnTo>
                  <a:cubicBezTo>
                    <a:pt x="301" y="1757"/>
                    <a:pt x="31" y="1999"/>
                    <a:pt x="17" y="2314"/>
                  </a:cubicBezTo>
                  <a:cubicBezTo>
                    <a:pt x="1" y="2650"/>
                    <a:pt x="268" y="2928"/>
                    <a:pt x="600" y="2928"/>
                  </a:cubicBezTo>
                  <a:lnTo>
                    <a:pt x="1771" y="2928"/>
                  </a:lnTo>
                  <a:lnTo>
                    <a:pt x="1771" y="4099"/>
                  </a:lnTo>
                  <a:lnTo>
                    <a:pt x="618" y="4099"/>
                  </a:lnTo>
                  <a:cubicBezTo>
                    <a:pt x="301" y="4099"/>
                    <a:pt x="31" y="4341"/>
                    <a:pt x="17" y="4656"/>
                  </a:cubicBezTo>
                  <a:cubicBezTo>
                    <a:pt x="1" y="4992"/>
                    <a:pt x="268" y="5270"/>
                    <a:pt x="600" y="5270"/>
                  </a:cubicBezTo>
                  <a:lnTo>
                    <a:pt x="1771" y="5270"/>
                  </a:lnTo>
                  <a:lnTo>
                    <a:pt x="1771" y="6423"/>
                  </a:lnTo>
                  <a:cubicBezTo>
                    <a:pt x="1771" y="6738"/>
                    <a:pt x="2014" y="7011"/>
                    <a:pt x="2329" y="7025"/>
                  </a:cubicBezTo>
                  <a:cubicBezTo>
                    <a:pt x="2338" y="7025"/>
                    <a:pt x="2348" y="7025"/>
                    <a:pt x="2357" y="7025"/>
                  </a:cubicBezTo>
                  <a:cubicBezTo>
                    <a:pt x="2680" y="7025"/>
                    <a:pt x="2943" y="6764"/>
                    <a:pt x="2943" y="6441"/>
                  </a:cubicBezTo>
                  <a:lnTo>
                    <a:pt x="2943" y="5270"/>
                  </a:lnTo>
                  <a:lnTo>
                    <a:pt x="4114" y="5270"/>
                  </a:lnTo>
                  <a:lnTo>
                    <a:pt x="4114" y="6423"/>
                  </a:lnTo>
                  <a:cubicBezTo>
                    <a:pt x="4114" y="6738"/>
                    <a:pt x="4356" y="7011"/>
                    <a:pt x="4671" y="7025"/>
                  </a:cubicBezTo>
                  <a:cubicBezTo>
                    <a:pt x="4680" y="7025"/>
                    <a:pt x="4690" y="7025"/>
                    <a:pt x="4699" y="7025"/>
                  </a:cubicBezTo>
                  <a:cubicBezTo>
                    <a:pt x="5023" y="7025"/>
                    <a:pt x="5285" y="6764"/>
                    <a:pt x="5285" y="6441"/>
                  </a:cubicBezTo>
                  <a:lnTo>
                    <a:pt x="5285" y="5270"/>
                  </a:lnTo>
                  <a:lnTo>
                    <a:pt x="6456" y="5270"/>
                  </a:lnTo>
                  <a:cubicBezTo>
                    <a:pt x="6788" y="5270"/>
                    <a:pt x="7056" y="4992"/>
                    <a:pt x="7040" y="4656"/>
                  </a:cubicBezTo>
                  <a:cubicBezTo>
                    <a:pt x="7025" y="4341"/>
                    <a:pt x="6753" y="4099"/>
                    <a:pt x="6438" y="4099"/>
                  </a:cubicBezTo>
                  <a:lnTo>
                    <a:pt x="5285" y="4099"/>
                  </a:lnTo>
                  <a:lnTo>
                    <a:pt x="5285" y="2928"/>
                  </a:lnTo>
                  <a:lnTo>
                    <a:pt x="6438" y="2928"/>
                  </a:lnTo>
                  <a:cubicBezTo>
                    <a:pt x="6753" y="2928"/>
                    <a:pt x="7025" y="2685"/>
                    <a:pt x="7040" y="2370"/>
                  </a:cubicBezTo>
                  <a:cubicBezTo>
                    <a:pt x="7056" y="2034"/>
                    <a:pt x="6788" y="1757"/>
                    <a:pt x="6456" y="1757"/>
                  </a:cubicBezTo>
                  <a:lnTo>
                    <a:pt x="5285" y="1757"/>
                  </a:lnTo>
                  <a:lnTo>
                    <a:pt x="5285" y="603"/>
                  </a:lnTo>
                  <a:cubicBezTo>
                    <a:pt x="5285" y="287"/>
                    <a:pt x="5042" y="16"/>
                    <a:pt x="4727" y="2"/>
                  </a:cubicBezTo>
                  <a:cubicBezTo>
                    <a:pt x="4717" y="1"/>
                    <a:pt x="4707" y="1"/>
                    <a:pt x="4696" y="1"/>
                  </a:cubicBezTo>
                  <a:cubicBezTo>
                    <a:pt x="4374" y="1"/>
                    <a:pt x="4114" y="263"/>
                    <a:pt x="4114" y="586"/>
                  </a:cubicBezTo>
                  <a:lnTo>
                    <a:pt x="4114" y="1757"/>
                  </a:lnTo>
                  <a:lnTo>
                    <a:pt x="2943" y="1757"/>
                  </a:lnTo>
                  <a:lnTo>
                    <a:pt x="2943" y="603"/>
                  </a:lnTo>
                  <a:cubicBezTo>
                    <a:pt x="2943" y="287"/>
                    <a:pt x="2700" y="16"/>
                    <a:pt x="2385" y="2"/>
                  </a:cubicBezTo>
                  <a:cubicBezTo>
                    <a:pt x="2375" y="1"/>
                    <a:pt x="2364" y="1"/>
                    <a:pt x="235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7" name="Google Shape;11062;p73">
              <a:extLst>
                <a:ext uri="{FF2B5EF4-FFF2-40B4-BE49-F238E27FC236}">
                  <a16:creationId xmlns:a16="http://schemas.microsoft.com/office/drawing/2014/main" id="{09757BDB-0596-3301-8E77-79BB45B8DB88}"/>
                </a:ext>
              </a:extLst>
            </p:cNvPr>
            <p:cNvSpPr/>
            <p:nvPr/>
          </p:nvSpPr>
          <p:spPr>
            <a:xfrm>
              <a:off x="7730834" y="2792447"/>
              <a:ext cx="226648" cy="76781"/>
            </a:xfrm>
            <a:custGeom>
              <a:avLst/>
              <a:gdLst/>
              <a:ahLst/>
              <a:cxnLst/>
              <a:rect l="l" t="t" r="r" b="b"/>
              <a:pathLst>
                <a:path w="10860" h="3679" extrusionOk="0">
                  <a:moveTo>
                    <a:pt x="747" y="0"/>
                  </a:moveTo>
                  <a:cubicBezTo>
                    <a:pt x="280" y="0"/>
                    <a:pt x="0" y="520"/>
                    <a:pt x="258" y="910"/>
                  </a:cubicBezTo>
                  <a:cubicBezTo>
                    <a:pt x="1470" y="2730"/>
                    <a:pt x="3430" y="3678"/>
                    <a:pt x="5429" y="3678"/>
                  </a:cubicBezTo>
                  <a:cubicBezTo>
                    <a:pt x="7423" y="3678"/>
                    <a:pt x="9385" y="2733"/>
                    <a:pt x="10600" y="911"/>
                  </a:cubicBezTo>
                  <a:cubicBezTo>
                    <a:pt x="10860" y="523"/>
                    <a:pt x="10578" y="2"/>
                    <a:pt x="10116" y="2"/>
                  </a:cubicBezTo>
                  <a:cubicBezTo>
                    <a:pt x="10115" y="2"/>
                    <a:pt x="10114" y="2"/>
                    <a:pt x="10113" y="2"/>
                  </a:cubicBezTo>
                  <a:cubicBezTo>
                    <a:pt x="9924" y="2"/>
                    <a:pt x="9738" y="92"/>
                    <a:pt x="9625" y="262"/>
                  </a:cubicBezTo>
                  <a:cubicBezTo>
                    <a:pt x="8688" y="1668"/>
                    <a:pt x="7119" y="2507"/>
                    <a:pt x="5429" y="2507"/>
                  </a:cubicBezTo>
                  <a:cubicBezTo>
                    <a:pt x="3740" y="2507"/>
                    <a:pt x="2172" y="1668"/>
                    <a:pt x="1235" y="264"/>
                  </a:cubicBezTo>
                  <a:cubicBezTo>
                    <a:pt x="1125" y="101"/>
                    <a:pt x="943" y="0"/>
                    <a:pt x="7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8" name="Google Shape;11063;p73">
              <a:extLst>
                <a:ext uri="{FF2B5EF4-FFF2-40B4-BE49-F238E27FC236}">
                  <a16:creationId xmlns:a16="http://schemas.microsoft.com/office/drawing/2014/main" id="{9DC7B732-213B-9176-DAF9-C2A35E8FB9E7}"/>
                </a:ext>
              </a:extLst>
            </p:cNvPr>
            <p:cNvSpPr/>
            <p:nvPr/>
          </p:nvSpPr>
          <p:spPr>
            <a:xfrm>
              <a:off x="7660859" y="2571753"/>
              <a:ext cx="366561" cy="417024"/>
            </a:xfrm>
            <a:custGeom>
              <a:avLst/>
              <a:gdLst/>
              <a:ahLst/>
              <a:cxnLst/>
              <a:rect l="l" t="t" r="r" b="b"/>
              <a:pathLst>
                <a:path w="17564" h="19982" extrusionOk="0">
                  <a:moveTo>
                    <a:pt x="14636" y="1169"/>
                  </a:moveTo>
                  <a:cubicBezTo>
                    <a:pt x="15587" y="1169"/>
                    <a:pt x="16392" y="1992"/>
                    <a:pt x="16392" y="2965"/>
                  </a:cubicBezTo>
                  <a:lnTo>
                    <a:pt x="16392" y="14674"/>
                  </a:lnTo>
                  <a:cubicBezTo>
                    <a:pt x="16392" y="15643"/>
                    <a:pt x="15607" y="16431"/>
                    <a:pt x="14636" y="16431"/>
                  </a:cubicBezTo>
                  <a:lnTo>
                    <a:pt x="11124" y="16431"/>
                  </a:lnTo>
                  <a:cubicBezTo>
                    <a:pt x="10967" y="16431"/>
                    <a:pt x="10816" y="16493"/>
                    <a:pt x="10707" y="16604"/>
                  </a:cubicBezTo>
                  <a:lnTo>
                    <a:pt x="8782" y="18561"/>
                  </a:lnTo>
                  <a:lnTo>
                    <a:pt x="6857" y="16604"/>
                  </a:lnTo>
                  <a:cubicBezTo>
                    <a:pt x="6748" y="16493"/>
                    <a:pt x="6597" y="16431"/>
                    <a:pt x="6440" y="16431"/>
                  </a:cubicBezTo>
                  <a:lnTo>
                    <a:pt x="2928" y="16431"/>
                  </a:lnTo>
                  <a:cubicBezTo>
                    <a:pt x="1959" y="16431"/>
                    <a:pt x="1172" y="15643"/>
                    <a:pt x="1172" y="14674"/>
                  </a:cubicBezTo>
                  <a:lnTo>
                    <a:pt x="1172" y="2965"/>
                  </a:lnTo>
                  <a:cubicBezTo>
                    <a:pt x="1172" y="1992"/>
                    <a:pt x="1977" y="1169"/>
                    <a:pt x="2928" y="1169"/>
                  </a:cubicBezTo>
                  <a:close/>
                  <a:moveTo>
                    <a:pt x="2928" y="0"/>
                  </a:moveTo>
                  <a:cubicBezTo>
                    <a:pt x="1310" y="0"/>
                    <a:pt x="1" y="1346"/>
                    <a:pt x="1" y="2965"/>
                  </a:cubicBezTo>
                  <a:lnTo>
                    <a:pt x="1" y="14674"/>
                  </a:lnTo>
                  <a:cubicBezTo>
                    <a:pt x="1" y="16291"/>
                    <a:pt x="1312" y="17600"/>
                    <a:pt x="2928" y="17600"/>
                  </a:cubicBezTo>
                  <a:lnTo>
                    <a:pt x="6196" y="17600"/>
                  </a:lnTo>
                  <a:lnTo>
                    <a:pt x="8365" y="19806"/>
                  </a:lnTo>
                  <a:cubicBezTo>
                    <a:pt x="8474" y="19919"/>
                    <a:pt x="8625" y="19981"/>
                    <a:pt x="8782" y="19981"/>
                  </a:cubicBezTo>
                  <a:cubicBezTo>
                    <a:pt x="8940" y="19981"/>
                    <a:pt x="9090" y="19919"/>
                    <a:pt x="9200" y="19806"/>
                  </a:cubicBezTo>
                  <a:lnTo>
                    <a:pt x="11370" y="17600"/>
                  </a:lnTo>
                  <a:lnTo>
                    <a:pt x="14636" y="17600"/>
                  </a:lnTo>
                  <a:cubicBezTo>
                    <a:pt x="16251" y="17600"/>
                    <a:pt x="17563" y="16287"/>
                    <a:pt x="17563" y="14674"/>
                  </a:cubicBezTo>
                  <a:lnTo>
                    <a:pt x="17563" y="2965"/>
                  </a:lnTo>
                  <a:cubicBezTo>
                    <a:pt x="17563" y="1348"/>
                    <a:pt x="16254" y="0"/>
                    <a:pt x="1463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9" name="Google Shape;11064;p73">
            <a:extLst>
              <a:ext uri="{FF2B5EF4-FFF2-40B4-BE49-F238E27FC236}">
                <a16:creationId xmlns:a16="http://schemas.microsoft.com/office/drawing/2014/main" id="{2DD58416-F182-BFDC-129D-F766D41B014E}"/>
              </a:ext>
            </a:extLst>
          </p:cNvPr>
          <p:cNvGrpSpPr/>
          <p:nvPr/>
        </p:nvGrpSpPr>
        <p:grpSpPr>
          <a:xfrm>
            <a:off x="12077491" y="6437492"/>
            <a:ext cx="823896" cy="823896"/>
            <a:chOff x="5566722" y="2571753"/>
            <a:chExt cx="417024" cy="417024"/>
          </a:xfrm>
          <a:solidFill>
            <a:srgbClr val="555559"/>
          </a:solidFill>
        </p:grpSpPr>
        <p:sp>
          <p:nvSpPr>
            <p:cNvPr id="2600" name="Google Shape;11065;p73">
              <a:extLst>
                <a:ext uri="{FF2B5EF4-FFF2-40B4-BE49-F238E27FC236}">
                  <a16:creationId xmlns:a16="http://schemas.microsoft.com/office/drawing/2014/main" id="{38F79A1B-068E-8F1D-ADF8-020B87BB3763}"/>
                </a:ext>
              </a:extLst>
            </p:cNvPr>
            <p:cNvSpPr/>
            <p:nvPr/>
          </p:nvSpPr>
          <p:spPr>
            <a:xfrm>
              <a:off x="5566722" y="2571753"/>
              <a:ext cx="417024" cy="417024"/>
            </a:xfrm>
            <a:custGeom>
              <a:avLst/>
              <a:gdLst/>
              <a:ahLst/>
              <a:cxnLst/>
              <a:rect l="l" t="t" r="r" b="b"/>
              <a:pathLst>
                <a:path w="19982" h="19982" extrusionOk="0">
                  <a:moveTo>
                    <a:pt x="9990" y="1171"/>
                  </a:moveTo>
                  <a:cubicBezTo>
                    <a:pt x="14855" y="1171"/>
                    <a:pt x="18810" y="5127"/>
                    <a:pt x="18810" y="9991"/>
                  </a:cubicBezTo>
                  <a:cubicBezTo>
                    <a:pt x="18810" y="14854"/>
                    <a:pt x="14855" y="18810"/>
                    <a:pt x="9990" y="18810"/>
                  </a:cubicBezTo>
                  <a:cubicBezTo>
                    <a:pt x="5127" y="18810"/>
                    <a:pt x="1170" y="14854"/>
                    <a:pt x="1170" y="9991"/>
                  </a:cubicBezTo>
                  <a:cubicBezTo>
                    <a:pt x="1170" y="5127"/>
                    <a:pt x="5127" y="1171"/>
                    <a:pt x="9990" y="1171"/>
                  </a:cubicBezTo>
                  <a:close/>
                  <a:moveTo>
                    <a:pt x="9990" y="0"/>
                  </a:moveTo>
                  <a:cubicBezTo>
                    <a:pt x="4488" y="0"/>
                    <a:pt x="0" y="4490"/>
                    <a:pt x="0" y="9990"/>
                  </a:cubicBezTo>
                  <a:cubicBezTo>
                    <a:pt x="0" y="15493"/>
                    <a:pt x="4490" y="19981"/>
                    <a:pt x="9990" y="19981"/>
                  </a:cubicBezTo>
                  <a:cubicBezTo>
                    <a:pt x="15492" y="19981"/>
                    <a:pt x="19981" y="15491"/>
                    <a:pt x="19981" y="9990"/>
                  </a:cubicBezTo>
                  <a:cubicBezTo>
                    <a:pt x="19981" y="4488"/>
                    <a:pt x="15492" y="0"/>
                    <a:pt x="99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1" name="Google Shape;11066;p73">
              <a:extLst>
                <a:ext uri="{FF2B5EF4-FFF2-40B4-BE49-F238E27FC236}">
                  <a16:creationId xmlns:a16="http://schemas.microsoft.com/office/drawing/2014/main" id="{45BE46B0-990A-CD20-0AD9-1B4DDD470BCB}"/>
                </a:ext>
              </a:extLst>
            </p:cNvPr>
            <p:cNvSpPr/>
            <p:nvPr/>
          </p:nvSpPr>
          <p:spPr>
            <a:xfrm>
              <a:off x="5653037" y="2658069"/>
              <a:ext cx="207719" cy="243052"/>
            </a:xfrm>
            <a:custGeom>
              <a:avLst/>
              <a:gdLst/>
              <a:ahLst/>
              <a:cxnLst/>
              <a:rect l="l" t="t" r="r" b="b"/>
              <a:pathLst>
                <a:path w="9953" h="11646" extrusionOk="0">
                  <a:moveTo>
                    <a:pt x="8782" y="1300"/>
                  </a:moveTo>
                  <a:lnTo>
                    <a:pt x="8782" y="2448"/>
                  </a:lnTo>
                  <a:lnTo>
                    <a:pt x="4099" y="3384"/>
                  </a:lnTo>
                  <a:lnTo>
                    <a:pt x="4099" y="2236"/>
                  </a:lnTo>
                  <a:lnTo>
                    <a:pt x="8782" y="1300"/>
                  </a:lnTo>
                  <a:close/>
                  <a:moveTo>
                    <a:pt x="8782" y="7304"/>
                  </a:moveTo>
                  <a:lnTo>
                    <a:pt x="8782" y="8447"/>
                  </a:lnTo>
                  <a:cubicBezTo>
                    <a:pt x="8782" y="8766"/>
                    <a:pt x="8591" y="9047"/>
                    <a:pt x="8295" y="9165"/>
                  </a:cubicBezTo>
                  <a:cubicBezTo>
                    <a:pt x="8163" y="9218"/>
                    <a:pt x="7987" y="9306"/>
                    <a:pt x="7782" y="9306"/>
                  </a:cubicBezTo>
                  <a:cubicBezTo>
                    <a:pt x="7653" y="9306"/>
                    <a:pt x="7513" y="9271"/>
                    <a:pt x="7365" y="9171"/>
                  </a:cubicBezTo>
                  <a:cubicBezTo>
                    <a:pt x="6850" y="8824"/>
                    <a:pt x="6937" y="8042"/>
                    <a:pt x="7512" y="7812"/>
                  </a:cubicBezTo>
                  <a:lnTo>
                    <a:pt x="8782" y="7304"/>
                  </a:lnTo>
                  <a:close/>
                  <a:moveTo>
                    <a:pt x="2928" y="8475"/>
                  </a:moveTo>
                  <a:lnTo>
                    <a:pt x="2928" y="9618"/>
                  </a:lnTo>
                  <a:cubicBezTo>
                    <a:pt x="2928" y="9937"/>
                    <a:pt x="2737" y="10218"/>
                    <a:pt x="2442" y="10336"/>
                  </a:cubicBezTo>
                  <a:cubicBezTo>
                    <a:pt x="2308" y="10389"/>
                    <a:pt x="2132" y="10476"/>
                    <a:pt x="1928" y="10476"/>
                  </a:cubicBezTo>
                  <a:cubicBezTo>
                    <a:pt x="1799" y="10476"/>
                    <a:pt x="1659" y="10442"/>
                    <a:pt x="1511" y="10342"/>
                  </a:cubicBezTo>
                  <a:cubicBezTo>
                    <a:pt x="996" y="9993"/>
                    <a:pt x="1083" y="9213"/>
                    <a:pt x="1658" y="8983"/>
                  </a:cubicBezTo>
                  <a:lnTo>
                    <a:pt x="2928" y="8475"/>
                  </a:lnTo>
                  <a:close/>
                  <a:moveTo>
                    <a:pt x="9369" y="1"/>
                  </a:moveTo>
                  <a:cubicBezTo>
                    <a:pt x="9330" y="1"/>
                    <a:pt x="9291" y="4"/>
                    <a:pt x="9252" y="12"/>
                  </a:cubicBezTo>
                  <a:lnTo>
                    <a:pt x="3399" y="1182"/>
                  </a:lnTo>
                  <a:cubicBezTo>
                    <a:pt x="3124" y="1237"/>
                    <a:pt x="2928" y="1477"/>
                    <a:pt x="2928" y="1757"/>
                  </a:cubicBezTo>
                  <a:lnTo>
                    <a:pt x="2928" y="7214"/>
                  </a:lnTo>
                  <a:lnTo>
                    <a:pt x="1223" y="7897"/>
                  </a:lnTo>
                  <a:cubicBezTo>
                    <a:pt x="480" y="8192"/>
                    <a:pt x="0" y="8902"/>
                    <a:pt x="0" y="9701"/>
                  </a:cubicBezTo>
                  <a:cubicBezTo>
                    <a:pt x="0" y="10782"/>
                    <a:pt x="880" y="11645"/>
                    <a:pt x="1944" y="11645"/>
                  </a:cubicBezTo>
                  <a:cubicBezTo>
                    <a:pt x="2362" y="11645"/>
                    <a:pt x="2624" y="11523"/>
                    <a:pt x="2877" y="11423"/>
                  </a:cubicBezTo>
                  <a:cubicBezTo>
                    <a:pt x="3618" y="11125"/>
                    <a:pt x="4099" y="10418"/>
                    <a:pt x="4099" y="9618"/>
                  </a:cubicBezTo>
                  <a:lnTo>
                    <a:pt x="4099" y="4578"/>
                  </a:lnTo>
                  <a:lnTo>
                    <a:pt x="8782" y="3641"/>
                  </a:lnTo>
                  <a:lnTo>
                    <a:pt x="8782" y="6043"/>
                  </a:lnTo>
                  <a:lnTo>
                    <a:pt x="7076" y="6726"/>
                  </a:lnTo>
                  <a:cubicBezTo>
                    <a:pt x="6335" y="7023"/>
                    <a:pt x="5854" y="7731"/>
                    <a:pt x="5854" y="8530"/>
                  </a:cubicBezTo>
                  <a:cubicBezTo>
                    <a:pt x="5854" y="9611"/>
                    <a:pt x="6733" y="10476"/>
                    <a:pt x="7798" y="10476"/>
                  </a:cubicBezTo>
                  <a:cubicBezTo>
                    <a:pt x="8216" y="10476"/>
                    <a:pt x="8477" y="10354"/>
                    <a:pt x="8730" y="10251"/>
                  </a:cubicBezTo>
                  <a:cubicBezTo>
                    <a:pt x="9473" y="9956"/>
                    <a:pt x="9953" y="9247"/>
                    <a:pt x="9953" y="8447"/>
                  </a:cubicBezTo>
                  <a:lnTo>
                    <a:pt x="9953" y="586"/>
                  </a:lnTo>
                  <a:cubicBezTo>
                    <a:pt x="9953" y="410"/>
                    <a:pt x="9873" y="244"/>
                    <a:pt x="9739" y="133"/>
                  </a:cubicBezTo>
                  <a:cubicBezTo>
                    <a:pt x="9633" y="47"/>
                    <a:pt x="9503" y="1"/>
                    <a:pt x="936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02" name="Google Shape;11067;p73">
            <a:extLst>
              <a:ext uri="{FF2B5EF4-FFF2-40B4-BE49-F238E27FC236}">
                <a16:creationId xmlns:a16="http://schemas.microsoft.com/office/drawing/2014/main" id="{E8EC9A5A-31C0-13ED-F310-9265EAB2C5F4}"/>
              </a:ext>
            </a:extLst>
          </p:cNvPr>
          <p:cNvGrpSpPr/>
          <p:nvPr/>
        </p:nvGrpSpPr>
        <p:grpSpPr>
          <a:xfrm>
            <a:off x="13130241" y="6644292"/>
            <a:ext cx="823873" cy="410299"/>
            <a:chOff x="6090251" y="2676413"/>
            <a:chExt cx="417014" cy="207677"/>
          </a:xfrm>
          <a:solidFill>
            <a:srgbClr val="555559"/>
          </a:solidFill>
        </p:grpSpPr>
        <p:sp>
          <p:nvSpPr>
            <p:cNvPr id="2603" name="Google Shape;11068;p73">
              <a:extLst>
                <a:ext uri="{FF2B5EF4-FFF2-40B4-BE49-F238E27FC236}">
                  <a16:creationId xmlns:a16="http://schemas.microsoft.com/office/drawing/2014/main" id="{42638FF0-9561-4F7E-248E-D815D793DC49}"/>
                </a:ext>
              </a:extLst>
            </p:cNvPr>
            <p:cNvSpPr/>
            <p:nvPr/>
          </p:nvSpPr>
          <p:spPr>
            <a:xfrm>
              <a:off x="6237672" y="2725248"/>
              <a:ext cx="61086" cy="158842"/>
            </a:xfrm>
            <a:custGeom>
              <a:avLst/>
              <a:gdLst/>
              <a:ahLst/>
              <a:cxnLst/>
              <a:rect l="l" t="t" r="r" b="b"/>
              <a:pathLst>
                <a:path w="2927" h="7611" extrusionOk="0">
                  <a:moveTo>
                    <a:pt x="1463" y="1172"/>
                  </a:moveTo>
                  <a:cubicBezTo>
                    <a:pt x="1624" y="1172"/>
                    <a:pt x="1757" y="1303"/>
                    <a:pt x="1757" y="1465"/>
                  </a:cubicBezTo>
                  <a:lnTo>
                    <a:pt x="1757" y="6148"/>
                  </a:lnTo>
                  <a:cubicBezTo>
                    <a:pt x="1757" y="6309"/>
                    <a:pt x="1624" y="6440"/>
                    <a:pt x="1463" y="6440"/>
                  </a:cubicBezTo>
                  <a:cubicBezTo>
                    <a:pt x="1302" y="6440"/>
                    <a:pt x="1171" y="6309"/>
                    <a:pt x="1171" y="6148"/>
                  </a:cubicBezTo>
                  <a:lnTo>
                    <a:pt x="1171" y="1465"/>
                  </a:lnTo>
                  <a:cubicBezTo>
                    <a:pt x="1171" y="1303"/>
                    <a:pt x="1302" y="1172"/>
                    <a:pt x="1463" y="1172"/>
                  </a:cubicBezTo>
                  <a:close/>
                  <a:moveTo>
                    <a:pt x="1463" y="1"/>
                  </a:moveTo>
                  <a:cubicBezTo>
                    <a:pt x="657" y="1"/>
                    <a:pt x="0" y="657"/>
                    <a:pt x="0" y="1465"/>
                  </a:cubicBezTo>
                  <a:lnTo>
                    <a:pt x="0" y="6148"/>
                  </a:lnTo>
                  <a:cubicBezTo>
                    <a:pt x="0" y="6955"/>
                    <a:pt x="657" y="7611"/>
                    <a:pt x="1463" y="7611"/>
                  </a:cubicBezTo>
                  <a:cubicBezTo>
                    <a:pt x="2270" y="7611"/>
                    <a:pt x="2926" y="6955"/>
                    <a:pt x="2926" y="6148"/>
                  </a:cubicBezTo>
                  <a:lnTo>
                    <a:pt x="2926" y="1465"/>
                  </a:lnTo>
                  <a:cubicBezTo>
                    <a:pt x="2926" y="657"/>
                    <a:pt x="2270" y="1"/>
                    <a:pt x="146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4" name="Google Shape;11069;p73">
              <a:extLst>
                <a:ext uri="{FF2B5EF4-FFF2-40B4-BE49-F238E27FC236}">
                  <a16:creationId xmlns:a16="http://schemas.microsoft.com/office/drawing/2014/main" id="{1A1806D7-5BD5-08B7-484E-84C4CA63D45B}"/>
                </a:ext>
              </a:extLst>
            </p:cNvPr>
            <p:cNvSpPr/>
            <p:nvPr/>
          </p:nvSpPr>
          <p:spPr>
            <a:xfrm>
              <a:off x="6446178" y="2761915"/>
              <a:ext cx="61086" cy="61086"/>
            </a:xfrm>
            <a:custGeom>
              <a:avLst/>
              <a:gdLst/>
              <a:ahLst/>
              <a:cxnLst/>
              <a:rect l="l" t="t" r="r" b="b"/>
              <a:pathLst>
                <a:path w="2927" h="2927" extrusionOk="0">
                  <a:moveTo>
                    <a:pt x="1464" y="1171"/>
                  </a:moveTo>
                  <a:cubicBezTo>
                    <a:pt x="1625" y="1171"/>
                    <a:pt x="1756" y="1302"/>
                    <a:pt x="1756" y="1463"/>
                  </a:cubicBezTo>
                  <a:cubicBezTo>
                    <a:pt x="1756" y="1626"/>
                    <a:pt x="1625" y="1757"/>
                    <a:pt x="1464" y="1757"/>
                  </a:cubicBezTo>
                  <a:cubicBezTo>
                    <a:pt x="1303" y="1757"/>
                    <a:pt x="1170" y="1626"/>
                    <a:pt x="1170" y="1463"/>
                  </a:cubicBezTo>
                  <a:cubicBezTo>
                    <a:pt x="1170" y="1302"/>
                    <a:pt x="1303" y="1171"/>
                    <a:pt x="1464" y="1171"/>
                  </a:cubicBezTo>
                  <a:close/>
                  <a:moveTo>
                    <a:pt x="1464" y="0"/>
                  </a:moveTo>
                  <a:cubicBezTo>
                    <a:pt x="657" y="0"/>
                    <a:pt x="1" y="657"/>
                    <a:pt x="1" y="1463"/>
                  </a:cubicBezTo>
                  <a:cubicBezTo>
                    <a:pt x="1" y="2270"/>
                    <a:pt x="657" y="2926"/>
                    <a:pt x="1464" y="2926"/>
                  </a:cubicBezTo>
                  <a:cubicBezTo>
                    <a:pt x="2270" y="2926"/>
                    <a:pt x="2927" y="2270"/>
                    <a:pt x="2927" y="1463"/>
                  </a:cubicBezTo>
                  <a:cubicBezTo>
                    <a:pt x="2927" y="657"/>
                    <a:pt x="2270" y="0"/>
                    <a:pt x="146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5" name="Google Shape;11070;p73">
              <a:extLst>
                <a:ext uri="{FF2B5EF4-FFF2-40B4-BE49-F238E27FC236}">
                  <a16:creationId xmlns:a16="http://schemas.microsoft.com/office/drawing/2014/main" id="{7AF72385-EE8A-3C33-5774-B937C27CF10C}"/>
                </a:ext>
              </a:extLst>
            </p:cNvPr>
            <p:cNvSpPr/>
            <p:nvPr/>
          </p:nvSpPr>
          <p:spPr>
            <a:xfrm>
              <a:off x="6311758" y="2676413"/>
              <a:ext cx="135446" cy="207677"/>
            </a:xfrm>
            <a:custGeom>
              <a:avLst/>
              <a:gdLst/>
              <a:ahLst/>
              <a:cxnLst/>
              <a:rect l="l" t="t" r="r" b="b"/>
              <a:pathLst>
                <a:path w="6490" h="9951" extrusionOk="0">
                  <a:moveTo>
                    <a:pt x="1466" y="1171"/>
                  </a:moveTo>
                  <a:cubicBezTo>
                    <a:pt x="1627" y="1171"/>
                    <a:pt x="1757" y="1302"/>
                    <a:pt x="1757" y="1463"/>
                  </a:cubicBezTo>
                  <a:lnTo>
                    <a:pt x="1757" y="6026"/>
                  </a:lnTo>
                  <a:lnTo>
                    <a:pt x="4186" y="3598"/>
                  </a:lnTo>
                  <a:cubicBezTo>
                    <a:pt x="4243" y="3541"/>
                    <a:pt x="4318" y="3512"/>
                    <a:pt x="4392" y="3512"/>
                  </a:cubicBezTo>
                  <a:cubicBezTo>
                    <a:pt x="4467" y="3512"/>
                    <a:pt x="4542" y="3541"/>
                    <a:pt x="4598" y="3598"/>
                  </a:cubicBezTo>
                  <a:cubicBezTo>
                    <a:pt x="4713" y="3712"/>
                    <a:pt x="4713" y="3897"/>
                    <a:pt x="4598" y="4012"/>
                  </a:cubicBezTo>
                  <a:lnTo>
                    <a:pt x="3247" y="5364"/>
                  </a:lnTo>
                  <a:lnTo>
                    <a:pt x="5221" y="8325"/>
                  </a:lnTo>
                  <a:cubicBezTo>
                    <a:pt x="5280" y="8414"/>
                    <a:pt x="5274" y="8500"/>
                    <a:pt x="5265" y="8546"/>
                  </a:cubicBezTo>
                  <a:cubicBezTo>
                    <a:pt x="5257" y="8591"/>
                    <a:pt x="5228" y="8674"/>
                    <a:pt x="5140" y="8732"/>
                  </a:cubicBezTo>
                  <a:cubicBezTo>
                    <a:pt x="5090" y="8764"/>
                    <a:pt x="5037" y="8780"/>
                    <a:pt x="4979" y="8780"/>
                  </a:cubicBezTo>
                  <a:cubicBezTo>
                    <a:pt x="4880" y="8780"/>
                    <a:pt x="4788" y="8732"/>
                    <a:pt x="4735" y="8651"/>
                  </a:cubicBezTo>
                  <a:lnTo>
                    <a:pt x="2824" y="5787"/>
                  </a:lnTo>
                  <a:lnTo>
                    <a:pt x="1757" y="6853"/>
                  </a:lnTo>
                  <a:lnTo>
                    <a:pt x="1757" y="8488"/>
                  </a:lnTo>
                  <a:cubicBezTo>
                    <a:pt x="1757" y="8649"/>
                    <a:pt x="1627" y="8782"/>
                    <a:pt x="1466" y="8782"/>
                  </a:cubicBezTo>
                  <a:cubicBezTo>
                    <a:pt x="1305" y="8782"/>
                    <a:pt x="1172" y="8649"/>
                    <a:pt x="1172" y="8488"/>
                  </a:cubicBezTo>
                  <a:lnTo>
                    <a:pt x="1172" y="1463"/>
                  </a:lnTo>
                  <a:cubicBezTo>
                    <a:pt x="1172" y="1302"/>
                    <a:pt x="1305" y="1171"/>
                    <a:pt x="1466" y="1171"/>
                  </a:cubicBezTo>
                  <a:close/>
                  <a:moveTo>
                    <a:pt x="1466" y="0"/>
                  </a:moveTo>
                  <a:cubicBezTo>
                    <a:pt x="659" y="0"/>
                    <a:pt x="1" y="657"/>
                    <a:pt x="1" y="1463"/>
                  </a:cubicBezTo>
                  <a:lnTo>
                    <a:pt x="1" y="8488"/>
                  </a:lnTo>
                  <a:cubicBezTo>
                    <a:pt x="1" y="9295"/>
                    <a:pt x="659" y="9951"/>
                    <a:pt x="1466" y="9951"/>
                  </a:cubicBezTo>
                  <a:cubicBezTo>
                    <a:pt x="2272" y="9951"/>
                    <a:pt x="2929" y="9295"/>
                    <a:pt x="2929" y="8488"/>
                  </a:cubicBezTo>
                  <a:lnTo>
                    <a:pt x="2929" y="8053"/>
                  </a:lnTo>
                  <a:lnTo>
                    <a:pt x="3760" y="9300"/>
                  </a:lnTo>
                  <a:cubicBezTo>
                    <a:pt x="4032" y="9709"/>
                    <a:pt x="4487" y="9951"/>
                    <a:pt x="4979" y="9951"/>
                  </a:cubicBezTo>
                  <a:cubicBezTo>
                    <a:pt x="5269" y="9951"/>
                    <a:pt x="5548" y="9866"/>
                    <a:pt x="5789" y="9705"/>
                  </a:cubicBezTo>
                  <a:cubicBezTo>
                    <a:pt x="6114" y="9489"/>
                    <a:pt x="6336" y="9158"/>
                    <a:pt x="6413" y="8775"/>
                  </a:cubicBezTo>
                  <a:cubicBezTo>
                    <a:pt x="6490" y="8391"/>
                    <a:pt x="6412" y="8001"/>
                    <a:pt x="6196" y="7676"/>
                  </a:cubicBezTo>
                  <a:lnTo>
                    <a:pt x="4754" y="5512"/>
                  </a:lnTo>
                  <a:lnTo>
                    <a:pt x="5426" y="4840"/>
                  </a:lnTo>
                  <a:cubicBezTo>
                    <a:pt x="5998" y="4269"/>
                    <a:pt x="5998" y="3340"/>
                    <a:pt x="5426" y="2771"/>
                  </a:cubicBezTo>
                  <a:cubicBezTo>
                    <a:pt x="5142" y="2485"/>
                    <a:pt x="4767" y="2342"/>
                    <a:pt x="4392" y="2342"/>
                  </a:cubicBezTo>
                  <a:cubicBezTo>
                    <a:pt x="4017" y="2342"/>
                    <a:pt x="3642" y="2485"/>
                    <a:pt x="3357" y="2771"/>
                  </a:cubicBezTo>
                  <a:lnTo>
                    <a:pt x="2929" y="3199"/>
                  </a:lnTo>
                  <a:lnTo>
                    <a:pt x="2929" y="1463"/>
                  </a:lnTo>
                  <a:cubicBezTo>
                    <a:pt x="2929" y="657"/>
                    <a:pt x="2272" y="0"/>
                    <a:pt x="146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11071;p73">
              <a:extLst>
                <a:ext uri="{FF2B5EF4-FFF2-40B4-BE49-F238E27FC236}">
                  <a16:creationId xmlns:a16="http://schemas.microsoft.com/office/drawing/2014/main" id="{C9A4A423-72E9-DF6C-FDBC-5938BBBBADC7}"/>
                </a:ext>
              </a:extLst>
            </p:cNvPr>
            <p:cNvSpPr/>
            <p:nvPr/>
          </p:nvSpPr>
          <p:spPr>
            <a:xfrm>
              <a:off x="6090251" y="2676413"/>
              <a:ext cx="135405" cy="207677"/>
            </a:xfrm>
            <a:custGeom>
              <a:avLst/>
              <a:gdLst/>
              <a:ahLst/>
              <a:cxnLst/>
              <a:rect l="l" t="t" r="r" b="b"/>
              <a:pathLst>
                <a:path w="6488" h="9951" extrusionOk="0">
                  <a:moveTo>
                    <a:pt x="1464" y="1171"/>
                  </a:moveTo>
                  <a:cubicBezTo>
                    <a:pt x="1625" y="1171"/>
                    <a:pt x="1757" y="1302"/>
                    <a:pt x="1757" y="1463"/>
                  </a:cubicBezTo>
                  <a:lnTo>
                    <a:pt x="1757" y="6026"/>
                  </a:lnTo>
                  <a:lnTo>
                    <a:pt x="4184" y="3598"/>
                  </a:lnTo>
                  <a:cubicBezTo>
                    <a:pt x="4241" y="3541"/>
                    <a:pt x="4316" y="3512"/>
                    <a:pt x="4391" y="3512"/>
                  </a:cubicBezTo>
                  <a:cubicBezTo>
                    <a:pt x="4466" y="3512"/>
                    <a:pt x="4541" y="3541"/>
                    <a:pt x="4598" y="3598"/>
                  </a:cubicBezTo>
                  <a:cubicBezTo>
                    <a:pt x="4712" y="3712"/>
                    <a:pt x="4712" y="3897"/>
                    <a:pt x="4598" y="4012"/>
                  </a:cubicBezTo>
                  <a:lnTo>
                    <a:pt x="3245" y="5364"/>
                  </a:lnTo>
                  <a:lnTo>
                    <a:pt x="5219" y="8325"/>
                  </a:lnTo>
                  <a:cubicBezTo>
                    <a:pt x="5278" y="8414"/>
                    <a:pt x="5272" y="8500"/>
                    <a:pt x="5264" y="8546"/>
                  </a:cubicBezTo>
                  <a:cubicBezTo>
                    <a:pt x="5255" y="8591"/>
                    <a:pt x="5226" y="8674"/>
                    <a:pt x="5138" y="8732"/>
                  </a:cubicBezTo>
                  <a:cubicBezTo>
                    <a:pt x="5090" y="8764"/>
                    <a:pt x="5035" y="8780"/>
                    <a:pt x="4977" y="8780"/>
                  </a:cubicBezTo>
                  <a:cubicBezTo>
                    <a:pt x="4878" y="8780"/>
                    <a:pt x="4788" y="8732"/>
                    <a:pt x="4733" y="8651"/>
                  </a:cubicBezTo>
                  <a:lnTo>
                    <a:pt x="2824" y="5787"/>
                  </a:lnTo>
                  <a:lnTo>
                    <a:pt x="1757" y="6853"/>
                  </a:lnTo>
                  <a:lnTo>
                    <a:pt x="1757" y="8488"/>
                  </a:lnTo>
                  <a:cubicBezTo>
                    <a:pt x="1757" y="8649"/>
                    <a:pt x="1625" y="8782"/>
                    <a:pt x="1464" y="8782"/>
                  </a:cubicBezTo>
                  <a:cubicBezTo>
                    <a:pt x="1303" y="8782"/>
                    <a:pt x="1172" y="8649"/>
                    <a:pt x="1172" y="8488"/>
                  </a:cubicBezTo>
                  <a:lnTo>
                    <a:pt x="1172" y="1463"/>
                  </a:lnTo>
                  <a:cubicBezTo>
                    <a:pt x="1172" y="1302"/>
                    <a:pt x="1303" y="1171"/>
                    <a:pt x="1464" y="1171"/>
                  </a:cubicBezTo>
                  <a:close/>
                  <a:moveTo>
                    <a:pt x="1464" y="0"/>
                  </a:moveTo>
                  <a:cubicBezTo>
                    <a:pt x="657" y="0"/>
                    <a:pt x="1" y="657"/>
                    <a:pt x="1" y="1463"/>
                  </a:cubicBezTo>
                  <a:lnTo>
                    <a:pt x="1" y="8488"/>
                  </a:lnTo>
                  <a:cubicBezTo>
                    <a:pt x="1" y="9295"/>
                    <a:pt x="657" y="9951"/>
                    <a:pt x="1464" y="9951"/>
                  </a:cubicBezTo>
                  <a:cubicBezTo>
                    <a:pt x="2270" y="9951"/>
                    <a:pt x="2927" y="9295"/>
                    <a:pt x="2927" y="8488"/>
                  </a:cubicBezTo>
                  <a:lnTo>
                    <a:pt x="2927" y="8053"/>
                  </a:lnTo>
                  <a:lnTo>
                    <a:pt x="3758" y="9300"/>
                  </a:lnTo>
                  <a:cubicBezTo>
                    <a:pt x="4031" y="9709"/>
                    <a:pt x="4485" y="9951"/>
                    <a:pt x="4977" y="9951"/>
                  </a:cubicBezTo>
                  <a:cubicBezTo>
                    <a:pt x="5267" y="9951"/>
                    <a:pt x="5548" y="9866"/>
                    <a:pt x="5787" y="9705"/>
                  </a:cubicBezTo>
                  <a:cubicBezTo>
                    <a:pt x="6113" y="9489"/>
                    <a:pt x="6336" y="9158"/>
                    <a:pt x="6412" y="8775"/>
                  </a:cubicBezTo>
                  <a:cubicBezTo>
                    <a:pt x="6488" y="8391"/>
                    <a:pt x="6410" y="8001"/>
                    <a:pt x="6194" y="7676"/>
                  </a:cubicBezTo>
                  <a:lnTo>
                    <a:pt x="4752" y="5512"/>
                  </a:lnTo>
                  <a:lnTo>
                    <a:pt x="5426" y="4840"/>
                  </a:lnTo>
                  <a:cubicBezTo>
                    <a:pt x="5996" y="4269"/>
                    <a:pt x="5996" y="3340"/>
                    <a:pt x="5426" y="2771"/>
                  </a:cubicBezTo>
                  <a:cubicBezTo>
                    <a:pt x="5141" y="2485"/>
                    <a:pt x="4766" y="2342"/>
                    <a:pt x="4391" y="2342"/>
                  </a:cubicBezTo>
                  <a:cubicBezTo>
                    <a:pt x="4016" y="2342"/>
                    <a:pt x="3641" y="2485"/>
                    <a:pt x="3357" y="2771"/>
                  </a:cubicBezTo>
                  <a:lnTo>
                    <a:pt x="2927" y="3199"/>
                  </a:lnTo>
                  <a:lnTo>
                    <a:pt x="2927" y="1463"/>
                  </a:lnTo>
                  <a:cubicBezTo>
                    <a:pt x="2927" y="657"/>
                    <a:pt x="2270" y="0"/>
                    <a:pt x="146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07" name="Google Shape;11072;p73">
            <a:extLst>
              <a:ext uri="{FF2B5EF4-FFF2-40B4-BE49-F238E27FC236}">
                <a16:creationId xmlns:a16="http://schemas.microsoft.com/office/drawing/2014/main" id="{B4C40770-669C-183D-F3DD-B1ED91490762}"/>
              </a:ext>
            </a:extLst>
          </p:cNvPr>
          <p:cNvGrpSpPr/>
          <p:nvPr/>
        </p:nvGrpSpPr>
        <p:grpSpPr>
          <a:xfrm>
            <a:off x="15235721" y="6437492"/>
            <a:ext cx="823896" cy="823896"/>
            <a:chOff x="7137330" y="2571753"/>
            <a:chExt cx="417024" cy="417024"/>
          </a:xfrm>
          <a:solidFill>
            <a:srgbClr val="555559"/>
          </a:solidFill>
        </p:grpSpPr>
        <p:sp>
          <p:nvSpPr>
            <p:cNvPr id="2608" name="Google Shape;11073;p73">
              <a:extLst>
                <a:ext uri="{FF2B5EF4-FFF2-40B4-BE49-F238E27FC236}">
                  <a16:creationId xmlns:a16="http://schemas.microsoft.com/office/drawing/2014/main" id="{F876C8F9-50C6-06A7-B2B8-C0566064D289}"/>
                </a:ext>
              </a:extLst>
            </p:cNvPr>
            <p:cNvSpPr/>
            <p:nvPr/>
          </p:nvSpPr>
          <p:spPr>
            <a:xfrm>
              <a:off x="7235854" y="2645840"/>
              <a:ext cx="219949" cy="268826"/>
            </a:xfrm>
            <a:custGeom>
              <a:avLst/>
              <a:gdLst/>
              <a:ahLst/>
              <a:cxnLst/>
              <a:rect l="l" t="t" r="r" b="b"/>
              <a:pathLst>
                <a:path w="10539" h="12881" extrusionOk="0">
                  <a:moveTo>
                    <a:pt x="5271" y="1172"/>
                  </a:moveTo>
                  <a:cubicBezTo>
                    <a:pt x="7530" y="1172"/>
                    <a:pt x="9368" y="3010"/>
                    <a:pt x="9368" y="5270"/>
                  </a:cubicBezTo>
                  <a:cubicBezTo>
                    <a:pt x="9368" y="6273"/>
                    <a:pt x="8717" y="7797"/>
                    <a:pt x="7624" y="9343"/>
                  </a:cubicBezTo>
                  <a:cubicBezTo>
                    <a:pt x="6513" y="10917"/>
                    <a:pt x="5536" y="11665"/>
                    <a:pt x="5271" y="11708"/>
                  </a:cubicBezTo>
                  <a:cubicBezTo>
                    <a:pt x="5004" y="11665"/>
                    <a:pt x="4029" y="10917"/>
                    <a:pt x="2916" y="9343"/>
                  </a:cubicBezTo>
                  <a:cubicBezTo>
                    <a:pt x="1825" y="7797"/>
                    <a:pt x="1172" y="6273"/>
                    <a:pt x="1172" y="5270"/>
                  </a:cubicBezTo>
                  <a:cubicBezTo>
                    <a:pt x="1172" y="3010"/>
                    <a:pt x="3010" y="1172"/>
                    <a:pt x="5271" y="1172"/>
                  </a:cubicBezTo>
                  <a:close/>
                  <a:moveTo>
                    <a:pt x="5271" y="1"/>
                  </a:moveTo>
                  <a:cubicBezTo>
                    <a:pt x="2366" y="1"/>
                    <a:pt x="1" y="2364"/>
                    <a:pt x="1" y="5270"/>
                  </a:cubicBezTo>
                  <a:cubicBezTo>
                    <a:pt x="1" y="7084"/>
                    <a:pt x="1409" y="9247"/>
                    <a:pt x="2014" y="10093"/>
                  </a:cubicBezTo>
                  <a:cubicBezTo>
                    <a:pt x="2481" y="10747"/>
                    <a:pt x="4098" y="12881"/>
                    <a:pt x="5271" y="12881"/>
                  </a:cubicBezTo>
                  <a:cubicBezTo>
                    <a:pt x="6444" y="12881"/>
                    <a:pt x="8059" y="10747"/>
                    <a:pt x="8528" y="10093"/>
                  </a:cubicBezTo>
                  <a:cubicBezTo>
                    <a:pt x="9133" y="9247"/>
                    <a:pt x="10539" y="7084"/>
                    <a:pt x="10539" y="5270"/>
                  </a:cubicBezTo>
                  <a:cubicBezTo>
                    <a:pt x="10539" y="2364"/>
                    <a:pt x="8175" y="1"/>
                    <a:pt x="527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9" name="Google Shape;11074;p73">
              <a:extLst>
                <a:ext uri="{FF2B5EF4-FFF2-40B4-BE49-F238E27FC236}">
                  <a16:creationId xmlns:a16="http://schemas.microsoft.com/office/drawing/2014/main" id="{2518ECD9-A130-4B54-DEA2-5341AC7D45FF}"/>
                </a:ext>
              </a:extLst>
            </p:cNvPr>
            <p:cNvSpPr/>
            <p:nvPr/>
          </p:nvSpPr>
          <p:spPr>
            <a:xfrm>
              <a:off x="7137330" y="2571753"/>
              <a:ext cx="417024" cy="417024"/>
            </a:xfrm>
            <a:custGeom>
              <a:avLst/>
              <a:gdLst/>
              <a:ahLst/>
              <a:cxnLst/>
              <a:rect l="l" t="t" r="r" b="b"/>
              <a:pathLst>
                <a:path w="19982" h="19982" extrusionOk="0">
                  <a:moveTo>
                    <a:pt x="9992" y="1171"/>
                  </a:moveTo>
                  <a:cubicBezTo>
                    <a:pt x="14855" y="1171"/>
                    <a:pt x="18812" y="5127"/>
                    <a:pt x="18812" y="9991"/>
                  </a:cubicBezTo>
                  <a:cubicBezTo>
                    <a:pt x="18812" y="14854"/>
                    <a:pt x="14855" y="18810"/>
                    <a:pt x="9992" y="18810"/>
                  </a:cubicBezTo>
                  <a:cubicBezTo>
                    <a:pt x="5127" y="18810"/>
                    <a:pt x="1171" y="14854"/>
                    <a:pt x="1171" y="9991"/>
                  </a:cubicBezTo>
                  <a:cubicBezTo>
                    <a:pt x="1171" y="5127"/>
                    <a:pt x="5127" y="1171"/>
                    <a:pt x="9992" y="1171"/>
                  </a:cubicBezTo>
                  <a:close/>
                  <a:moveTo>
                    <a:pt x="9992" y="0"/>
                  </a:moveTo>
                  <a:cubicBezTo>
                    <a:pt x="4490" y="0"/>
                    <a:pt x="0" y="4490"/>
                    <a:pt x="0" y="9990"/>
                  </a:cubicBezTo>
                  <a:cubicBezTo>
                    <a:pt x="0" y="15491"/>
                    <a:pt x="4490" y="19981"/>
                    <a:pt x="9992" y="19981"/>
                  </a:cubicBezTo>
                  <a:cubicBezTo>
                    <a:pt x="15493" y="19981"/>
                    <a:pt x="19981" y="15491"/>
                    <a:pt x="19981" y="9990"/>
                  </a:cubicBezTo>
                  <a:cubicBezTo>
                    <a:pt x="19981" y="4488"/>
                    <a:pt x="15492" y="0"/>
                    <a:pt x="999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11075;p73">
              <a:extLst>
                <a:ext uri="{FF2B5EF4-FFF2-40B4-BE49-F238E27FC236}">
                  <a16:creationId xmlns:a16="http://schemas.microsoft.com/office/drawing/2014/main" id="{67B8D410-2CB5-FA9B-E0F2-26D41E1ADBDA}"/>
                </a:ext>
              </a:extLst>
            </p:cNvPr>
            <p:cNvSpPr/>
            <p:nvPr/>
          </p:nvSpPr>
          <p:spPr>
            <a:xfrm>
              <a:off x="7284751" y="2694716"/>
              <a:ext cx="122173" cy="122194"/>
            </a:xfrm>
            <a:custGeom>
              <a:avLst/>
              <a:gdLst/>
              <a:ahLst/>
              <a:cxnLst/>
              <a:rect l="l" t="t" r="r" b="b"/>
              <a:pathLst>
                <a:path w="5854" h="5855" extrusionOk="0">
                  <a:moveTo>
                    <a:pt x="2928" y="1172"/>
                  </a:moveTo>
                  <a:cubicBezTo>
                    <a:pt x="3895" y="1172"/>
                    <a:pt x="4684" y="1959"/>
                    <a:pt x="4684" y="2928"/>
                  </a:cubicBezTo>
                  <a:cubicBezTo>
                    <a:pt x="4684" y="3896"/>
                    <a:pt x="3895" y="4683"/>
                    <a:pt x="2928" y="4683"/>
                  </a:cubicBezTo>
                  <a:cubicBezTo>
                    <a:pt x="1958" y="4683"/>
                    <a:pt x="1171" y="3896"/>
                    <a:pt x="1171" y="2928"/>
                  </a:cubicBezTo>
                  <a:cubicBezTo>
                    <a:pt x="2139" y="2928"/>
                    <a:pt x="2928" y="2139"/>
                    <a:pt x="2928" y="1172"/>
                  </a:cubicBezTo>
                  <a:close/>
                  <a:moveTo>
                    <a:pt x="2928" y="1"/>
                  </a:moveTo>
                  <a:cubicBezTo>
                    <a:pt x="2655" y="1"/>
                    <a:pt x="2374" y="47"/>
                    <a:pt x="2066" y="142"/>
                  </a:cubicBezTo>
                  <a:cubicBezTo>
                    <a:pt x="1732" y="245"/>
                    <a:pt x="1562" y="616"/>
                    <a:pt x="1704" y="936"/>
                  </a:cubicBezTo>
                  <a:cubicBezTo>
                    <a:pt x="1885" y="1345"/>
                    <a:pt x="1569" y="1756"/>
                    <a:pt x="1177" y="1756"/>
                  </a:cubicBezTo>
                  <a:cubicBezTo>
                    <a:pt x="1099" y="1756"/>
                    <a:pt x="1018" y="1740"/>
                    <a:pt x="938" y="1704"/>
                  </a:cubicBezTo>
                  <a:cubicBezTo>
                    <a:pt x="860" y="1670"/>
                    <a:pt x="780" y="1654"/>
                    <a:pt x="701" y="1654"/>
                  </a:cubicBezTo>
                  <a:cubicBezTo>
                    <a:pt x="453" y="1654"/>
                    <a:pt x="219" y="1813"/>
                    <a:pt x="142" y="2067"/>
                  </a:cubicBezTo>
                  <a:cubicBezTo>
                    <a:pt x="46" y="2373"/>
                    <a:pt x="0" y="2656"/>
                    <a:pt x="0" y="2928"/>
                  </a:cubicBezTo>
                  <a:cubicBezTo>
                    <a:pt x="0" y="4542"/>
                    <a:pt x="1313" y="5854"/>
                    <a:pt x="2928" y="5854"/>
                  </a:cubicBezTo>
                  <a:cubicBezTo>
                    <a:pt x="4541" y="5854"/>
                    <a:pt x="5854" y="4542"/>
                    <a:pt x="5854" y="2928"/>
                  </a:cubicBezTo>
                  <a:cubicBezTo>
                    <a:pt x="5854" y="1313"/>
                    <a:pt x="4541" y="1"/>
                    <a:pt x="292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11" name="Google Shape;11076;p73">
            <a:extLst>
              <a:ext uri="{FF2B5EF4-FFF2-40B4-BE49-F238E27FC236}">
                <a16:creationId xmlns:a16="http://schemas.microsoft.com/office/drawing/2014/main" id="{CCB5E7B6-CD85-C04C-4C5D-8CD3033E7085}"/>
              </a:ext>
            </a:extLst>
          </p:cNvPr>
          <p:cNvGrpSpPr/>
          <p:nvPr/>
        </p:nvGrpSpPr>
        <p:grpSpPr>
          <a:xfrm>
            <a:off x="14182971" y="6437492"/>
            <a:ext cx="823896" cy="823896"/>
            <a:chOff x="6613801" y="2571753"/>
            <a:chExt cx="417024" cy="417024"/>
          </a:xfrm>
          <a:solidFill>
            <a:srgbClr val="555559"/>
          </a:solidFill>
        </p:grpSpPr>
        <p:sp>
          <p:nvSpPr>
            <p:cNvPr id="2612" name="Google Shape;11077;p73">
              <a:extLst>
                <a:ext uri="{FF2B5EF4-FFF2-40B4-BE49-F238E27FC236}">
                  <a16:creationId xmlns:a16="http://schemas.microsoft.com/office/drawing/2014/main" id="{21A91D2E-66D3-51A3-D6B9-EB42FF5B15F3}"/>
                </a:ext>
              </a:extLst>
            </p:cNvPr>
            <p:cNvSpPr/>
            <p:nvPr/>
          </p:nvSpPr>
          <p:spPr>
            <a:xfrm>
              <a:off x="6613801" y="2571753"/>
              <a:ext cx="417024" cy="417024"/>
            </a:xfrm>
            <a:custGeom>
              <a:avLst/>
              <a:gdLst/>
              <a:ahLst/>
              <a:cxnLst/>
              <a:rect l="l" t="t" r="r" b="b"/>
              <a:pathLst>
                <a:path w="19982" h="19982" extrusionOk="0">
                  <a:moveTo>
                    <a:pt x="9991" y="1171"/>
                  </a:moveTo>
                  <a:cubicBezTo>
                    <a:pt x="14854" y="1171"/>
                    <a:pt x="18812" y="5127"/>
                    <a:pt x="18812" y="9991"/>
                  </a:cubicBezTo>
                  <a:cubicBezTo>
                    <a:pt x="18812" y="14854"/>
                    <a:pt x="14854" y="18810"/>
                    <a:pt x="9991" y="18810"/>
                  </a:cubicBezTo>
                  <a:cubicBezTo>
                    <a:pt x="5127" y="18810"/>
                    <a:pt x="1171" y="14854"/>
                    <a:pt x="1171" y="9991"/>
                  </a:cubicBezTo>
                  <a:cubicBezTo>
                    <a:pt x="1171" y="5127"/>
                    <a:pt x="5127" y="1171"/>
                    <a:pt x="9991" y="1171"/>
                  </a:cubicBezTo>
                  <a:close/>
                  <a:moveTo>
                    <a:pt x="9991" y="0"/>
                  </a:moveTo>
                  <a:cubicBezTo>
                    <a:pt x="4490" y="0"/>
                    <a:pt x="0" y="4490"/>
                    <a:pt x="0" y="9990"/>
                  </a:cubicBezTo>
                  <a:cubicBezTo>
                    <a:pt x="0" y="15493"/>
                    <a:pt x="4490" y="19981"/>
                    <a:pt x="9991" y="19981"/>
                  </a:cubicBezTo>
                  <a:cubicBezTo>
                    <a:pt x="15493" y="19981"/>
                    <a:pt x="19981" y="15491"/>
                    <a:pt x="19981" y="9990"/>
                  </a:cubicBezTo>
                  <a:cubicBezTo>
                    <a:pt x="19981" y="4488"/>
                    <a:pt x="15491" y="0"/>
                    <a:pt x="99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3" name="Google Shape;11078;p73">
              <a:extLst>
                <a:ext uri="{FF2B5EF4-FFF2-40B4-BE49-F238E27FC236}">
                  <a16:creationId xmlns:a16="http://schemas.microsoft.com/office/drawing/2014/main" id="{1E67F1FB-66BA-94F5-DDFE-E5EDA91FBC2E}"/>
                </a:ext>
              </a:extLst>
            </p:cNvPr>
            <p:cNvSpPr/>
            <p:nvPr/>
          </p:nvSpPr>
          <p:spPr>
            <a:xfrm>
              <a:off x="6663449" y="2645840"/>
              <a:ext cx="317704" cy="268826"/>
            </a:xfrm>
            <a:custGeom>
              <a:avLst/>
              <a:gdLst/>
              <a:ahLst/>
              <a:cxnLst/>
              <a:rect l="l" t="t" r="r" b="b"/>
              <a:pathLst>
                <a:path w="15223" h="12881" extrusionOk="0">
                  <a:moveTo>
                    <a:pt x="12295" y="1172"/>
                  </a:moveTo>
                  <a:cubicBezTo>
                    <a:pt x="12619" y="1172"/>
                    <a:pt x="12881" y="1435"/>
                    <a:pt x="12881" y="1757"/>
                  </a:cubicBezTo>
                  <a:cubicBezTo>
                    <a:pt x="12881" y="2079"/>
                    <a:pt x="12617" y="2343"/>
                    <a:pt x="12295" y="2343"/>
                  </a:cubicBezTo>
                  <a:cubicBezTo>
                    <a:pt x="11973" y="2343"/>
                    <a:pt x="11709" y="2079"/>
                    <a:pt x="11709" y="1757"/>
                  </a:cubicBezTo>
                  <a:cubicBezTo>
                    <a:pt x="11709" y="1435"/>
                    <a:pt x="11973" y="1172"/>
                    <a:pt x="12295" y="1172"/>
                  </a:cubicBezTo>
                  <a:close/>
                  <a:moveTo>
                    <a:pt x="2343" y="4685"/>
                  </a:moveTo>
                  <a:cubicBezTo>
                    <a:pt x="2592" y="4685"/>
                    <a:pt x="2827" y="4763"/>
                    <a:pt x="3022" y="4902"/>
                  </a:cubicBezTo>
                  <a:cubicBezTo>
                    <a:pt x="2330" y="5410"/>
                    <a:pt x="1821" y="6015"/>
                    <a:pt x="1513" y="6677"/>
                  </a:cubicBezTo>
                  <a:cubicBezTo>
                    <a:pt x="1301" y="6461"/>
                    <a:pt x="1173" y="6167"/>
                    <a:pt x="1173" y="5856"/>
                  </a:cubicBezTo>
                  <a:cubicBezTo>
                    <a:pt x="1173" y="5210"/>
                    <a:pt x="1697" y="4685"/>
                    <a:pt x="2343" y="4685"/>
                  </a:cubicBezTo>
                  <a:close/>
                  <a:moveTo>
                    <a:pt x="12881" y="4685"/>
                  </a:moveTo>
                  <a:cubicBezTo>
                    <a:pt x="13526" y="4685"/>
                    <a:pt x="14052" y="5208"/>
                    <a:pt x="14052" y="5854"/>
                  </a:cubicBezTo>
                  <a:cubicBezTo>
                    <a:pt x="14052" y="6167"/>
                    <a:pt x="13923" y="6461"/>
                    <a:pt x="13712" y="6677"/>
                  </a:cubicBezTo>
                  <a:cubicBezTo>
                    <a:pt x="13404" y="6015"/>
                    <a:pt x="12893" y="5410"/>
                    <a:pt x="12201" y="4902"/>
                  </a:cubicBezTo>
                  <a:cubicBezTo>
                    <a:pt x="12396" y="4763"/>
                    <a:pt x="12633" y="4685"/>
                    <a:pt x="12881" y="4685"/>
                  </a:cubicBezTo>
                  <a:close/>
                  <a:moveTo>
                    <a:pt x="7616" y="4685"/>
                  </a:moveTo>
                  <a:cubicBezTo>
                    <a:pt x="9058" y="4685"/>
                    <a:pt x="10407" y="5074"/>
                    <a:pt x="11416" y="5778"/>
                  </a:cubicBezTo>
                  <a:cubicBezTo>
                    <a:pt x="12360" y="6440"/>
                    <a:pt x="12881" y="7299"/>
                    <a:pt x="12881" y="8196"/>
                  </a:cubicBezTo>
                  <a:cubicBezTo>
                    <a:pt x="12881" y="9095"/>
                    <a:pt x="12360" y="9953"/>
                    <a:pt x="11416" y="10615"/>
                  </a:cubicBezTo>
                  <a:cubicBezTo>
                    <a:pt x="10407" y="11320"/>
                    <a:pt x="9056" y="11710"/>
                    <a:pt x="7612" y="11710"/>
                  </a:cubicBezTo>
                  <a:cubicBezTo>
                    <a:pt x="6167" y="11710"/>
                    <a:pt x="4816" y="11320"/>
                    <a:pt x="3807" y="10615"/>
                  </a:cubicBezTo>
                  <a:cubicBezTo>
                    <a:pt x="2863" y="9953"/>
                    <a:pt x="2343" y="9095"/>
                    <a:pt x="2343" y="8196"/>
                  </a:cubicBezTo>
                  <a:cubicBezTo>
                    <a:pt x="2343" y="7299"/>
                    <a:pt x="2863" y="6440"/>
                    <a:pt x="3807" y="5778"/>
                  </a:cubicBezTo>
                  <a:cubicBezTo>
                    <a:pt x="4816" y="5074"/>
                    <a:pt x="6165" y="4685"/>
                    <a:pt x="7609" y="4685"/>
                  </a:cubicBezTo>
                  <a:close/>
                  <a:moveTo>
                    <a:pt x="8782" y="0"/>
                  </a:moveTo>
                  <a:cubicBezTo>
                    <a:pt x="8538" y="0"/>
                    <a:pt x="8309" y="156"/>
                    <a:pt x="8228" y="402"/>
                  </a:cubicBezTo>
                  <a:lnTo>
                    <a:pt x="7186" y="3524"/>
                  </a:lnTo>
                  <a:cubicBezTo>
                    <a:pt x="6065" y="3576"/>
                    <a:pt x="4998" y="3836"/>
                    <a:pt x="4073" y="4276"/>
                  </a:cubicBezTo>
                  <a:cubicBezTo>
                    <a:pt x="3634" y="3797"/>
                    <a:pt x="3011" y="3514"/>
                    <a:pt x="2343" y="3514"/>
                  </a:cubicBezTo>
                  <a:cubicBezTo>
                    <a:pt x="1051" y="3514"/>
                    <a:pt x="0" y="4565"/>
                    <a:pt x="0" y="5856"/>
                  </a:cubicBezTo>
                  <a:cubicBezTo>
                    <a:pt x="0" y="6702"/>
                    <a:pt x="469" y="7478"/>
                    <a:pt x="1186" y="7889"/>
                  </a:cubicBezTo>
                  <a:cubicBezTo>
                    <a:pt x="1177" y="7991"/>
                    <a:pt x="1171" y="8094"/>
                    <a:pt x="1171" y="8196"/>
                  </a:cubicBezTo>
                  <a:cubicBezTo>
                    <a:pt x="1171" y="9488"/>
                    <a:pt x="1870" y="10687"/>
                    <a:pt x="3137" y="11573"/>
                  </a:cubicBezTo>
                  <a:cubicBezTo>
                    <a:pt x="4340" y="12415"/>
                    <a:pt x="5928" y="12881"/>
                    <a:pt x="7611" y="12881"/>
                  </a:cubicBezTo>
                  <a:cubicBezTo>
                    <a:pt x="9293" y="12881"/>
                    <a:pt x="10883" y="12415"/>
                    <a:pt x="12086" y="11573"/>
                  </a:cubicBezTo>
                  <a:cubicBezTo>
                    <a:pt x="13353" y="10687"/>
                    <a:pt x="14050" y="9488"/>
                    <a:pt x="14050" y="8196"/>
                  </a:cubicBezTo>
                  <a:cubicBezTo>
                    <a:pt x="14050" y="8094"/>
                    <a:pt x="14046" y="7991"/>
                    <a:pt x="14037" y="7889"/>
                  </a:cubicBezTo>
                  <a:cubicBezTo>
                    <a:pt x="14754" y="7478"/>
                    <a:pt x="15223" y="6702"/>
                    <a:pt x="15223" y="5856"/>
                  </a:cubicBezTo>
                  <a:cubicBezTo>
                    <a:pt x="15223" y="4565"/>
                    <a:pt x="14172" y="3514"/>
                    <a:pt x="12881" y="3514"/>
                  </a:cubicBezTo>
                  <a:cubicBezTo>
                    <a:pt x="12212" y="3514"/>
                    <a:pt x="11589" y="3797"/>
                    <a:pt x="11152" y="4276"/>
                  </a:cubicBezTo>
                  <a:cubicBezTo>
                    <a:pt x="10330" y="3885"/>
                    <a:pt x="9396" y="3636"/>
                    <a:pt x="8412" y="3549"/>
                  </a:cubicBezTo>
                  <a:lnTo>
                    <a:pt x="9153" y="1327"/>
                  </a:lnTo>
                  <a:lnTo>
                    <a:pt x="10540" y="1789"/>
                  </a:lnTo>
                  <a:cubicBezTo>
                    <a:pt x="10556" y="2742"/>
                    <a:pt x="11338" y="3514"/>
                    <a:pt x="12295" y="3514"/>
                  </a:cubicBezTo>
                  <a:cubicBezTo>
                    <a:pt x="13263" y="3514"/>
                    <a:pt x="14052" y="2725"/>
                    <a:pt x="14052" y="1757"/>
                  </a:cubicBezTo>
                  <a:cubicBezTo>
                    <a:pt x="14052" y="790"/>
                    <a:pt x="13263" y="1"/>
                    <a:pt x="12295" y="1"/>
                  </a:cubicBezTo>
                  <a:cubicBezTo>
                    <a:pt x="11732" y="1"/>
                    <a:pt x="11232" y="268"/>
                    <a:pt x="10910" y="678"/>
                  </a:cubicBezTo>
                  <a:lnTo>
                    <a:pt x="8968" y="31"/>
                  </a:lnTo>
                  <a:cubicBezTo>
                    <a:pt x="8906" y="10"/>
                    <a:pt x="8844" y="0"/>
                    <a:pt x="878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4" name="Google Shape;11079;p73">
              <a:extLst>
                <a:ext uri="{FF2B5EF4-FFF2-40B4-BE49-F238E27FC236}">
                  <a16:creationId xmlns:a16="http://schemas.microsoft.com/office/drawing/2014/main" id="{4846BD13-811E-84D0-2B9C-64F157EE27F5}"/>
                </a:ext>
              </a:extLst>
            </p:cNvPr>
            <p:cNvSpPr/>
            <p:nvPr/>
          </p:nvSpPr>
          <p:spPr>
            <a:xfrm>
              <a:off x="6748992" y="2768030"/>
              <a:ext cx="48898" cy="48878"/>
            </a:xfrm>
            <a:custGeom>
              <a:avLst/>
              <a:gdLst/>
              <a:ahLst/>
              <a:cxnLst/>
              <a:rect l="l" t="t" r="r" b="b"/>
              <a:pathLst>
                <a:path w="2343" h="2342" extrusionOk="0">
                  <a:moveTo>
                    <a:pt x="1171" y="1"/>
                  </a:moveTo>
                  <a:cubicBezTo>
                    <a:pt x="526" y="1"/>
                    <a:pt x="0" y="525"/>
                    <a:pt x="0" y="1170"/>
                  </a:cubicBezTo>
                  <a:cubicBezTo>
                    <a:pt x="0" y="1816"/>
                    <a:pt x="526" y="2341"/>
                    <a:pt x="1171" y="2341"/>
                  </a:cubicBezTo>
                  <a:cubicBezTo>
                    <a:pt x="1817" y="2341"/>
                    <a:pt x="2342" y="1816"/>
                    <a:pt x="2342" y="1170"/>
                  </a:cubicBezTo>
                  <a:cubicBezTo>
                    <a:pt x="2342" y="525"/>
                    <a:pt x="1817" y="1"/>
                    <a:pt x="117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5" name="Google Shape;11080;p73">
              <a:extLst>
                <a:ext uri="{FF2B5EF4-FFF2-40B4-BE49-F238E27FC236}">
                  <a16:creationId xmlns:a16="http://schemas.microsoft.com/office/drawing/2014/main" id="{527A83DA-DC65-B55C-211B-3EF45078DF2F}"/>
                </a:ext>
              </a:extLst>
            </p:cNvPr>
            <p:cNvSpPr/>
            <p:nvPr/>
          </p:nvSpPr>
          <p:spPr>
            <a:xfrm>
              <a:off x="6846703" y="2768030"/>
              <a:ext cx="48898" cy="48878"/>
            </a:xfrm>
            <a:custGeom>
              <a:avLst/>
              <a:gdLst/>
              <a:ahLst/>
              <a:cxnLst/>
              <a:rect l="l" t="t" r="r" b="b"/>
              <a:pathLst>
                <a:path w="2343" h="2342" extrusionOk="0">
                  <a:moveTo>
                    <a:pt x="1172" y="1"/>
                  </a:moveTo>
                  <a:cubicBezTo>
                    <a:pt x="526" y="1"/>
                    <a:pt x="1" y="525"/>
                    <a:pt x="1" y="1170"/>
                  </a:cubicBezTo>
                  <a:cubicBezTo>
                    <a:pt x="1" y="1816"/>
                    <a:pt x="526" y="2341"/>
                    <a:pt x="1172" y="2341"/>
                  </a:cubicBezTo>
                  <a:cubicBezTo>
                    <a:pt x="1818" y="2341"/>
                    <a:pt x="2343" y="1816"/>
                    <a:pt x="2343" y="1170"/>
                  </a:cubicBezTo>
                  <a:cubicBezTo>
                    <a:pt x="2343" y="525"/>
                    <a:pt x="1818" y="1"/>
                    <a:pt x="117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11081;p73">
              <a:extLst>
                <a:ext uri="{FF2B5EF4-FFF2-40B4-BE49-F238E27FC236}">
                  <a16:creationId xmlns:a16="http://schemas.microsoft.com/office/drawing/2014/main" id="{FA283D19-CAD8-B738-0EA2-0DE8EE373DA5}"/>
                </a:ext>
              </a:extLst>
            </p:cNvPr>
            <p:cNvSpPr/>
            <p:nvPr/>
          </p:nvSpPr>
          <p:spPr>
            <a:xfrm>
              <a:off x="6759469" y="2841323"/>
              <a:ext cx="125658" cy="35938"/>
            </a:xfrm>
            <a:custGeom>
              <a:avLst/>
              <a:gdLst/>
              <a:ahLst/>
              <a:cxnLst/>
              <a:rect l="l" t="t" r="r" b="b"/>
              <a:pathLst>
                <a:path w="6021" h="1722" extrusionOk="0">
                  <a:moveTo>
                    <a:pt x="670" y="0"/>
                  </a:moveTo>
                  <a:cubicBezTo>
                    <a:pt x="455" y="0"/>
                    <a:pt x="249" y="119"/>
                    <a:pt x="146" y="324"/>
                  </a:cubicBezTo>
                  <a:cubicBezTo>
                    <a:pt x="1" y="614"/>
                    <a:pt x="117" y="965"/>
                    <a:pt x="407" y="1110"/>
                  </a:cubicBezTo>
                  <a:cubicBezTo>
                    <a:pt x="1223" y="1516"/>
                    <a:pt x="2116" y="1722"/>
                    <a:pt x="3011" y="1722"/>
                  </a:cubicBezTo>
                  <a:cubicBezTo>
                    <a:pt x="3905" y="1722"/>
                    <a:pt x="4800" y="1518"/>
                    <a:pt x="5614" y="1110"/>
                  </a:cubicBezTo>
                  <a:cubicBezTo>
                    <a:pt x="5904" y="965"/>
                    <a:pt x="6021" y="614"/>
                    <a:pt x="5875" y="324"/>
                  </a:cubicBezTo>
                  <a:cubicBezTo>
                    <a:pt x="5774" y="119"/>
                    <a:pt x="5567" y="0"/>
                    <a:pt x="5352" y="0"/>
                  </a:cubicBezTo>
                  <a:cubicBezTo>
                    <a:pt x="5264" y="0"/>
                    <a:pt x="5174" y="20"/>
                    <a:pt x="5090" y="62"/>
                  </a:cubicBezTo>
                  <a:cubicBezTo>
                    <a:pt x="4439" y="388"/>
                    <a:pt x="3725" y="551"/>
                    <a:pt x="3011" y="551"/>
                  </a:cubicBezTo>
                  <a:cubicBezTo>
                    <a:pt x="2296" y="551"/>
                    <a:pt x="1582" y="388"/>
                    <a:pt x="931" y="62"/>
                  </a:cubicBezTo>
                  <a:cubicBezTo>
                    <a:pt x="847" y="20"/>
                    <a:pt x="758" y="0"/>
                    <a:pt x="67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17" name="Google Shape;11082;p73">
            <a:extLst>
              <a:ext uri="{FF2B5EF4-FFF2-40B4-BE49-F238E27FC236}">
                <a16:creationId xmlns:a16="http://schemas.microsoft.com/office/drawing/2014/main" id="{6E18D4E7-BCA6-16F1-7A96-DC9E00CCAF30}"/>
              </a:ext>
            </a:extLst>
          </p:cNvPr>
          <p:cNvGrpSpPr/>
          <p:nvPr/>
        </p:nvGrpSpPr>
        <p:grpSpPr>
          <a:xfrm>
            <a:off x="6813660" y="6437472"/>
            <a:ext cx="823938" cy="823938"/>
            <a:chOff x="2964567" y="2571753"/>
            <a:chExt cx="417045" cy="417045"/>
          </a:xfrm>
          <a:solidFill>
            <a:srgbClr val="555559"/>
          </a:solidFill>
        </p:grpSpPr>
        <p:sp>
          <p:nvSpPr>
            <p:cNvPr id="2618" name="Google Shape;11083;p73">
              <a:extLst>
                <a:ext uri="{FF2B5EF4-FFF2-40B4-BE49-F238E27FC236}">
                  <a16:creationId xmlns:a16="http://schemas.microsoft.com/office/drawing/2014/main" id="{56082A7A-C034-B868-E39E-1F9DCAE9C249}"/>
                </a:ext>
              </a:extLst>
            </p:cNvPr>
            <p:cNvSpPr/>
            <p:nvPr/>
          </p:nvSpPr>
          <p:spPr>
            <a:xfrm>
              <a:off x="2964567" y="2571753"/>
              <a:ext cx="417045" cy="417045"/>
            </a:xfrm>
            <a:custGeom>
              <a:avLst/>
              <a:gdLst/>
              <a:ahLst/>
              <a:cxnLst/>
              <a:rect l="l" t="t" r="r" b="b"/>
              <a:pathLst>
                <a:path w="19983" h="19983" extrusionOk="0">
                  <a:moveTo>
                    <a:pt x="9992" y="1170"/>
                  </a:moveTo>
                  <a:cubicBezTo>
                    <a:pt x="14855" y="1170"/>
                    <a:pt x="18812" y="4866"/>
                    <a:pt x="18812" y="9405"/>
                  </a:cubicBezTo>
                  <a:cubicBezTo>
                    <a:pt x="18812" y="13925"/>
                    <a:pt x="14855" y="17601"/>
                    <a:pt x="9992" y="17601"/>
                  </a:cubicBezTo>
                  <a:cubicBezTo>
                    <a:pt x="9111" y="17601"/>
                    <a:pt x="8240" y="17481"/>
                    <a:pt x="7407" y="17242"/>
                  </a:cubicBezTo>
                  <a:cubicBezTo>
                    <a:pt x="7354" y="17226"/>
                    <a:pt x="7299" y="17218"/>
                    <a:pt x="7245" y="17218"/>
                  </a:cubicBezTo>
                  <a:cubicBezTo>
                    <a:pt x="7153" y="17218"/>
                    <a:pt x="7062" y="17240"/>
                    <a:pt x="6979" y="17282"/>
                  </a:cubicBezTo>
                  <a:lnTo>
                    <a:pt x="4723" y="18439"/>
                  </a:lnTo>
                  <a:lnTo>
                    <a:pt x="4723" y="16262"/>
                  </a:lnTo>
                  <a:cubicBezTo>
                    <a:pt x="4723" y="16078"/>
                    <a:pt x="4637" y="15904"/>
                    <a:pt x="4490" y="15793"/>
                  </a:cubicBezTo>
                  <a:cubicBezTo>
                    <a:pt x="2381" y="14208"/>
                    <a:pt x="1171" y="11880"/>
                    <a:pt x="1171" y="9405"/>
                  </a:cubicBezTo>
                  <a:cubicBezTo>
                    <a:pt x="1171" y="4866"/>
                    <a:pt x="5129" y="1170"/>
                    <a:pt x="9992" y="1170"/>
                  </a:cubicBezTo>
                  <a:close/>
                  <a:moveTo>
                    <a:pt x="9992" y="1"/>
                  </a:moveTo>
                  <a:cubicBezTo>
                    <a:pt x="4575" y="1"/>
                    <a:pt x="0" y="4153"/>
                    <a:pt x="0" y="9407"/>
                  </a:cubicBezTo>
                  <a:cubicBezTo>
                    <a:pt x="0" y="12221"/>
                    <a:pt x="1359" y="14795"/>
                    <a:pt x="3552" y="16548"/>
                  </a:cubicBezTo>
                  <a:lnTo>
                    <a:pt x="3552" y="19396"/>
                  </a:lnTo>
                  <a:cubicBezTo>
                    <a:pt x="3552" y="19602"/>
                    <a:pt x="3659" y="19791"/>
                    <a:pt x="3832" y="19897"/>
                  </a:cubicBezTo>
                  <a:cubicBezTo>
                    <a:pt x="3925" y="19953"/>
                    <a:pt x="4031" y="19982"/>
                    <a:pt x="4138" y="19982"/>
                  </a:cubicBezTo>
                  <a:cubicBezTo>
                    <a:pt x="4229" y="19982"/>
                    <a:pt x="4320" y="19961"/>
                    <a:pt x="4405" y="19918"/>
                  </a:cubicBezTo>
                  <a:lnTo>
                    <a:pt x="7310" y="18429"/>
                  </a:lnTo>
                  <a:cubicBezTo>
                    <a:pt x="8180" y="18657"/>
                    <a:pt x="9081" y="18772"/>
                    <a:pt x="9992" y="18772"/>
                  </a:cubicBezTo>
                  <a:cubicBezTo>
                    <a:pt x="15500" y="18772"/>
                    <a:pt x="19983" y="14570"/>
                    <a:pt x="19983" y="9407"/>
                  </a:cubicBezTo>
                  <a:cubicBezTo>
                    <a:pt x="19983" y="4151"/>
                    <a:pt x="15405" y="1"/>
                    <a:pt x="99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11084;p73">
              <a:extLst>
                <a:ext uri="{FF2B5EF4-FFF2-40B4-BE49-F238E27FC236}">
                  <a16:creationId xmlns:a16="http://schemas.microsoft.com/office/drawing/2014/main" id="{346464DC-85BD-2C83-BD02-430FDAE43E5D}"/>
                </a:ext>
              </a:extLst>
            </p:cNvPr>
            <p:cNvSpPr/>
            <p:nvPr/>
          </p:nvSpPr>
          <p:spPr>
            <a:xfrm>
              <a:off x="3037777" y="2694715"/>
              <a:ext cx="270642" cy="146633"/>
            </a:xfrm>
            <a:custGeom>
              <a:avLst/>
              <a:gdLst/>
              <a:ahLst/>
              <a:cxnLst/>
              <a:rect l="l" t="t" r="r" b="b"/>
              <a:pathLst>
                <a:path w="12968" h="7026" extrusionOk="0">
                  <a:moveTo>
                    <a:pt x="5362" y="1463"/>
                  </a:moveTo>
                  <a:lnTo>
                    <a:pt x="7241" y="3341"/>
                  </a:lnTo>
                  <a:cubicBezTo>
                    <a:pt x="7353" y="3454"/>
                    <a:pt x="7503" y="3513"/>
                    <a:pt x="7655" y="3513"/>
                  </a:cubicBezTo>
                  <a:cubicBezTo>
                    <a:pt x="7744" y="3513"/>
                    <a:pt x="7833" y="3493"/>
                    <a:pt x="7917" y="3451"/>
                  </a:cubicBezTo>
                  <a:lnTo>
                    <a:pt x="10216" y="2303"/>
                  </a:lnTo>
                  <a:lnTo>
                    <a:pt x="7605" y="5565"/>
                  </a:lnTo>
                  <a:lnTo>
                    <a:pt x="5726" y="3685"/>
                  </a:lnTo>
                  <a:cubicBezTo>
                    <a:pt x="5614" y="3573"/>
                    <a:pt x="5463" y="3514"/>
                    <a:pt x="5311" y="3514"/>
                  </a:cubicBezTo>
                  <a:cubicBezTo>
                    <a:pt x="5223" y="3514"/>
                    <a:pt x="5133" y="3534"/>
                    <a:pt x="5051" y="3575"/>
                  </a:cubicBezTo>
                  <a:lnTo>
                    <a:pt x="2751" y="4725"/>
                  </a:lnTo>
                  <a:lnTo>
                    <a:pt x="2751" y="4725"/>
                  </a:lnTo>
                  <a:lnTo>
                    <a:pt x="5362" y="1463"/>
                  </a:lnTo>
                  <a:close/>
                  <a:moveTo>
                    <a:pt x="5312" y="1"/>
                  </a:moveTo>
                  <a:cubicBezTo>
                    <a:pt x="5302" y="1"/>
                    <a:pt x="5291" y="1"/>
                    <a:pt x="5281" y="2"/>
                  </a:cubicBezTo>
                  <a:cubicBezTo>
                    <a:pt x="5114" y="12"/>
                    <a:pt x="4959" y="92"/>
                    <a:pt x="4856" y="221"/>
                  </a:cubicBezTo>
                  <a:lnTo>
                    <a:pt x="172" y="6075"/>
                  </a:lnTo>
                  <a:cubicBezTo>
                    <a:pt x="0" y="6290"/>
                    <a:pt x="2" y="6595"/>
                    <a:pt x="174" y="6809"/>
                  </a:cubicBezTo>
                  <a:cubicBezTo>
                    <a:pt x="288" y="6950"/>
                    <a:pt x="457" y="7026"/>
                    <a:pt x="630" y="7026"/>
                  </a:cubicBezTo>
                  <a:cubicBezTo>
                    <a:pt x="719" y="7026"/>
                    <a:pt x="808" y="7006"/>
                    <a:pt x="892" y="6964"/>
                  </a:cubicBezTo>
                  <a:lnTo>
                    <a:pt x="5198" y="4811"/>
                  </a:lnTo>
                  <a:lnTo>
                    <a:pt x="7241" y="6855"/>
                  </a:lnTo>
                  <a:cubicBezTo>
                    <a:pt x="7349" y="6964"/>
                    <a:pt x="7496" y="7026"/>
                    <a:pt x="7650" y="7026"/>
                  </a:cubicBezTo>
                  <a:cubicBezTo>
                    <a:pt x="7662" y="7026"/>
                    <a:pt x="7674" y="7025"/>
                    <a:pt x="7687" y="7024"/>
                  </a:cubicBezTo>
                  <a:cubicBezTo>
                    <a:pt x="7853" y="7016"/>
                    <a:pt x="8007" y="6936"/>
                    <a:pt x="8111" y="6807"/>
                  </a:cubicBezTo>
                  <a:lnTo>
                    <a:pt x="12795" y="951"/>
                  </a:lnTo>
                  <a:cubicBezTo>
                    <a:pt x="12967" y="737"/>
                    <a:pt x="12965" y="431"/>
                    <a:pt x="12792" y="219"/>
                  </a:cubicBezTo>
                  <a:cubicBezTo>
                    <a:pt x="12679" y="78"/>
                    <a:pt x="12510" y="1"/>
                    <a:pt x="12337" y="1"/>
                  </a:cubicBezTo>
                  <a:cubicBezTo>
                    <a:pt x="12249" y="1"/>
                    <a:pt x="12159" y="21"/>
                    <a:pt x="12075" y="63"/>
                  </a:cubicBezTo>
                  <a:lnTo>
                    <a:pt x="7770" y="2216"/>
                  </a:lnTo>
                  <a:lnTo>
                    <a:pt x="5726" y="173"/>
                  </a:lnTo>
                  <a:cubicBezTo>
                    <a:pt x="5617" y="62"/>
                    <a:pt x="5467" y="1"/>
                    <a:pt x="531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20" name="Google Shape;11085;p73">
            <a:extLst>
              <a:ext uri="{FF2B5EF4-FFF2-40B4-BE49-F238E27FC236}">
                <a16:creationId xmlns:a16="http://schemas.microsoft.com/office/drawing/2014/main" id="{53D37216-9052-4C4D-F6D2-600E6D8EC3FB}"/>
              </a:ext>
            </a:extLst>
          </p:cNvPr>
          <p:cNvGrpSpPr/>
          <p:nvPr/>
        </p:nvGrpSpPr>
        <p:grpSpPr>
          <a:xfrm>
            <a:off x="7866452" y="6559767"/>
            <a:ext cx="823896" cy="579350"/>
            <a:chOff x="3476576" y="2633631"/>
            <a:chExt cx="417024" cy="293244"/>
          </a:xfrm>
          <a:solidFill>
            <a:srgbClr val="555559"/>
          </a:solidFill>
        </p:grpSpPr>
        <p:sp>
          <p:nvSpPr>
            <p:cNvPr id="2621" name="Google Shape;11086;p73">
              <a:extLst>
                <a:ext uri="{FF2B5EF4-FFF2-40B4-BE49-F238E27FC236}">
                  <a16:creationId xmlns:a16="http://schemas.microsoft.com/office/drawing/2014/main" id="{EFF36473-8C59-3234-9D0B-A34CB169D6D5}"/>
                </a:ext>
              </a:extLst>
            </p:cNvPr>
            <p:cNvSpPr/>
            <p:nvPr/>
          </p:nvSpPr>
          <p:spPr>
            <a:xfrm>
              <a:off x="3476576" y="2633631"/>
              <a:ext cx="417024" cy="293244"/>
            </a:xfrm>
            <a:custGeom>
              <a:avLst/>
              <a:gdLst/>
              <a:ahLst/>
              <a:cxnLst/>
              <a:rect l="l" t="t" r="r" b="b"/>
              <a:pathLst>
                <a:path w="19982" h="14051" extrusionOk="0">
                  <a:moveTo>
                    <a:pt x="17056" y="1172"/>
                  </a:moveTo>
                  <a:cubicBezTo>
                    <a:pt x="18023" y="1172"/>
                    <a:pt x="18811" y="1961"/>
                    <a:pt x="18811" y="2929"/>
                  </a:cubicBezTo>
                  <a:lnTo>
                    <a:pt x="18811" y="11124"/>
                  </a:lnTo>
                  <a:cubicBezTo>
                    <a:pt x="18811" y="12092"/>
                    <a:pt x="18023" y="12881"/>
                    <a:pt x="17056" y="12881"/>
                  </a:cubicBezTo>
                  <a:lnTo>
                    <a:pt x="2927" y="12881"/>
                  </a:lnTo>
                  <a:cubicBezTo>
                    <a:pt x="1959" y="12881"/>
                    <a:pt x="1172" y="12092"/>
                    <a:pt x="1172" y="11124"/>
                  </a:cubicBezTo>
                  <a:lnTo>
                    <a:pt x="1172" y="2929"/>
                  </a:lnTo>
                  <a:cubicBezTo>
                    <a:pt x="1172" y="1961"/>
                    <a:pt x="1959" y="1172"/>
                    <a:pt x="2927" y="1172"/>
                  </a:cubicBezTo>
                  <a:close/>
                  <a:moveTo>
                    <a:pt x="2927" y="1"/>
                  </a:moveTo>
                  <a:cubicBezTo>
                    <a:pt x="1313" y="1"/>
                    <a:pt x="1" y="1315"/>
                    <a:pt x="1" y="2929"/>
                  </a:cubicBezTo>
                  <a:lnTo>
                    <a:pt x="1" y="11124"/>
                  </a:lnTo>
                  <a:cubicBezTo>
                    <a:pt x="1" y="12738"/>
                    <a:pt x="1313" y="14050"/>
                    <a:pt x="2927" y="14050"/>
                  </a:cubicBezTo>
                  <a:lnTo>
                    <a:pt x="17056" y="14050"/>
                  </a:lnTo>
                  <a:cubicBezTo>
                    <a:pt x="18669" y="14050"/>
                    <a:pt x="19982" y="12738"/>
                    <a:pt x="19982" y="11124"/>
                  </a:cubicBezTo>
                  <a:lnTo>
                    <a:pt x="19982" y="2929"/>
                  </a:lnTo>
                  <a:cubicBezTo>
                    <a:pt x="19982" y="1315"/>
                    <a:pt x="18669" y="1"/>
                    <a:pt x="1705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2" name="Google Shape;11087;p73">
              <a:extLst>
                <a:ext uri="{FF2B5EF4-FFF2-40B4-BE49-F238E27FC236}">
                  <a16:creationId xmlns:a16="http://schemas.microsoft.com/office/drawing/2014/main" id="{F173A226-792A-6EB2-92FB-4E26871FE58F}"/>
                </a:ext>
              </a:extLst>
            </p:cNvPr>
            <p:cNvSpPr/>
            <p:nvPr/>
          </p:nvSpPr>
          <p:spPr>
            <a:xfrm>
              <a:off x="3636206" y="2706945"/>
              <a:ext cx="122194" cy="146633"/>
            </a:xfrm>
            <a:custGeom>
              <a:avLst/>
              <a:gdLst/>
              <a:ahLst/>
              <a:cxnLst/>
              <a:rect l="l" t="t" r="r" b="b"/>
              <a:pathLst>
                <a:path w="5855" h="7026" extrusionOk="0">
                  <a:moveTo>
                    <a:pt x="1172" y="1643"/>
                  </a:moveTo>
                  <a:lnTo>
                    <a:pt x="4165" y="3514"/>
                  </a:lnTo>
                  <a:lnTo>
                    <a:pt x="1172" y="5384"/>
                  </a:lnTo>
                  <a:lnTo>
                    <a:pt x="1172" y="1643"/>
                  </a:lnTo>
                  <a:close/>
                  <a:moveTo>
                    <a:pt x="586" y="0"/>
                  </a:moveTo>
                  <a:cubicBezTo>
                    <a:pt x="489" y="0"/>
                    <a:pt x="391" y="25"/>
                    <a:pt x="302" y="74"/>
                  </a:cubicBezTo>
                  <a:cubicBezTo>
                    <a:pt x="116" y="178"/>
                    <a:pt x="1" y="373"/>
                    <a:pt x="1" y="587"/>
                  </a:cubicBezTo>
                  <a:lnTo>
                    <a:pt x="1" y="6440"/>
                  </a:lnTo>
                  <a:cubicBezTo>
                    <a:pt x="1" y="6653"/>
                    <a:pt x="116" y="6849"/>
                    <a:pt x="302" y="6953"/>
                  </a:cubicBezTo>
                  <a:cubicBezTo>
                    <a:pt x="389" y="7001"/>
                    <a:pt x="487" y="7026"/>
                    <a:pt x="585" y="7026"/>
                  </a:cubicBezTo>
                  <a:cubicBezTo>
                    <a:pt x="693" y="7026"/>
                    <a:pt x="801" y="6997"/>
                    <a:pt x="896" y="6937"/>
                  </a:cubicBezTo>
                  <a:lnTo>
                    <a:pt x="5580" y="4010"/>
                  </a:lnTo>
                  <a:cubicBezTo>
                    <a:pt x="5750" y="3903"/>
                    <a:pt x="5854" y="3714"/>
                    <a:pt x="5854" y="3513"/>
                  </a:cubicBezTo>
                  <a:cubicBezTo>
                    <a:pt x="5854" y="3311"/>
                    <a:pt x="5750" y="3123"/>
                    <a:pt x="5580" y="3017"/>
                  </a:cubicBezTo>
                  <a:lnTo>
                    <a:pt x="896" y="90"/>
                  </a:lnTo>
                  <a:cubicBezTo>
                    <a:pt x="801" y="30"/>
                    <a:pt x="694" y="0"/>
                    <a:pt x="58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23" name="Google Shape;11088;p73">
            <a:extLst>
              <a:ext uri="{FF2B5EF4-FFF2-40B4-BE49-F238E27FC236}">
                <a16:creationId xmlns:a16="http://schemas.microsoft.com/office/drawing/2014/main" id="{91DDF505-03E8-A162-E46C-9970FA787328}"/>
              </a:ext>
            </a:extLst>
          </p:cNvPr>
          <p:cNvGrpSpPr/>
          <p:nvPr/>
        </p:nvGrpSpPr>
        <p:grpSpPr>
          <a:xfrm>
            <a:off x="8919201" y="6437638"/>
            <a:ext cx="823938" cy="823606"/>
            <a:chOff x="3988564" y="2571836"/>
            <a:chExt cx="417045" cy="416878"/>
          </a:xfrm>
          <a:solidFill>
            <a:srgbClr val="555559"/>
          </a:solidFill>
        </p:grpSpPr>
        <p:sp>
          <p:nvSpPr>
            <p:cNvPr id="2624" name="Google Shape;11089;p73">
              <a:extLst>
                <a:ext uri="{FF2B5EF4-FFF2-40B4-BE49-F238E27FC236}">
                  <a16:creationId xmlns:a16="http://schemas.microsoft.com/office/drawing/2014/main" id="{A5DBA337-22BD-BB1A-2408-175C0FD17616}"/>
                </a:ext>
              </a:extLst>
            </p:cNvPr>
            <p:cNvSpPr/>
            <p:nvPr/>
          </p:nvSpPr>
          <p:spPr>
            <a:xfrm>
              <a:off x="4090678" y="2650431"/>
              <a:ext cx="213124" cy="259268"/>
            </a:xfrm>
            <a:custGeom>
              <a:avLst/>
              <a:gdLst/>
              <a:ahLst/>
              <a:cxnLst/>
              <a:rect l="l" t="t" r="r" b="b"/>
              <a:pathLst>
                <a:path w="10212" h="12423" extrusionOk="0">
                  <a:moveTo>
                    <a:pt x="4938" y="1172"/>
                  </a:moveTo>
                  <a:cubicBezTo>
                    <a:pt x="7267" y="1172"/>
                    <a:pt x="8610" y="2621"/>
                    <a:pt x="8610" y="3081"/>
                  </a:cubicBezTo>
                  <a:cubicBezTo>
                    <a:pt x="8610" y="3348"/>
                    <a:pt x="8308" y="3471"/>
                    <a:pt x="8102" y="3471"/>
                  </a:cubicBezTo>
                  <a:cubicBezTo>
                    <a:pt x="7867" y="3471"/>
                    <a:pt x="7733" y="3357"/>
                    <a:pt x="7407" y="3026"/>
                  </a:cubicBezTo>
                  <a:cubicBezTo>
                    <a:pt x="6933" y="2541"/>
                    <a:pt x="6282" y="1879"/>
                    <a:pt x="4821" y="1879"/>
                  </a:cubicBezTo>
                  <a:cubicBezTo>
                    <a:pt x="4177" y="1879"/>
                    <a:pt x="3602" y="2046"/>
                    <a:pt x="3162" y="2362"/>
                  </a:cubicBezTo>
                  <a:cubicBezTo>
                    <a:pt x="2687" y="2700"/>
                    <a:pt x="2417" y="3188"/>
                    <a:pt x="2417" y="3701"/>
                  </a:cubicBezTo>
                  <a:cubicBezTo>
                    <a:pt x="2417" y="4145"/>
                    <a:pt x="2603" y="4758"/>
                    <a:pt x="3491" y="5152"/>
                  </a:cubicBezTo>
                  <a:cubicBezTo>
                    <a:pt x="3997" y="5378"/>
                    <a:pt x="4646" y="5506"/>
                    <a:pt x="5334" y="5642"/>
                  </a:cubicBezTo>
                  <a:cubicBezTo>
                    <a:pt x="7566" y="6081"/>
                    <a:pt x="9029" y="6514"/>
                    <a:pt x="9029" y="8449"/>
                  </a:cubicBezTo>
                  <a:cubicBezTo>
                    <a:pt x="9029" y="8455"/>
                    <a:pt x="9029" y="8464"/>
                    <a:pt x="9029" y="8478"/>
                  </a:cubicBezTo>
                  <a:cubicBezTo>
                    <a:pt x="9035" y="8646"/>
                    <a:pt x="9028" y="9518"/>
                    <a:pt x="8347" y="10222"/>
                  </a:cubicBezTo>
                  <a:cubicBezTo>
                    <a:pt x="7688" y="10903"/>
                    <a:pt x="6597" y="11248"/>
                    <a:pt x="5102" y="11252"/>
                  </a:cubicBezTo>
                  <a:cubicBezTo>
                    <a:pt x="2240" y="11250"/>
                    <a:pt x="1171" y="9891"/>
                    <a:pt x="1171" y="9033"/>
                  </a:cubicBezTo>
                  <a:cubicBezTo>
                    <a:pt x="1171" y="8780"/>
                    <a:pt x="1518" y="8672"/>
                    <a:pt x="1656" y="8672"/>
                  </a:cubicBezTo>
                  <a:cubicBezTo>
                    <a:pt x="1844" y="8672"/>
                    <a:pt x="2005" y="8837"/>
                    <a:pt x="2327" y="9212"/>
                  </a:cubicBezTo>
                  <a:cubicBezTo>
                    <a:pt x="2843" y="9813"/>
                    <a:pt x="3551" y="10636"/>
                    <a:pt x="5095" y="10636"/>
                  </a:cubicBezTo>
                  <a:cubicBezTo>
                    <a:pt x="6363" y="10636"/>
                    <a:pt x="7727" y="9881"/>
                    <a:pt x="7727" y="8612"/>
                  </a:cubicBezTo>
                  <a:cubicBezTo>
                    <a:pt x="7727" y="7951"/>
                    <a:pt x="7363" y="7445"/>
                    <a:pt x="6647" y="7109"/>
                  </a:cubicBezTo>
                  <a:cubicBezTo>
                    <a:pt x="6130" y="6866"/>
                    <a:pt x="5472" y="6726"/>
                    <a:pt x="4773" y="6578"/>
                  </a:cubicBezTo>
                  <a:cubicBezTo>
                    <a:pt x="2620" y="6120"/>
                    <a:pt x="1209" y="5683"/>
                    <a:pt x="1209" y="3859"/>
                  </a:cubicBezTo>
                  <a:cubicBezTo>
                    <a:pt x="1209" y="2893"/>
                    <a:pt x="1667" y="2191"/>
                    <a:pt x="2606" y="1711"/>
                  </a:cubicBezTo>
                  <a:cubicBezTo>
                    <a:pt x="3388" y="1313"/>
                    <a:pt x="4350" y="1172"/>
                    <a:pt x="4938" y="1172"/>
                  </a:cubicBezTo>
                  <a:close/>
                  <a:moveTo>
                    <a:pt x="4938" y="1"/>
                  </a:moveTo>
                  <a:cubicBezTo>
                    <a:pt x="2944" y="1"/>
                    <a:pt x="39" y="991"/>
                    <a:pt x="39" y="3861"/>
                  </a:cubicBezTo>
                  <a:cubicBezTo>
                    <a:pt x="39" y="5149"/>
                    <a:pt x="579" y="6129"/>
                    <a:pt x="1644" y="6772"/>
                  </a:cubicBezTo>
                  <a:cubicBezTo>
                    <a:pt x="2505" y="7293"/>
                    <a:pt x="3581" y="7523"/>
                    <a:pt x="4529" y="7724"/>
                  </a:cubicBezTo>
                  <a:cubicBezTo>
                    <a:pt x="5159" y="7857"/>
                    <a:pt x="5755" y="7984"/>
                    <a:pt x="6149" y="8170"/>
                  </a:cubicBezTo>
                  <a:cubicBezTo>
                    <a:pt x="6556" y="8359"/>
                    <a:pt x="6556" y="8518"/>
                    <a:pt x="6556" y="8612"/>
                  </a:cubicBezTo>
                  <a:cubicBezTo>
                    <a:pt x="6556" y="9100"/>
                    <a:pt x="5785" y="9465"/>
                    <a:pt x="5095" y="9465"/>
                  </a:cubicBezTo>
                  <a:cubicBezTo>
                    <a:pt x="4089" y="9465"/>
                    <a:pt x="3664" y="8971"/>
                    <a:pt x="3215" y="8449"/>
                  </a:cubicBezTo>
                  <a:cubicBezTo>
                    <a:pt x="2833" y="8005"/>
                    <a:pt x="2401" y="7501"/>
                    <a:pt x="1656" y="7501"/>
                  </a:cubicBezTo>
                  <a:cubicBezTo>
                    <a:pt x="860" y="7501"/>
                    <a:pt x="0" y="8087"/>
                    <a:pt x="0" y="9035"/>
                  </a:cubicBezTo>
                  <a:cubicBezTo>
                    <a:pt x="0" y="10459"/>
                    <a:pt x="1462" y="12423"/>
                    <a:pt x="5104" y="12423"/>
                  </a:cubicBezTo>
                  <a:cubicBezTo>
                    <a:pt x="6926" y="12419"/>
                    <a:pt x="8301" y="11954"/>
                    <a:pt x="9187" y="11036"/>
                  </a:cubicBezTo>
                  <a:cubicBezTo>
                    <a:pt x="10167" y="10024"/>
                    <a:pt x="10211" y="8803"/>
                    <a:pt x="10200" y="8442"/>
                  </a:cubicBezTo>
                  <a:cubicBezTo>
                    <a:pt x="10199" y="7101"/>
                    <a:pt x="9638" y="6090"/>
                    <a:pt x="8536" y="5435"/>
                  </a:cubicBezTo>
                  <a:cubicBezTo>
                    <a:pt x="7642" y="4904"/>
                    <a:pt x="6537" y="4685"/>
                    <a:pt x="5560" y="4492"/>
                  </a:cubicBezTo>
                  <a:cubicBezTo>
                    <a:pt x="4939" y="4370"/>
                    <a:pt x="4354" y="4255"/>
                    <a:pt x="3966" y="4084"/>
                  </a:cubicBezTo>
                  <a:cubicBezTo>
                    <a:pt x="3588" y="3916"/>
                    <a:pt x="3588" y="3781"/>
                    <a:pt x="3588" y="3703"/>
                  </a:cubicBezTo>
                  <a:cubicBezTo>
                    <a:pt x="3588" y="3429"/>
                    <a:pt x="4016" y="3050"/>
                    <a:pt x="4821" y="3050"/>
                  </a:cubicBezTo>
                  <a:cubicBezTo>
                    <a:pt x="5790" y="3050"/>
                    <a:pt x="6153" y="3418"/>
                    <a:pt x="6570" y="3847"/>
                  </a:cubicBezTo>
                  <a:cubicBezTo>
                    <a:pt x="6921" y="4202"/>
                    <a:pt x="7354" y="4644"/>
                    <a:pt x="8102" y="4644"/>
                  </a:cubicBezTo>
                  <a:cubicBezTo>
                    <a:pt x="8966" y="4644"/>
                    <a:pt x="9781" y="4016"/>
                    <a:pt x="9781" y="3082"/>
                  </a:cubicBezTo>
                  <a:cubicBezTo>
                    <a:pt x="9781" y="1768"/>
                    <a:pt x="7722" y="1"/>
                    <a:pt x="493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5" name="Google Shape;11090;p73">
              <a:extLst>
                <a:ext uri="{FF2B5EF4-FFF2-40B4-BE49-F238E27FC236}">
                  <a16:creationId xmlns:a16="http://schemas.microsoft.com/office/drawing/2014/main" id="{663BB908-CEFD-C36E-A854-F3A8B29E28E3}"/>
                </a:ext>
              </a:extLst>
            </p:cNvPr>
            <p:cNvSpPr/>
            <p:nvPr/>
          </p:nvSpPr>
          <p:spPr>
            <a:xfrm>
              <a:off x="3988564" y="2571836"/>
              <a:ext cx="417045" cy="416878"/>
            </a:xfrm>
            <a:custGeom>
              <a:avLst/>
              <a:gdLst/>
              <a:ahLst/>
              <a:cxnLst/>
              <a:rect l="l" t="t" r="r" b="b"/>
              <a:pathLst>
                <a:path w="19983" h="19975" extrusionOk="0">
                  <a:moveTo>
                    <a:pt x="5465" y="1172"/>
                  </a:moveTo>
                  <a:cubicBezTo>
                    <a:pt x="6229" y="1172"/>
                    <a:pt x="6714" y="1356"/>
                    <a:pt x="7184" y="1548"/>
                  </a:cubicBezTo>
                  <a:cubicBezTo>
                    <a:pt x="7842" y="1820"/>
                    <a:pt x="8120" y="1882"/>
                    <a:pt x="8506" y="1882"/>
                  </a:cubicBezTo>
                  <a:cubicBezTo>
                    <a:pt x="8831" y="1882"/>
                    <a:pt x="9232" y="1838"/>
                    <a:pt x="10000" y="1838"/>
                  </a:cubicBezTo>
                  <a:cubicBezTo>
                    <a:pt x="13275" y="1838"/>
                    <a:pt x="15226" y="3478"/>
                    <a:pt x="16286" y="4855"/>
                  </a:cubicBezTo>
                  <a:cubicBezTo>
                    <a:pt x="17660" y="6641"/>
                    <a:pt x="18149" y="8709"/>
                    <a:pt x="18149" y="9937"/>
                  </a:cubicBezTo>
                  <a:cubicBezTo>
                    <a:pt x="18149" y="11304"/>
                    <a:pt x="17841" y="11405"/>
                    <a:pt x="18414" y="12744"/>
                  </a:cubicBezTo>
                  <a:cubicBezTo>
                    <a:pt x="18610" y="13203"/>
                    <a:pt x="18812" y="13675"/>
                    <a:pt x="18812" y="14565"/>
                  </a:cubicBezTo>
                  <a:cubicBezTo>
                    <a:pt x="18812" y="15702"/>
                    <a:pt x="18373" y="16765"/>
                    <a:pt x="17575" y="17561"/>
                  </a:cubicBezTo>
                  <a:cubicBezTo>
                    <a:pt x="16776" y="18358"/>
                    <a:pt x="15671" y="18803"/>
                    <a:pt x="14546" y="18803"/>
                  </a:cubicBezTo>
                  <a:cubicBezTo>
                    <a:pt x="14544" y="18803"/>
                    <a:pt x="14542" y="18803"/>
                    <a:pt x="14540" y="18803"/>
                  </a:cubicBezTo>
                  <a:lnTo>
                    <a:pt x="14519" y="18803"/>
                  </a:lnTo>
                  <a:cubicBezTo>
                    <a:pt x="13754" y="18803"/>
                    <a:pt x="13270" y="18612"/>
                    <a:pt x="12799" y="18418"/>
                  </a:cubicBezTo>
                  <a:cubicBezTo>
                    <a:pt x="12161" y="18154"/>
                    <a:pt x="11842" y="18085"/>
                    <a:pt x="11520" y="18085"/>
                  </a:cubicBezTo>
                  <a:cubicBezTo>
                    <a:pt x="11167" y="18085"/>
                    <a:pt x="10809" y="18168"/>
                    <a:pt x="10022" y="18168"/>
                  </a:cubicBezTo>
                  <a:cubicBezTo>
                    <a:pt x="6746" y="18168"/>
                    <a:pt x="4785" y="16516"/>
                    <a:pt x="3717" y="15131"/>
                  </a:cubicBezTo>
                  <a:cubicBezTo>
                    <a:pt x="2328" y="13328"/>
                    <a:pt x="1835" y="11257"/>
                    <a:pt x="1835" y="10031"/>
                  </a:cubicBezTo>
                  <a:cubicBezTo>
                    <a:pt x="1835" y="8674"/>
                    <a:pt x="2146" y="8571"/>
                    <a:pt x="1569" y="7222"/>
                  </a:cubicBezTo>
                  <a:cubicBezTo>
                    <a:pt x="1375" y="6765"/>
                    <a:pt x="1173" y="6293"/>
                    <a:pt x="1171" y="5408"/>
                  </a:cubicBezTo>
                  <a:cubicBezTo>
                    <a:pt x="1175" y="3063"/>
                    <a:pt x="3100" y="1172"/>
                    <a:pt x="5465" y="1172"/>
                  </a:cubicBezTo>
                  <a:close/>
                  <a:moveTo>
                    <a:pt x="5465" y="0"/>
                  </a:moveTo>
                  <a:cubicBezTo>
                    <a:pt x="3993" y="0"/>
                    <a:pt x="2617" y="552"/>
                    <a:pt x="1587" y="1582"/>
                  </a:cubicBezTo>
                  <a:cubicBezTo>
                    <a:pt x="566" y="2603"/>
                    <a:pt x="4" y="3960"/>
                    <a:pt x="0" y="5403"/>
                  </a:cubicBezTo>
                  <a:lnTo>
                    <a:pt x="0" y="5414"/>
                  </a:lnTo>
                  <a:cubicBezTo>
                    <a:pt x="2" y="6535"/>
                    <a:pt x="274" y="7170"/>
                    <a:pt x="492" y="7682"/>
                  </a:cubicBezTo>
                  <a:cubicBezTo>
                    <a:pt x="938" y="8725"/>
                    <a:pt x="664" y="8547"/>
                    <a:pt x="664" y="10031"/>
                  </a:cubicBezTo>
                  <a:cubicBezTo>
                    <a:pt x="664" y="11738"/>
                    <a:pt x="1385" y="14023"/>
                    <a:pt x="2790" y="15845"/>
                  </a:cubicBezTo>
                  <a:cubicBezTo>
                    <a:pt x="4019" y="17439"/>
                    <a:pt x="6270" y="19339"/>
                    <a:pt x="10022" y="19339"/>
                  </a:cubicBezTo>
                  <a:cubicBezTo>
                    <a:pt x="10942" y="19339"/>
                    <a:pt x="11234" y="19255"/>
                    <a:pt x="11494" y="19255"/>
                  </a:cubicBezTo>
                  <a:cubicBezTo>
                    <a:pt x="11700" y="19255"/>
                    <a:pt x="11887" y="19308"/>
                    <a:pt x="12353" y="19500"/>
                  </a:cubicBezTo>
                  <a:cubicBezTo>
                    <a:pt x="12875" y="19716"/>
                    <a:pt x="13523" y="19974"/>
                    <a:pt x="14519" y="19974"/>
                  </a:cubicBezTo>
                  <a:lnTo>
                    <a:pt x="14554" y="19974"/>
                  </a:lnTo>
                  <a:cubicBezTo>
                    <a:pt x="15985" y="19974"/>
                    <a:pt x="17386" y="19403"/>
                    <a:pt x="18402" y="18391"/>
                  </a:cubicBezTo>
                  <a:cubicBezTo>
                    <a:pt x="19422" y="17374"/>
                    <a:pt x="19983" y="16015"/>
                    <a:pt x="19983" y="14565"/>
                  </a:cubicBezTo>
                  <a:cubicBezTo>
                    <a:pt x="19983" y="13436"/>
                    <a:pt x="19711" y="12797"/>
                    <a:pt x="19491" y="12284"/>
                  </a:cubicBezTo>
                  <a:cubicBezTo>
                    <a:pt x="19045" y="11243"/>
                    <a:pt x="19320" y="11421"/>
                    <a:pt x="19320" y="9937"/>
                  </a:cubicBezTo>
                  <a:cubicBezTo>
                    <a:pt x="19320" y="8218"/>
                    <a:pt x="18603" y="5946"/>
                    <a:pt x="17213" y="4140"/>
                  </a:cubicBezTo>
                  <a:cubicBezTo>
                    <a:pt x="15994" y="2557"/>
                    <a:pt x="13753" y="667"/>
                    <a:pt x="10000" y="667"/>
                  </a:cubicBezTo>
                  <a:cubicBezTo>
                    <a:pt x="9146" y="667"/>
                    <a:pt x="8785" y="712"/>
                    <a:pt x="8528" y="712"/>
                  </a:cubicBezTo>
                  <a:cubicBezTo>
                    <a:pt x="8261" y="712"/>
                    <a:pt x="8109" y="664"/>
                    <a:pt x="7630" y="466"/>
                  </a:cubicBezTo>
                  <a:cubicBezTo>
                    <a:pt x="7110" y="252"/>
                    <a:pt x="6461" y="0"/>
                    <a:pt x="54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26" name="Google Shape;11091;p73">
            <a:extLst>
              <a:ext uri="{FF2B5EF4-FFF2-40B4-BE49-F238E27FC236}">
                <a16:creationId xmlns:a16="http://schemas.microsoft.com/office/drawing/2014/main" id="{0ED2A7BA-7C76-1AAE-7FD4-E848E06A7394}"/>
              </a:ext>
            </a:extLst>
          </p:cNvPr>
          <p:cNvGrpSpPr/>
          <p:nvPr/>
        </p:nvGrpSpPr>
        <p:grpSpPr>
          <a:xfrm>
            <a:off x="9971994" y="6437492"/>
            <a:ext cx="823896" cy="823896"/>
            <a:chOff x="4500573" y="2571753"/>
            <a:chExt cx="417024" cy="417024"/>
          </a:xfrm>
          <a:solidFill>
            <a:srgbClr val="555559"/>
          </a:solidFill>
        </p:grpSpPr>
        <p:sp>
          <p:nvSpPr>
            <p:cNvPr id="2627" name="Google Shape;11092;p73">
              <a:extLst>
                <a:ext uri="{FF2B5EF4-FFF2-40B4-BE49-F238E27FC236}">
                  <a16:creationId xmlns:a16="http://schemas.microsoft.com/office/drawing/2014/main" id="{256BF3C8-9954-4B06-00FB-CD96388C1F60}"/>
                </a:ext>
              </a:extLst>
            </p:cNvPr>
            <p:cNvSpPr/>
            <p:nvPr/>
          </p:nvSpPr>
          <p:spPr>
            <a:xfrm>
              <a:off x="4550263" y="2632817"/>
              <a:ext cx="317683" cy="293244"/>
            </a:xfrm>
            <a:custGeom>
              <a:avLst/>
              <a:gdLst/>
              <a:ahLst/>
              <a:cxnLst/>
              <a:rect l="l" t="t" r="r" b="b"/>
              <a:pathLst>
                <a:path w="15222" h="14051" extrusionOk="0">
                  <a:moveTo>
                    <a:pt x="7616" y="1172"/>
                  </a:moveTo>
                  <a:cubicBezTo>
                    <a:pt x="8529" y="1202"/>
                    <a:pt x="10613" y="1570"/>
                    <a:pt x="10613" y="4280"/>
                  </a:cubicBezTo>
                  <a:cubicBezTo>
                    <a:pt x="10613" y="4791"/>
                    <a:pt x="10565" y="5662"/>
                    <a:pt x="10565" y="5683"/>
                  </a:cubicBezTo>
                  <a:cubicBezTo>
                    <a:pt x="10565" y="6490"/>
                    <a:pt x="11186" y="6530"/>
                    <a:pt x="11312" y="6530"/>
                  </a:cubicBezTo>
                  <a:cubicBezTo>
                    <a:pt x="11563" y="6530"/>
                    <a:pt x="11867" y="6461"/>
                    <a:pt x="12149" y="6399"/>
                  </a:cubicBezTo>
                  <a:lnTo>
                    <a:pt x="12149" y="6399"/>
                  </a:lnTo>
                  <a:cubicBezTo>
                    <a:pt x="11697" y="6589"/>
                    <a:pt x="10875" y="6838"/>
                    <a:pt x="10875" y="7608"/>
                  </a:cubicBezTo>
                  <a:cubicBezTo>
                    <a:pt x="10875" y="9260"/>
                    <a:pt x="12294" y="9897"/>
                    <a:pt x="13233" y="10316"/>
                  </a:cubicBezTo>
                  <a:cubicBezTo>
                    <a:pt x="13419" y="10399"/>
                    <a:pt x="13661" y="10509"/>
                    <a:pt x="13838" y="10608"/>
                  </a:cubicBezTo>
                  <a:cubicBezTo>
                    <a:pt x="13590" y="10652"/>
                    <a:pt x="13247" y="10703"/>
                    <a:pt x="12826" y="10802"/>
                  </a:cubicBezTo>
                  <a:cubicBezTo>
                    <a:pt x="12446" y="10894"/>
                    <a:pt x="12149" y="11195"/>
                    <a:pt x="12067" y="11574"/>
                  </a:cubicBezTo>
                  <a:cubicBezTo>
                    <a:pt x="12058" y="11614"/>
                    <a:pt x="12049" y="11652"/>
                    <a:pt x="12041" y="11683"/>
                  </a:cubicBezTo>
                  <a:cubicBezTo>
                    <a:pt x="11837" y="11646"/>
                    <a:pt x="11549" y="11584"/>
                    <a:pt x="11156" y="11584"/>
                  </a:cubicBezTo>
                  <a:cubicBezTo>
                    <a:pt x="10220" y="11584"/>
                    <a:pt x="9658" y="11968"/>
                    <a:pt x="9161" y="12306"/>
                  </a:cubicBezTo>
                  <a:cubicBezTo>
                    <a:pt x="8711" y="12614"/>
                    <a:pt x="8322" y="12879"/>
                    <a:pt x="7611" y="12881"/>
                  </a:cubicBezTo>
                  <a:cubicBezTo>
                    <a:pt x="6900" y="12879"/>
                    <a:pt x="6511" y="12614"/>
                    <a:pt x="6060" y="12306"/>
                  </a:cubicBezTo>
                  <a:cubicBezTo>
                    <a:pt x="5563" y="11968"/>
                    <a:pt x="5000" y="11584"/>
                    <a:pt x="4064" y="11584"/>
                  </a:cubicBezTo>
                  <a:cubicBezTo>
                    <a:pt x="3671" y="11584"/>
                    <a:pt x="3381" y="11646"/>
                    <a:pt x="3180" y="11683"/>
                  </a:cubicBezTo>
                  <a:cubicBezTo>
                    <a:pt x="3171" y="11652"/>
                    <a:pt x="3164" y="11614"/>
                    <a:pt x="3155" y="11574"/>
                  </a:cubicBezTo>
                  <a:cubicBezTo>
                    <a:pt x="3072" y="11195"/>
                    <a:pt x="2775" y="10894"/>
                    <a:pt x="2394" y="10802"/>
                  </a:cubicBezTo>
                  <a:cubicBezTo>
                    <a:pt x="1973" y="10703"/>
                    <a:pt x="1630" y="10652"/>
                    <a:pt x="1384" y="10608"/>
                  </a:cubicBezTo>
                  <a:cubicBezTo>
                    <a:pt x="1559" y="10509"/>
                    <a:pt x="1803" y="10399"/>
                    <a:pt x="1987" y="10316"/>
                  </a:cubicBezTo>
                  <a:cubicBezTo>
                    <a:pt x="2927" y="9897"/>
                    <a:pt x="4347" y="9260"/>
                    <a:pt x="4347" y="7608"/>
                  </a:cubicBezTo>
                  <a:cubicBezTo>
                    <a:pt x="4347" y="6838"/>
                    <a:pt x="3525" y="6589"/>
                    <a:pt x="3072" y="6399"/>
                  </a:cubicBezTo>
                  <a:lnTo>
                    <a:pt x="3072" y="6399"/>
                  </a:lnTo>
                  <a:cubicBezTo>
                    <a:pt x="3355" y="6461"/>
                    <a:pt x="3657" y="6530"/>
                    <a:pt x="3910" y="6530"/>
                  </a:cubicBezTo>
                  <a:cubicBezTo>
                    <a:pt x="4034" y="6530"/>
                    <a:pt x="4655" y="6490"/>
                    <a:pt x="4655" y="5683"/>
                  </a:cubicBezTo>
                  <a:cubicBezTo>
                    <a:pt x="4655" y="5662"/>
                    <a:pt x="4609" y="4793"/>
                    <a:pt x="4609" y="4280"/>
                  </a:cubicBezTo>
                  <a:cubicBezTo>
                    <a:pt x="4609" y="1558"/>
                    <a:pt x="6698" y="1199"/>
                    <a:pt x="7616" y="1172"/>
                  </a:cubicBezTo>
                  <a:close/>
                  <a:moveTo>
                    <a:pt x="7602" y="1"/>
                  </a:moveTo>
                  <a:cubicBezTo>
                    <a:pt x="7201" y="11"/>
                    <a:pt x="6164" y="98"/>
                    <a:pt x="5219" y="691"/>
                  </a:cubicBezTo>
                  <a:cubicBezTo>
                    <a:pt x="4407" y="1200"/>
                    <a:pt x="3438" y="2237"/>
                    <a:pt x="3438" y="4280"/>
                  </a:cubicBezTo>
                  <a:cubicBezTo>
                    <a:pt x="3438" y="4714"/>
                    <a:pt x="3454" y="5041"/>
                    <a:pt x="3466" y="5288"/>
                  </a:cubicBezTo>
                  <a:cubicBezTo>
                    <a:pt x="3176" y="5225"/>
                    <a:pt x="2914" y="5159"/>
                    <a:pt x="2711" y="5159"/>
                  </a:cubicBezTo>
                  <a:cubicBezTo>
                    <a:pt x="2005" y="5159"/>
                    <a:pt x="1492" y="5593"/>
                    <a:pt x="1492" y="6187"/>
                  </a:cubicBezTo>
                  <a:cubicBezTo>
                    <a:pt x="1492" y="7031"/>
                    <a:pt x="2302" y="7355"/>
                    <a:pt x="2785" y="7547"/>
                  </a:cubicBezTo>
                  <a:cubicBezTo>
                    <a:pt x="2907" y="7595"/>
                    <a:pt x="3077" y="7664"/>
                    <a:pt x="3173" y="7717"/>
                  </a:cubicBezTo>
                  <a:cubicBezTo>
                    <a:pt x="3084" y="8885"/>
                    <a:pt x="1453" y="9124"/>
                    <a:pt x="595" y="9723"/>
                  </a:cubicBezTo>
                  <a:cubicBezTo>
                    <a:pt x="201" y="9999"/>
                    <a:pt x="1" y="10337"/>
                    <a:pt x="1" y="10730"/>
                  </a:cubicBezTo>
                  <a:cubicBezTo>
                    <a:pt x="1" y="11119"/>
                    <a:pt x="194" y="11425"/>
                    <a:pt x="547" y="11590"/>
                  </a:cubicBezTo>
                  <a:cubicBezTo>
                    <a:pt x="892" y="11752"/>
                    <a:pt x="1340" y="11765"/>
                    <a:pt x="2032" y="11920"/>
                  </a:cubicBezTo>
                  <a:cubicBezTo>
                    <a:pt x="2081" y="12138"/>
                    <a:pt x="2134" y="12318"/>
                    <a:pt x="2231" y="12474"/>
                  </a:cubicBezTo>
                  <a:cubicBezTo>
                    <a:pt x="2428" y="12789"/>
                    <a:pt x="2691" y="12874"/>
                    <a:pt x="2981" y="12874"/>
                  </a:cubicBezTo>
                  <a:cubicBezTo>
                    <a:pt x="3325" y="12874"/>
                    <a:pt x="3708" y="12754"/>
                    <a:pt x="4064" y="12754"/>
                  </a:cubicBezTo>
                  <a:cubicBezTo>
                    <a:pt x="4639" y="12754"/>
                    <a:pt x="4975" y="12984"/>
                    <a:pt x="5400" y="13274"/>
                  </a:cubicBezTo>
                  <a:cubicBezTo>
                    <a:pt x="5907" y="13619"/>
                    <a:pt x="6537" y="14050"/>
                    <a:pt x="7609" y="14050"/>
                  </a:cubicBezTo>
                  <a:lnTo>
                    <a:pt x="7611" y="14050"/>
                  </a:lnTo>
                  <a:cubicBezTo>
                    <a:pt x="8683" y="14050"/>
                    <a:pt x="9315" y="13620"/>
                    <a:pt x="9821" y="13274"/>
                  </a:cubicBezTo>
                  <a:cubicBezTo>
                    <a:pt x="10247" y="12984"/>
                    <a:pt x="10581" y="12754"/>
                    <a:pt x="11156" y="12754"/>
                  </a:cubicBezTo>
                  <a:cubicBezTo>
                    <a:pt x="11621" y="12754"/>
                    <a:pt x="11881" y="12881"/>
                    <a:pt x="12228" y="12881"/>
                  </a:cubicBezTo>
                  <a:cubicBezTo>
                    <a:pt x="12647" y="12881"/>
                    <a:pt x="12874" y="12660"/>
                    <a:pt x="12991" y="12474"/>
                  </a:cubicBezTo>
                  <a:cubicBezTo>
                    <a:pt x="13088" y="12318"/>
                    <a:pt x="13139" y="12136"/>
                    <a:pt x="13189" y="11920"/>
                  </a:cubicBezTo>
                  <a:cubicBezTo>
                    <a:pt x="13880" y="11765"/>
                    <a:pt x="14328" y="11752"/>
                    <a:pt x="14673" y="11590"/>
                  </a:cubicBezTo>
                  <a:cubicBezTo>
                    <a:pt x="15027" y="11425"/>
                    <a:pt x="15221" y="11119"/>
                    <a:pt x="15221" y="10730"/>
                  </a:cubicBezTo>
                  <a:cubicBezTo>
                    <a:pt x="15221" y="10337"/>
                    <a:pt x="15020" y="9999"/>
                    <a:pt x="14625" y="9723"/>
                  </a:cubicBezTo>
                  <a:cubicBezTo>
                    <a:pt x="13769" y="9124"/>
                    <a:pt x="12136" y="8885"/>
                    <a:pt x="12048" y="7717"/>
                  </a:cubicBezTo>
                  <a:cubicBezTo>
                    <a:pt x="12143" y="7664"/>
                    <a:pt x="12313" y="7595"/>
                    <a:pt x="12435" y="7547"/>
                  </a:cubicBezTo>
                  <a:cubicBezTo>
                    <a:pt x="12918" y="7355"/>
                    <a:pt x="13728" y="7031"/>
                    <a:pt x="13728" y="6187"/>
                  </a:cubicBezTo>
                  <a:cubicBezTo>
                    <a:pt x="13728" y="5593"/>
                    <a:pt x="13215" y="5159"/>
                    <a:pt x="12509" y="5159"/>
                  </a:cubicBezTo>
                  <a:cubicBezTo>
                    <a:pt x="12306" y="5159"/>
                    <a:pt x="12044" y="5225"/>
                    <a:pt x="11754" y="5288"/>
                  </a:cubicBezTo>
                  <a:cubicBezTo>
                    <a:pt x="11768" y="5041"/>
                    <a:pt x="11782" y="4714"/>
                    <a:pt x="11782" y="4280"/>
                  </a:cubicBezTo>
                  <a:cubicBezTo>
                    <a:pt x="11782" y="2246"/>
                    <a:pt x="10822" y="1211"/>
                    <a:pt x="10017" y="700"/>
                  </a:cubicBezTo>
                  <a:cubicBezTo>
                    <a:pt x="9076" y="105"/>
                    <a:pt x="8037" y="13"/>
                    <a:pt x="763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8" name="Google Shape;11093;p73">
              <a:extLst>
                <a:ext uri="{FF2B5EF4-FFF2-40B4-BE49-F238E27FC236}">
                  <a16:creationId xmlns:a16="http://schemas.microsoft.com/office/drawing/2014/main" id="{59AD6875-AEB4-19F5-03D4-8B31225531E1}"/>
                </a:ext>
              </a:extLst>
            </p:cNvPr>
            <p:cNvSpPr/>
            <p:nvPr/>
          </p:nvSpPr>
          <p:spPr>
            <a:xfrm>
              <a:off x="4500573" y="2571753"/>
              <a:ext cx="417024" cy="417024"/>
            </a:xfrm>
            <a:custGeom>
              <a:avLst/>
              <a:gdLst/>
              <a:ahLst/>
              <a:cxnLst/>
              <a:rect l="l" t="t" r="r" b="b"/>
              <a:pathLst>
                <a:path w="19982" h="19982" extrusionOk="0">
                  <a:moveTo>
                    <a:pt x="17017" y="1172"/>
                  </a:moveTo>
                  <a:cubicBezTo>
                    <a:pt x="17990" y="1172"/>
                    <a:pt x="18812" y="1975"/>
                    <a:pt x="18812" y="2927"/>
                  </a:cubicBezTo>
                  <a:lnTo>
                    <a:pt x="18812" y="17017"/>
                  </a:lnTo>
                  <a:cubicBezTo>
                    <a:pt x="18812" y="17990"/>
                    <a:pt x="17990" y="18811"/>
                    <a:pt x="17017" y="18811"/>
                  </a:cubicBezTo>
                  <a:lnTo>
                    <a:pt x="2966" y="18811"/>
                  </a:lnTo>
                  <a:cubicBezTo>
                    <a:pt x="1993" y="18811"/>
                    <a:pt x="1172" y="17990"/>
                    <a:pt x="1172" y="17017"/>
                  </a:cubicBezTo>
                  <a:lnTo>
                    <a:pt x="1172" y="2927"/>
                  </a:lnTo>
                  <a:cubicBezTo>
                    <a:pt x="1172" y="1975"/>
                    <a:pt x="1993" y="1172"/>
                    <a:pt x="2966" y="1172"/>
                  </a:cubicBezTo>
                  <a:close/>
                  <a:moveTo>
                    <a:pt x="2966" y="1"/>
                  </a:moveTo>
                  <a:cubicBezTo>
                    <a:pt x="1349" y="1"/>
                    <a:pt x="1" y="1310"/>
                    <a:pt x="1" y="2927"/>
                  </a:cubicBezTo>
                  <a:lnTo>
                    <a:pt x="1" y="17015"/>
                  </a:lnTo>
                  <a:cubicBezTo>
                    <a:pt x="1" y="18636"/>
                    <a:pt x="1349" y="19982"/>
                    <a:pt x="2966" y="19982"/>
                  </a:cubicBezTo>
                  <a:lnTo>
                    <a:pt x="17017" y="19982"/>
                  </a:lnTo>
                  <a:cubicBezTo>
                    <a:pt x="18635" y="19982"/>
                    <a:pt x="19982" y="18634"/>
                    <a:pt x="19982" y="17015"/>
                  </a:cubicBezTo>
                  <a:lnTo>
                    <a:pt x="19982" y="2927"/>
                  </a:lnTo>
                  <a:cubicBezTo>
                    <a:pt x="19982" y="1310"/>
                    <a:pt x="18635" y="1"/>
                    <a:pt x="1701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29" name="Google Shape;11094;p73">
            <a:extLst>
              <a:ext uri="{FF2B5EF4-FFF2-40B4-BE49-F238E27FC236}">
                <a16:creationId xmlns:a16="http://schemas.microsoft.com/office/drawing/2014/main" id="{FBE119F9-FCF9-29CE-803F-6248D0564512}"/>
              </a:ext>
            </a:extLst>
          </p:cNvPr>
          <p:cNvGrpSpPr/>
          <p:nvPr/>
        </p:nvGrpSpPr>
        <p:grpSpPr>
          <a:xfrm>
            <a:off x="11024743" y="6437492"/>
            <a:ext cx="823896" cy="823896"/>
            <a:chOff x="5012603" y="2571753"/>
            <a:chExt cx="417024" cy="417024"/>
          </a:xfrm>
          <a:solidFill>
            <a:srgbClr val="555559"/>
          </a:solidFill>
        </p:grpSpPr>
        <p:sp>
          <p:nvSpPr>
            <p:cNvPr id="2630" name="Google Shape;11095;p73">
              <a:extLst>
                <a:ext uri="{FF2B5EF4-FFF2-40B4-BE49-F238E27FC236}">
                  <a16:creationId xmlns:a16="http://schemas.microsoft.com/office/drawing/2014/main" id="{4226F6D4-D378-9DA7-3E8A-291CB8D27A63}"/>
                </a:ext>
              </a:extLst>
            </p:cNvPr>
            <p:cNvSpPr/>
            <p:nvPr/>
          </p:nvSpPr>
          <p:spPr>
            <a:xfrm>
              <a:off x="5133124" y="2631210"/>
              <a:ext cx="180818" cy="300048"/>
            </a:xfrm>
            <a:custGeom>
              <a:avLst/>
              <a:gdLst/>
              <a:ahLst/>
              <a:cxnLst/>
              <a:rect l="l" t="t" r="r" b="b"/>
              <a:pathLst>
                <a:path w="8664" h="14377" extrusionOk="0">
                  <a:moveTo>
                    <a:pt x="4683" y="1171"/>
                  </a:moveTo>
                  <a:lnTo>
                    <a:pt x="4683" y="3395"/>
                  </a:lnTo>
                  <a:cubicBezTo>
                    <a:pt x="4683" y="3719"/>
                    <a:pt x="4945" y="3980"/>
                    <a:pt x="5269" y="3980"/>
                  </a:cubicBezTo>
                  <a:lnTo>
                    <a:pt x="7493" y="3980"/>
                  </a:lnTo>
                  <a:lnTo>
                    <a:pt x="7493" y="5620"/>
                  </a:lnTo>
                  <a:lnTo>
                    <a:pt x="5269" y="5620"/>
                  </a:lnTo>
                  <a:cubicBezTo>
                    <a:pt x="4945" y="5620"/>
                    <a:pt x="4683" y="5882"/>
                    <a:pt x="4683" y="6206"/>
                  </a:cubicBezTo>
                  <a:lnTo>
                    <a:pt x="4683" y="9859"/>
                  </a:lnTo>
                  <a:cubicBezTo>
                    <a:pt x="4683" y="10227"/>
                    <a:pt x="4706" y="10648"/>
                    <a:pt x="4975" y="10986"/>
                  </a:cubicBezTo>
                  <a:cubicBezTo>
                    <a:pt x="5327" y="11423"/>
                    <a:pt x="5899" y="11474"/>
                    <a:pt x="6299" y="11474"/>
                  </a:cubicBezTo>
                  <a:lnTo>
                    <a:pt x="7494" y="11474"/>
                  </a:lnTo>
                  <a:lnTo>
                    <a:pt x="7494" y="13158"/>
                  </a:lnTo>
                  <a:cubicBezTo>
                    <a:pt x="7137" y="13183"/>
                    <a:pt x="6635" y="13207"/>
                    <a:pt x="6113" y="13207"/>
                  </a:cubicBezTo>
                  <a:cubicBezTo>
                    <a:pt x="3848" y="13207"/>
                    <a:pt x="3044" y="11806"/>
                    <a:pt x="3044" y="10607"/>
                  </a:cubicBezTo>
                  <a:lnTo>
                    <a:pt x="3044" y="6206"/>
                  </a:lnTo>
                  <a:cubicBezTo>
                    <a:pt x="3044" y="5882"/>
                    <a:pt x="2782" y="5620"/>
                    <a:pt x="2460" y="5620"/>
                  </a:cubicBezTo>
                  <a:lnTo>
                    <a:pt x="1172" y="5620"/>
                  </a:lnTo>
                  <a:lnTo>
                    <a:pt x="1172" y="4090"/>
                  </a:lnTo>
                  <a:cubicBezTo>
                    <a:pt x="2035" y="3913"/>
                    <a:pt x="2690" y="3487"/>
                    <a:pt x="3120" y="2820"/>
                  </a:cubicBezTo>
                  <a:cubicBezTo>
                    <a:pt x="3463" y="2289"/>
                    <a:pt x="3608" y="1697"/>
                    <a:pt x="3703" y="1171"/>
                  </a:cubicBezTo>
                  <a:close/>
                  <a:moveTo>
                    <a:pt x="3208" y="0"/>
                  </a:moveTo>
                  <a:cubicBezTo>
                    <a:pt x="2922" y="0"/>
                    <a:pt x="2677" y="207"/>
                    <a:pt x="2631" y="490"/>
                  </a:cubicBezTo>
                  <a:cubicBezTo>
                    <a:pt x="2409" y="1822"/>
                    <a:pt x="2209" y="2861"/>
                    <a:pt x="537" y="3000"/>
                  </a:cubicBezTo>
                  <a:cubicBezTo>
                    <a:pt x="234" y="3025"/>
                    <a:pt x="1" y="3278"/>
                    <a:pt x="1" y="3582"/>
                  </a:cubicBezTo>
                  <a:lnTo>
                    <a:pt x="1" y="6206"/>
                  </a:lnTo>
                  <a:cubicBezTo>
                    <a:pt x="1" y="6529"/>
                    <a:pt x="263" y="6791"/>
                    <a:pt x="586" y="6791"/>
                  </a:cubicBezTo>
                  <a:lnTo>
                    <a:pt x="1874" y="6791"/>
                  </a:lnTo>
                  <a:lnTo>
                    <a:pt x="1874" y="10607"/>
                  </a:lnTo>
                  <a:cubicBezTo>
                    <a:pt x="1874" y="12618"/>
                    <a:pt x="3355" y="14377"/>
                    <a:pt x="6111" y="14377"/>
                  </a:cubicBezTo>
                  <a:cubicBezTo>
                    <a:pt x="7158" y="14377"/>
                    <a:pt x="8098" y="14285"/>
                    <a:pt x="8137" y="14281"/>
                  </a:cubicBezTo>
                  <a:cubicBezTo>
                    <a:pt x="8436" y="14251"/>
                    <a:pt x="8664" y="14000"/>
                    <a:pt x="8664" y="13699"/>
                  </a:cubicBezTo>
                  <a:lnTo>
                    <a:pt x="8664" y="10888"/>
                  </a:lnTo>
                  <a:cubicBezTo>
                    <a:pt x="8664" y="10565"/>
                    <a:pt x="8402" y="10303"/>
                    <a:pt x="8078" y="10303"/>
                  </a:cubicBezTo>
                  <a:lnTo>
                    <a:pt x="6299" y="10303"/>
                  </a:lnTo>
                  <a:cubicBezTo>
                    <a:pt x="5828" y="10303"/>
                    <a:pt x="5855" y="10292"/>
                    <a:pt x="5855" y="9859"/>
                  </a:cubicBezTo>
                  <a:lnTo>
                    <a:pt x="5855" y="6791"/>
                  </a:lnTo>
                  <a:lnTo>
                    <a:pt x="8078" y="6791"/>
                  </a:lnTo>
                  <a:cubicBezTo>
                    <a:pt x="8402" y="6791"/>
                    <a:pt x="8664" y="6529"/>
                    <a:pt x="8664" y="6206"/>
                  </a:cubicBezTo>
                  <a:lnTo>
                    <a:pt x="8664" y="3397"/>
                  </a:lnTo>
                  <a:cubicBezTo>
                    <a:pt x="8664" y="3073"/>
                    <a:pt x="8402" y="2811"/>
                    <a:pt x="8078" y="2811"/>
                  </a:cubicBezTo>
                  <a:lnTo>
                    <a:pt x="5855" y="2811"/>
                  </a:lnTo>
                  <a:lnTo>
                    <a:pt x="5855" y="586"/>
                  </a:lnTo>
                  <a:cubicBezTo>
                    <a:pt x="5855" y="262"/>
                    <a:pt x="5593" y="0"/>
                    <a:pt x="526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11096;p73">
              <a:extLst>
                <a:ext uri="{FF2B5EF4-FFF2-40B4-BE49-F238E27FC236}">
                  <a16:creationId xmlns:a16="http://schemas.microsoft.com/office/drawing/2014/main" id="{1E60C791-4AA2-5AF6-AA6C-DCF391C6E50D}"/>
                </a:ext>
              </a:extLst>
            </p:cNvPr>
            <p:cNvSpPr/>
            <p:nvPr/>
          </p:nvSpPr>
          <p:spPr>
            <a:xfrm>
              <a:off x="5012603" y="2571753"/>
              <a:ext cx="417024" cy="417024"/>
            </a:xfrm>
            <a:custGeom>
              <a:avLst/>
              <a:gdLst/>
              <a:ahLst/>
              <a:cxnLst/>
              <a:rect l="l" t="t" r="r" b="b"/>
              <a:pathLst>
                <a:path w="19982" h="19982" extrusionOk="0">
                  <a:moveTo>
                    <a:pt x="17053" y="1172"/>
                  </a:moveTo>
                  <a:cubicBezTo>
                    <a:pt x="18007" y="1172"/>
                    <a:pt x="18810" y="1993"/>
                    <a:pt x="18810" y="2966"/>
                  </a:cubicBezTo>
                  <a:lnTo>
                    <a:pt x="18810" y="17017"/>
                  </a:lnTo>
                  <a:cubicBezTo>
                    <a:pt x="18810" y="17990"/>
                    <a:pt x="18007" y="18811"/>
                    <a:pt x="17053" y="18811"/>
                  </a:cubicBezTo>
                  <a:lnTo>
                    <a:pt x="2965" y="18811"/>
                  </a:lnTo>
                  <a:cubicBezTo>
                    <a:pt x="1992" y="18811"/>
                    <a:pt x="1169" y="17990"/>
                    <a:pt x="1169" y="17017"/>
                  </a:cubicBezTo>
                  <a:lnTo>
                    <a:pt x="1169" y="2966"/>
                  </a:lnTo>
                  <a:cubicBezTo>
                    <a:pt x="1169" y="1993"/>
                    <a:pt x="1992" y="1172"/>
                    <a:pt x="2965" y="1172"/>
                  </a:cubicBezTo>
                  <a:close/>
                  <a:moveTo>
                    <a:pt x="2965" y="1"/>
                  </a:moveTo>
                  <a:cubicBezTo>
                    <a:pt x="1346" y="1"/>
                    <a:pt x="0" y="1349"/>
                    <a:pt x="0" y="2966"/>
                  </a:cubicBezTo>
                  <a:lnTo>
                    <a:pt x="0" y="17015"/>
                  </a:lnTo>
                  <a:cubicBezTo>
                    <a:pt x="0" y="18636"/>
                    <a:pt x="1348" y="19982"/>
                    <a:pt x="2965" y="19982"/>
                  </a:cubicBezTo>
                  <a:lnTo>
                    <a:pt x="17053" y="19982"/>
                  </a:lnTo>
                  <a:cubicBezTo>
                    <a:pt x="18672" y="19982"/>
                    <a:pt x="19981" y="18634"/>
                    <a:pt x="19981" y="17015"/>
                  </a:cubicBezTo>
                  <a:lnTo>
                    <a:pt x="19981" y="2966"/>
                  </a:lnTo>
                  <a:cubicBezTo>
                    <a:pt x="19981" y="1349"/>
                    <a:pt x="18672" y="1"/>
                    <a:pt x="1705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32" name="Google Shape;11097;p73">
            <a:extLst>
              <a:ext uri="{FF2B5EF4-FFF2-40B4-BE49-F238E27FC236}">
                <a16:creationId xmlns:a16="http://schemas.microsoft.com/office/drawing/2014/main" id="{8E25B107-92F3-16D5-E524-31D20AFDFEE0}"/>
              </a:ext>
            </a:extLst>
          </p:cNvPr>
          <p:cNvSpPr/>
          <p:nvPr/>
        </p:nvSpPr>
        <p:spPr>
          <a:xfrm>
            <a:off x="1544487" y="6437531"/>
            <a:ext cx="823947" cy="823947"/>
          </a:xfrm>
          <a:custGeom>
            <a:avLst/>
            <a:gdLst/>
            <a:ahLst/>
            <a:cxnLst/>
            <a:rect l="l" t="t" r="r" b="b"/>
            <a:pathLst>
              <a:path w="19982" h="19982" extrusionOk="0">
                <a:moveTo>
                  <a:pt x="14602" y="3500"/>
                </a:moveTo>
                <a:cubicBezTo>
                  <a:pt x="15137" y="3500"/>
                  <a:pt x="15682" y="3563"/>
                  <a:pt x="16247" y="3689"/>
                </a:cubicBezTo>
                <a:cubicBezTo>
                  <a:pt x="16179" y="4154"/>
                  <a:pt x="16095" y="4705"/>
                  <a:pt x="16033" y="5120"/>
                </a:cubicBezTo>
                <a:cubicBezTo>
                  <a:pt x="15810" y="5075"/>
                  <a:pt x="15484" y="5035"/>
                  <a:pt x="15150" y="5035"/>
                </a:cubicBezTo>
                <a:cubicBezTo>
                  <a:pt x="14968" y="5035"/>
                  <a:pt x="14783" y="5047"/>
                  <a:pt x="14611" y="5076"/>
                </a:cubicBezTo>
                <a:cubicBezTo>
                  <a:pt x="13536" y="5258"/>
                  <a:pt x="12918" y="5925"/>
                  <a:pt x="12918" y="6907"/>
                </a:cubicBezTo>
                <a:lnTo>
                  <a:pt x="12918" y="8819"/>
                </a:lnTo>
                <a:cubicBezTo>
                  <a:pt x="12918" y="9143"/>
                  <a:pt x="13180" y="9405"/>
                  <a:pt x="13504" y="9405"/>
                </a:cubicBezTo>
                <a:lnTo>
                  <a:pt x="15681" y="9405"/>
                </a:lnTo>
                <a:lnTo>
                  <a:pt x="15388" y="10576"/>
                </a:lnTo>
                <a:lnTo>
                  <a:pt x="13504" y="10576"/>
                </a:lnTo>
                <a:cubicBezTo>
                  <a:pt x="13180" y="10576"/>
                  <a:pt x="12918" y="10838"/>
                  <a:pt x="12918" y="11161"/>
                </a:cubicBezTo>
                <a:lnTo>
                  <a:pt x="12918" y="18811"/>
                </a:lnTo>
                <a:lnTo>
                  <a:pt x="11162" y="18811"/>
                </a:lnTo>
                <a:lnTo>
                  <a:pt x="11162" y="11161"/>
                </a:lnTo>
                <a:cubicBezTo>
                  <a:pt x="11162" y="10838"/>
                  <a:pt x="10900" y="10576"/>
                  <a:pt x="10576" y="10576"/>
                </a:cubicBezTo>
                <a:lnTo>
                  <a:pt x="9407" y="10576"/>
                </a:lnTo>
                <a:lnTo>
                  <a:pt x="9407" y="9405"/>
                </a:lnTo>
                <a:lnTo>
                  <a:pt x="10576" y="9405"/>
                </a:lnTo>
                <a:cubicBezTo>
                  <a:pt x="10900" y="9405"/>
                  <a:pt x="11162" y="9143"/>
                  <a:pt x="11162" y="8821"/>
                </a:cubicBezTo>
                <a:cubicBezTo>
                  <a:pt x="11162" y="7215"/>
                  <a:pt x="11162" y="6481"/>
                  <a:pt x="11162" y="6143"/>
                </a:cubicBezTo>
                <a:cubicBezTo>
                  <a:pt x="11162" y="5520"/>
                  <a:pt x="11163" y="4843"/>
                  <a:pt x="11770" y="4324"/>
                </a:cubicBezTo>
                <a:cubicBezTo>
                  <a:pt x="12234" y="3928"/>
                  <a:pt x="12823" y="3687"/>
                  <a:pt x="13628" y="3571"/>
                </a:cubicBezTo>
                <a:cubicBezTo>
                  <a:pt x="13950" y="3524"/>
                  <a:pt x="14274" y="3500"/>
                  <a:pt x="14602" y="3500"/>
                </a:cubicBezTo>
                <a:close/>
                <a:moveTo>
                  <a:pt x="17017" y="1170"/>
                </a:moveTo>
                <a:cubicBezTo>
                  <a:pt x="17990" y="1170"/>
                  <a:pt x="18811" y="1975"/>
                  <a:pt x="18811" y="2927"/>
                </a:cubicBezTo>
                <a:lnTo>
                  <a:pt x="18811" y="17056"/>
                </a:lnTo>
                <a:cubicBezTo>
                  <a:pt x="18811" y="18023"/>
                  <a:pt x="18024" y="18811"/>
                  <a:pt x="17056" y="18811"/>
                </a:cubicBezTo>
                <a:lnTo>
                  <a:pt x="14089" y="18811"/>
                </a:lnTo>
                <a:lnTo>
                  <a:pt x="14089" y="11747"/>
                </a:lnTo>
                <a:lnTo>
                  <a:pt x="15846" y="11747"/>
                </a:lnTo>
                <a:cubicBezTo>
                  <a:pt x="16115" y="11747"/>
                  <a:pt x="16348" y="11565"/>
                  <a:pt x="16414" y="11305"/>
                </a:cubicBezTo>
                <a:lnTo>
                  <a:pt x="16999" y="8963"/>
                </a:lnTo>
                <a:cubicBezTo>
                  <a:pt x="17042" y="8787"/>
                  <a:pt x="17003" y="8602"/>
                  <a:pt x="16893" y="8460"/>
                </a:cubicBezTo>
                <a:cubicBezTo>
                  <a:pt x="16782" y="8317"/>
                  <a:pt x="16612" y="8235"/>
                  <a:pt x="16431" y="8235"/>
                </a:cubicBezTo>
                <a:lnTo>
                  <a:pt x="14089" y="8235"/>
                </a:lnTo>
                <a:lnTo>
                  <a:pt x="14089" y="6909"/>
                </a:lnTo>
                <a:cubicBezTo>
                  <a:pt x="14089" y="6638"/>
                  <a:pt x="14144" y="6343"/>
                  <a:pt x="14808" y="6229"/>
                </a:cubicBezTo>
                <a:cubicBezTo>
                  <a:pt x="14936" y="6208"/>
                  <a:pt x="15061" y="6199"/>
                  <a:pt x="15182" y="6199"/>
                </a:cubicBezTo>
                <a:cubicBezTo>
                  <a:pt x="15552" y="6199"/>
                  <a:pt x="15890" y="6283"/>
                  <a:pt x="16198" y="6360"/>
                </a:cubicBezTo>
                <a:cubicBezTo>
                  <a:pt x="16304" y="6387"/>
                  <a:pt x="16415" y="6421"/>
                  <a:pt x="16532" y="6421"/>
                </a:cubicBezTo>
                <a:cubicBezTo>
                  <a:pt x="16632" y="6421"/>
                  <a:pt x="16736" y="6396"/>
                  <a:pt x="16847" y="6321"/>
                </a:cubicBezTo>
                <a:cubicBezTo>
                  <a:pt x="16983" y="6229"/>
                  <a:pt x="17074" y="6084"/>
                  <a:pt x="17098" y="5923"/>
                </a:cubicBezTo>
                <a:cubicBezTo>
                  <a:pt x="17098" y="5923"/>
                  <a:pt x="17362" y="4156"/>
                  <a:pt x="17482" y="3339"/>
                </a:cubicBezTo>
                <a:cubicBezTo>
                  <a:pt x="17525" y="3049"/>
                  <a:pt x="17346" y="2769"/>
                  <a:pt x="17063" y="2690"/>
                </a:cubicBezTo>
                <a:cubicBezTo>
                  <a:pt x="16267" y="2463"/>
                  <a:pt x="15346" y="2343"/>
                  <a:pt x="14504" y="2343"/>
                </a:cubicBezTo>
                <a:cubicBezTo>
                  <a:pt x="14137" y="2343"/>
                  <a:pt x="13786" y="2365"/>
                  <a:pt x="13467" y="2412"/>
                </a:cubicBezTo>
                <a:cubicBezTo>
                  <a:pt x="12434" y="2562"/>
                  <a:pt x="11646" y="2888"/>
                  <a:pt x="11009" y="3434"/>
                </a:cubicBezTo>
                <a:cubicBezTo>
                  <a:pt x="10121" y="4193"/>
                  <a:pt x="10010" y="5168"/>
                  <a:pt x="9999" y="5833"/>
                </a:cubicBezTo>
                <a:cubicBezTo>
                  <a:pt x="9999" y="5847"/>
                  <a:pt x="9999" y="7029"/>
                  <a:pt x="9999" y="8235"/>
                </a:cubicBezTo>
                <a:lnTo>
                  <a:pt x="8821" y="8235"/>
                </a:lnTo>
                <a:cubicBezTo>
                  <a:pt x="8497" y="8235"/>
                  <a:pt x="8236" y="8497"/>
                  <a:pt x="8236" y="8819"/>
                </a:cubicBezTo>
                <a:lnTo>
                  <a:pt x="8236" y="11161"/>
                </a:lnTo>
                <a:cubicBezTo>
                  <a:pt x="8236" y="11485"/>
                  <a:pt x="8497" y="11747"/>
                  <a:pt x="8821" y="11747"/>
                </a:cubicBezTo>
                <a:lnTo>
                  <a:pt x="9991" y="11747"/>
                </a:lnTo>
                <a:lnTo>
                  <a:pt x="9991" y="18811"/>
                </a:lnTo>
                <a:lnTo>
                  <a:pt x="2927" y="18811"/>
                </a:lnTo>
                <a:cubicBezTo>
                  <a:pt x="1959" y="18811"/>
                  <a:pt x="1172" y="18023"/>
                  <a:pt x="1172" y="17054"/>
                </a:cubicBezTo>
                <a:lnTo>
                  <a:pt x="1172" y="2927"/>
                </a:lnTo>
                <a:cubicBezTo>
                  <a:pt x="1172" y="1959"/>
                  <a:pt x="1959" y="1170"/>
                  <a:pt x="2927" y="1170"/>
                </a:cubicBezTo>
                <a:close/>
                <a:moveTo>
                  <a:pt x="2927" y="1"/>
                </a:moveTo>
                <a:cubicBezTo>
                  <a:pt x="1314" y="1"/>
                  <a:pt x="1" y="1313"/>
                  <a:pt x="1" y="2927"/>
                </a:cubicBezTo>
                <a:lnTo>
                  <a:pt x="1" y="17056"/>
                </a:lnTo>
                <a:cubicBezTo>
                  <a:pt x="1" y="18669"/>
                  <a:pt x="1314" y="19982"/>
                  <a:pt x="2927" y="19982"/>
                </a:cubicBezTo>
                <a:lnTo>
                  <a:pt x="17054" y="19982"/>
                </a:lnTo>
                <a:cubicBezTo>
                  <a:pt x="18669" y="19982"/>
                  <a:pt x="19982" y="18669"/>
                  <a:pt x="19982" y="17056"/>
                </a:cubicBezTo>
                <a:lnTo>
                  <a:pt x="19982" y="2927"/>
                </a:lnTo>
                <a:cubicBezTo>
                  <a:pt x="19982" y="2145"/>
                  <a:pt x="19669" y="1409"/>
                  <a:pt x="19101" y="853"/>
                </a:cubicBezTo>
                <a:cubicBezTo>
                  <a:pt x="18538" y="303"/>
                  <a:pt x="17797" y="1"/>
                  <a:pt x="17015"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33" name="Google Shape;11098;p73">
            <a:extLst>
              <a:ext uri="{FF2B5EF4-FFF2-40B4-BE49-F238E27FC236}">
                <a16:creationId xmlns:a16="http://schemas.microsoft.com/office/drawing/2014/main" id="{BF28AFA1-6CE3-2136-C3A5-B28F554FAA44}"/>
              </a:ext>
            </a:extLst>
          </p:cNvPr>
          <p:cNvGrpSpPr/>
          <p:nvPr/>
        </p:nvGrpSpPr>
        <p:grpSpPr>
          <a:xfrm>
            <a:off x="2597220" y="6437492"/>
            <a:ext cx="823977" cy="823896"/>
            <a:chOff x="812101" y="2571761"/>
            <a:chExt cx="417066" cy="417024"/>
          </a:xfrm>
          <a:solidFill>
            <a:srgbClr val="555559"/>
          </a:solidFill>
        </p:grpSpPr>
        <p:sp>
          <p:nvSpPr>
            <p:cNvPr id="2634" name="Google Shape;11099;p73">
              <a:extLst>
                <a:ext uri="{FF2B5EF4-FFF2-40B4-BE49-F238E27FC236}">
                  <a16:creationId xmlns:a16="http://schemas.microsoft.com/office/drawing/2014/main" id="{3326A0DC-2297-398E-6044-749E0EEE8465}"/>
                </a:ext>
              </a:extLst>
            </p:cNvPr>
            <p:cNvSpPr/>
            <p:nvPr/>
          </p:nvSpPr>
          <p:spPr>
            <a:xfrm>
              <a:off x="935084" y="2694744"/>
              <a:ext cx="171071" cy="171071"/>
            </a:xfrm>
            <a:custGeom>
              <a:avLst/>
              <a:gdLst/>
              <a:ahLst/>
              <a:cxnLst/>
              <a:rect l="l" t="t" r="r" b="b"/>
              <a:pathLst>
                <a:path w="8197" h="8197" extrusionOk="0">
                  <a:moveTo>
                    <a:pt x="4099" y="1171"/>
                  </a:moveTo>
                  <a:cubicBezTo>
                    <a:pt x="5712" y="1171"/>
                    <a:pt x="7027" y="2484"/>
                    <a:pt x="7027" y="4097"/>
                  </a:cubicBezTo>
                  <a:cubicBezTo>
                    <a:pt x="7027" y="5712"/>
                    <a:pt x="5712" y="7025"/>
                    <a:pt x="4099" y="7025"/>
                  </a:cubicBezTo>
                  <a:cubicBezTo>
                    <a:pt x="2486" y="7025"/>
                    <a:pt x="1171" y="5712"/>
                    <a:pt x="1171" y="4097"/>
                  </a:cubicBezTo>
                  <a:cubicBezTo>
                    <a:pt x="1171" y="2484"/>
                    <a:pt x="2486" y="1171"/>
                    <a:pt x="4099" y="1171"/>
                  </a:cubicBezTo>
                  <a:close/>
                  <a:moveTo>
                    <a:pt x="4099" y="0"/>
                  </a:moveTo>
                  <a:cubicBezTo>
                    <a:pt x="1840" y="0"/>
                    <a:pt x="0" y="1838"/>
                    <a:pt x="0" y="4097"/>
                  </a:cubicBezTo>
                  <a:cubicBezTo>
                    <a:pt x="0" y="6358"/>
                    <a:pt x="1840" y="8196"/>
                    <a:pt x="4099" y="8196"/>
                  </a:cubicBezTo>
                  <a:cubicBezTo>
                    <a:pt x="6358" y="8196"/>
                    <a:pt x="8196" y="6358"/>
                    <a:pt x="8196" y="4097"/>
                  </a:cubicBezTo>
                  <a:cubicBezTo>
                    <a:pt x="8196" y="1838"/>
                    <a:pt x="6358" y="0"/>
                    <a:pt x="409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11100;p73">
              <a:extLst>
                <a:ext uri="{FF2B5EF4-FFF2-40B4-BE49-F238E27FC236}">
                  <a16:creationId xmlns:a16="http://schemas.microsoft.com/office/drawing/2014/main" id="{3B36DC0E-0F26-A021-7A72-90022505C13C}"/>
                </a:ext>
              </a:extLst>
            </p:cNvPr>
            <p:cNvSpPr/>
            <p:nvPr/>
          </p:nvSpPr>
          <p:spPr>
            <a:xfrm>
              <a:off x="860977" y="2620616"/>
              <a:ext cx="319311" cy="319290"/>
            </a:xfrm>
            <a:custGeom>
              <a:avLst/>
              <a:gdLst/>
              <a:ahLst/>
              <a:cxnLst/>
              <a:rect l="l" t="t" r="r" b="b"/>
              <a:pathLst>
                <a:path w="15300" h="15299" extrusionOk="0">
                  <a:moveTo>
                    <a:pt x="12333" y="1171"/>
                  </a:moveTo>
                  <a:cubicBezTo>
                    <a:pt x="13306" y="1171"/>
                    <a:pt x="14128" y="1994"/>
                    <a:pt x="14128" y="2967"/>
                  </a:cubicBezTo>
                  <a:lnTo>
                    <a:pt x="14128" y="12334"/>
                  </a:lnTo>
                  <a:cubicBezTo>
                    <a:pt x="14128" y="13307"/>
                    <a:pt x="13306" y="14129"/>
                    <a:pt x="12333" y="14129"/>
                  </a:cubicBezTo>
                  <a:lnTo>
                    <a:pt x="2968" y="14129"/>
                  </a:lnTo>
                  <a:cubicBezTo>
                    <a:pt x="1993" y="14129"/>
                    <a:pt x="1172" y="13307"/>
                    <a:pt x="1172" y="12334"/>
                  </a:cubicBezTo>
                  <a:lnTo>
                    <a:pt x="1172" y="2967"/>
                  </a:lnTo>
                  <a:cubicBezTo>
                    <a:pt x="1172" y="1994"/>
                    <a:pt x="1993" y="1171"/>
                    <a:pt x="2968" y="1171"/>
                  </a:cubicBezTo>
                  <a:close/>
                  <a:moveTo>
                    <a:pt x="2968" y="0"/>
                  </a:moveTo>
                  <a:cubicBezTo>
                    <a:pt x="1351" y="0"/>
                    <a:pt x="1" y="1346"/>
                    <a:pt x="1" y="2967"/>
                  </a:cubicBezTo>
                  <a:lnTo>
                    <a:pt x="1" y="12334"/>
                  </a:lnTo>
                  <a:cubicBezTo>
                    <a:pt x="1" y="13952"/>
                    <a:pt x="1349" y="15299"/>
                    <a:pt x="2968" y="15299"/>
                  </a:cubicBezTo>
                  <a:lnTo>
                    <a:pt x="12333" y="15299"/>
                  </a:lnTo>
                  <a:cubicBezTo>
                    <a:pt x="13953" y="15299"/>
                    <a:pt x="15299" y="13951"/>
                    <a:pt x="15299" y="12334"/>
                  </a:cubicBezTo>
                  <a:lnTo>
                    <a:pt x="15299" y="2967"/>
                  </a:lnTo>
                  <a:cubicBezTo>
                    <a:pt x="15299" y="1345"/>
                    <a:pt x="13948" y="0"/>
                    <a:pt x="1233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11101;p73">
              <a:extLst>
                <a:ext uri="{FF2B5EF4-FFF2-40B4-BE49-F238E27FC236}">
                  <a16:creationId xmlns:a16="http://schemas.microsoft.com/office/drawing/2014/main" id="{BCB2C9C1-9BD9-9168-5D88-2702AAAAE490}"/>
                </a:ext>
              </a:extLst>
            </p:cNvPr>
            <p:cNvSpPr/>
            <p:nvPr/>
          </p:nvSpPr>
          <p:spPr>
            <a:xfrm>
              <a:off x="812101" y="2571761"/>
              <a:ext cx="417066" cy="417024"/>
            </a:xfrm>
            <a:custGeom>
              <a:avLst/>
              <a:gdLst/>
              <a:ahLst/>
              <a:cxnLst/>
              <a:rect l="l" t="t" r="r" b="b"/>
              <a:pathLst>
                <a:path w="19984" h="19982" extrusionOk="0">
                  <a:moveTo>
                    <a:pt x="17056" y="1172"/>
                  </a:moveTo>
                  <a:cubicBezTo>
                    <a:pt x="18025" y="1172"/>
                    <a:pt x="18812" y="1959"/>
                    <a:pt x="18812" y="2927"/>
                  </a:cubicBezTo>
                  <a:lnTo>
                    <a:pt x="18812" y="17056"/>
                  </a:lnTo>
                  <a:cubicBezTo>
                    <a:pt x="18812" y="18023"/>
                    <a:pt x="18025" y="18811"/>
                    <a:pt x="17056" y="18811"/>
                  </a:cubicBezTo>
                  <a:lnTo>
                    <a:pt x="2928" y="18811"/>
                  </a:lnTo>
                  <a:cubicBezTo>
                    <a:pt x="1961" y="18811"/>
                    <a:pt x="1172" y="18023"/>
                    <a:pt x="1172" y="17056"/>
                  </a:cubicBezTo>
                  <a:lnTo>
                    <a:pt x="1172" y="2927"/>
                  </a:lnTo>
                  <a:cubicBezTo>
                    <a:pt x="1172" y="1959"/>
                    <a:pt x="1961" y="1172"/>
                    <a:pt x="2928" y="1172"/>
                  </a:cubicBezTo>
                  <a:close/>
                  <a:moveTo>
                    <a:pt x="2928" y="1"/>
                  </a:moveTo>
                  <a:cubicBezTo>
                    <a:pt x="1313" y="1"/>
                    <a:pt x="1" y="1313"/>
                    <a:pt x="1" y="2927"/>
                  </a:cubicBezTo>
                  <a:lnTo>
                    <a:pt x="1" y="17056"/>
                  </a:lnTo>
                  <a:cubicBezTo>
                    <a:pt x="1" y="18669"/>
                    <a:pt x="1313" y="19982"/>
                    <a:pt x="2928" y="19982"/>
                  </a:cubicBezTo>
                  <a:lnTo>
                    <a:pt x="17056" y="19982"/>
                  </a:lnTo>
                  <a:cubicBezTo>
                    <a:pt x="18669" y="19982"/>
                    <a:pt x="19984" y="18669"/>
                    <a:pt x="19984" y="17056"/>
                  </a:cubicBezTo>
                  <a:lnTo>
                    <a:pt x="19984" y="2927"/>
                  </a:lnTo>
                  <a:cubicBezTo>
                    <a:pt x="19984" y="1313"/>
                    <a:pt x="18669" y="1"/>
                    <a:pt x="1705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7" name="Google Shape;11102;p73">
              <a:extLst>
                <a:ext uri="{FF2B5EF4-FFF2-40B4-BE49-F238E27FC236}">
                  <a16:creationId xmlns:a16="http://schemas.microsoft.com/office/drawing/2014/main" id="{42462EDA-8B47-09E8-E623-906F4C2A0EBF}"/>
                </a:ext>
              </a:extLst>
            </p:cNvPr>
            <p:cNvSpPr/>
            <p:nvPr/>
          </p:nvSpPr>
          <p:spPr>
            <a:xfrm>
              <a:off x="1081712" y="2670306"/>
              <a:ext cx="48878" cy="48898"/>
            </a:xfrm>
            <a:custGeom>
              <a:avLst/>
              <a:gdLst/>
              <a:ahLst/>
              <a:cxnLst/>
              <a:rect l="l" t="t" r="r" b="b"/>
              <a:pathLst>
                <a:path w="2342" h="2343" extrusionOk="0">
                  <a:moveTo>
                    <a:pt x="1170" y="0"/>
                  </a:moveTo>
                  <a:cubicBezTo>
                    <a:pt x="524" y="0"/>
                    <a:pt x="1" y="526"/>
                    <a:pt x="1" y="1171"/>
                  </a:cubicBezTo>
                  <a:cubicBezTo>
                    <a:pt x="1" y="1817"/>
                    <a:pt x="524" y="2342"/>
                    <a:pt x="1170" y="2342"/>
                  </a:cubicBezTo>
                  <a:cubicBezTo>
                    <a:pt x="1816" y="2342"/>
                    <a:pt x="2341" y="1817"/>
                    <a:pt x="2341" y="1171"/>
                  </a:cubicBezTo>
                  <a:cubicBezTo>
                    <a:pt x="2341" y="526"/>
                    <a:pt x="1816" y="0"/>
                    <a:pt x="117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8" name="Google Shape;11103;p73">
            <a:extLst>
              <a:ext uri="{FF2B5EF4-FFF2-40B4-BE49-F238E27FC236}">
                <a16:creationId xmlns:a16="http://schemas.microsoft.com/office/drawing/2014/main" id="{C2AF9374-1C0D-5D37-6CDD-F4240AEADC37}"/>
              </a:ext>
            </a:extLst>
          </p:cNvPr>
          <p:cNvGrpSpPr/>
          <p:nvPr/>
        </p:nvGrpSpPr>
        <p:grpSpPr>
          <a:xfrm>
            <a:off x="3650054" y="6437492"/>
            <a:ext cx="823896" cy="823896"/>
            <a:chOff x="1323129" y="2571761"/>
            <a:chExt cx="417024" cy="417024"/>
          </a:xfrm>
          <a:solidFill>
            <a:srgbClr val="555559"/>
          </a:solidFill>
        </p:grpSpPr>
        <p:sp>
          <p:nvSpPr>
            <p:cNvPr id="2639" name="Google Shape;11104;p73">
              <a:extLst>
                <a:ext uri="{FF2B5EF4-FFF2-40B4-BE49-F238E27FC236}">
                  <a16:creationId xmlns:a16="http://schemas.microsoft.com/office/drawing/2014/main" id="{FB2E9071-5521-BB4A-0DD7-EFB48F8D3B7D}"/>
                </a:ext>
              </a:extLst>
            </p:cNvPr>
            <p:cNvSpPr/>
            <p:nvPr/>
          </p:nvSpPr>
          <p:spPr>
            <a:xfrm>
              <a:off x="1385007" y="2719183"/>
              <a:ext cx="73337" cy="219907"/>
            </a:xfrm>
            <a:custGeom>
              <a:avLst/>
              <a:gdLst/>
              <a:ahLst/>
              <a:cxnLst/>
              <a:rect l="l" t="t" r="r" b="b"/>
              <a:pathLst>
                <a:path w="3514" h="10537" extrusionOk="0">
                  <a:moveTo>
                    <a:pt x="2342" y="1171"/>
                  </a:moveTo>
                  <a:lnTo>
                    <a:pt x="2342" y="9367"/>
                  </a:lnTo>
                  <a:lnTo>
                    <a:pt x="1171" y="9367"/>
                  </a:lnTo>
                  <a:lnTo>
                    <a:pt x="1171" y="1171"/>
                  </a:lnTo>
                  <a:close/>
                  <a:moveTo>
                    <a:pt x="586" y="0"/>
                  </a:moveTo>
                  <a:cubicBezTo>
                    <a:pt x="264" y="0"/>
                    <a:pt x="0" y="262"/>
                    <a:pt x="0" y="586"/>
                  </a:cubicBezTo>
                  <a:lnTo>
                    <a:pt x="0" y="9951"/>
                  </a:lnTo>
                  <a:cubicBezTo>
                    <a:pt x="0" y="10275"/>
                    <a:pt x="264" y="10537"/>
                    <a:pt x="586" y="10537"/>
                  </a:cubicBezTo>
                  <a:lnTo>
                    <a:pt x="2928" y="10537"/>
                  </a:lnTo>
                  <a:cubicBezTo>
                    <a:pt x="3252" y="10537"/>
                    <a:pt x="3514" y="10275"/>
                    <a:pt x="3514" y="9951"/>
                  </a:cubicBezTo>
                  <a:lnTo>
                    <a:pt x="3514" y="586"/>
                  </a:lnTo>
                  <a:cubicBezTo>
                    <a:pt x="3514" y="262"/>
                    <a:pt x="3252" y="0"/>
                    <a:pt x="292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0" name="Google Shape;11105;p73">
              <a:extLst>
                <a:ext uri="{FF2B5EF4-FFF2-40B4-BE49-F238E27FC236}">
                  <a16:creationId xmlns:a16="http://schemas.microsoft.com/office/drawing/2014/main" id="{86274F13-66F7-9EEF-E5BD-27A546996373}"/>
                </a:ext>
              </a:extLst>
            </p:cNvPr>
            <p:cNvSpPr/>
            <p:nvPr/>
          </p:nvSpPr>
          <p:spPr>
            <a:xfrm>
              <a:off x="1385007" y="2621430"/>
              <a:ext cx="73337" cy="73337"/>
            </a:xfrm>
            <a:custGeom>
              <a:avLst/>
              <a:gdLst/>
              <a:ahLst/>
              <a:cxnLst/>
              <a:rect l="l" t="t" r="r" b="b"/>
              <a:pathLst>
                <a:path w="3514" h="3514" extrusionOk="0">
                  <a:moveTo>
                    <a:pt x="1757" y="1171"/>
                  </a:moveTo>
                  <a:cubicBezTo>
                    <a:pt x="2081" y="1171"/>
                    <a:pt x="2342" y="1435"/>
                    <a:pt x="2342" y="1757"/>
                  </a:cubicBezTo>
                  <a:cubicBezTo>
                    <a:pt x="2342" y="2080"/>
                    <a:pt x="2081" y="2342"/>
                    <a:pt x="1757" y="2342"/>
                  </a:cubicBezTo>
                  <a:cubicBezTo>
                    <a:pt x="1435" y="2342"/>
                    <a:pt x="1171" y="2080"/>
                    <a:pt x="1171" y="1757"/>
                  </a:cubicBezTo>
                  <a:cubicBezTo>
                    <a:pt x="1171" y="1435"/>
                    <a:pt x="1435" y="1171"/>
                    <a:pt x="1757" y="1171"/>
                  </a:cubicBezTo>
                  <a:close/>
                  <a:moveTo>
                    <a:pt x="1757" y="0"/>
                  </a:moveTo>
                  <a:cubicBezTo>
                    <a:pt x="789" y="0"/>
                    <a:pt x="0" y="789"/>
                    <a:pt x="0" y="1757"/>
                  </a:cubicBezTo>
                  <a:cubicBezTo>
                    <a:pt x="0" y="2726"/>
                    <a:pt x="789" y="3513"/>
                    <a:pt x="1757" y="3513"/>
                  </a:cubicBezTo>
                  <a:cubicBezTo>
                    <a:pt x="2726" y="3513"/>
                    <a:pt x="3514" y="2726"/>
                    <a:pt x="3514" y="1757"/>
                  </a:cubicBezTo>
                  <a:cubicBezTo>
                    <a:pt x="3514" y="789"/>
                    <a:pt x="2726" y="0"/>
                    <a:pt x="175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11106;p73">
              <a:extLst>
                <a:ext uri="{FF2B5EF4-FFF2-40B4-BE49-F238E27FC236}">
                  <a16:creationId xmlns:a16="http://schemas.microsoft.com/office/drawing/2014/main" id="{46471E41-C695-2F00-889C-99F6A4BF2456}"/>
                </a:ext>
              </a:extLst>
            </p:cNvPr>
            <p:cNvSpPr/>
            <p:nvPr/>
          </p:nvSpPr>
          <p:spPr>
            <a:xfrm>
              <a:off x="1482759" y="2718786"/>
              <a:ext cx="195510" cy="220304"/>
            </a:xfrm>
            <a:custGeom>
              <a:avLst/>
              <a:gdLst/>
              <a:ahLst/>
              <a:cxnLst/>
              <a:rect l="l" t="t" r="r" b="b"/>
              <a:pathLst>
                <a:path w="9368" h="10556" extrusionOk="0">
                  <a:moveTo>
                    <a:pt x="5559" y="1173"/>
                  </a:moveTo>
                  <a:cubicBezTo>
                    <a:pt x="5720" y="1173"/>
                    <a:pt x="5883" y="1186"/>
                    <a:pt x="6044" y="1212"/>
                  </a:cubicBezTo>
                  <a:cubicBezTo>
                    <a:pt x="7422" y="1435"/>
                    <a:pt x="8196" y="2535"/>
                    <a:pt x="8196" y="3669"/>
                  </a:cubicBezTo>
                  <a:lnTo>
                    <a:pt x="8196" y="9386"/>
                  </a:lnTo>
                  <a:lnTo>
                    <a:pt x="7025" y="9386"/>
                  </a:lnTo>
                  <a:lnTo>
                    <a:pt x="7025" y="4702"/>
                  </a:lnTo>
                  <a:cubicBezTo>
                    <a:pt x="7025" y="3411"/>
                    <a:pt x="5975" y="2360"/>
                    <a:pt x="4683" y="2360"/>
                  </a:cubicBezTo>
                  <a:cubicBezTo>
                    <a:pt x="3392" y="2360"/>
                    <a:pt x="2341" y="3411"/>
                    <a:pt x="2341" y="4702"/>
                  </a:cubicBezTo>
                  <a:lnTo>
                    <a:pt x="2341" y="9386"/>
                  </a:lnTo>
                  <a:lnTo>
                    <a:pt x="1170" y="9386"/>
                  </a:lnTo>
                  <a:lnTo>
                    <a:pt x="1170" y="1190"/>
                  </a:lnTo>
                  <a:lnTo>
                    <a:pt x="2341" y="1190"/>
                  </a:lnTo>
                  <a:lnTo>
                    <a:pt x="2341" y="1776"/>
                  </a:lnTo>
                  <a:cubicBezTo>
                    <a:pt x="2341" y="2011"/>
                    <a:pt x="2484" y="2225"/>
                    <a:pt x="2704" y="2316"/>
                  </a:cubicBezTo>
                  <a:cubicBezTo>
                    <a:pt x="2776" y="2346"/>
                    <a:pt x="2852" y="2361"/>
                    <a:pt x="2928" y="2361"/>
                  </a:cubicBezTo>
                  <a:cubicBezTo>
                    <a:pt x="3080" y="2361"/>
                    <a:pt x="3229" y="2301"/>
                    <a:pt x="3341" y="2190"/>
                  </a:cubicBezTo>
                  <a:lnTo>
                    <a:pt x="3615" y="1916"/>
                  </a:lnTo>
                  <a:cubicBezTo>
                    <a:pt x="4086" y="1443"/>
                    <a:pt x="4813" y="1173"/>
                    <a:pt x="5559" y="1173"/>
                  </a:cubicBezTo>
                  <a:close/>
                  <a:moveTo>
                    <a:pt x="5553" y="0"/>
                  </a:moveTo>
                  <a:cubicBezTo>
                    <a:pt x="4823" y="0"/>
                    <a:pt x="4110" y="189"/>
                    <a:pt x="3509" y="536"/>
                  </a:cubicBezTo>
                  <a:cubicBezTo>
                    <a:pt x="3475" y="246"/>
                    <a:pt x="3227" y="19"/>
                    <a:pt x="2927" y="19"/>
                  </a:cubicBezTo>
                  <a:lnTo>
                    <a:pt x="586" y="19"/>
                  </a:lnTo>
                  <a:cubicBezTo>
                    <a:pt x="262" y="19"/>
                    <a:pt x="1" y="281"/>
                    <a:pt x="1" y="605"/>
                  </a:cubicBezTo>
                  <a:lnTo>
                    <a:pt x="1" y="9970"/>
                  </a:lnTo>
                  <a:cubicBezTo>
                    <a:pt x="1" y="10294"/>
                    <a:pt x="262" y="10556"/>
                    <a:pt x="586" y="10556"/>
                  </a:cubicBezTo>
                  <a:lnTo>
                    <a:pt x="2927" y="10556"/>
                  </a:lnTo>
                  <a:cubicBezTo>
                    <a:pt x="3250" y="10556"/>
                    <a:pt x="3512" y="10294"/>
                    <a:pt x="3512" y="9970"/>
                  </a:cubicBezTo>
                  <a:lnTo>
                    <a:pt x="3512" y="4702"/>
                  </a:lnTo>
                  <a:cubicBezTo>
                    <a:pt x="3512" y="4056"/>
                    <a:pt x="4038" y="3531"/>
                    <a:pt x="4683" y="3531"/>
                  </a:cubicBezTo>
                  <a:cubicBezTo>
                    <a:pt x="5329" y="3531"/>
                    <a:pt x="5854" y="4056"/>
                    <a:pt x="5854" y="4702"/>
                  </a:cubicBezTo>
                  <a:lnTo>
                    <a:pt x="5854" y="9970"/>
                  </a:lnTo>
                  <a:cubicBezTo>
                    <a:pt x="5854" y="10294"/>
                    <a:pt x="6116" y="10556"/>
                    <a:pt x="6440" y="10556"/>
                  </a:cubicBezTo>
                  <a:lnTo>
                    <a:pt x="8782" y="10556"/>
                  </a:lnTo>
                  <a:cubicBezTo>
                    <a:pt x="9104" y="10556"/>
                    <a:pt x="9368" y="10294"/>
                    <a:pt x="9368" y="9970"/>
                  </a:cubicBezTo>
                  <a:lnTo>
                    <a:pt x="9368" y="3669"/>
                  </a:lnTo>
                  <a:cubicBezTo>
                    <a:pt x="9368" y="1921"/>
                    <a:pt x="8131" y="364"/>
                    <a:pt x="6231" y="55"/>
                  </a:cubicBezTo>
                  <a:cubicBezTo>
                    <a:pt x="6005" y="18"/>
                    <a:pt x="5779" y="0"/>
                    <a:pt x="555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11107;p73">
              <a:extLst>
                <a:ext uri="{FF2B5EF4-FFF2-40B4-BE49-F238E27FC236}">
                  <a16:creationId xmlns:a16="http://schemas.microsoft.com/office/drawing/2014/main" id="{EC03B687-84EE-34C0-BF6E-7CA18C1F406D}"/>
                </a:ext>
              </a:extLst>
            </p:cNvPr>
            <p:cNvSpPr/>
            <p:nvPr/>
          </p:nvSpPr>
          <p:spPr>
            <a:xfrm>
              <a:off x="1323129" y="2571761"/>
              <a:ext cx="417024" cy="417024"/>
            </a:xfrm>
            <a:custGeom>
              <a:avLst/>
              <a:gdLst/>
              <a:ahLst/>
              <a:cxnLst/>
              <a:rect l="l" t="t" r="r" b="b"/>
              <a:pathLst>
                <a:path w="19982" h="19982" extrusionOk="0">
                  <a:moveTo>
                    <a:pt x="17015" y="1170"/>
                  </a:moveTo>
                  <a:cubicBezTo>
                    <a:pt x="17989" y="1170"/>
                    <a:pt x="18810" y="1993"/>
                    <a:pt x="18810" y="2966"/>
                  </a:cubicBezTo>
                  <a:lnTo>
                    <a:pt x="18810" y="17015"/>
                  </a:lnTo>
                  <a:cubicBezTo>
                    <a:pt x="18810" y="17990"/>
                    <a:pt x="17989" y="18811"/>
                    <a:pt x="17015" y="18811"/>
                  </a:cubicBezTo>
                  <a:lnTo>
                    <a:pt x="2965" y="18811"/>
                  </a:lnTo>
                  <a:cubicBezTo>
                    <a:pt x="1992" y="18811"/>
                    <a:pt x="1170" y="17990"/>
                    <a:pt x="1170" y="17015"/>
                  </a:cubicBezTo>
                  <a:lnTo>
                    <a:pt x="1170" y="2966"/>
                  </a:lnTo>
                  <a:cubicBezTo>
                    <a:pt x="1170" y="1993"/>
                    <a:pt x="1992" y="1170"/>
                    <a:pt x="2965" y="1170"/>
                  </a:cubicBezTo>
                  <a:close/>
                  <a:moveTo>
                    <a:pt x="2965" y="1"/>
                  </a:moveTo>
                  <a:cubicBezTo>
                    <a:pt x="1347" y="1"/>
                    <a:pt x="0" y="1349"/>
                    <a:pt x="0" y="2966"/>
                  </a:cubicBezTo>
                  <a:lnTo>
                    <a:pt x="0" y="17015"/>
                  </a:lnTo>
                  <a:cubicBezTo>
                    <a:pt x="0" y="18635"/>
                    <a:pt x="1348" y="19982"/>
                    <a:pt x="2965" y="19982"/>
                  </a:cubicBezTo>
                  <a:lnTo>
                    <a:pt x="17017" y="19982"/>
                  </a:lnTo>
                  <a:cubicBezTo>
                    <a:pt x="18635" y="19982"/>
                    <a:pt x="19981" y="18634"/>
                    <a:pt x="19981" y="17015"/>
                  </a:cubicBezTo>
                  <a:lnTo>
                    <a:pt x="19981" y="2966"/>
                  </a:lnTo>
                  <a:cubicBezTo>
                    <a:pt x="19981" y="1347"/>
                    <a:pt x="18633" y="1"/>
                    <a:pt x="1701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43" name="Google Shape;11108;p73">
            <a:extLst>
              <a:ext uri="{FF2B5EF4-FFF2-40B4-BE49-F238E27FC236}">
                <a16:creationId xmlns:a16="http://schemas.microsoft.com/office/drawing/2014/main" id="{AEDEF2D1-D2E7-AB7D-163D-3F9807380B9D}"/>
              </a:ext>
            </a:extLst>
          </p:cNvPr>
          <p:cNvSpPr/>
          <p:nvPr/>
        </p:nvSpPr>
        <p:spPr>
          <a:xfrm>
            <a:off x="4702917" y="6511851"/>
            <a:ext cx="828028" cy="675297"/>
          </a:xfrm>
          <a:custGeom>
            <a:avLst/>
            <a:gdLst/>
            <a:ahLst/>
            <a:cxnLst/>
            <a:rect l="l" t="t" r="r" b="b"/>
            <a:pathLst>
              <a:path w="20081" h="16377" extrusionOk="0">
                <a:moveTo>
                  <a:pt x="13632" y="1165"/>
                </a:moveTo>
                <a:cubicBezTo>
                  <a:pt x="14903" y="1165"/>
                  <a:pt x="15458" y="1658"/>
                  <a:pt x="15826" y="1984"/>
                </a:cubicBezTo>
                <a:cubicBezTo>
                  <a:pt x="16040" y="2173"/>
                  <a:pt x="16244" y="2353"/>
                  <a:pt x="16548" y="2353"/>
                </a:cubicBezTo>
                <a:cubicBezTo>
                  <a:pt x="16762" y="2353"/>
                  <a:pt x="17038" y="2293"/>
                  <a:pt x="17344" y="2196"/>
                </a:cubicBezTo>
                <a:lnTo>
                  <a:pt x="17344" y="2196"/>
                </a:lnTo>
                <a:cubicBezTo>
                  <a:pt x="17236" y="2288"/>
                  <a:pt x="17119" y="2376"/>
                  <a:pt x="16995" y="2461"/>
                </a:cubicBezTo>
                <a:cubicBezTo>
                  <a:pt x="16780" y="2612"/>
                  <a:pt x="16689" y="2889"/>
                  <a:pt x="16778" y="3137"/>
                </a:cubicBezTo>
                <a:cubicBezTo>
                  <a:pt x="16861" y="3373"/>
                  <a:pt x="17082" y="3528"/>
                  <a:pt x="17329" y="3528"/>
                </a:cubicBezTo>
                <a:cubicBezTo>
                  <a:pt x="17343" y="3528"/>
                  <a:pt x="17358" y="3527"/>
                  <a:pt x="17372" y="3526"/>
                </a:cubicBezTo>
                <a:cubicBezTo>
                  <a:pt x="17475" y="3519"/>
                  <a:pt x="17576" y="3508"/>
                  <a:pt x="17680" y="3494"/>
                </a:cubicBezTo>
                <a:lnTo>
                  <a:pt x="17680" y="3494"/>
                </a:lnTo>
                <a:cubicBezTo>
                  <a:pt x="17275" y="3802"/>
                  <a:pt x="16921" y="3990"/>
                  <a:pt x="16937" y="4786"/>
                </a:cubicBezTo>
                <a:cubicBezTo>
                  <a:pt x="16937" y="4826"/>
                  <a:pt x="16939" y="4881"/>
                  <a:pt x="16939" y="4971"/>
                </a:cubicBezTo>
                <a:cubicBezTo>
                  <a:pt x="16939" y="6510"/>
                  <a:pt x="16350" y="9097"/>
                  <a:pt x="14694" y="11320"/>
                </a:cubicBezTo>
                <a:cubicBezTo>
                  <a:pt x="13372" y="13093"/>
                  <a:pt x="10896" y="15207"/>
                  <a:pt x="6611" y="15207"/>
                </a:cubicBezTo>
                <a:cubicBezTo>
                  <a:pt x="5368" y="15207"/>
                  <a:pt x="4159" y="14996"/>
                  <a:pt x="3001" y="14582"/>
                </a:cubicBezTo>
                <a:cubicBezTo>
                  <a:pt x="4359" y="14345"/>
                  <a:pt x="5612" y="13799"/>
                  <a:pt x="6698" y="12960"/>
                </a:cubicBezTo>
                <a:cubicBezTo>
                  <a:pt x="6893" y="12812"/>
                  <a:pt x="6972" y="12557"/>
                  <a:pt x="6900" y="12323"/>
                </a:cubicBezTo>
                <a:cubicBezTo>
                  <a:pt x="6827" y="12090"/>
                  <a:pt x="6617" y="11925"/>
                  <a:pt x="6372" y="11913"/>
                </a:cubicBezTo>
                <a:cubicBezTo>
                  <a:pt x="5203" y="11849"/>
                  <a:pt x="4280" y="11209"/>
                  <a:pt x="3767" y="10448"/>
                </a:cubicBezTo>
                <a:cubicBezTo>
                  <a:pt x="3968" y="10434"/>
                  <a:pt x="4207" y="10404"/>
                  <a:pt x="4564" y="10340"/>
                </a:cubicBezTo>
                <a:cubicBezTo>
                  <a:pt x="4832" y="10294"/>
                  <a:pt x="5030" y="10071"/>
                  <a:pt x="5047" y="9801"/>
                </a:cubicBezTo>
                <a:cubicBezTo>
                  <a:pt x="5065" y="9532"/>
                  <a:pt x="4895" y="9286"/>
                  <a:pt x="4637" y="9205"/>
                </a:cubicBezTo>
                <a:cubicBezTo>
                  <a:pt x="3296" y="8787"/>
                  <a:pt x="2498" y="8025"/>
                  <a:pt x="2180" y="6838"/>
                </a:cubicBezTo>
                <a:lnTo>
                  <a:pt x="2180" y="6838"/>
                </a:lnTo>
                <a:cubicBezTo>
                  <a:pt x="2390" y="6891"/>
                  <a:pt x="2642" y="6933"/>
                  <a:pt x="3057" y="6986"/>
                </a:cubicBezTo>
                <a:cubicBezTo>
                  <a:pt x="3081" y="6989"/>
                  <a:pt x="3105" y="6991"/>
                  <a:pt x="3129" y="6991"/>
                </a:cubicBezTo>
                <a:cubicBezTo>
                  <a:pt x="3359" y="6991"/>
                  <a:pt x="3571" y="6854"/>
                  <a:pt x="3666" y="6640"/>
                </a:cubicBezTo>
                <a:cubicBezTo>
                  <a:pt x="3770" y="6403"/>
                  <a:pt x="3707" y="6125"/>
                  <a:pt x="3508" y="5957"/>
                </a:cubicBezTo>
                <a:cubicBezTo>
                  <a:pt x="2014" y="4697"/>
                  <a:pt x="1936" y="3409"/>
                  <a:pt x="2210" y="2373"/>
                </a:cubicBezTo>
                <a:lnTo>
                  <a:pt x="2210" y="2373"/>
                </a:lnTo>
                <a:cubicBezTo>
                  <a:pt x="4267" y="4464"/>
                  <a:pt x="6801" y="5670"/>
                  <a:pt x="9880" y="5882"/>
                </a:cubicBezTo>
                <a:cubicBezTo>
                  <a:pt x="9894" y="5883"/>
                  <a:pt x="9908" y="5884"/>
                  <a:pt x="9921" y="5884"/>
                </a:cubicBezTo>
                <a:cubicBezTo>
                  <a:pt x="10265" y="5884"/>
                  <a:pt x="10539" y="5586"/>
                  <a:pt x="10503" y="5239"/>
                </a:cubicBezTo>
                <a:cubicBezTo>
                  <a:pt x="10372" y="3940"/>
                  <a:pt x="10634" y="2919"/>
                  <a:pt x="11281" y="2203"/>
                </a:cubicBezTo>
                <a:cubicBezTo>
                  <a:pt x="11975" y="1437"/>
                  <a:pt x="12981" y="1165"/>
                  <a:pt x="13632" y="1165"/>
                </a:cubicBezTo>
                <a:close/>
                <a:moveTo>
                  <a:pt x="13631" y="1"/>
                </a:moveTo>
                <a:cubicBezTo>
                  <a:pt x="12698" y="1"/>
                  <a:pt x="11363" y="368"/>
                  <a:pt x="10413" y="1418"/>
                </a:cubicBezTo>
                <a:cubicBezTo>
                  <a:pt x="9665" y="2245"/>
                  <a:pt x="9291" y="3332"/>
                  <a:pt x="9300" y="4649"/>
                </a:cubicBezTo>
                <a:cubicBezTo>
                  <a:pt x="6556" y="4315"/>
                  <a:pt x="4306" y="3079"/>
                  <a:pt x="2438" y="887"/>
                </a:cubicBezTo>
                <a:cubicBezTo>
                  <a:pt x="2327" y="756"/>
                  <a:pt x="2163" y="681"/>
                  <a:pt x="1993" y="681"/>
                </a:cubicBezTo>
                <a:cubicBezTo>
                  <a:pt x="1966" y="681"/>
                  <a:pt x="1938" y="683"/>
                  <a:pt x="1911" y="687"/>
                </a:cubicBezTo>
                <a:cubicBezTo>
                  <a:pt x="1713" y="715"/>
                  <a:pt x="1541" y="843"/>
                  <a:pt x="1460" y="1025"/>
                </a:cubicBezTo>
                <a:cubicBezTo>
                  <a:pt x="1207" y="1582"/>
                  <a:pt x="876" y="2444"/>
                  <a:pt x="922" y="3466"/>
                </a:cubicBezTo>
                <a:cubicBezTo>
                  <a:pt x="952" y="4138"/>
                  <a:pt x="1138" y="4773"/>
                  <a:pt x="1479" y="5368"/>
                </a:cubicBezTo>
                <a:cubicBezTo>
                  <a:pt x="1469" y="5367"/>
                  <a:pt x="1459" y="5367"/>
                  <a:pt x="1449" y="5367"/>
                </a:cubicBezTo>
                <a:cubicBezTo>
                  <a:pt x="1114" y="5367"/>
                  <a:pt x="843" y="5650"/>
                  <a:pt x="865" y="5990"/>
                </a:cubicBezTo>
                <a:cubicBezTo>
                  <a:pt x="963" y="7455"/>
                  <a:pt x="1501" y="8589"/>
                  <a:pt x="2470" y="9380"/>
                </a:cubicBezTo>
                <a:cubicBezTo>
                  <a:pt x="2284" y="9528"/>
                  <a:pt x="2208" y="9773"/>
                  <a:pt x="2274" y="9999"/>
                </a:cubicBezTo>
                <a:cubicBezTo>
                  <a:pt x="2578" y="11057"/>
                  <a:pt x="3469" y="12207"/>
                  <a:pt x="4833" y="12757"/>
                </a:cubicBezTo>
                <a:cubicBezTo>
                  <a:pt x="3802" y="13279"/>
                  <a:pt x="2644" y="13546"/>
                  <a:pt x="1412" y="13546"/>
                </a:cubicBezTo>
                <a:cubicBezTo>
                  <a:pt x="1173" y="13546"/>
                  <a:pt x="932" y="13536"/>
                  <a:pt x="689" y="13516"/>
                </a:cubicBezTo>
                <a:cubicBezTo>
                  <a:pt x="673" y="13515"/>
                  <a:pt x="658" y="13514"/>
                  <a:pt x="642" y="13514"/>
                </a:cubicBezTo>
                <a:cubicBezTo>
                  <a:pt x="390" y="13514"/>
                  <a:pt x="164" y="13676"/>
                  <a:pt x="84" y="13919"/>
                </a:cubicBezTo>
                <a:cubicBezTo>
                  <a:pt x="0" y="14177"/>
                  <a:pt x="105" y="14460"/>
                  <a:pt x="338" y="14600"/>
                </a:cubicBezTo>
                <a:cubicBezTo>
                  <a:pt x="2284" y="15778"/>
                  <a:pt x="4395" y="16376"/>
                  <a:pt x="6611" y="16376"/>
                </a:cubicBezTo>
                <a:cubicBezTo>
                  <a:pt x="11382" y="16376"/>
                  <a:pt x="14151" y="14008"/>
                  <a:pt x="15631" y="12019"/>
                </a:cubicBezTo>
                <a:cubicBezTo>
                  <a:pt x="17461" y="9567"/>
                  <a:pt x="18108" y="6689"/>
                  <a:pt x="18108" y="4971"/>
                </a:cubicBezTo>
                <a:cubicBezTo>
                  <a:pt x="18108" y="4747"/>
                  <a:pt x="18103" y="4701"/>
                  <a:pt x="18110" y="4637"/>
                </a:cubicBezTo>
                <a:cubicBezTo>
                  <a:pt x="18336" y="4435"/>
                  <a:pt x="18964" y="4133"/>
                  <a:pt x="19935" y="2718"/>
                </a:cubicBezTo>
                <a:cubicBezTo>
                  <a:pt x="20080" y="2505"/>
                  <a:pt x="20070" y="2221"/>
                  <a:pt x="19909" y="2019"/>
                </a:cubicBezTo>
                <a:cubicBezTo>
                  <a:pt x="19795" y="1879"/>
                  <a:pt x="19625" y="1801"/>
                  <a:pt x="19451" y="1801"/>
                </a:cubicBezTo>
                <a:cubicBezTo>
                  <a:pt x="19377" y="1801"/>
                  <a:pt x="19303" y="1815"/>
                  <a:pt x="19231" y="1844"/>
                </a:cubicBezTo>
                <a:cubicBezTo>
                  <a:pt x="19194" y="1860"/>
                  <a:pt x="19155" y="1874"/>
                  <a:pt x="19118" y="1890"/>
                </a:cubicBezTo>
                <a:cubicBezTo>
                  <a:pt x="19269" y="1630"/>
                  <a:pt x="19392" y="1356"/>
                  <a:pt x="19490" y="1062"/>
                </a:cubicBezTo>
                <a:cubicBezTo>
                  <a:pt x="19564" y="841"/>
                  <a:pt x="19498" y="598"/>
                  <a:pt x="19327" y="443"/>
                </a:cubicBezTo>
                <a:cubicBezTo>
                  <a:pt x="19217" y="344"/>
                  <a:pt x="19076" y="292"/>
                  <a:pt x="18934" y="292"/>
                </a:cubicBezTo>
                <a:cubicBezTo>
                  <a:pt x="18853" y="292"/>
                  <a:pt x="18771" y="309"/>
                  <a:pt x="18694" y="344"/>
                </a:cubicBezTo>
                <a:cubicBezTo>
                  <a:pt x="18690" y="345"/>
                  <a:pt x="18676" y="351"/>
                  <a:pt x="18651" y="363"/>
                </a:cubicBezTo>
                <a:cubicBezTo>
                  <a:pt x="17724" y="830"/>
                  <a:pt x="16999" y="1103"/>
                  <a:pt x="16670" y="1166"/>
                </a:cubicBezTo>
                <a:cubicBezTo>
                  <a:pt x="16647" y="1147"/>
                  <a:pt x="16624" y="1126"/>
                  <a:pt x="16603" y="1106"/>
                </a:cubicBezTo>
                <a:cubicBezTo>
                  <a:pt x="16194" y="745"/>
                  <a:pt x="15347" y="1"/>
                  <a:pt x="13631" y="1"/>
                </a:cubicBezTo>
                <a:close/>
              </a:path>
            </a:pathLst>
          </a:custGeom>
          <a:solidFill>
            <a:srgbClr val="5555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44" name="Google Shape;11109;p73">
            <a:extLst>
              <a:ext uri="{FF2B5EF4-FFF2-40B4-BE49-F238E27FC236}">
                <a16:creationId xmlns:a16="http://schemas.microsoft.com/office/drawing/2014/main" id="{A267C8B7-33BF-8954-0A9B-DEB5955C5C89}"/>
              </a:ext>
            </a:extLst>
          </p:cNvPr>
          <p:cNvGrpSpPr/>
          <p:nvPr/>
        </p:nvGrpSpPr>
        <p:grpSpPr>
          <a:xfrm>
            <a:off x="5759635" y="6437472"/>
            <a:ext cx="825172" cy="823938"/>
            <a:chOff x="2344476" y="2571761"/>
            <a:chExt cx="417671" cy="417045"/>
          </a:xfrm>
          <a:solidFill>
            <a:srgbClr val="555559"/>
          </a:solidFill>
        </p:grpSpPr>
        <p:sp>
          <p:nvSpPr>
            <p:cNvPr id="2645" name="Google Shape;11110;p73">
              <a:extLst>
                <a:ext uri="{FF2B5EF4-FFF2-40B4-BE49-F238E27FC236}">
                  <a16:creationId xmlns:a16="http://schemas.microsoft.com/office/drawing/2014/main" id="{DF60E6ED-262B-1D97-AF07-E3640ADB6B80}"/>
                </a:ext>
              </a:extLst>
            </p:cNvPr>
            <p:cNvSpPr/>
            <p:nvPr/>
          </p:nvSpPr>
          <p:spPr>
            <a:xfrm>
              <a:off x="2344476" y="2571761"/>
              <a:ext cx="417671" cy="417045"/>
            </a:xfrm>
            <a:custGeom>
              <a:avLst/>
              <a:gdLst/>
              <a:ahLst/>
              <a:cxnLst/>
              <a:rect l="l" t="t" r="r" b="b"/>
              <a:pathLst>
                <a:path w="20013" h="19983" extrusionOk="0">
                  <a:moveTo>
                    <a:pt x="10022" y="1170"/>
                  </a:moveTo>
                  <a:cubicBezTo>
                    <a:pt x="14886" y="1170"/>
                    <a:pt x="18842" y="5127"/>
                    <a:pt x="18842" y="9990"/>
                  </a:cubicBezTo>
                  <a:cubicBezTo>
                    <a:pt x="18842" y="14855"/>
                    <a:pt x="14886" y="18811"/>
                    <a:pt x="10023" y="18811"/>
                  </a:cubicBezTo>
                  <a:cubicBezTo>
                    <a:pt x="8516" y="18811"/>
                    <a:pt x="7030" y="18423"/>
                    <a:pt x="5726" y="17691"/>
                  </a:cubicBezTo>
                  <a:cubicBezTo>
                    <a:pt x="5638" y="17641"/>
                    <a:pt x="5539" y="17615"/>
                    <a:pt x="5440" y="17615"/>
                  </a:cubicBezTo>
                  <a:cubicBezTo>
                    <a:pt x="5393" y="17615"/>
                    <a:pt x="5345" y="17621"/>
                    <a:pt x="5298" y="17632"/>
                  </a:cubicBezTo>
                  <a:lnTo>
                    <a:pt x="1419" y="18595"/>
                  </a:lnTo>
                  <a:lnTo>
                    <a:pt x="2381" y="14715"/>
                  </a:lnTo>
                  <a:cubicBezTo>
                    <a:pt x="2417" y="14570"/>
                    <a:pt x="2395" y="14416"/>
                    <a:pt x="2323" y="14287"/>
                  </a:cubicBezTo>
                  <a:cubicBezTo>
                    <a:pt x="1590" y="12982"/>
                    <a:pt x="1203" y="11498"/>
                    <a:pt x="1203" y="9990"/>
                  </a:cubicBezTo>
                  <a:cubicBezTo>
                    <a:pt x="1203" y="5127"/>
                    <a:pt x="5159" y="1170"/>
                    <a:pt x="10022" y="1170"/>
                  </a:cubicBezTo>
                  <a:close/>
                  <a:moveTo>
                    <a:pt x="10023" y="1"/>
                  </a:moveTo>
                  <a:cubicBezTo>
                    <a:pt x="4522" y="1"/>
                    <a:pt x="32" y="4491"/>
                    <a:pt x="32" y="9990"/>
                  </a:cubicBezTo>
                  <a:cubicBezTo>
                    <a:pt x="32" y="11620"/>
                    <a:pt x="432" y="13226"/>
                    <a:pt x="1191" y="14655"/>
                  </a:cubicBezTo>
                  <a:lnTo>
                    <a:pt x="50" y="19256"/>
                  </a:lnTo>
                  <a:cubicBezTo>
                    <a:pt x="0" y="19455"/>
                    <a:pt x="58" y="19665"/>
                    <a:pt x="204" y="19810"/>
                  </a:cubicBezTo>
                  <a:cubicBezTo>
                    <a:pt x="313" y="19921"/>
                    <a:pt x="461" y="19982"/>
                    <a:pt x="614" y="19982"/>
                  </a:cubicBezTo>
                  <a:cubicBezTo>
                    <a:pt x="662" y="19982"/>
                    <a:pt x="710" y="19976"/>
                    <a:pt x="757" y="19964"/>
                  </a:cubicBezTo>
                  <a:lnTo>
                    <a:pt x="5358" y="18823"/>
                  </a:lnTo>
                  <a:cubicBezTo>
                    <a:pt x="6788" y="19582"/>
                    <a:pt x="8394" y="19982"/>
                    <a:pt x="10022" y="19982"/>
                  </a:cubicBezTo>
                  <a:cubicBezTo>
                    <a:pt x="12680" y="19982"/>
                    <a:pt x="15187" y="18940"/>
                    <a:pt x="17078" y="17047"/>
                  </a:cubicBezTo>
                  <a:cubicBezTo>
                    <a:pt x="18971" y="15156"/>
                    <a:pt x="20013" y="12649"/>
                    <a:pt x="20013" y="9990"/>
                  </a:cubicBezTo>
                  <a:cubicBezTo>
                    <a:pt x="20013" y="7333"/>
                    <a:pt x="18971" y="4827"/>
                    <a:pt x="17080" y="2934"/>
                  </a:cubicBezTo>
                  <a:cubicBezTo>
                    <a:pt x="15187" y="1043"/>
                    <a:pt x="12680" y="1"/>
                    <a:pt x="1002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11111;p73">
              <a:extLst>
                <a:ext uri="{FF2B5EF4-FFF2-40B4-BE49-F238E27FC236}">
                  <a16:creationId xmlns:a16="http://schemas.microsoft.com/office/drawing/2014/main" id="{1C861528-1114-286E-CC80-FBFAE2CA8E74}"/>
                </a:ext>
              </a:extLst>
            </p:cNvPr>
            <p:cNvSpPr/>
            <p:nvPr/>
          </p:nvSpPr>
          <p:spPr>
            <a:xfrm>
              <a:off x="2421672" y="2657388"/>
              <a:ext cx="260625" cy="243636"/>
            </a:xfrm>
            <a:custGeom>
              <a:avLst/>
              <a:gdLst/>
              <a:ahLst/>
              <a:cxnLst/>
              <a:rect l="l" t="t" r="r" b="b"/>
              <a:pathLst>
                <a:path w="12488" h="11674" extrusionOk="0">
                  <a:moveTo>
                    <a:pt x="3164" y="1171"/>
                  </a:moveTo>
                  <a:cubicBezTo>
                    <a:pt x="3352" y="1171"/>
                    <a:pt x="3536" y="1247"/>
                    <a:pt x="3710" y="1424"/>
                  </a:cubicBezTo>
                  <a:lnTo>
                    <a:pt x="3719" y="1433"/>
                  </a:lnTo>
                  <a:cubicBezTo>
                    <a:pt x="4757" y="2473"/>
                    <a:pt x="4683" y="2832"/>
                    <a:pt x="4449" y="3068"/>
                  </a:cubicBezTo>
                  <a:cubicBezTo>
                    <a:pt x="4240" y="3275"/>
                    <a:pt x="3625" y="3692"/>
                    <a:pt x="3427" y="3892"/>
                  </a:cubicBezTo>
                  <a:cubicBezTo>
                    <a:pt x="2960" y="4359"/>
                    <a:pt x="3046" y="5081"/>
                    <a:pt x="3685" y="6039"/>
                  </a:cubicBezTo>
                  <a:cubicBezTo>
                    <a:pt x="4065" y="6611"/>
                    <a:pt x="4568" y="7166"/>
                    <a:pt x="4805" y="7405"/>
                  </a:cubicBezTo>
                  <a:lnTo>
                    <a:pt x="4806" y="7405"/>
                  </a:lnTo>
                  <a:cubicBezTo>
                    <a:pt x="5045" y="7642"/>
                    <a:pt x="5599" y="8146"/>
                    <a:pt x="6172" y="8527"/>
                  </a:cubicBezTo>
                  <a:cubicBezTo>
                    <a:pt x="6727" y="8895"/>
                    <a:pt x="7202" y="9079"/>
                    <a:pt x="7594" y="9079"/>
                  </a:cubicBezTo>
                  <a:cubicBezTo>
                    <a:pt x="7880" y="9079"/>
                    <a:pt x="8123" y="8981"/>
                    <a:pt x="8320" y="8785"/>
                  </a:cubicBezTo>
                  <a:cubicBezTo>
                    <a:pt x="8518" y="8585"/>
                    <a:pt x="8935" y="7971"/>
                    <a:pt x="9144" y="7762"/>
                  </a:cubicBezTo>
                  <a:cubicBezTo>
                    <a:pt x="9238" y="7668"/>
                    <a:pt x="9331" y="7609"/>
                    <a:pt x="9460" y="7609"/>
                  </a:cubicBezTo>
                  <a:cubicBezTo>
                    <a:pt x="9549" y="7609"/>
                    <a:pt x="9655" y="7637"/>
                    <a:pt x="9790" y="7702"/>
                  </a:cubicBezTo>
                  <a:cubicBezTo>
                    <a:pt x="10172" y="7886"/>
                    <a:pt x="10582" y="8297"/>
                    <a:pt x="10779" y="8493"/>
                  </a:cubicBezTo>
                  <a:lnTo>
                    <a:pt x="10788" y="8502"/>
                  </a:lnTo>
                  <a:cubicBezTo>
                    <a:pt x="11239" y="8944"/>
                    <a:pt x="11037" y="9452"/>
                    <a:pt x="10593" y="9898"/>
                  </a:cubicBezTo>
                  <a:cubicBezTo>
                    <a:pt x="10190" y="10300"/>
                    <a:pt x="9680" y="10502"/>
                    <a:pt x="9068" y="10502"/>
                  </a:cubicBezTo>
                  <a:cubicBezTo>
                    <a:pt x="8521" y="10502"/>
                    <a:pt x="7892" y="10341"/>
                    <a:pt x="7184" y="10020"/>
                  </a:cubicBezTo>
                  <a:cubicBezTo>
                    <a:pt x="5868" y="9420"/>
                    <a:pt x="4676" y="8428"/>
                    <a:pt x="4228" y="7984"/>
                  </a:cubicBezTo>
                  <a:cubicBezTo>
                    <a:pt x="3784" y="7536"/>
                    <a:pt x="2792" y="6344"/>
                    <a:pt x="2192" y="5028"/>
                  </a:cubicBezTo>
                  <a:cubicBezTo>
                    <a:pt x="1511" y="3527"/>
                    <a:pt x="1552" y="2381"/>
                    <a:pt x="2314" y="1619"/>
                  </a:cubicBezTo>
                  <a:cubicBezTo>
                    <a:pt x="2583" y="1350"/>
                    <a:pt x="2877" y="1171"/>
                    <a:pt x="3164" y="1171"/>
                  </a:cubicBezTo>
                  <a:close/>
                  <a:moveTo>
                    <a:pt x="3169" y="1"/>
                  </a:moveTo>
                  <a:cubicBezTo>
                    <a:pt x="2619" y="1"/>
                    <a:pt x="2030" y="247"/>
                    <a:pt x="1486" y="791"/>
                  </a:cubicBezTo>
                  <a:cubicBezTo>
                    <a:pt x="701" y="1576"/>
                    <a:pt x="0" y="3034"/>
                    <a:pt x="1127" y="5512"/>
                  </a:cubicBezTo>
                  <a:cubicBezTo>
                    <a:pt x="1794" y="6979"/>
                    <a:pt x="2868" y="8274"/>
                    <a:pt x="3398" y="8810"/>
                  </a:cubicBezTo>
                  <a:lnTo>
                    <a:pt x="3402" y="8813"/>
                  </a:lnTo>
                  <a:cubicBezTo>
                    <a:pt x="3938" y="9344"/>
                    <a:pt x="5235" y="10418"/>
                    <a:pt x="6699" y="11085"/>
                  </a:cubicBezTo>
                  <a:cubicBezTo>
                    <a:pt x="7490" y="11445"/>
                    <a:pt x="8308" y="11674"/>
                    <a:pt x="9088" y="11674"/>
                  </a:cubicBezTo>
                  <a:cubicBezTo>
                    <a:pt x="9940" y="11674"/>
                    <a:pt x="10746" y="11400"/>
                    <a:pt x="11421" y="10726"/>
                  </a:cubicBezTo>
                  <a:cubicBezTo>
                    <a:pt x="12488" y="9657"/>
                    <a:pt x="12399" y="8442"/>
                    <a:pt x="11607" y="7665"/>
                  </a:cubicBezTo>
                  <a:cubicBezTo>
                    <a:pt x="11219" y="7278"/>
                    <a:pt x="10791" y="6885"/>
                    <a:pt x="10297" y="6648"/>
                  </a:cubicBezTo>
                  <a:cubicBezTo>
                    <a:pt x="10009" y="6509"/>
                    <a:pt x="9725" y="6440"/>
                    <a:pt x="9455" y="6440"/>
                  </a:cubicBezTo>
                  <a:cubicBezTo>
                    <a:pt x="9034" y="6440"/>
                    <a:pt x="8646" y="6606"/>
                    <a:pt x="8316" y="6935"/>
                  </a:cubicBezTo>
                  <a:cubicBezTo>
                    <a:pt x="8070" y="7180"/>
                    <a:pt x="7732" y="7665"/>
                    <a:pt x="7538" y="7904"/>
                  </a:cubicBezTo>
                  <a:cubicBezTo>
                    <a:pt x="7035" y="7819"/>
                    <a:pt x="6032" y="6974"/>
                    <a:pt x="5634" y="6577"/>
                  </a:cubicBezTo>
                  <a:cubicBezTo>
                    <a:pt x="5236" y="6179"/>
                    <a:pt x="4393" y="5174"/>
                    <a:pt x="4308" y="4674"/>
                  </a:cubicBezTo>
                  <a:cubicBezTo>
                    <a:pt x="4545" y="4481"/>
                    <a:pt x="5031" y="4141"/>
                    <a:pt x="5277" y="3895"/>
                  </a:cubicBezTo>
                  <a:cubicBezTo>
                    <a:pt x="5817" y="3354"/>
                    <a:pt x="5919" y="2652"/>
                    <a:pt x="5564" y="1914"/>
                  </a:cubicBezTo>
                  <a:cubicBezTo>
                    <a:pt x="5327" y="1421"/>
                    <a:pt x="4934" y="993"/>
                    <a:pt x="4546" y="605"/>
                  </a:cubicBezTo>
                  <a:cubicBezTo>
                    <a:pt x="4165" y="216"/>
                    <a:pt x="3684" y="1"/>
                    <a:pt x="316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Picture 1">
            <a:extLst>
              <a:ext uri="{FF2B5EF4-FFF2-40B4-BE49-F238E27FC236}">
                <a16:creationId xmlns:a16="http://schemas.microsoft.com/office/drawing/2014/main" id="{3FC59556-AD22-7CCB-C202-FCE16FF4DFC5}"/>
              </a:ext>
            </a:extLst>
          </p:cNvPr>
          <p:cNvPicPr>
            <a:picLocks noChangeAspect="1"/>
          </p:cNvPicPr>
          <p:nvPr/>
        </p:nvPicPr>
        <p:blipFill rotWithShape="1">
          <a:blip r:embed="rId2">
            <a:extLst>
              <a:ext uri="{28A0092B-C50C-407E-A947-70E740481C1C}">
                <a14:useLocalDpi xmlns:a14="http://schemas.microsoft.com/office/drawing/2010/main" val="0"/>
              </a:ext>
            </a:extLst>
          </a:blip>
          <a:srcRect l="-44764" t="55302" r="45710" b="1985"/>
          <a:stretch/>
        </p:blipFill>
        <p:spPr>
          <a:xfrm>
            <a:off x="-736428" y="0"/>
            <a:ext cx="1413659" cy="13716000"/>
          </a:xfrm>
          <a:prstGeom prst="rect">
            <a:avLst/>
          </a:prstGeom>
        </p:spPr>
      </p:pic>
    </p:spTree>
    <p:extLst>
      <p:ext uri="{BB962C8B-B14F-4D97-AF65-F5344CB8AC3E}">
        <p14:creationId xmlns:p14="http://schemas.microsoft.com/office/powerpoint/2010/main" val="4201402744"/>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34A8BAC-73DE-2A66-DF18-5D32FB4E5319}"/>
              </a:ext>
            </a:extLst>
          </p:cNvPr>
          <p:cNvSpPr>
            <a:spLocks noGrp="1"/>
          </p:cNvSpPr>
          <p:nvPr>
            <p:ph type="body" sz="quarter" idx="10"/>
          </p:nvPr>
        </p:nvSpPr>
        <p:spPr/>
        <p:txBody>
          <a:bodyPr/>
          <a:lstStyle/>
          <a:p>
            <a:endParaRPr lang="en-150"/>
          </a:p>
        </p:txBody>
      </p:sp>
      <p:sp>
        <p:nvSpPr>
          <p:cNvPr id="3" name="Text Placeholder 2">
            <a:extLst>
              <a:ext uri="{FF2B5EF4-FFF2-40B4-BE49-F238E27FC236}">
                <a16:creationId xmlns:a16="http://schemas.microsoft.com/office/drawing/2014/main" id="{526BF6C0-4596-02E3-6E09-EC5D1EEA1E60}"/>
              </a:ext>
            </a:extLst>
          </p:cNvPr>
          <p:cNvSpPr>
            <a:spLocks noGrp="1"/>
          </p:cNvSpPr>
          <p:nvPr>
            <p:ph type="body" sz="quarter" idx="11"/>
          </p:nvPr>
        </p:nvSpPr>
        <p:spPr/>
        <p:txBody>
          <a:bodyPr/>
          <a:lstStyle/>
          <a:p>
            <a:endParaRPr lang="en-150"/>
          </a:p>
        </p:txBody>
      </p:sp>
      <p:sp>
        <p:nvSpPr>
          <p:cNvPr id="4" name="Footer Placeholder 3">
            <a:extLst>
              <a:ext uri="{FF2B5EF4-FFF2-40B4-BE49-F238E27FC236}">
                <a16:creationId xmlns:a16="http://schemas.microsoft.com/office/drawing/2014/main" id="{81CAC1A2-3068-0507-3209-6E2B432B4569}"/>
              </a:ext>
            </a:extLst>
          </p:cNvPr>
          <p:cNvSpPr>
            <a:spLocks noGrp="1"/>
          </p:cNvSpPr>
          <p:nvPr>
            <p:ph type="ftr" sz="quarter" idx="3"/>
          </p:nvPr>
        </p:nvSpPr>
        <p:spPr/>
        <p:txBody>
          <a:bodyPr/>
          <a:lstStyle/>
          <a:p>
            <a:r>
              <a:rPr lang="en-US" dirty="0"/>
              <a:t>2024 © Retail Consult - All rights reserved </a:t>
            </a:r>
          </a:p>
        </p:txBody>
      </p:sp>
      <p:sp>
        <p:nvSpPr>
          <p:cNvPr id="5" name="Slide Number Placeholder 4">
            <a:extLst>
              <a:ext uri="{FF2B5EF4-FFF2-40B4-BE49-F238E27FC236}">
                <a16:creationId xmlns:a16="http://schemas.microsoft.com/office/drawing/2014/main" id="{C80479BE-96E7-A843-830F-4A8247F5900C}"/>
              </a:ext>
            </a:extLst>
          </p:cNvPr>
          <p:cNvSpPr>
            <a:spLocks noGrp="1"/>
          </p:cNvSpPr>
          <p:nvPr>
            <p:ph type="sldNum" sz="quarter" idx="4"/>
          </p:nvPr>
        </p:nvSpPr>
        <p:spPr/>
        <p:txBody>
          <a:bodyPr/>
          <a:lstStyle/>
          <a:p>
            <a:fld id="{9A4417C4-43A3-444C-837D-103BA5C8224B}" type="slidenum">
              <a:rPr lang="en-US" smtClean="0"/>
              <a:pPr/>
              <a:t>19</a:t>
            </a:fld>
            <a:endParaRPr lang="en-US"/>
          </a:p>
        </p:txBody>
      </p:sp>
      <p:sp>
        <p:nvSpPr>
          <p:cNvPr id="6" name="Text Placeholder 5">
            <a:extLst>
              <a:ext uri="{FF2B5EF4-FFF2-40B4-BE49-F238E27FC236}">
                <a16:creationId xmlns:a16="http://schemas.microsoft.com/office/drawing/2014/main" id="{9D0CB2DA-51F9-DBAA-D585-6FC9925E95EE}"/>
              </a:ext>
            </a:extLst>
          </p:cNvPr>
          <p:cNvSpPr>
            <a:spLocks noGrp="1"/>
          </p:cNvSpPr>
          <p:nvPr>
            <p:ph type="body" sz="quarter" idx="12"/>
          </p:nvPr>
        </p:nvSpPr>
        <p:spPr/>
        <p:txBody>
          <a:bodyPr/>
          <a:lstStyle/>
          <a:p>
            <a:endParaRPr lang="en-150"/>
          </a:p>
        </p:txBody>
      </p:sp>
    </p:spTree>
    <p:extLst>
      <p:ext uri="{BB962C8B-B14F-4D97-AF65-F5344CB8AC3E}">
        <p14:creationId xmlns:p14="http://schemas.microsoft.com/office/powerpoint/2010/main" val="1775964085"/>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1B1CBF5-EFC5-0059-6E03-53B60FB64298}"/>
              </a:ext>
            </a:extLst>
          </p:cNvPr>
          <p:cNvSpPr>
            <a:spLocks noGrp="1"/>
          </p:cNvSpPr>
          <p:nvPr>
            <p:ph type="body" sz="quarter" idx="24"/>
          </p:nvPr>
        </p:nvSpPr>
        <p:spPr/>
        <p:txBody>
          <a:bodyPr/>
          <a:lstStyle/>
          <a:p>
            <a:endParaRPr lang="en-150"/>
          </a:p>
        </p:txBody>
      </p:sp>
      <p:sp>
        <p:nvSpPr>
          <p:cNvPr id="3" name="Footer Placeholder 2">
            <a:extLst>
              <a:ext uri="{FF2B5EF4-FFF2-40B4-BE49-F238E27FC236}">
                <a16:creationId xmlns:a16="http://schemas.microsoft.com/office/drawing/2014/main" id="{B52878A8-2B49-7F08-CF4C-0E632B4ECD72}"/>
              </a:ext>
            </a:extLst>
          </p:cNvPr>
          <p:cNvSpPr>
            <a:spLocks noGrp="1"/>
          </p:cNvSpPr>
          <p:nvPr>
            <p:ph type="ftr" sz="quarter" idx="81"/>
          </p:nvPr>
        </p:nvSpPr>
        <p:spPr/>
        <p:txBody>
          <a:bodyPr/>
          <a:lstStyle/>
          <a:p>
            <a:r>
              <a:rPr lang="en-US"/>
              <a:t>2024 © Retail Consult - All rights reserved</a:t>
            </a:r>
          </a:p>
        </p:txBody>
      </p:sp>
      <p:sp>
        <p:nvSpPr>
          <p:cNvPr id="4" name="Slide Number Placeholder 3">
            <a:extLst>
              <a:ext uri="{FF2B5EF4-FFF2-40B4-BE49-F238E27FC236}">
                <a16:creationId xmlns:a16="http://schemas.microsoft.com/office/drawing/2014/main" id="{5CD745A2-BC4A-A685-967E-BA83CB4E79AB}"/>
              </a:ext>
            </a:extLst>
          </p:cNvPr>
          <p:cNvSpPr>
            <a:spLocks noGrp="1"/>
          </p:cNvSpPr>
          <p:nvPr>
            <p:ph type="sldNum" sz="quarter" idx="82"/>
          </p:nvPr>
        </p:nvSpPr>
        <p:spPr/>
        <p:txBody>
          <a:bodyPr/>
          <a:lstStyle/>
          <a:p>
            <a:fld id="{9A4417C4-43A3-444C-837D-103BA5C8224B}" type="slidenum">
              <a:rPr lang="en-US" smtClean="0"/>
              <a:pPr/>
              <a:t>20</a:t>
            </a:fld>
            <a:endParaRPr lang="en-US"/>
          </a:p>
        </p:txBody>
      </p:sp>
      <p:sp>
        <p:nvSpPr>
          <p:cNvPr id="5" name="TextBox 4">
            <a:extLst>
              <a:ext uri="{FF2B5EF4-FFF2-40B4-BE49-F238E27FC236}">
                <a16:creationId xmlns:a16="http://schemas.microsoft.com/office/drawing/2014/main" id="{4E06B127-730C-7987-FB8C-CADD3C70B06F}"/>
              </a:ext>
            </a:extLst>
          </p:cNvPr>
          <p:cNvSpPr txBox="1"/>
          <p:nvPr/>
        </p:nvSpPr>
        <p:spPr>
          <a:xfrm>
            <a:off x="1365223" y="2718748"/>
            <a:ext cx="21653554" cy="3657411"/>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spcAft>
                <a:spcPts val="600"/>
              </a:spcAft>
            </a:pPr>
            <a:r>
              <a:rPr lang="en-US" sz="2400" dirty="0">
                <a:solidFill>
                  <a:srgbClr val="555559"/>
                </a:solidFill>
                <a:effectLst/>
                <a:latin typeface="Neo Tech Std" panose="020B0504030504040204" pitchFamily="34" charset="0"/>
                <a:ea typeface="Calibri" panose="020F0502020204030204" pitchFamily="34" charset="0"/>
                <a:cs typeface="Times New Roman" panose="02020603050405020304" pitchFamily="18" charset="0"/>
              </a:rPr>
              <a:t>This document in any form, software or printed matter, contains proprietary information that is the exclusive property of Retail Consult, and is not part of your license agreement, nor can it be incorporated into any contractual agreement with Retail Consult or its subsidiaries or affiliates. Your access to and use of this document is subject to the terms and conditions of your Retail Consult service agreement, which has been executed and with which you agree to comply. This document and information contained herein may not be disclosed, copied, reproduced or distributed to anyone outside Retail Consult without prior written consent of Retail Consult.</a:t>
            </a:r>
          </a:p>
          <a:p>
            <a:pPr>
              <a:spcAft>
                <a:spcPts val="600"/>
              </a:spcAft>
            </a:pPr>
            <a:endParaRPr lang="en-US" sz="2400" dirty="0">
              <a:solidFill>
                <a:srgbClr val="555559"/>
              </a:solidFill>
              <a:effectLst/>
              <a:latin typeface="Neo Tech Std" panose="020B0504030504040204" pitchFamily="34" charset="0"/>
              <a:ea typeface="Calibri" panose="020F0502020204030204" pitchFamily="34" charset="0"/>
              <a:cs typeface="Times New Roman" panose="02020603050405020304" pitchFamily="18" charset="0"/>
            </a:endParaRPr>
          </a:p>
          <a:p>
            <a:pPr>
              <a:spcAft>
                <a:spcPts val="600"/>
              </a:spcAft>
            </a:pPr>
            <a:r>
              <a:rPr lang="en-US" sz="2400" dirty="0">
                <a:solidFill>
                  <a:srgbClr val="555559"/>
                </a:solidFill>
                <a:effectLst/>
                <a:latin typeface="Neo Tech Std" panose="020B0504030504040204" pitchFamily="34" charset="0"/>
                <a:ea typeface="Calibri" panose="020F0502020204030204" pitchFamily="34" charset="0"/>
                <a:cs typeface="Times New Roman" panose="02020603050405020304" pitchFamily="18" charset="0"/>
              </a:rPr>
              <a:t>This document is intended solely for informational purposes, and it is not a commitment to deliver any material, code, or functionality, and should not be relied upon in making purchasing decisions. The development, release, and timing of any features or functionalities described in this document remains at the sole discretion of Retail Consult.</a:t>
            </a:r>
          </a:p>
        </p:txBody>
      </p:sp>
    </p:spTree>
    <p:extLst>
      <p:ext uri="{BB962C8B-B14F-4D97-AF65-F5344CB8AC3E}">
        <p14:creationId xmlns:p14="http://schemas.microsoft.com/office/powerpoint/2010/main" val="2777682189"/>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E9782ED-58FF-6B57-4070-9B1836C2B31C}"/>
              </a:ext>
            </a:extLst>
          </p:cNvPr>
          <p:cNvSpPr>
            <a:spLocks noGrp="1"/>
          </p:cNvSpPr>
          <p:nvPr>
            <p:ph type="body" sz="quarter" idx="24"/>
          </p:nvPr>
        </p:nvSpPr>
        <p:spPr/>
        <p:txBody>
          <a:bodyPr/>
          <a:lstStyle/>
          <a:p>
            <a:endParaRPr lang="en-US"/>
          </a:p>
        </p:txBody>
      </p:sp>
      <p:sp>
        <p:nvSpPr>
          <p:cNvPr id="3" name="Footer Placeholder 2">
            <a:extLst>
              <a:ext uri="{FF2B5EF4-FFF2-40B4-BE49-F238E27FC236}">
                <a16:creationId xmlns:a16="http://schemas.microsoft.com/office/drawing/2014/main" id="{339B3B4E-FCF3-DD73-A3F1-3893AC4C014E}"/>
              </a:ext>
            </a:extLst>
          </p:cNvPr>
          <p:cNvSpPr>
            <a:spLocks noGrp="1"/>
          </p:cNvSpPr>
          <p:nvPr>
            <p:ph type="ftr" sz="quarter" idx="81"/>
          </p:nvPr>
        </p:nvSpPr>
        <p:spPr/>
        <p:txBody>
          <a:bodyPr/>
          <a:lstStyle/>
          <a:p>
            <a:r>
              <a:rPr lang="en-US"/>
              <a:t>2024 © Retail Consult - All rights reserved</a:t>
            </a:r>
          </a:p>
        </p:txBody>
      </p:sp>
      <p:sp>
        <p:nvSpPr>
          <p:cNvPr id="4" name="Slide Number Placeholder 3">
            <a:extLst>
              <a:ext uri="{FF2B5EF4-FFF2-40B4-BE49-F238E27FC236}">
                <a16:creationId xmlns:a16="http://schemas.microsoft.com/office/drawing/2014/main" id="{7F01C0F9-B21C-A5A3-5637-44311B55FEC0}"/>
              </a:ext>
            </a:extLst>
          </p:cNvPr>
          <p:cNvSpPr>
            <a:spLocks noGrp="1"/>
          </p:cNvSpPr>
          <p:nvPr>
            <p:ph type="sldNum" sz="quarter" idx="82"/>
          </p:nvPr>
        </p:nvSpPr>
        <p:spPr/>
        <p:txBody>
          <a:bodyPr/>
          <a:lstStyle/>
          <a:p>
            <a:fld id="{9A4417C4-43A3-444C-837D-103BA5C8224B}" type="slidenum">
              <a:rPr lang="en-US" smtClean="0"/>
              <a:pPr/>
              <a:t>21</a:t>
            </a:fld>
            <a:endParaRPr lang="en-US"/>
          </a:p>
        </p:txBody>
      </p:sp>
      <p:sp>
        <p:nvSpPr>
          <p:cNvPr id="5" name="Text Placeholder 4">
            <a:extLst>
              <a:ext uri="{FF2B5EF4-FFF2-40B4-BE49-F238E27FC236}">
                <a16:creationId xmlns:a16="http://schemas.microsoft.com/office/drawing/2014/main" id="{F364A814-D77E-AD1A-8455-533A324DFC6A}"/>
              </a:ext>
            </a:extLst>
          </p:cNvPr>
          <p:cNvSpPr>
            <a:spLocks noGrp="1"/>
          </p:cNvSpPr>
          <p:nvPr>
            <p:ph type="body" sz="quarter" idx="29"/>
          </p:nvPr>
        </p:nvSpPr>
        <p:spPr/>
        <p:txBody>
          <a:bodyPr/>
          <a:lstStyle/>
          <a:p>
            <a:endParaRPr lang="en-US"/>
          </a:p>
        </p:txBody>
      </p:sp>
    </p:spTree>
    <p:extLst>
      <p:ext uri="{BB962C8B-B14F-4D97-AF65-F5344CB8AC3E}">
        <p14:creationId xmlns:p14="http://schemas.microsoft.com/office/powerpoint/2010/main" val="3190622105"/>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406D47C-824D-3134-01EC-B08FA891CCD9}"/>
              </a:ext>
            </a:extLst>
          </p:cNvPr>
          <p:cNvSpPr>
            <a:spLocks noGrp="1"/>
          </p:cNvSpPr>
          <p:nvPr>
            <p:ph type="body" sz="quarter" idx="24"/>
          </p:nvPr>
        </p:nvSpPr>
        <p:spPr/>
        <p:txBody>
          <a:bodyPr/>
          <a:lstStyle/>
          <a:p>
            <a:endParaRPr lang="en-US"/>
          </a:p>
        </p:txBody>
      </p:sp>
      <p:sp>
        <p:nvSpPr>
          <p:cNvPr id="3" name="Text Placeholder 2">
            <a:extLst>
              <a:ext uri="{FF2B5EF4-FFF2-40B4-BE49-F238E27FC236}">
                <a16:creationId xmlns:a16="http://schemas.microsoft.com/office/drawing/2014/main" id="{F8FDE3CB-BE00-1E98-BD80-56FFBCF18553}"/>
              </a:ext>
            </a:extLst>
          </p:cNvPr>
          <p:cNvSpPr>
            <a:spLocks noGrp="1"/>
          </p:cNvSpPr>
          <p:nvPr>
            <p:ph type="body" sz="quarter" idx="25"/>
          </p:nvPr>
        </p:nvSpPr>
        <p:spPr/>
        <p:txBody>
          <a:bodyPr/>
          <a:lstStyle/>
          <a:p>
            <a:endParaRPr lang="en-US"/>
          </a:p>
        </p:txBody>
      </p:sp>
      <p:sp>
        <p:nvSpPr>
          <p:cNvPr id="4" name="Footer Placeholder 3">
            <a:extLst>
              <a:ext uri="{FF2B5EF4-FFF2-40B4-BE49-F238E27FC236}">
                <a16:creationId xmlns:a16="http://schemas.microsoft.com/office/drawing/2014/main" id="{873C4BDC-2E3B-5D2D-B8A7-6F6677A3382E}"/>
              </a:ext>
            </a:extLst>
          </p:cNvPr>
          <p:cNvSpPr>
            <a:spLocks noGrp="1"/>
          </p:cNvSpPr>
          <p:nvPr>
            <p:ph type="ftr" sz="quarter" idx="3"/>
          </p:nvPr>
        </p:nvSpPr>
        <p:spPr/>
        <p:txBody>
          <a:bodyPr/>
          <a:lstStyle/>
          <a:p>
            <a:r>
              <a:rPr lang="en-US"/>
              <a:t>2024 © Retail Consult - All rights reserved</a:t>
            </a:r>
          </a:p>
        </p:txBody>
      </p:sp>
      <p:sp>
        <p:nvSpPr>
          <p:cNvPr id="5" name="Slide Number Placeholder 4">
            <a:extLst>
              <a:ext uri="{FF2B5EF4-FFF2-40B4-BE49-F238E27FC236}">
                <a16:creationId xmlns:a16="http://schemas.microsoft.com/office/drawing/2014/main" id="{D74A786A-A31D-5310-6D3C-9EB933231843}"/>
              </a:ext>
            </a:extLst>
          </p:cNvPr>
          <p:cNvSpPr>
            <a:spLocks noGrp="1"/>
          </p:cNvSpPr>
          <p:nvPr>
            <p:ph type="sldNum" sz="quarter" idx="4"/>
          </p:nvPr>
        </p:nvSpPr>
        <p:spPr/>
        <p:txBody>
          <a:bodyPr/>
          <a:lstStyle/>
          <a:p>
            <a:fld id="{9A4417C4-43A3-444C-837D-103BA5C8224B}" type="slidenum">
              <a:rPr lang="en-US" smtClean="0"/>
              <a:pPr/>
              <a:t>22</a:t>
            </a:fld>
            <a:endParaRPr lang="en-US"/>
          </a:p>
        </p:txBody>
      </p:sp>
    </p:spTree>
    <p:extLst>
      <p:ext uri="{BB962C8B-B14F-4D97-AF65-F5344CB8AC3E}">
        <p14:creationId xmlns:p14="http://schemas.microsoft.com/office/powerpoint/2010/main" val="2278954505"/>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8A3B888-2201-4B56-D5FD-8789E428837F}"/>
              </a:ext>
            </a:extLst>
          </p:cNvPr>
          <p:cNvSpPr>
            <a:spLocks noGrp="1"/>
          </p:cNvSpPr>
          <p:nvPr>
            <p:ph type="body" sz="quarter" idx="24"/>
          </p:nvPr>
        </p:nvSpPr>
        <p:spPr/>
        <p:txBody>
          <a:bodyPr/>
          <a:lstStyle/>
          <a:p>
            <a:endParaRPr lang="en-US"/>
          </a:p>
        </p:txBody>
      </p:sp>
      <p:sp>
        <p:nvSpPr>
          <p:cNvPr id="3" name="Text Placeholder 2">
            <a:extLst>
              <a:ext uri="{FF2B5EF4-FFF2-40B4-BE49-F238E27FC236}">
                <a16:creationId xmlns:a16="http://schemas.microsoft.com/office/drawing/2014/main" id="{781DDF2D-D002-6903-62A8-F90E1E7647FB}"/>
              </a:ext>
            </a:extLst>
          </p:cNvPr>
          <p:cNvSpPr>
            <a:spLocks noGrp="1"/>
          </p:cNvSpPr>
          <p:nvPr>
            <p:ph type="body" sz="quarter" idx="25"/>
          </p:nvPr>
        </p:nvSpPr>
        <p:spPr/>
        <p:txBody>
          <a:bodyPr/>
          <a:lstStyle/>
          <a:p>
            <a:endParaRPr lang="en-US"/>
          </a:p>
        </p:txBody>
      </p:sp>
      <p:sp>
        <p:nvSpPr>
          <p:cNvPr id="4" name="Text Placeholder 3">
            <a:extLst>
              <a:ext uri="{FF2B5EF4-FFF2-40B4-BE49-F238E27FC236}">
                <a16:creationId xmlns:a16="http://schemas.microsoft.com/office/drawing/2014/main" id="{FA89767B-3E32-440E-3FA7-8D675F4C0F6F}"/>
              </a:ext>
            </a:extLst>
          </p:cNvPr>
          <p:cNvSpPr>
            <a:spLocks noGrp="1"/>
          </p:cNvSpPr>
          <p:nvPr>
            <p:ph type="body" sz="quarter" idx="29"/>
          </p:nvPr>
        </p:nvSpPr>
        <p:spPr/>
        <p:txBody>
          <a:bodyPr/>
          <a:lstStyle/>
          <a:p>
            <a:endParaRPr lang="en-US"/>
          </a:p>
        </p:txBody>
      </p:sp>
      <p:sp>
        <p:nvSpPr>
          <p:cNvPr id="5" name="Text Placeholder 4">
            <a:extLst>
              <a:ext uri="{FF2B5EF4-FFF2-40B4-BE49-F238E27FC236}">
                <a16:creationId xmlns:a16="http://schemas.microsoft.com/office/drawing/2014/main" id="{F683E064-B2E9-E7AD-88FB-DBEE6F6997E4}"/>
              </a:ext>
            </a:extLst>
          </p:cNvPr>
          <p:cNvSpPr>
            <a:spLocks noGrp="1"/>
          </p:cNvSpPr>
          <p:nvPr>
            <p:ph type="body" sz="quarter" idx="30"/>
          </p:nvPr>
        </p:nvSpPr>
        <p:spPr/>
        <p:txBody>
          <a:bodyPr/>
          <a:lstStyle/>
          <a:p>
            <a:endParaRPr lang="en-US"/>
          </a:p>
        </p:txBody>
      </p:sp>
      <p:sp>
        <p:nvSpPr>
          <p:cNvPr id="6" name="Footer Placeholder 5">
            <a:extLst>
              <a:ext uri="{FF2B5EF4-FFF2-40B4-BE49-F238E27FC236}">
                <a16:creationId xmlns:a16="http://schemas.microsoft.com/office/drawing/2014/main" id="{EFB99903-B4AE-085F-0125-635DDE02775E}"/>
              </a:ext>
            </a:extLst>
          </p:cNvPr>
          <p:cNvSpPr>
            <a:spLocks noGrp="1"/>
          </p:cNvSpPr>
          <p:nvPr>
            <p:ph type="ftr" sz="quarter" idx="31"/>
          </p:nvPr>
        </p:nvSpPr>
        <p:spPr/>
        <p:txBody>
          <a:bodyPr/>
          <a:lstStyle/>
          <a:p>
            <a:r>
              <a:rPr lang="en-US"/>
              <a:t>2024 © Retail Consult - All rights reserved</a:t>
            </a:r>
          </a:p>
        </p:txBody>
      </p:sp>
      <p:sp>
        <p:nvSpPr>
          <p:cNvPr id="7" name="Slide Number Placeholder 6">
            <a:extLst>
              <a:ext uri="{FF2B5EF4-FFF2-40B4-BE49-F238E27FC236}">
                <a16:creationId xmlns:a16="http://schemas.microsoft.com/office/drawing/2014/main" id="{BCBF2143-7332-3525-08E7-F0B63366ED49}"/>
              </a:ext>
            </a:extLst>
          </p:cNvPr>
          <p:cNvSpPr>
            <a:spLocks noGrp="1"/>
          </p:cNvSpPr>
          <p:nvPr>
            <p:ph type="sldNum" sz="quarter" idx="32"/>
          </p:nvPr>
        </p:nvSpPr>
        <p:spPr/>
        <p:txBody>
          <a:bodyPr/>
          <a:lstStyle/>
          <a:p>
            <a:fld id="{9A4417C4-43A3-444C-837D-103BA5C8224B}" type="slidenum">
              <a:rPr lang="en-US" smtClean="0"/>
              <a:pPr/>
              <a:t>23</a:t>
            </a:fld>
            <a:endParaRPr lang="en-US"/>
          </a:p>
        </p:txBody>
      </p:sp>
    </p:spTree>
    <p:extLst>
      <p:ext uri="{BB962C8B-B14F-4D97-AF65-F5344CB8AC3E}">
        <p14:creationId xmlns:p14="http://schemas.microsoft.com/office/powerpoint/2010/main" val="2636313460"/>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81BA76C6-2C0A-E3A1-B45A-05D43F44077B}"/>
              </a:ext>
            </a:extLst>
          </p:cNvPr>
          <p:cNvSpPr>
            <a:spLocks noGrp="1"/>
          </p:cNvSpPr>
          <p:nvPr>
            <p:ph type="pic" sz="quarter" idx="11"/>
          </p:nvPr>
        </p:nvSpPr>
        <p:spPr/>
        <p:txBody>
          <a:bodyPr/>
          <a:lstStyle/>
          <a:p>
            <a:endParaRPr lang="en-150"/>
          </a:p>
        </p:txBody>
      </p:sp>
      <p:sp>
        <p:nvSpPr>
          <p:cNvPr id="3" name="Text Placeholder 2">
            <a:extLst>
              <a:ext uri="{FF2B5EF4-FFF2-40B4-BE49-F238E27FC236}">
                <a16:creationId xmlns:a16="http://schemas.microsoft.com/office/drawing/2014/main" id="{9C3872C5-C44C-9C47-27AB-91AB533E66FD}"/>
              </a:ext>
            </a:extLst>
          </p:cNvPr>
          <p:cNvSpPr>
            <a:spLocks noGrp="1"/>
          </p:cNvSpPr>
          <p:nvPr>
            <p:ph type="body" sz="quarter" idx="24"/>
          </p:nvPr>
        </p:nvSpPr>
        <p:spPr/>
        <p:txBody>
          <a:bodyPr/>
          <a:lstStyle/>
          <a:p>
            <a:endParaRPr lang="en-US"/>
          </a:p>
        </p:txBody>
      </p:sp>
      <p:sp>
        <p:nvSpPr>
          <p:cNvPr id="4" name="Text Placeholder 3">
            <a:extLst>
              <a:ext uri="{FF2B5EF4-FFF2-40B4-BE49-F238E27FC236}">
                <a16:creationId xmlns:a16="http://schemas.microsoft.com/office/drawing/2014/main" id="{8CB0BCAC-4946-F047-72E6-A32A3DC5F84D}"/>
              </a:ext>
            </a:extLst>
          </p:cNvPr>
          <p:cNvSpPr>
            <a:spLocks noGrp="1"/>
          </p:cNvSpPr>
          <p:nvPr>
            <p:ph type="body" sz="quarter" idx="25"/>
          </p:nvPr>
        </p:nvSpPr>
        <p:spPr/>
        <p:txBody>
          <a:bodyPr/>
          <a:lstStyle/>
          <a:p>
            <a:endParaRPr lang="en-US"/>
          </a:p>
        </p:txBody>
      </p:sp>
      <p:sp>
        <p:nvSpPr>
          <p:cNvPr id="5" name="Footer Placeholder 4">
            <a:extLst>
              <a:ext uri="{FF2B5EF4-FFF2-40B4-BE49-F238E27FC236}">
                <a16:creationId xmlns:a16="http://schemas.microsoft.com/office/drawing/2014/main" id="{84EE0C1B-22D4-F7E5-AA8F-B59C8400FCDE}"/>
              </a:ext>
            </a:extLst>
          </p:cNvPr>
          <p:cNvSpPr>
            <a:spLocks noGrp="1"/>
          </p:cNvSpPr>
          <p:nvPr>
            <p:ph type="ftr" sz="quarter" idx="26"/>
          </p:nvPr>
        </p:nvSpPr>
        <p:spPr/>
        <p:txBody>
          <a:bodyPr/>
          <a:lstStyle/>
          <a:p>
            <a:r>
              <a:rPr lang="en-US"/>
              <a:t>2024 © Retail Consult - All rights reserved</a:t>
            </a:r>
          </a:p>
        </p:txBody>
      </p:sp>
      <p:sp>
        <p:nvSpPr>
          <p:cNvPr id="6" name="Slide Number Placeholder 5">
            <a:extLst>
              <a:ext uri="{FF2B5EF4-FFF2-40B4-BE49-F238E27FC236}">
                <a16:creationId xmlns:a16="http://schemas.microsoft.com/office/drawing/2014/main" id="{AB448B0E-5383-76A5-1BE6-041B1C63EE0B}"/>
              </a:ext>
            </a:extLst>
          </p:cNvPr>
          <p:cNvSpPr>
            <a:spLocks noGrp="1"/>
          </p:cNvSpPr>
          <p:nvPr>
            <p:ph type="sldNum" sz="quarter" idx="27"/>
          </p:nvPr>
        </p:nvSpPr>
        <p:spPr/>
        <p:txBody>
          <a:bodyPr/>
          <a:lstStyle/>
          <a:p>
            <a:fld id="{9A4417C4-43A3-444C-837D-103BA5C8224B}" type="slidenum">
              <a:rPr lang="en-US" smtClean="0"/>
              <a:pPr/>
              <a:t>24</a:t>
            </a:fld>
            <a:endParaRPr lang="en-US"/>
          </a:p>
        </p:txBody>
      </p:sp>
      <p:sp>
        <p:nvSpPr>
          <p:cNvPr id="7" name="Text Placeholder 6">
            <a:extLst>
              <a:ext uri="{FF2B5EF4-FFF2-40B4-BE49-F238E27FC236}">
                <a16:creationId xmlns:a16="http://schemas.microsoft.com/office/drawing/2014/main" id="{A1E619C6-D126-AD52-347A-8C187DC40558}"/>
              </a:ext>
            </a:extLst>
          </p:cNvPr>
          <p:cNvSpPr>
            <a:spLocks noGrp="1"/>
          </p:cNvSpPr>
          <p:nvPr>
            <p:ph type="body" sz="quarter" idx="28"/>
          </p:nvPr>
        </p:nvSpPr>
        <p:spPr/>
        <p:txBody>
          <a:bodyPr/>
          <a:lstStyle/>
          <a:p>
            <a:endParaRPr lang="en-US"/>
          </a:p>
        </p:txBody>
      </p:sp>
    </p:spTree>
    <p:extLst>
      <p:ext uri="{BB962C8B-B14F-4D97-AF65-F5344CB8AC3E}">
        <p14:creationId xmlns:p14="http://schemas.microsoft.com/office/powerpoint/2010/main" val="1882769470"/>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rt Placeholder 1">
            <a:extLst>
              <a:ext uri="{FF2B5EF4-FFF2-40B4-BE49-F238E27FC236}">
                <a16:creationId xmlns:a16="http://schemas.microsoft.com/office/drawing/2014/main" id="{096EF08A-86E8-7141-B00C-C631EE0F1CF7}"/>
              </a:ext>
            </a:extLst>
          </p:cNvPr>
          <p:cNvSpPr>
            <a:spLocks noGrp="1"/>
          </p:cNvSpPr>
          <p:nvPr>
            <p:ph type="chart" sz="quarter" idx="16"/>
          </p:nvPr>
        </p:nvSpPr>
        <p:spPr/>
        <p:txBody>
          <a:bodyPr/>
          <a:lstStyle/>
          <a:p>
            <a:endParaRPr lang="en-150"/>
          </a:p>
        </p:txBody>
      </p:sp>
      <p:sp>
        <p:nvSpPr>
          <p:cNvPr id="3" name="Text Placeholder 2">
            <a:extLst>
              <a:ext uri="{FF2B5EF4-FFF2-40B4-BE49-F238E27FC236}">
                <a16:creationId xmlns:a16="http://schemas.microsoft.com/office/drawing/2014/main" id="{556648DE-286A-99A2-47C8-7DED8B4C1908}"/>
              </a:ext>
            </a:extLst>
          </p:cNvPr>
          <p:cNvSpPr>
            <a:spLocks noGrp="1"/>
          </p:cNvSpPr>
          <p:nvPr>
            <p:ph type="body" sz="quarter" idx="30"/>
          </p:nvPr>
        </p:nvSpPr>
        <p:spPr/>
        <p:txBody>
          <a:bodyPr/>
          <a:lstStyle/>
          <a:p>
            <a:endParaRPr lang="en-US"/>
          </a:p>
        </p:txBody>
      </p:sp>
      <p:sp>
        <p:nvSpPr>
          <p:cNvPr id="4" name="Text Placeholder 3">
            <a:extLst>
              <a:ext uri="{FF2B5EF4-FFF2-40B4-BE49-F238E27FC236}">
                <a16:creationId xmlns:a16="http://schemas.microsoft.com/office/drawing/2014/main" id="{F743D884-280F-3959-1131-BAA9CAC7867D}"/>
              </a:ext>
            </a:extLst>
          </p:cNvPr>
          <p:cNvSpPr>
            <a:spLocks noGrp="1"/>
          </p:cNvSpPr>
          <p:nvPr>
            <p:ph type="body" sz="quarter" idx="31"/>
          </p:nvPr>
        </p:nvSpPr>
        <p:spPr/>
        <p:txBody>
          <a:bodyPr/>
          <a:lstStyle/>
          <a:p>
            <a:endParaRPr lang="en-US"/>
          </a:p>
        </p:txBody>
      </p:sp>
      <p:sp>
        <p:nvSpPr>
          <p:cNvPr id="5" name="Footer Placeholder 4">
            <a:extLst>
              <a:ext uri="{FF2B5EF4-FFF2-40B4-BE49-F238E27FC236}">
                <a16:creationId xmlns:a16="http://schemas.microsoft.com/office/drawing/2014/main" id="{D43D9A00-DE54-645E-9007-0165D9BE4C66}"/>
              </a:ext>
            </a:extLst>
          </p:cNvPr>
          <p:cNvSpPr>
            <a:spLocks noGrp="1"/>
          </p:cNvSpPr>
          <p:nvPr>
            <p:ph type="ftr" sz="quarter" idx="32"/>
          </p:nvPr>
        </p:nvSpPr>
        <p:spPr/>
        <p:txBody>
          <a:bodyPr/>
          <a:lstStyle/>
          <a:p>
            <a:r>
              <a:rPr lang="en-US"/>
              <a:t>2024 © Retail Consult - All rights reserved</a:t>
            </a:r>
          </a:p>
        </p:txBody>
      </p:sp>
      <p:sp>
        <p:nvSpPr>
          <p:cNvPr id="6" name="Slide Number Placeholder 5">
            <a:extLst>
              <a:ext uri="{FF2B5EF4-FFF2-40B4-BE49-F238E27FC236}">
                <a16:creationId xmlns:a16="http://schemas.microsoft.com/office/drawing/2014/main" id="{A32E4020-30EB-D5D9-37D9-52ECD507A7D2}"/>
              </a:ext>
            </a:extLst>
          </p:cNvPr>
          <p:cNvSpPr>
            <a:spLocks noGrp="1"/>
          </p:cNvSpPr>
          <p:nvPr>
            <p:ph type="sldNum" sz="quarter" idx="33"/>
          </p:nvPr>
        </p:nvSpPr>
        <p:spPr/>
        <p:txBody>
          <a:bodyPr/>
          <a:lstStyle/>
          <a:p>
            <a:fld id="{9A4417C4-43A3-444C-837D-103BA5C8224B}" type="slidenum">
              <a:rPr lang="en-US" smtClean="0"/>
              <a:pPr/>
              <a:t>25</a:t>
            </a:fld>
            <a:endParaRPr lang="en-US"/>
          </a:p>
        </p:txBody>
      </p:sp>
      <p:sp>
        <p:nvSpPr>
          <p:cNvPr id="7" name="Picture Placeholder 6">
            <a:extLst>
              <a:ext uri="{FF2B5EF4-FFF2-40B4-BE49-F238E27FC236}">
                <a16:creationId xmlns:a16="http://schemas.microsoft.com/office/drawing/2014/main" id="{BBA8ED09-822B-F305-0A44-76530C1298B0}"/>
              </a:ext>
            </a:extLst>
          </p:cNvPr>
          <p:cNvSpPr>
            <a:spLocks noGrp="1"/>
          </p:cNvSpPr>
          <p:nvPr>
            <p:ph type="pic" sz="quarter" idx="15"/>
          </p:nvPr>
        </p:nvSpPr>
        <p:spPr/>
        <p:txBody>
          <a:bodyPr/>
          <a:lstStyle/>
          <a:p>
            <a:endParaRPr lang="en-150"/>
          </a:p>
        </p:txBody>
      </p:sp>
      <p:sp>
        <p:nvSpPr>
          <p:cNvPr id="8" name="Text Placeholder 7">
            <a:extLst>
              <a:ext uri="{FF2B5EF4-FFF2-40B4-BE49-F238E27FC236}">
                <a16:creationId xmlns:a16="http://schemas.microsoft.com/office/drawing/2014/main" id="{05E44E86-F9BE-5CE1-DF55-06170DEF3951}"/>
              </a:ext>
            </a:extLst>
          </p:cNvPr>
          <p:cNvSpPr>
            <a:spLocks noGrp="1"/>
          </p:cNvSpPr>
          <p:nvPr>
            <p:ph type="body" sz="quarter" idx="24"/>
          </p:nvPr>
        </p:nvSpPr>
        <p:spPr/>
        <p:txBody>
          <a:bodyPr/>
          <a:lstStyle/>
          <a:p>
            <a:endParaRPr lang="en-US"/>
          </a:p>
        </p:txBody>
      </p:sp>
      <p:sp>
        <p:nvSpPr>
          <p:cNvPr id="9" name="Text Placeholder 8">
            <a:extLst>
              <a:ext uri="{FF2B5EF4-FFF2-40B4-BE49-F238E27FC236}">
                <a16:creationId xmlns:a16="http://schemas.microsoft.com/office/drawing/2014/main" id="{2B318C82-09BB-B112-304C-4B6256F755CA}"/>
              </a:ext>
            </a:extLst>
          </p:cNvPr>
          <p:cNvSpPr>
            <a:spLocks noGrp="1"/>
          </p:cNvSpPr>
          <p:nvPr>
            <p:ph type="body" sz="quarter" idx="25"/>
          </p:nvPr>
        </p:nvSpPr>
        <p:spPr/>
        <p:txBody>
          <a:bodyPr/>
          <a:lstStyle/>
          <a:p>
            <a:endParaRPr lang="en-US"/>
          </a:p>
        </p:txBody>
      </p:sp>
    </p:spTree>
    <p:extLst>
      <p:ext uri="{BB962C8B-B14F-4D97-AF65-F5344CB8AC3E}">
        <p14:creationId xmlns:p14="http://schemas.microsoft.com/office/powerpoint/2010/main" val="2659203390"/>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2A991272-4FED-A003-BF78-52A70C7E117C}"/>
              </a:ext>
            </a:extLst>
          </p:cNvPr>
          <p:cNvSpPr>
            <a:spLocks noGrp="1"/>
          </p:cNvSpPr>
          <p:nvPr>
            <p:ph type="pic" sz="quarter" idx="11"/>
          </p:nvPr>
        </p:nvSpPr>
        <p:spPr/>
        <p:txBody>
          <a:bodyPr/>
          <a:lstStyle/>
          <a:p>
            <a:endParaRPr lang="en-150"/>
          </a:p>
        </p:txBody>
      </p:sp>
      <p:sp>
        <p:nvSpPr>
          <p:cNvPr id="3" name="Text Placeholder 2">
            <a:extLst>
              <a:ext uri="{FF2B5EF4-FFF2-40B4-BE49-F238E27FC236}">
                <a16:creationId xmlns:a16="http://schemas.microsoft.com/office/drawing/2014/main" id="{9969D4B4-BC05-1DC8-08EE-3181E004AD91}"/>
              </a:ext>
            </a:extLst>
          </p:cNvPr>
          <p:cNvSpPr>
            <a:spLocks noGrp="1"/>
          </p:cNvSpPr>
          <p:nvPr>
            <p:ph type="body" sz="quarter" idx="28"/>
          </p:nvPr>
        </p:nvSpPr>
        <p:spPr/>
        <p:txBody>
          <a:bodyPr/>
          <a:lstStyle/>
          <a:p>
            <a:endParaRPr lang="en-US"/>
          </a:p>
        </p:txBody>
      </p:sp>
      <p:sp>
        <p:nvSpPr>
          <p:cNvPr id="4" name="Footer Placeholder 3">
            <a:extLst>
              <a:ext uri="{FF2B5EF4-FFF2-40B4-BE49-F238E27FC236}">
                <a16:creationId xmlns:a16="http://schemas.microsoft.com/office/drawing/2014/main" id="{304B3E26-9132-AD41-6A69-EA20DD9C1A2B}"/>
              </a:ext>
            </a:extLst>
          </p:cNvPr>
          <p:cNvSpPr>
            <a:spLocks noGrp="1"/>
          </p:cNvSpPr>
          <p:nvPr>
            <p:ph type="ftr" sz="quarter" idx="29"/>
          </p:nvPr>
        </p:nvSpPr>
        <p:spPr/>
        <p:txBody>
          <a:bodyPr/>
          <a:lstStyle/>
          <a:p>
            <a:r>
              <a:rPr lang="en-US"/>
              <a:t>2024 © Retail Consult - All rights reserved</a:t>
            </a:r>
          </a:p>
        </p:txBody>
      </p:sp>
      <p:sp>
        <p:nvSpPr>
          <p:cNvPr id="5" name="Slide Number Placeholder 4">
            <a:extLst>
              <a:ext uri="{FF2B5EF4-FFF2-40B4-BE49-F238E27FC236}">
                <a16:creationId xmlns:a16="http://schemas.microsoft.com/office/drawing/2014/main" id="{782F24C2-6C94-2064-64E6-4BB2137B2393}"/>
              </a:ext>
            </a:extLst>
          </p:cNvPr>
          <p:cNvSpPr>
            <a:spLocks noGrp="1"/>
          </p:cNvSpPr>
          <p:nvPr>
            <p:ph type="sldNum" sz="quarter" idx="30"/>
          </p:nvPr>
        </p:nvSpPr>
        <p:spPr/>
        <p:txBody>
          <a:bodyPr/>
          <a:lstStyle/>
          <a:p>
            <a:fld id="{9A4417C4-43A3-444C-837D-103BA5C8224B}" type="slidenum">
              <a:rPr lang="en-US" smtClean="0"/>
              <a:pPr/>
              <a:t>26</a:t>
            </a:fld>
            <a:endParaRPr lang="en-US"/>
          </a:p>
        </p:txBody>
      </p:sp>
      <p:sp>
        <p:nvSpPr>
          <p:cNvPr id="6" name="Text Placeholder 5">
            <a:extLst>
              <a:ext uri="{FF2B5EF4-FFF2-40B4-BE49-F238E27FC236}">
                <a16:creationId xmlns:a16="http://schemas.microsoft.com/office/drawing/2014/main" id="{F61638A6-5E72-5F6C-B402-E3646230882A}"/>
              </a:ext>
            </a:extLst>
          </p:cNvPr>
          <p:cNvSpPr>
            <a:spLocks noGrp="1"/>
          </p:cNvSpPr>
          <p:nvPr>
            <p:ph type="body" sz="quarter" idx="31"/>
          </p:nvPr>
        </p:nvSpPr>
        <p:spPr/>
        <p:txBody>
          <a:bodyPr/>
          <a:lstStyle/>
          <a:p>
            <a:endParaRPr lang="en-US"/>
          </a:p>
        </p:txBody>
      </p:sp>
      <p:sp>
        <p:nvSpPr>
          <p:cNvPr id="7" name="Text Placeholder 6">
            <a:extLst>
              <a:ext uri="{FF2B5EF4-FFF2-40B4-BE49-F238E27FC236}">
                <a16:creationId xmlns:a16="http://schemas.microsoft.com/office/drawing/2014/main" id="{7C5C4E9C-6D4A-2250-A918-AD5CF942E321}"/>
              </a:ext>
            </a:extLst>
          </p:cNvPr>
          <p:cNvSpPr>
            <a:spLocks noGrp="1"/>
          </p:cNvSpPr>
          <p:nvPr>
            <p:ph type="body" sz="quarter" idx="24"/>
          </p:nvPr>
        </p:nvSpPr>
        <p:spPr/>
        <p:txBody>
          <a:bodyPr/>
          <a:lstStyle/>
          <a:p>
            <a:endParaRPr lang="en-US"/>
          </a:p>
        </p:txBody>
      </p:sp>
      <p:sp>
        <p:nvSpPr>
          <p:cNvPr id="8" name="Text Placeholder 7">
            <a:extLst>
              <a:ext uri="{FF2B5EF4-FFF2-40B4-BE49-F238E27FC236}">
                <a16:creationId xmlns:a16="http://schemas.microsoft.com/office/drawing/2014/main" id="{FD08667C-8946-627C-7D9B-06C98EE69812}"/>
              </a:ext>
            </a:extLst>
          </p:cNvPr>
          <p:cNvSpPr>
            <a:spLocks noGrp="1"/>
          </p:cNvSpPr>
          <p:nvPr>
            <p:ph type="body" sz="quarter" idx="25"/>
          </p:nvPr>
        </p:nvSpPr>
        <p:spPr/>
        <p:txBody>
          <a:bodyPr/>
          <a:lstStyle/>
          <a:p>
            <a:endParaRPr lang="en-US"/>
          </a:p>
        </p:txBody>
      </p:sp>
    </p:spTree>
    <p:extLst>
      <p:ext uri="{BB962C8B-B14F-4D97-AF65-F5344CB8AC3E}">
        <p14:creationId xmlns:p14="http://schemas.microsoft.com/office/powerpoint/2010/main" val="21220399"/>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516191C-A40A-06BF-A857-0CA537BFE89F}"/>
              </a:ext>
            </a:extLst>
          </p:cNvPr>
          <p:cNvSpPr>
            <a:spLocks noGrp="1"/>
          </p:cNvSpPr>
          <p:nvPr>
            <p:ph type="body" sz="quarter" idx="33"/>
          </p:nvPr>
        </p:nvSpPr>
        <p:spPr/>
        <p:txBody>
          <a:bodyPr/>
          <a:lstStyle/>
          <a:p>
            <a:endParaRPr lang="en-US"/>
          </a:p>
        </p:txBody>
      </p:sp>
      <p:sp>
        <p:nvSpPr>
          <p:cNvPr id="3" name="Footer Placeholder 2">
            <a:extLst>
              <a:ext uri="{FF2B5EF4-FFF2-40B4-BE49-F238E27FC236}">
                <a16:creationId xmlns:a16="http://schemas.microsoft.com/office/drawing/2014/main" id="{D9994607-B008-C1CA-2419-146636BBE37C}"/>
              </a:ext>
            </a:extLst>
          </p:cNvPr>
          <p:cNvSpPr>
            <a:spLocks noGrp="1"/>
          </p:cNvSpPr>
          <p:nvPr>
            <p:ph type="ftr" sz="quarter" idx="39"/>
          </p:nvPr>
        </p:nvSpPr>
        <p:spPr/>
        <p:txBody>
          <a:bodyPr/>
          <a:lstStyle/>
          <a:p>
            <a:r>
              <a:rPr lang="en-US"/>
              <a:t>2024 © Retail Consult - All rights reserved</a:t>
            </a:r>
          </a:p>
        </p:txBody>
      </p:sp>
      <p:sp>
        <p:nvSpPr>
          <p:cNvPr id="4" name="Slide Number Placeholder 3">
            <a:extLst>
              <a:ext uri="{FF2B5EF4-FFF2-40B4-BE49-F238E27FC236}">
                <a16:creationId xmlns:a16="http://schemas.microsoft.com/office/drawing/2014/main" id="{38D401E8-4A94-8096-3C83-266F90C05BEF}"/>
              </a:ext>
            </a:extLst>
          </p:cNvPr>
          <p:cNvSpPr>
            <a:spLocks noGrp="1"/>
          </p:cNvSpPr>
          <p:nvPr>
            <p:ph type="sldNum" sz="quarter" idx="40"/>
          </p:nvPr>
        </p:nvSpPr>
        <p:spPr/>
        <p:txBody>
          <a:bodyPr/>
          <a:lstStyle/>
          <a:p>
            <a:fld id="{9A4417C4-43A3-444C-837D-103BA5C8224B}" type="slidenum">
              <a:rPr lang="en-US" smtClean="0"/>
              <a:pPr/>
              <a:t>27</a:t>
            </a:fld>
            <a:endParaRPr lang="en-US"/>
          </a:p>
        </p:txBody>
      </p:sp>
      <p:sp>
        <p:nvSpPr>
          <p:cNvPr id="5" name="Text Placeholder 4">
            <a:extLst>
              <a:ext uri="{FF2B5EF4-FFF2-40B4-BE49-F238E27FC236}">
                <a16:creationId xmlns:a16="http://schemas.microsoft.com/office/drawing/2014/main" id="{5F6BF4F9-56CE-1562-9A7A-63F8AF9285A3}"/>
              </a:ext>
            </a:extLst>
          </p:cNvPr>
          <p:cNvSpPr>
            <a:spLocks noGrp="1"/>
          </p:cNvSpPr>
          <p:nvPr>
            <p:ph type="body" sz="quarter" idx="28"/>
          </p:nvPr>
        </p:nvSpPr>
        <p:spPr/>
        <p:txBody>
          <a:bodyPr/>
          <a:lstStyle/>
          <a:p>
            <a:endParaRPr lang="en-US"/>
          </a:p>
        </p:txBody>
      </p:sp>
      <p:sp>
        <p:nvSpPr>
          <p:cNvPr id="6" name="Text Placeholder 5">
            <a:extLst>
              <a:ext uri="{FF2B5EF4-FFF2-40B4-BE49-F238E27FC236}">
                <a16:creationId xmlns:a16="http://schemas.microsoft.com/office/drawing/2014/main" id="{DF88D526-B8C5-7EC5-FAC7-AE601FB5C30E}"/>
              </a:ext>
            </a:extLst>
          </p:cNvPr>
          <p:cNvSpPr>
            <a:spLocks noGrp="1"/>
          </p:cNvSpPr>
          <p:nvPr>
            <p:ph type="body" sz="quarter" idx="41"/>
          </p:nvPr>
        </p:nvSpPr>
        <p:spPr/>
        <p:txBody>
          <a:bodyPr/>
          <a:lstStyle/>
          <a:p>
            <a:endParaRPr lang="en-US"/>
          </a:p>
        </p:txBody>
      </p:sp>
      <p:sp>
        <p:nvSpPr>
          <p:cNvPr id="7" name="Text Placeholder 6">
            <a:extLst>
              <a:ext uri="{FF2B5EF4-FFF2-40B4-BE49-F238E27FC236}">
                <a16:creationId xmlns:a16="http://schemas.microsoft.com/office/drawing/2014/main" id="{62E8DB47-25DE-944D-44DF-4E30CAC25081}"/>
              </a:ext>
            </a:extLst>
          </p:cNvPr>
          <p:cNvSpPr>
            <a:spLocks noGrp="1"/>
          </p:cNvSpPr>
          <p:nvPr>
            <p:ph type="body" sz="quarter" idx="42"/>
          </p:nvPr>
        </p:nvSpPr>
        <p:spPr/>
        <p:txBody>
          <a:bodyPr/>
          <a:lstStyle/>
          <a:p>
            <a:endParaRPr lang="en-US"/>
          </a:p>
        </p:txBody>
      </p:sp>
      <p:sp>
        <p:nvSpPr>
          <p:cNvPr id="8" name="Text Placeholder 7">
            <a:extLst>
              <a:ext uri="{FF2B5EF4-FFF2-40B4-BE49-F238E27FC236}">
                <a16:creationId xmlns:a16="http://schemas.microsoft.com/office/drawing/2014/main" id="{EF9556CA-76EA-00D1-A042-AD3154ECF5FF}"/>
              </a:ext>
            </a:extLst>
          </p:cNvPr>
          <p:cNvSpPr>
            <a:spLocks noGrp="1"/>
          </p:cNvSpPr>
          <p:nvPr>
            <p:ph type="body" sz="quarter" idx="43"/>
          </p:nvPr>
        </p:nvSpPr>
        <p:spPr/>
        <p:txBody>
          <a:bodyPr/>
          <a:lstStyle/>
          <a:p>
            <a:endParaRPr lang="en-US"/>
          </a:p>
        </p:txBody>
      </p:sp>
      <p:sp>
        <p:nvSpPr>
          <p:cNvPr id="9" name="Text Placeholder 8">
            <a:extLst>
              <a:ext uri="{FF2B5EF4-FFF2-40B4-BE49-F238E27FC236}">
                <a16:creationId xmlns:a16="http://schemas.microsoft.com/office/drawing/2014/main" id="{F7282884-DEE9-1CF4-3C7D-A016CAC58E01}"/>
              </a:ext>
            </a:extLst>
          </p:cNvPr>
          <p:cNvSpPr>
            <a:spLocks noGrp="1"/>
          </p:cNvSpPr>
          <p:nvPr>
            <p:ph type="body" sz="quarter" idx="44"/>
          </p:nvPr>
        </p:nvSpPr>
        <p:spPr/>
        <p:txBody>
          <a:bodyPr/>
          <a:lstStyle/>
          <a:p>
            <a:endParaRPr lang="en-US"/>
          </a:p>
        </p:txBody>
      </p:sp>
      <p:sp>
        <p:nvSpPr>
          <p:cNvPr id="10" name="Text Placeholder 9">
            <a:extLst>
              <a:ext uri="{FF2B5EF4-FFF2-40B4-BE49-F238E27FC236}">
                <a16:creationId xmlns:a16="http://schemas.microsoft.com/office/drawing/2014/main" id="{3D16B1C3-6118-B7AB-769A-3FA3A8FFD4F2}"/>
              </a:ext>
            </a:extLst>
          </p:cNvPr>
          <p:cNvSpPr>
            <a:spLocks noGrp="1"/>
          </p:cNvSpPr>
          <p:nvPr>
            <p:ph type="body" sz="quarter" idx="24"/>
          </p:nvPr>
        </p:nvSpPr>
        <p:spPr/>
        <p:txBody>
          <a:bodyPr/>
          <a:lstStyle/>
          <a:p>
            <a:endParaRPr lang="en-US"/>
          </a:p>
        </p:txBody>
      </p:sp>
      <p:sp>
        <p:nvSpPr>
          <p:cNvPr id="11" name="Text Placeholder 10">
            <a:extLst>
              <a:ext uri="{FF2B5EF4-FFF2-40B4-BE49-F238E27FC236}">
                <a16:creationId xmlns:a16="http://schemas.microsoft.com/office/drawing/2014/main" id="{D38A188B-4006-3F5E-564A-022E87422301}"/>
              </a:ext>
            </a:extLst>
          </p:cNvPr>
          <p:cNvSpPr>
            <a:spLocks noGrp="1"/>
          </p:cNvSpPr>
          <p:nvPr>
            <p:ph type="body" sz="quarter" idx="25"/>
          </p:nvPr>
        </p:nvSpPr>
        <p:spPr/>
        <p:txBody>
          <a:bodyPr/>
          <a:lstStyle/>
          <a:p>
            <a:endParaRPr lang="en-US"/>
          </a:p>
        </p:txBody>
      </p:sp>
    </p:spTree>
    <p:extLst>
      <p:ext uri="{BB962C8B-B14F-4D97-AF65-F5344CB8AC3E}">
        <p14:creationId xmlns:p14="http://schemas.microsoft.com/office/powerpoint/2010/main" val="369435819"/>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8697AEAF-1C24-3B6D-8BDC-84AD17189C99}"/>
              </a:ext>
            </a:extLst>
          </p:cNvPr>
          <p:cNvSpPr>
            <a:spLocks noGrp="1"/>
          </p:cNvSpPr>
          <p:nvPr>
            <p:ph type="pic" sz="quarter" idx="50"/>
          </p:nvPr>
        </p:nvSpPr>
        <p:spPr/>
        <p:txBody>
          <a:bodyPr/>
          <a:lstStyle/>
          <a:p>
            <a:endParaRPr lang="en-150"/>
          </a:p>
        </p:txBody>
      </p:sp>
      <p:sp>
        <p:nvSpPr>
          <p:cNvPr id="3" name="Text Placeholder 2">
            <a:extLst>
              <a:ext uri="{FF2B5EF4-FFF2-40B4-BE49-F238E27FC236}">
                <a16:creationId xmlns:a16="http://schemas.microsoft.com/office/drawing/2014/main" id="{9DBEFA0C-1AE7-A0C7-D28B-3876C7B12491}"/>
              </a:ext>
            </a:extLst>
          </p:cNvPr>
          <p:cNvSpPr>
            <a:spLocks noGrp="1"/>
          </p:cNvSpPr>
          <p:nvPr>
            <p:ph type="body" sz="quarter" idx="14"/>
          </p:nvPr>
        </p:nvSpPr>
        <p:spPr/>
        <p:txBody>
          <a:bodyPr/>
          <a:lstStyle/>
          <a:p>
            <a:endParaRPr lang="en-US"/>
          </a:p>
        </p:txBody>
      </p:sp>
      <p:sp>
        <p:nvSpPr>
          <p:cNvPr id="4" name="Text Placeholder 3">
            <a:extLst>
              <a:ext uri="{FF2B5EF4-FFF2-40B4-BE49-F238E27FC236}">
                <a16:creationId xmlns:a16="http://schemas.microsoft.com/office/drawing/2014/main" id="{C45B6F96-FF65-3101-7356-A30A23569572}"/>
              </a:ext>
            </a:extLst>
          </p:cNvPr>
          <p:cNvSpPr>
            <a:spLocks noGrp="1"/>
          </p:cNvSpPr>
          <p:nvPr>
            <p:ph type="body" sz="quarter" idx="51"/>
          </p:nvPr>
        </p:nvSpPr>
        <p:spPr/>
        <p:txBody>
          <a:bodyPr/>
          <a:lstStyle/>
          <a:p>
            <a:endParaRPr lang="en-US"/>
          </a:p>
        </p:txBody>
      </p:sp>
      <p:sp>
        <p:nvSpPr>
          <p:cNvPr id="5" name="Footer Placeholder 4">
            <a:extLst>
              <a:ext uri="{FF2B5EF4-FFF2-40B4-BE49-F238E27FC236}">
                <a16:creationId xmlns:a16="http://schemas.microsoft.com/office/drawing/2014/main" id="{BA3BFA04-3850-F647-879D-C760BCF4994B}"/>
              </a:ext>
            </a:extLst>
          </p:cNvPr>
          <p:cNvSpPr>
            <a:spLocks noGrp="1"/>
          </p:cNvSpPr>
          <p:nvPr>
            <p:ph type="ftr" sz="quarter" idx="52"/>
          </p:nvPr>
        </p:nvSpPr>
        <p:spPr/>
        <p:txBody>
          <a:bodyPr/>
          <a:lstStyle/>
          <a:p>
            <a:r>
              <a:rPr lang="en-US"/>
              <a:t>2024 © Retail Consult - All rights reserved</a:t>
            </a:r>
          </a:p>
        </p:txBody>
      </p:sp>
      <p:sp>
        <p:nvSpPr>
          <p:cNvPr id="6" name="Slide Number Placeholder 5">
            <a:extLst>
              <a:ext uri="{FF2B5EF4-FFF2-40B4-BE49-F238E27FC236}">
                <a16:creationId xmlns:a16="http://schemas.microsoft.com/office/drawing/2014/main" id="{8E166BAC-FF17-0BC0-2EE6-38B4EFCC13F1}"/>
              </a:ext>
            </a:extLst>
          </p:cNvPr>
          <p:cNvSpPr>
            <a:spLocks noGrp="1"/>
          </p:cNvSpPr>
          <p:nvPr>
            <p:ph type="sldNum" sz="quarter" idx="53"/>
          </p:nvPr>
        </p:nvSpPr>
        <p:spPr/>
        <p:txBody>
          <a:bodyPr/>
          <a:lstStyle/>
          <a:p>
            <a:fld id="{9A4417C4-43A3-444C-837D-103BA5C8224B}" type="slidenum">
              <a:rPr lang="en-US" smtClean="0"/>
              <a:pPr/>
              <a:t>28</a:t>
            </a:fld>
            <a:endParaRPr lang="en-US"/>
          </a:p>
        </p:txBody>
      </p:sp>
      <p:sp>
        <p:nvSpPr>
          <p:cNvPr id="7" name="Text Placeholder 6">
            <a:extLst>
              <a:ext uri="{FF2B5EF4-FFF2-40B4-BE49-F238E27FC236}">
                <a16:creationId xmlns:a16="http://schemas.microsoft.com/office/drawing/2014/main" id="{8A08196F-0D58-72EE-FD51-7E950D55824B}"/>
              </a:ext>
            </a:extLst>
          </p:cNvPr>
          <p:cNvSpPr>
            <a:spLocks noGrp="1"/>
          </p:cNvSpPr>
          <p:nvPr>
            <p:ph type="body" sz="quarter" idx="24"/>
          </p:nvPr>
        </p:nvSpPr>
        <p:spPr/>
        <p:txBody>
          <a:bodyPr/>
          <a:lstStyle/>
          <a:p>
            <a:endParaRPr lang="en-US"/>
          </a:p>
        </p:txBody>
      </p:sp>
      <p:sp>
        <p:nvSpPr>
          <p:cNvPr id="8" name="Text Placeholder 7">
            <a:extLst>
              <a:ext uri="{FF2B5EF4-FFF2-40B4-BE49-F238E27FC236}">
                <a16:creationId xmlns:a16="http://schemas.microsoft.com/office/drawing/2014/main" id="{D8559D38-AF85-BF34-B88A-B74A6326B575}"/>
              </a:ext>
            </a:extLst>
          </p:cNvPr>
          <p:cNvSpPr>
            <a:spLocks noGrp="1"/>
          </p:cNvSpPr>
          <p:nvPr>
            <p:ph type="body" sz="quarter" idx="25"/>
          </p:nvPr>
        </p:nvSpPr>
        <p:spPr/>
        <p:txBody>
          <a:bodyPr/>
          <a:lstStyle/>
          <a:p>
            <a:endParaRPr lang="en-US"/>
          </a:p>
        </p:txBody>
      </p:sp>
    </p:spTree>
    <p:extLst>
      <p:ext uri="{BB962C8B-B14F-4D97-AF65-F5344CB8AC3E}">
        <p14:creationId xmlns:p14="http://schemas.microsoft.com/office/powerpoint/2010/main" val="927970452"/>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rt Placeholder 1">
            <a:extLst>
              <a:ext uri="{FF2B5EF4-FFF2-40B4-BE49-F238E27FC236}">
                <a16:creationId xmlns:a16="http://schemas.microsoft.com/office/drawing/2014/main" id="{48719011-EDCB-36E8-3564-7265A3D897BC}"/>
              </a:ext>
            </a:extLst>
          </p:cNvPr>
          <p:cNvSpPr>
            <a:spLocks noGrp="1"/>
          </p:cNvSpPr>
          <p:nvPr>
            <p:ph type="chart" sz="quarter" idx="40"/>
          </p:nvPr>
        </p:nvSpPr>
        <p:spPr/>
        <p:txBody>
          <a:bodyPr/>
          <a:lstStyle/>
          <a:p>
            <a:endParaRPr lang="en-150"/>
          </a:p>
        </p:txBody>
      </p:sp>
      <p:sp>
        <p:nvSpPr>
          <p:cNvPr id="3" name="Text Placeholder 2">
            <a:extLst>
              <a:ext uri="{FF2B5EF4-FFF2-40B4-BE49-F238E27FC236}">
                <a16:creationId xmlns:a16="http://schemas.microsoft.com/office/drawing/2014/main" id="{058C3F41-44CA-E071-E570-8E4952ACAA2A}"/>
              </a:ext>
            </a:extLst>
          </p:cNvPr>
          <p:cNvSpPr>
            <a:spLocks noGrp="1"/>
          </p:cNvSpPr>
          <p:nvPr>
            <p:ph type="body" sz="quarter" idx="59"/>
          </p:nvPr>
        </p:nvSpPr>
        <p:spPr/>
        <p:txBody>
          <a:bodyPr/>
          <a:lstStyle/>
          <a:p>
            <a:endParaRPr lang="en-US"/>
          </a:p>
        </p:txBody>
      </p:sp>
      <p:sp>
        <p:nvSpPr>
          <p:cNvPr id="4" name="Text Placeholder 3">
            <a:extLst>
              <a:ext uri="{FF2B5EF4-FFF2-40B4-BE49-F238E27FC236}">
                <a16:creationId xmlns:a16="http://schemas.microsoft.com/office/drawing/2014/main" id="{B2F35D58-5AAA-CAB3-661B-B6DBEBCC3719}"/>
              </a:ext>
            </a:extLst>
          </p:cNvPr>
          <p:cNvSpPr>
            <a:spLocks noGrp="1"/>
          </p:cNvSpPr>
          <p:nvPr>
            <p:ph type="body" sz="quarter" idx="54"/>
          </p:nvPr>
        </p:nvSpPr>
        <p:spPr/>
        <p:txBody>
          <a:bodyPr/>
          <a:lstStyle/>
          <a:p>
            <a:endParaRPr lang="en-US"/>
          </a:p>
        </p:txBody>
      </p:sp>
      <p:sp>
        <p:nvSpPr>
          <p:cNvPr id="5" name="Footer Placeholder 4">
            <a:extLst>
              <a:ext uri="{FF2B5EF4-FFF2-40B4-BE49-F238E27FC236}">
                <a16:creationId xmlns:a16="http://schemas.microsoft.com/office/drawing/2014/main" id="{7BB114FA-DCEA-81CA-8108-E5305F874AA4}"/>
              </a:ext>
            </a:extLst>
          </p:cNvPr>
          <p:cNvSpPr>
            <a:spLocks noGrp="1"/>
          </p:cNvSpPr>
          <p:nvPr>
            <p:ph type="ftr" sz="quarter" idx="60"/>
          </p:nvPr>
        </p:nvSpPr>
        <p:spPr/>
        <p:txBody>
          <a:bodyPr/>
          <a:lstStyle/>
          <a:p>
            <a:r>
              <a:rPr lang="en-US"/>
              <a:t>2024 © Retail Consult - All rights reserved</a:t>
            </a:r>
          </a:p>
        </p:txBody>
      </p:sp>
      <p:sp>
        <p:nvSpPr>
          <p:cNvPr id="6" name="Slide Number Placeholder 5">
            <a:extLst>
              <a:ext uri="{FF2B5EF4-FFF2-40B4-BE49-F238E27FC236}">
                <a16:creationId xmlns:a16="http://schemas.microsoft.com/office/drawing/2014/main" id="{7A94DCBC-A244-96A9-097A-8EFD9C5D81E8}"/>
              </a:ext>
            </a:extLst>
          </p:cNvPr>
          <p:cNvSpPr>
            <a:spLocks noGrp="1"/>
          </p:cNvSpPr>
          <p:nvPr>
            <p:ph type="sldNum" sz="quarter" idx="61"/>
          </p:nvPr>
        </p:nvSpPr>
        <p:spPr/>
        <p:txBody>
          <a:bodyPr/>
          <a:lstStyle/>
          <a:p>
            <a:fld id="{9A4417C4-43A3-444C-837D-103BA5C8224B}" type="slidenum">
              <a:rPr lang="en-US" smtClean="0"/>
              <a:pPr/>
              <a:t>29</a:t>
            </a:fld>
            <a:endParaRPr lang="en-US"/>
          </a:p>
        </p:txBody>
      </p:sp>
      <p:sp>
        <p:nvSpPr>
          <p:cNvPr id="7" name="Text Placeholder 6">
            <a:extLst>
              <a:ext uri="{FF2B5EF4-FFF2-40B4-BE49-F238E27FC236}">
                <a16:creationId xmlns:a16="http://schemas.microsoft.com/office/drawing/2014/main" id="{093313FC-5547-D9C2-1EF1-CFECE28F2A80}"/>
              </a:ext>
            </a:extLst>
          </p:cNvPr>
          <p:cNvSpPr>
            <a:spLocks noGrp="1"/>
          </p:cNvSpPr>
          <p:nvPr>
            <p:ph type="body" sz="quarter" idx="51"/>
          </p:nvPr>
        </p:nvSpPr>
        <p:spPr/>
        <p:txBody>
          <a:bodyPr/>
          <a:lstStyle/>
          <a:p>
            <a:endParaRPr lang="en-US"/>
          </a:p>
        </p:txBody>
      </p:sp>
      <p:sp>
        <p:nvSpPr>
          <p:cNvPr id="8" name="Text Placeholder 7">
            <a:extLst>
              <a:ext uri="{FF2B5EF4-FFF2-40B4-BE49-F238E27FC236}">
                <a16:creationId xmlns:a16="http://schemas.microsoft.com/office/drawing/2014/main" id="{0B0308BA-3F54-C192-8435-55E4DB2CED48}"/>
              </a:ext>
            </a:extLst>
          </p:cNvPr>
          <p:cNvSpPr>
            <a:spLocks noGrp="1"/>
          </p:cNvSpPr>
          <p:nvPr>
            <p:ph type="body" sz="quarter" idx="24"/>
          </p:nvPr>
        </p:nvSpPr>
        <p:spPr/>
        <p:txBody>
          <a:bodyPr/>
          <a:lstStyle/>
          <a:p>
            <a:endParaRPr lang="en-US"/>
          </a:p>
        </p:txBody>
      </p:sp>
      <p:sp>
        <p:nvSpPr>
          <p:cNvPr id="9" name="Text Placeholder 8">
            <a:extLst>
              <a:ext uri="{FF2B5EF4-FFF2-40B4-BE49-F238E27FC236}">
                <a16:creationId xmlns:a16="http://schemas.microsoft.com/office/drawing/2014/main" id="{8A6B1E69-442E-1FD7-5350-4624A2D201FA}"/>
              </a:ext>
            </a:extLst>
          </p:cNvPr>
          <p:cNvSpPr>
            <a:spLocks noGrp="1"/>
          </p:cNvSpPr>
          <p:nvPr>
            <p:ph type="body" sz="quarter" idx="25"/>
          </p:nvPr>
        </p:nvSpPr>
        <p:spPr/>
        <p:txBody>
          <a:bodyPr/>
          <a:lstStyle/>
          <a:p>
            <a:endParaRPr lang="en-US"/>
          </a:p>
        </p:txBody>
      </p:sp>
    </p:spTree>
    <p:extLst>
      <p:ext uri="{BB962C8B-B14F-4D97-AF65-F5344CB8AC3E}">
        <p14:creationId xmlns:p14="http://schemas.microsoft.com/office/powerpoint/2010/main" val="19083257"/>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rt Placeholder 1">
            <a:extLst>
              <a:ext uri="{FF2B5EF4-FFF2-40B4-BE49-F238E27FC236}">
                <a16:creationId xmlns:a16="http://schemas.microsoft.com/office/drawing/2014/main" id="{CF25444D-22D4-4CF1-0660-15E5F8D290D9}"/>
              </a:ext>
            </a:extLst>
          </p:cNvPr>
          <p:cNvSpPr>
            <a:spLocks noGrp="1"/>
          </p:cNvSpPr>
          <p:nvPr>
            <p:ph type="chart" sz="quarter" idx="40"/>
          </p:nvPr>
        </p:nvSpPr>
        <p:spPr/>
        <p:txBody>
          <a:bodyPr/>
          <a:lstStyle/>
          <a:p>
            <a:endParaRPr lang="en-150"/>
          </a:p>
        </p:txBody>
      </p:sp>
      <p:sp>
        <p:nvSpPr>
          <p:cNvPr id="3" name="Chart Placeholder 2">
            <a:extLst>
              <a:ext uri="{FF2B5EF4-FFF2-40B4-BE49-F238E27FC236}">
                <a16:creationId xmlns:a16="http://schemas.microsoft.com/office/drawing/2014/main" id="{8D2FBC44-45B7-F9CA-97ED-AC3603AECF11}"/>
              </a:ext>
            </a:extLst>
          </p:cNvPr>
          <p:cNvSpPr>
            <a:spLocks noGrp="1"/>
          </p:cNvSpPr>
          <p:nvPr>
            <p:ph type="chart" sz="quarter" idx="56"/>
          </p:nvPr>
        </p:nvSpPr>
        <p:spPr/>
        <p:txBody>
          <a:bodyPr/>
          <a:lstStyle/>
          <a:p>
            <a:endParaRPr lang="en-150"/>
          </a:p>
        </p:txBody>
      </p:sp>
      <p:sp>
        <p:nvSpPr>
          <p:cNvPr id="4" name="Text Placeholder 3">
            <a:extLst>
              <a:ext uri="{FF2B5EF4-FFF2-40B4-BE49-F238E27FC236}">
                <a16:creationId xmlns:a16="http://schemas.microsoft.com/office/drawing/2014/main" id="{FD9F6874-EEE7-B843-3168-39048DA86F19}"/>
              </a:ext>
            </a:extLst>
          </p:cNvPr>
          <p:cNvSpPr>
            <a:spLocks noGrp="1"/>
          </p:cNvSpPr>
          <p:nvPr>
            <p:ph type="body" sz="quarter" idx="59"/>
          </p:nvPr>
        </p:nvSpPr>
        <p:spPr/>
        <p:txBody>
          <a:bodyPr/>
          <a:lstStyle/>
          <a:p>
            <a:endParaRPr lang="en-US"/>
          </a:p>
        </p:txBody>
      </p:sp>
      <p:sp>
        <p:nvSpPr>
          <p:cNvPr id="5" name="Text Placeholder 4">
            <a:extLst>
              <a:ext uri="{FF2B5EF4-FFF2-40B4-BE49-F238E27FC236}">
                <a16:creationId xmlns:a16="http://schemas.microsoft.com/office/drawing/2014/main" id="{3F92BB8E-17B2-242D-E6C9-C30170C53281}"/>
              </a:ext>
            </a:extLst>
          </p:cNvPr>
          <p:cNvSpPr>
            <a:spLocks noGrp="1"/>
          </p:cNvSpPr>
          <p:nvPr>
            <p:ph type="body" sz="quarter" idx="15"/>
          </p:nvPr>
        </p:nvSpPr>
        <p:spPr/>
        <p:txBody>
          <a:bodyPr/>
          <a:lstStyle/>
          <a:p>
            <a:endParaRPr lang="en-US"/>
          </a:p>
        </p:txBody>
      </p:sp>
      <p:sp>
        <p:nvSpPr>
          <p:cNvPr id="6" name="Text Placeholder 5">
            <a:extLst>
              <a:ext uri="{FF2B5EF4-FFF2-40B4-BE49-F238E27FC236}">
                <a16:creationId xmlns:a16="http://schemas.microsoft.com/office/drawing/2014/main" id="{293EAF74-DA0E-BD39-CAAD-415DA9097686}"/>
              </a:ext>
            </a:extLst>
          </p:cNvPr>
          <p:cNvSpPr>
            <a:spLocks noGrp="1"/>
          </p:cNvSpPr>
          <p:nvPr>
            <p:ph type="body" sz="quarter" idx="54"/>
          </p:nvPr>
        </p:nvSpPr>
        <p:spPr/>
        <p:txBody>
          <a:bodyPr/>
          <a:lstStyle/>
          <a:p>
            <a:endParaRPr lang="en-US"/>
          </a:p>
        </p:txBody>
      </p:sp>
      <p:sp>
        <p:nvSpPr>
          <p:cNvPr id="7" name="Footer Placeholder 6">
            <a:extLst>
              <a:ext uri="{FF2B5EF4-FFF2-40B4-BE49-F238E27FC236}">
                <a16:creationId xmlns:a16="http://schemas.microsoft.com/office/drawing/2014/main" id="{0AA55F4F-3DDE-85CE-2439-21ED36575281}"/>
              </a:ext>
            </a:extLst>
          </p:cNvPr>
          <p:cNvSpPr>
            <a:spLocks noGrp="1"/>
          </p:cNvSpPr>
          <p:nvPr>
            <p:ph type="ftr" sz="quarter" idx="63"/>
          </p:nvPr>
        </p:nvSpPr>
        <p:spPr/>
        <p:txBody>
          <a:bodyPr/>
          <a:lstStyle/>
          <a:p>
            <a:r>
              <a:rPr lang="en-US"/>
              <a:t>2024 © Retail Consult - All rights reserved</a:t>
            </a:r>
          </a:p>
        </p:txBody>
      </p:sp>
      <p:sp>
        <p:nvSpPr>
          <p:cNvPr id="8" name="Slide Number Placeholder 7">
            <a:extLst>
              <a:ext uri="{FF2B5EF4-FFF2-40B4-BE49-F238E27FC236}">
                <a16:creationId xmlns:a16="http://schemas.microsoft.com/office/drawing/2014/main" id="{CD9696CB-43F8-EA80-6981-3F851FB94205}"/>
              </a:ext>
            </a:extLst>
          </p:cNvPr>
          <p:cNvSpPr>
            <a:spLocks noGrp="1"/>
          </p:cNvSpPr>
          <p:nvPr>
            <p:ph type="sldNum" sz="quarter" idx="64"/>
          </p:nvPr>
        </p:nvSpPr>
        <p:spPr/>
        <p:txBody>
          <a:bodyPr/>
          <a:lstStyle/>
          <a:p>
            <a:fld id="{9A4417C4-43A3-444C-837D-103BA5C8224B}" type="slidenum">
              <a:rPr lang="en-US" smtClean="0"/>
              <a:pPr/>
              <a:t>30</a:t>
            </a:fld>
            <a:endParaRPr lang="en-US"/>
          </a:p>
        </p:txBody>
      </p:sp>
      <p:sp>
        <p:nvSpPr>
          <p:cNvPr id="9" name="Text Placeholder 8">
            <a:extLst>
              <a:ext uri="{FF2B5EF4-FFF2-40B4-BE49-F238E27FC236}">
                <a16:creationId xmlns:a16="http://schemas.microsoft.com/office/drawing/2014/main" id="{165B3012-1D34-692D-0B2B-B2C004FB6EA9}"/>
              </a:ext>
            </a:extLst>
          </p:cNvPr>
          <p:cNvSpPr>
            <a:spLocks noGrp="1"/>
          </p:cNvSpPr>
          <p:nvPr>
            <p:ph type="body" sz="quarter" idx="65"/>
          </p:nvPr>
        </p:nvSpPr>
        <p:spPr/>
        <p:txBody>
          <a:bodyPr/>
          <a:lstStyle/>
          <a:p>
            <a:endParaRPr lang="en-US"/>
          </a:p>
        </p:txBody>
      </p:sp>
      <p:sp>
        <p:nvSpPr>
          <p:cNvPr id="10" name="Text Placeholder 9">
            <a:extLst>
              <a:ext uri="{FF2B5EF4-FFF2-40B4-BE49-F238E27FC236}">
                <a16:creationId xmlns:a16="http://schemas.microsoft.com/office/drawing/2014/main" id="{712FE62B-3CB3-EAD7-54F4-C8142374B663}"/>
              </a:ext>
            </a:extLst>
          </p:cNvPr>
          <p:cNvSpPr>
            <a:spLocks noGrp="1"/>
          </p:cNvSpPr>
          <p:nvPr>
            <p:ph type="body" sz="quarter" idx="66"/>
          </p:nvPr>
        </p:nvSpPr>
        <p:spPr/>
        <p:txBody>
          <a:bodyPr/>
          <a:lstStyle/>
          <a:p>
            <a:endParaRPr lang="en-US"/>
          </a:p>
        </p:txBody>
      </p:sp>
      <p:sp>
        <p:nvSpPr>
          <p:cNvPr id="11" name="Text Placeholder 10">
            <a:extLst>
              <a:ext uri="{FF2B5EF4-FFF2-40B4-BE49-F238E27FC236}">
                <a16:creationId xmlns:a16="http://schemas.microsoft.com/office/drawing/2014/main" id="{1E7A8730-1A2F-E3C6-A65D-CDFEDD57628D}"/>
              </a:ext>
            </a:extLst>
          </p:cNvPr>
          <p:cNvSpPr>
            <a:spLocks noGrp="1"/>
          </p:cNvSpPr>
          <p:nvPr>
            <p:ph type="body" sz="quarter" idx="67"/>
          </p:nvPr>
        </p:nvSpPr>
        <p:spPr/>
        <p:txBody>
          <a:bodyPr/>
          <a:lstStyle/>
          <a:p>
            <a:endParaRPr lang="en-US"/>
          </a:p>
        </p:txBody>
      </p:sp>
      <p:sp>
        <p:nvSpPr>
          <p:cNvPr id="12" name="Text Placeholder 11">
            <a:extLst>
              <a:ext uri="{FF2B5EF4-FFF2-40B4-BE49-F238E27FC236}">
                <a16:creationId xmlns:a16="http://schemas.microsoft.com/office/drawing/2014/main" id="{4765DE02-E757-C1DF-ED63-3A38A0B985E3}"/>
              </a:ext>
            </a:extLst>
          </p:cNvPr>
          <p:cNvSpPr>
            <a:spLocks noGrp="1"/>
          </p:cNvSpPr>
          <p:nvPr>
            <p:ph type="body" sz="quarter" idx="24"/>
          </p:nvPr>
        </p:nvSpPr>
        <p:spPr/>
        <p:txBody>
          <a:bodyPr/>
          <a:lstStyle/>
          <a:p>
            <a:endParaRPr lang="en-US"/>
          </a:p>
        </p:txBody>
      </p:sp>
      <p:sp>
        <p:nvSpPr>
          <p:cNvPr id="13" name="Text Placeholder 12">
            <a:extLst>
              <a:ext uri="{FF2B5EF4-FFF2-40B4-BE49-F238E27FC236}">
                <a16:creationId xmlns:a16="http://schemas.microsoft.com/office/drawing/2014/main" id="{1FACA403-7AB7-3245-45F3-5797BB79491D}"/>
              </a:ext>
            </a:extLst>
          </p:cNvPr>
          <p:cNvSpPr>
            <a:spLocks noGrp="1"/>
          </p:cNvSpPr>
          <p:nvPr>
            <p:ph type="body" sz="quarter" idx="25"/>
          </p:nvPr>
        </p:nvSpPr>
        <p:spPr/>
        <p:txBody>
          <a:bodyPr/>
          <a:lstStyle/>
          <a:p>
            <a:endParaRPr lang="en-US"/>
          </a:p>
        </p:txBody>
      </p:sp>
    </p:spTree>
    <p:extLst>
      <p:ext uri="{BB962C8B-B14F-4D97-AF65-F5344CB8AC3E}">
        <p14:creationId xmlns:p14="http://schemas.microsoft.com/office/powerpoint/2010/main" val="1416188910"/>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rt Placeholder 1">
            <a:extLst>
              <a:ext uri="{FF2B5EF4-FFF2-40B4-BE49-F238E27FC236}">
                <a16:creationId xmlns:a16="http://schemas.microsoft.com/office/drawing/2014/main" id="{37B559A3-0970-6CFC-06AA-EEA156B1A08D}"/>
              </a:ext>
            </a:extLst>
          </p:cNvPr>
          <p:cNvSpPr>
            <a:spLocks noGrp="1"/>
          </p:cNvSpPr>
          <p:nvPr>
            <p:ph type="chart" sz="quarter" idx="40"/>
          </p:nvPr>
        </p:nvSpPr>
        <p:spPr/>
        <p:txBody>
          <a:bodyPr/>
          <a:lstStyle/>
          <a:p>
            <a:endParaRPr lang="en-150"/>
          </a:p>
        </p:txBody>
      </p:sp>
      <p:sp>
        <p:nvSpPr>
          <p:cNvPr id="3" name="Chart Placeholder 2">
            <a:extLst>
              <a:ext uri="{FF2B5EF4-FFF2-40B4-BE49-F238E27FC236}">
                <a16:creationId xmlns:a16="http://schemas.microsoft.com/office/drawing/2014/main" id="{B302A966-4B3C-7216-EA96-E32EA3CF1516}"/>
              </a:ext>
            </a:extLst>
          </p:cNvPr>
          <p:cNvSpPr>
            <a:spLocks noGrp="1"/>
          </p:cNvSpPr>
          <p:nvPr>
            <p:ph type="chart" sz="quarter" idx="56"/>
          </p:nvPr>
        </p:nvSpPr>
        <p:spPr/>
        <p:txBody>
          <a:bodyPr/>
          <a:lstStyle/>
          <a:p>
            <a:endParaRPr lang="en-150"/>
          </a:p>
        </p:txBody>
      </p:sp>
      <p:sp>
        <p:nvSpPr>
          <p:cNvPr id="4" name="Chart Placeholder 3">
            <a:extLst>
              <a:ext uri="{FF2B5EF4-FFF2-40B4-BE49-F238E27FC236}">
                <a16:creationId xmlns:a16="http://schemas.microsoft.com/office/drawing/2014/main" id="{D2BF8899-E238-ABC2-F48D-8F46F30627EF}"/>
              </a:ext>
            </a:extLst>
          </p:cNvPr>
          <p:cNvSpPr>
            <a:spLocks noGrp="1"/>
          </p:cNvSpPr>
          <p:nvPr>
            <p:ph type="chart" sz="quarter" idx="59"/>
          </p:nvPr>
        </p:nvSpPr>
        <p:spPr/>
        <p:txBody>
          <a:bodyPr/>
          <a:lstStyle/>
          <a:p>
            <a:endParaRPr lang="en-150"/>
          </a:p>
        </p:txBody>
      </p:sp>
      <p:sp>
        <p:nvSpPr>
          <p:cNvPr id="5" name="Footer Placeholder 4">
            <a:extLst>
              <a:ext uri="{FF2B5EF4-FFF2-40B4-BE49-F238E27FC236}">
                <a16:creationId xmlns:a16="http://schemas.microsoft.com/office/drawing/2014/main" id="{86627ED3-90B3-05CB-1B0D-4790A3B1FA11}"/>
              </a:ext>
            </a:extLst>
          </p:cNvPr>
          <p:cNvSpPr>
            <a:spLocks noGrp="1"/>
          </p:cNvSpPr>
          <p:nvPr>
            <p:ph type="ftr" sz="quarter" idx="67"/>
          </p:nvPr>
        </p:nvSpPr>
        <p:spPr/>
        <p:txBody>
          <a:bodyPr/>
          <a:lstStyle/>
          <a:p>
            <a:r>
              <a:rPr lang="en-US"/>
              <a:t>2024 © Retail Consult - All rights reserved</a:t>
            </a:r>
          </a:p>
        </p:txBody>
      </p:sp>
      <p:sp>
        <p:nvSpPr>
          <p:cNvPr id="6" name="Slide Number Placeholder 5">
            <a:extLst>
              <a:ext uri="{FF2B5EF4-FFF2-40B4-BE49-F238E27FC236}">
                <a16:creationId xmlns:a16="http://schemas.microsoft.com/office/drawing/2014/main" id="{CE775001-2E7A-0C32-899B-2FE23AEECD84}"/>
              </a:ext>
            </a:extLst>
          </p:cNvPr>
          <p:cNvSpPr>
            <a:spLocks noGrp="1"/>
          </p:cNvSpPr>
          <p:nvPr>
            <p:ph type="sldNum" sz="quarter" idx="68"/>
          </p:nvPr>
        </p:nvSpPr>
        <p:spPr/>
        <p:txBody>
          <a:bodyPr/>
          <a:lstStyle/>
          <a:p>
            <a:fld id="{9A4417C4-43A3-444C-837D-103BA5C8224B}" type="slidenum">
              <a:rPr lang="en-US" smtClean="0"/>
              <a:pPr/>
              <a:t>31</a:t>
            </a:fld>
            <a:endParaRPr lang="en-US"/>
          </a:p>
        </p:txBody>
      </p:sp>
      <p:sp>
        <p:nvSpPr>
          <p:cNvPr id="7" name="Text Placeholder 6">
            <a:extLst>
              <a:ext uri="{FF2B5EF4-FFF2-40B4-BE49-F238E27FC236}">
                <a16:creationId xmlns:a16="http://schemas.microsoft.com/office/drawing/2014/main" id="{82554878-76E4-9835-95F4-D40698EF8A7E}"/>
              </a:ext>
            </a:extLst>
          </p:cNvPr>
          <p:cNvSpPr>
            <a:spLocks noGrp="1"/>
          </p:cNvSpPr>
          <p:nvPr>
            <p:ph type="body" sz="quarter" idx="69"/>
          </p:nvPr>
        </p:nvSpPr>
        <p:spPr/>
        <p:txBody>
          <a:bodyPr/>
          <a:lstStyle/>
          <a:p>
            <a:endParaRPr lang="en-US"/>
          </a:p>
        </p:txBody>
      </p:sp>
      <p:sp>
        <p:nvSpPr>
          <p:cNvPr id="8" name="Text Placeholder 7">
            <a:extLst>
              <a:ext uri="{FF2B5EF4-FFF2-40B4-BE49-F238E27FC236}">
                <a16:creationId xmlns:a16="http://schemas.microsoft.com/office/drawing/2014/main" id="{6B5E4440-ECAE-F115-E45D-B6A68D0E47F5}"/>
              </a:ext>
            </a:extLst>
          </p:cNvPr>
          <p:cNvSpPr>
            <a:spLocks noGrp="1"/>
          </p:cNvSpPr>
          <p:nvPr>
            <p:ph type="body" sz="quarter" idx="15"/>
          </p:nvPr>
        </p:nvSpPr>
        <p:spPr/>
        <p:txBody>
          <a:bodyPr/>
          <a:lstStyle/>
          <a:p>
            <a:endParaRPr lang="en-US"/>
          </a:p>
        </p:txBody>
      </p:sp>
      <p:sp>
        <p:nvSpPr>
          <p:cNvPr id="9" name="Text Placeholder 8">
            <a:extLst>
              <a:ext uri="{FF2B5EF4-FFF2-40B4-BE49-F238E27FC236}">
                <a16:creationId xmlns:a16="http://schemas.microsoft.com/office/drawing/2014/main" id="{C721B367-D05D-F360-9C41-1242DDDBDBDD}"/>
              </a:ext>
            </a:extLst>
          </p:cNvPr>
          <p:cNvSpPr>
            <a:spLocks noGrp="1"/>
          </p:cNvSpPr>
          <p:nvPr>
            <p:ph type="body" sz="quarter" idx="54"/>
          </p:nvPr>
        </p:nvSpPr>
        <p:spPr/>
        <p:txBody>
          <a:bodyPr/>
          <a:lstStyle/>
          <a:p>
            <a:endParaRPr lang="en-US"/>
          </a:p>
        </p:txBody>
      </p:sp>
      <p:sp>
        <p:nvSpPr>
          <p:cNvPr id="10" name="Text Placeholder 9">
            <a:extLst>
              <a:ext uri="{FF2B5EF4-FFF2-40B4-BE49-F238E27FC236}">
                <a16:creationId xmlns:a16="http://schemas.microsoft.com/office/drawing/2014/main" id="{CADFAF4B-1FF1-C71D-5366-B0C7DD0E6FA6}"/>
              </a:ext>
            </a:extLst>
          </p:cNvPr>
          <p:cNvSpPr>
            <a:spLocks noGrp="1"/>
          </p:cNvSpPr>
          <p:nvPr>
            <p:ph type="body" sz="quarter" idx="70"/>
          </p:nvPr>
        </p:nvSpPr>
        <p:spPr/>
        <p:txBody>
          <a:bodyPr/>
          <a:lstStyle/>
          <a:p>
            <a:endParaRPr lang="en-US"/>
          </a:p>
        </p:txBody>
      </p:sp>
      <p:sp>
        <p:nvSpPr>
          <p:cNvPr id="11" name="Text Placeholder 10">
            <a:extLst>
              <a:ext uri="{FF2B5EF4-FFF2-40B4-BE49-F238E27FC236}">
                <a16:creationId xmlns:a16="http://schemas.microsoft.com/office/drawing/2014/main" id="{C340A223-3C1B-CB94-24CC-87293DC135A0}"/>
              </a:ext>
            </a:extLst>
          </p:cNvPr>
          <p:cNvSpPr>
            <a:spLocks noGrp="1"/>
          </p:cNvSpPr>
          <p:nvPr>
            <p:ph type="body" sz="quarter" idx="71"/>
          </p:nvPr>
        </p:nvSpPr>
        <p:spPr/>
        <p:txBody>
          <a:bodyPr/>
          <a:lstStyle/>
          <a:p>
            <a:endParaRPr lang="en-US"/>
          </a:p>
        </p:txBody>
      </p:sp>
      <p:sp>
        <p:nvSpPr>
          <p:cNvPr id="12" name="Text Placeholder 11">
            <a:extLst>
              <a:ext uri="{FF2B5EF4-FFF2-40B4-BE49-F238E27FC236}">
                <a16:creationId xmlns:a16="http://schemas.microsoft.com/office/drawing/2014/main" id="{0CAA4FF7-A907-DEB2-50C3-F832FE74C542}"/>
              </a:ext>
            </a:extLst>
          </p:cNvPr>
          <p:cNvSpPr>
            <a:spLocks noGrp="1"/>
          </p:cNvSpPr>
          <p:nvPr>
            <p:ph type="body" sz="quarter" idx="72"/>
          </p:nvPr>
        </p:nvSpPr>
        <p:spPr/>
        <p:txBody>
          <a:bodyPr/>
          <a:lstStyle/>
          <a:p>
            <a:endParaRPr lang="en-US"/>
          </a:p>
        </p:txBody>
      </p:sp>
      <p:sp>
        <p:nvSpPr>
          <p:cNvPr id="13" name="Text Placeholder 12">
            <a:extLst>
              <a:ext uri="{FF2B5EF4-FFF2-40B4-BE49-F238E27FC236}">
                <a16:creationId xmlns:a16="http://schemas.microsoft.com/office/drawing/2014/main" id="{941EE262-205E-DCF9-79A0-22EAD4B51C21}"/>
              </a:ext>
            </a:extLst>
          </p:cNvPr>
          <p:cNvSpPr>
            <a:spLocks noGrp="1"/>
          </p:cNvSpPr>
          <p:nvPr>
            <p:ph type="body" sz="quarter" idx="73"/>
          </p:nvPr>
        </p:nvSpPr>
        <p:spPr/>
        <p:txBody>
          <a:bodyPr/>
          <a:lstStyle/>
          <a:p>
            <a:endParaRPr lang="en-US"/>
          </a:p>
        </p:txBody>
      </p:sp>
      <p:sp>
        <p:nvSpPr>
          <p:cNvPr id="14" name="Text Placeholder 13">
            <a:extLst>
              <a:ext uri="{FF2B5EF4-FFF2-40B4-BE49-F238E27FC236}">
                <a16:creationId xmlns:a16="http://schemas.microsoft.com/office/drawing/2014/main" id="{7249F623-F05F-9813-3D46-A3C80971B656}"/>
              </a:ext>
            </a:extLst>
          </p:cNvPr>
          <p:cNvSpPr>
            <a:spLocks noGrp="1"/>
          </p:cNvSpPr>
          <p:nvPr>
            <p:ph type="body" sz="quarter" idx="74"/>
          </p:nvPr>
        </p:nvSpPr>
        <p:spPr/>
        <p:txBody>
          <a:bodyPr/>
          <a:lstStyle/>
          <a:p>
            <a:endParaRPr lang="en-US"/>
          </a:p>
        </p:txBody>
      </p:sp>
      <p:sp>
        <p:nvSpPr>
          <p:cNvPr id="15" name="Text Placeholder 14">
            <a:extLst>
              <a:ext uri="{FF2B5EF4-FFF2-40B4-BE49-F238E27FC236}">
                <a16:creationId xmlns:a16="http://schemas.microsoft.com/office/drawing/2014/main" id="{5FB2C18E-807E-1A34-AFC6-54F3AD477282}"/>
              </a:ext>
            </a:extLst>
          </p:cNvPr>
          <p:cNvSpPr>
            <a:spLocks noGrp="1"/>
          </p:cNvSpPr>
          <p:nvPr>
            <p:ph type="body" sz="quarter" idx="75"/>
          </p:nvPr>
        </p:nvSpPr>
        <p:spPr/>
        <p:txBody>
          <a:bodyPr/>
          <a:lstStyle/>
          <a:p>
            <a:endParaRPr lang="en-US"/>
          </a:p>
        </p:txBody>
      </p:sp>
      <p:sp>
        <p:nvSpPr>
          <p:cNvPr id="16" name="Text Placeholder 15">
            <a:extLst>
              <a:ext uri="{FF2B5EF4-FFF2-40B4-BE49-F238E27FC236}">
                <a16:creationId xmlns:a16="http://schemas.microsoft.com/office/drawing/2014/main" id="{28164EC7-32B4-BC5D-A7B6-CCBACFA40590}"/>
              </a:ext>
            </a:extLst>
          </p:cNvPr>
          <p:cNvSpPr>
            <a:spLocks noGrp="1"/>
          </p:cNvSpPr>
          <p:nvPr>
            <p:ph type="body" sz="quarter" idx="24"/>
          </p:nvPr>
        </p:nvSpPr>
        <p:spPr/>
        <p:txBody>
          <a:bodyPr/>
          <a:lstStyle/>
          <a:p>
            <a:endParaRPr lang="en-US"/>
          </a:p>
        </p:txBody>
      </p:sp>
      <p:sp>
        <p:nvSpPr>
          <p:cNvPr id="17" name="Text Placeholder 16">
            <a:extLst>
              <a:ext uri="{FF2B5EF4-FFF2-40B4-BE49-F238E27FC236}">
                <a16:creationId xmlns:a16="http://schemas.microsoft.com/office/drawing/2014/main" id="{33A886FB-60FD-C1E7-E940-C2738E9B2361}"/>
              </a:ext>
            </a:extLst>
          </p:cNvPr>
          <p:cNvSpPr>
            <a:spLocks noGrp="1"/>
          </p:cNvSpPr>
          <p:nvPr>
            <p:ph type="body" sz="quarter" idx="25"/>
          </p:nvPr>
        </p:nvSpPr>
        <p:spPr/>
        <p:txBody>
          <a:bodyPr/>
          <a:lstStyle/>
          <a:p>
            <a:endParaRPr lang="en-US"/>
          </a:p>
        </p:txBody>
      </p:sp>
    </p:spTree>
    <p:extLst>
      <p:ext uri="{BB962C8B-B14F-4D97-AF65-F5344CB8AC3E}">
        <p14:creationId xmlns:p14="http://schemas.microsoft.com/office/powerpoint/2010/main" val="4273964791"/>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118966F-6A7E-DB42-2547-F8632F36C9D1}"/>
              </a:ext>
            </a:extLst>
          </p:cNvPr>
          <p:cNvSpPr>
            <a:spLocks noGrp="1"/>
          </p:cNvSpPr>
          <p:nvPr>
            <p:ph type="ftr" sz="quarter" idx="27"/>
          </p:nvPr>
        </p:nvSpPr>
        <p:spPr/>
        <p:txBody>
          <a:bodyPr/>
          <a:lstStyle/>
          <a:p>
            <a:r>
              <a:rPr lang="en-US"/>
              <a:t>2024 © Retail Consult - All rights reserved</a:t>
            </a:r>
          </a:p>
        </p:txBody>
      </p:sp>
      <p:sp>
        <p:nvSpPr>
          <p:cNvPr id="5" name="Slide Number Placeholder 4">
            <a:extLst>
              <a:ext uri="{FF2B5EF4-FFF2-40B4-BE49-F238E27FC236}">
                <a16:creationId xmlns:a16="http://schemas.microsoft.com/office/drawing/2014/main" id="{A726C5DB-1C47-D6B2-BC86-FAE71938DA3D}"/>
              </a:ext>
            </a:extLst>
          </p:cNvPr>
          <p:cNvSpPr>
            <a:spLocks noGrp="1"/>
          </p:cNvSpPr>
          <p:nvPr>
            <p:ph type="sldNum" sz="quarter" idx="28"/>
          </p:nvPr>
        </p:nvSpPr>
        <p:spPr/>
        <p:txBody>
          <a:bodyPr/>
          <a:lstStyle/>
          <a:p>
            <a:fld id="{9A4417C4-43A3-444C-837D-103BA5C8224B}" type="slidenum">
              <a:rPr lang="en-US" smtClean="0"/>
              <a:pPr/>
              <a:t>32</a:t>
            </a:fld>
            <a:endParaRPr lang="en-US"/>
          </a:p>
        </p:txBody>
      </p:sp>
      <p:grpSp>
        <p:nvGrpSpPr>
          <p:cNvPr id="6" name="Group 5">
            <a:extLst>
              <a:ext uri="{FF2B5EF4-FFF2-40B4-BE49-F238E27FC236}">
                <a16:creationId xmlns:a16="http://schemas.microsoft.com/office/drawing/2014/main" id="{87CF2BB6-7D76-26CB-7403-42CB0643501E}"/>
              </a:ext>
            </a:extLst>
          </p:cNvPr>
          <p:cNvGrpSpPr/>
          <p:nvPr/>
        </p:nvGrpSpPr>
        <p:grpSpPr>
          <a:xfrm>
            <a:off x="8910057" y="3568420"/>
            <a:ext cx="6563887" cy="8272354"/>
            <a:chOff x="8102954" y="3568420"/>
            <a:chExt cx="6563887" cy="8272354"/>
          </a:xfrm>
        </p:grpSpPr>
        <p:sp>
          <p:nvSpPr>
            <p:cNvPr id="15" name="AutoShape 2" descr="Rectangle: Rounded Corners 14">
              <a:extLst>
                <a:ext uri="{FF2B5EF4-FFF2-40B4-BE49-F238E27FC236}">
                  <a16:creationId xmlns:a16="http://schemas.microsoft.com/office/drawing/2014/main" id="{A9826D9E-567B-6B50-E446-B7BA56D3C5EF}"/>
                </a:ext>
              </a:extLst>
            </p:cNvPr>
            <p:cNvSpPr>
              <a:spLocks/>
            </p:cNvSpPr>
            <p:nvPr/>
          </p:nvSpPr>
          <p:spPr bwMode="auto">
            <a:xfrm>
              <a:off x="8102954" y="3568420"/>
              <a:ext cx="6563887" cy="8272354"/>
            </a:xfrm>
            <a:prstGeom prst="roundRect">
              <a:avLst>
                <a:gd name="adj" fmla="val 5491"/>
              </a:avLst>
            </a:prstGeom>
            <a:solidFill>
              <a:srgbClr val="FFFFFF"/>
            </a:solidFill>
            <a:ln>
              <a:noFill/>
            </a:ln>
            <a:effectLst>
              <a:outerShdw blurRad="787400" dist="368300" dir="5100000" algn="ctr" rotWithShape="0">
                <a:schemeClr val="tx1">
                  <a:lumMod val="75000"/>
                  <a:alpha val="25000"/>
                </a:schemeClr>
              </a:outerShdw>
            </a:effectLst>
            <a:extLst>
              <a:ext uri="{91240B29-F687-4F45-9708-019B960494DF}">
                <a14:hiddenLine xmlns:a14="http://schemas.microsoft.com/office/drawing/2010/main" w="25400" cap="flat" cmpd="sng">
                  <a:solidFill>
                    <a:srgbClr val="000000"/>
                  </a:solidFill>
                  <a:prstDash val="solid"/>
                  <a:miter lim="400000"/>
                  <a:headEnd type="none" w="med" len="med"/>
                  <a:tailEnd type="none" w="med" len="med"/>
                </a14:hiddenLine>
              </a:ext>
            </a:extLst>
          </p:spPr>
          <p:txBody>
            <a:bodyPr tIns="91440" bIns="91440" anchor="ctr"/>
            <a:lstStyle/>
            <a:p>
              <a:pPr algn="ctr"/>
              <a:endParaRPr lang="en-US" altLang="en-US">
                <a:solidFill>
                  <a:srgbClr val="FFFFFF"/>
                </a:solidFill>
              </a:endParaRPr>
            </a:p>
          </p:txBody>
        </p:sp>
        <p:sp>
          <p:nvSpPr>
            <p:cNvPr id="16" name="Oval 15">
              <a:extLst>
                <a:ext uri="{FF2B5EF4-FFF2-40B4-BE49-F238E27FC236}">
                  <a16:creationId xmlns:a16="http://schemas.microsoft.com/office/drawing/2014/main" id="{08839753-2A8B-9EEF-07A8-72267E9C40D5}"/>
                </a:ext>
              </a:extLst>
            </p:cNvPr>
            <p:cNvSpPr/>
            <p:nvPr/>
          </p:nvSpPr>
          <p:spPr>
            <a:xfrm>
              <a:off x="10146647" y="4111345"/>
              <a:ext cx="2476500" cy="2476500"/>
            </a:xfrm>
            <a:prstGeom prst="ellipse">
              <a:avLst/>
            </a:prstGeom>
            <a:solidFill>
              <a:srgbClr val="FF6B00"/>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sp>
          <p:nvSpPr>
            <p:cNvPr id="29" name="Text Placeholder 29">
              <a:extLst>
                <a:ext uri="{FF2B5EF4-FFF2-40B4-BE49-F238E27FC236}">
                  <a16:creationId xmlns:a16="http://schemas.microsoft.com/office/drawing/2014/main" id="{AB84366A-D601-CC5F-C0BF-005E4546AE54}"/>
                </a:ext>
              </a:extLst>
            </p:cNvPr>
            <p:cNvSpPr txBox="1">
              <a:spLocks/>
            </p:cNvSpPr>
            <p:nvPr/>
          </p:nvSpPr>
          <p:spPr>
            <a:xfrm>
              <a:off x="9298555" y="6857617"/>
              <a:ext cx="4156713" cy="1343025"/>
            </a:xfrm>
            <a:prstGeom prst="rect">
              <a:avLst/>
            </a:prstGeom>
          </p:spPr>
          <p:txBody>
            <a:bodyPr/>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30" name="Text Placeholder 22">
              <a:extLst>
                <a:ext uri="{FF2B5EF4-FFF2-40B4-BE49-F238E27FC236}">
                  <a16:creationId xmlns:a16="http://schemas.microsoft.com/office/drawing/2014/main" id="{D9A1BBC8-4BD2-FEDB-BC16-8DB24BFA7C72}"/>
                </a:ext>
              </a:extLst>
            </p:cNvPr>
            <p:cNvSpPr txBox="1">
              <a:spLocks/>
            </p:cNvSpPr>
            <p:nvPr/>
          </p:nvSpPr>
          <p:spPr>
            <a:xfrm>
              <a:off x="9632250" y="8068765"/>
              <a:ext cx="3489325" cy="3421840"/>
            </a:xfrm>
            <a:prstGeom prst="rect">
              <a:avLst/>
            </a:prstGeom>
          </p:spPr>
          <p:txBody>
            <a:bodyPr/>
            <a:lstStyle>
              <a:lvl1pPr algn="ctr"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grpSp>
      <p:sp>
        <p:nvSpPr>
          <p:cNvPr id="10" name="Text Placeholder 1">
            <a:extLst>
              <a:ext uri="{FF2B5EF4-FFF2-40B4-BE49-F238E27FC236}">
                <a16:creationId xmlns:a16="http://schemas.microsoft.com/office/drawing/2014/main" id="{9F61CB44-5EF6-171B-09CD-0571C19F7AAA}"/>
              </a:ext>
            </a:extLst>
          </p:cNvPr>
          <p:cNvSpPr>
            <a:spLocks noGrp="1"/>
          </p:cNvSpPr>
          <p:nvPr>
            <p:ph type="body" sz="quarter" idx="24"/>
          </p:nvPr>
        </p:nvSpPr>
        <p:spPr>
          <a:xfrm>
            <a:off x="1333379" y="1122109"/>
            <a:ext cx="17103516" cy="1025946"/>
          </a:xfrm>
        </p:spPr>
        <p:txBody>
          <a:bodyPr>
            <a:normAutofit/>
          </a:bodyPr>
          <a:lstStyle/>
          <a:p>
            <a:r>
              <a:rPr lang="en-US"/>
              <a:t>Click to add title</a:t>
            </a:r>
          </a:p>
        </p:txBody>
      </p:sp>
      <p:sp>
        <p:nvSpPr>
          <p:cNvPr id="11" name="Text Placeholder 2">
            <a:extLst>
              <a:ext uri="{FF2B5EF4-FFF2-40B4-BE49-F238E27FC236}">
                <a16:creationId xmlns:a16="http://schemas.microsoft.com/office/drawing/2014/main" id="{373DBF8E-A622-55E7-B833-E5A4D2C23AEC}"/>
              </a:ext>
            </a:extLst>
          </p:cNvPr>
          <p:cNvSpPr>
            <a:spLocks noGrp="1"/>
          </p:cNvSpPr>
          <p:nvPr>
            <p:ph type="body" sz="quarter" idx="25"/>
          </p:nvPr>
        </p:nvSpPr>
        <p:spPr>
          <a:xfrm>
            <a:off x="1333379" y="2148055"/>
            <a:ext cx="18391140" cy="844550"/>
          </a:xfrm>
        </p:spPr>
        <p:txBody>
          <a:bodyPr/>
          <a:lstStyle/>
          <a:p>
            <a:endParaRPr lang="en-US"/>
          </a:p>
        </p:txBody>
      </p:sp>
      <p:grpSp>
        <p:nvGrpSpPr>
          <p:cNvPr id="7" name="Group 6">
            <a:extLst>
              <a:ext uri="{FF2B5EF4-FFF2-40B4-BE49-F238E27FC236}">
                <a16:creationId xmlns:a16="http://schemas.microsoft.com/office/drawing/2014/main" id="{DD0867FA-A35C-9FEF-D9AE-1942EC78FE65}"/>
              </a:ext>
            </a:extLst>
          </p:cNvPr>
          <p:cNvGrpSpPr/>
          <p:nvPr/>
        </p:nvGrpSpPr>
        <p:grpSpPr>
          <a:xfrm>
            <a:off x="21107141" y="8539573"/>
            <a:ext cx="3319443" cy="4722269"/>
            <a:chOff x="21107141" y="8539573"/>
            <a:chExt cx="3319443" cy="4722269"/>
          </a:xfrm>
        </p:grpSpPr>
        <p:grpSp>
          <p:nvGrpSpPr>
            <p:cNvPr id="26" name="Group 25">
              <a:extLst>
                <a:ext uri="{FF2B5EF4-FFF2-40B4-BE49-F238E27FC236}">
                  <a16:creationId xmlns:a16="http://schemas.microsoft.com/office/drawing/2014/main" id="{956E4636-F22B-AFD4-008F-B8C74D5D38FE}"/>
                </a:ext>
              </a:extLst>
            </p:cNvPr>
            <p:cNvGrpSpPr/>
            <p:nvPr/>
          </p:nvGrpSpPr>
          <p:grpSpPr>
            <a:xfrm>
              <a:off x="21107141" y="8539573"/>
              <a:ext cx="3319443" cy="4722269"/>
              <a:chOff x="2306670" y="3269946"/>
              <a:chExt cx="4059378" cy="5774907"/>
            </a:xfrm>
          </p:grpSpPr>
          <p:sp>
            <p:nvSpPr>
              <p:cNvPr id="27" name="AutoShape 2" descr="Rectangle: Rounded Corners 14">
                <a:extLst>
                  <a:ext uri="{FF2B5EF4-FFF2-40B4-BE49-F238E27FC236}">
                    <a16:creationId xmlns:a16="http://schemas.microsoft.com/office/drawing/2014/main" id="{BA36F41C-93E9-E4A9-CF12-11A15C9E28B2}"/>
                  </a:ext>
                </a:extLst>
              </p:cNvPr>
              <p:cNvSpPr>
                <a:spLocks/>
              </p:cNvSpPr>
              <p:nvPr/>
            </p:nvSpPr>
            <p:spPr bwMode="auto">
              <a:xfrm>
                <a:off x="2306670" y="3269946"/>
                <a:ext cx="3761622" cy="4927619"/>
              </a:xfrm>
              <a:prstGeom prst="roundRect">
                <a:avLst>
                  <a:gd name="adj" fmla="val 5491"/>
                </a:avLst>
              </a:prstGeom>
              <a:solidFill>
                <a:srgbClr val="FF0000"/>
              </a:solidFill>
              <a:ln>
                <a:noFill/>
              </a:ln>
              <a:effectLst>
                <a:outerShdw blurRad="787400" dist="368300" dir="5100000" algn="ctr" rotWithShape="0">
                  <a:schemeClr val="tx1">
                    <a:lumMod val="75000"/>
                    <a:alpha val="25000"/>
                  </a:schemeClr>
                </a:outerShdw>
              </a:effectLst>
              <a:extLst>
                <a:ext uri="{91240B29-F687-4F45-9708-019B960494DF}">
                  <a14:hiddenLine xmlns:a14="http://schemas.microsoft.com/office/drawing/2010/main" w="25400" cap="flat" cmpd="sng">
                    <a:solidFill>
                      <a:srgbClr val="000000"/>
                    </a:solidFill>
                    <a:prstDash val="solid"/>
                    <a:miter lim="400000"/>
                    <a:headEnd type="none" w="med" len="med"/>
                    <a:tailEnd type="none" w="med" len="med"/>
                  </a14:hiddenLine>
                </a:ext>
              </a:extLst>
            </p:spPr>
            <p:txBody>
              <a:bodyPr tIns="91440" bIns="91440" anchor="ctr"/>
              <a:lstStyle/>
              <a:p>
                <a:pPr algn="ctr"/>
                <a:endParaRPr lang="en-US" altLang="en-US">
                  <a:solidFill>
                    <a:srgbClr val="FFFFFF"/>
                  </a:solidFill>
                </a:endParaRPr>
              </a:p>
            </p:txBody>
          </p:sp>
          <p:sp>
            <p:nvSpPr>
              <p:cNvPr id="28" name="Oval 27">
                <a:extLst>
                  <a:ext uri="{FF2B5EF4-FFF2-40B4-BE49-F238E27FC236}">
                    <a16:creationId xmlns:a16="http://schemas.microsoft.com/office/drawing/2014/main" id="{2D5F16C9-A6AF-86F2-6DDB-7DD4E7594470}"/>
                  </a:ext>
                </a:extLst>
              </p:cNvPr>
              <p:cNvSpPr/>
              <p:nvPr/>
            </p:nvSpPr>
            <p:spPr>
              <a:xfrm>
                <a:off x="3477866" y="3581085"/>
                <a:ext cx="1419229" cy="1419229"/>
              </a:xfrm>
              <a:prstGeom prst="ellipse">
                <a:avLst/>
              </a:prstGeom>
              <a:solidFill>
                <a:schemeClr val="bg2"/>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sp>
            <p:nvSpPr>
              <p:cNvPr id="31" name="Text Placeholder 29">
                <a:extLst>
                  <a:ext uri="{FF2B5EF4-FFF2-40B4-BE49-F238E27FC236}">
                    <a16:creationId xmlns:a16="http://schemas.microsoft.com/office/drawing/2014/main" id="{6626A624-AAD9-4CC1-D3FD-958852D22232}"/>
                  </a:ext>
                </a:extLst>
              </p:cNvPr>
              <p:cNvSpPr txBox="1">
                <a:spLocks/>
              </p:cNvSpPr>
              <p:nvPr/>
            </p:nvSpPr>
            <p:spPr>
              <a:xfrm>
                <a:off x="2984121" y="5154914"/>
                <a:ext cx="2813497" cy="769659"/>
              </a:xfrm>
              <a:prstGeom prst="rect">
                <a:avLst/>
              </a:prstGeom>
            </p:spPr>
            <p:txBody>
              <a:bodyPr/>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lgn="l">
                  <a:spcBef>
                    <a:spcPts val="0"/>
                  </a:spcBef>
                </a:pPr>
                <a:r>
                  <a:rPr lang="en-US" sz="2400">
                    <a:solidFill>
                      <a:schemeClr val="bg1"/>
                    </a:solidFill>
                  </a:rPr>
                  <a:t>PLEASE NOTE</a:t>
                </a:r>
              </a:p>
            </p:txBody>
          </p:sp>
          <p:sp>
            <p:nvSpPr>
              <p:cNvPr id="32" name="Text Placeholder 22">
                <a:extLst>
                  <a:ext uri="{FF2B5EF4-FFF2-40B4-BE49-F238E27FC236}">
                    <a16:creationId xmlns:a16="http://schemas.microsoft.com/office/drawing/2014/main" id="{AB73DC5A-F193-719E-A48D-01AC4DF71242}"/>
                  </a:ext>
                </a:extLst>
              </p:cNvPr>
              <p:cNvSpPr txBox="1">
                <a:spLocks/>
              </p:cNvSpPr>
              <p:nvPr/>
            </p:nvSpPr>
            <p:spPr>
              <a:xfrm>
                <a:off x="2546822" y="5713107"/>
                <a:ext cx="3281316" cy="2361757"/>
              </a:xfrm>
              <a:prstGeom prst="rect">
                <a:avLst/>
              </a:prstGeom>
            </p:spPr>
            <p:txBody>
              <a:bodyPr/>
              <a:lstStyle>
                <a:lvl1pPr algn="ctr"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sz="1800">
                    <a:solidFill>
                      <a:schemeClr val="bg1"/>
                    </a:solidFill>
                  </a:rPr>
                  <a:t>If you want to add some pictures to columns, you should insert pictograms or numbers in columns. Don't know how? Take a look at </a:t>
                </a:r>
                <a:r>
                  <a:rPr lang="en-US" sz="1800" b="1">
                    <a:solidFill>
                      <a:schemeClr val="bg1"/>
                    </a:solidFill>
                    <a:hlinkClick r:id="rId2" action="ppaction://hlinksldjump">
                      <a:extLst>
                        <a:ext uri="{A12FA001-AC4F-418D-AE19-62706E023703}">
                          <ahyp:hlinkClr xmlns:ahyp="http://schemas.microsoft.com/office/drawing/2018/hyperlinkcolor" val="tx"/>
                        </a:ext>
                      </a:extLst>
                    </a:hlinkClick>
                  </a:rPr>
                  <a:t>this slide</a:t>
                </a:r>
                <a:r>
                  <a:rPr lang="en-US" sz="1800" b="1">
                    <a:solidFill>
                      <a:schemeClr val="bg1"/>
                    </a:solidFill>
                  </a:rPr>
                  <a:t>.</a:t>
                </a:r>
              </a:p>
              <a:p>
                <a:pPr>
                  <a:spcBef>
                    <a:spcPts val="0"/>
                  </a:spcBef>
                </a:pPr>
                <a:endParaRPr lang="en-US" sz="1800" b="1">
                  <a:solidFill>
                    <a:srgbClr val="FF6B00"/>
                  </a:solidFill>
                </a:endParaRPr>
              </a:p>
            </p:txBody>
          </p:sp>
          <p:sp>
            <p:nvSpPr>
              <p:cNvPr id="34" name="Text Placeholder 29">
                <a:extLst>
                  <a:ext uri="{FF2B5EF4-FFF2-40B4-BE49-F238E27FC236}">
                    <a16:creationId xmlns:a16="http://schemas.microsoft.com/office/drawing/2014/main" id="{0D743B25-51E6-BB83-15CB-66721FE46F4E}"/>
                  </a:ext>
                </a:extLst>
              </p:cNvPr>
              <p:cNvSpPr txBox="1">
                <a:spLocks/>
              </p:cNvSpPr>
              <p:nvPr/>
            </p:nvSpPr>
            <p:spPr>
              <a:xfrm>
                <a:off x="2396609" y="8275194"/>
                <a:ext cx="3969439" cy="769659"/>
              </a:xfrm>
              <a:prstGeom prst="rect">
                <a:avLst/>
              </a:prstGeom>
            </p:spPr>
            <p:txBody>
              <a:bodyPr/>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lgn="l">
                  <a:spcBef>
                    <a:spcPts val="0"/>
                  </a:spcBef>
                </a:pPr>
                <a:r>
                  <a:rPr lang="en-US" sz="2000">
                    <a:solidFill>
                      <a:srgbClr val="FF0000"/>
                    </a:solidFill>
                  </a:rPr>
                  <a:t>Delete this note when you no longer need it</a:t>
                </a:r>
              </a:p>
            </p:txBody>
          </p:sp>
        </p:grpSp>
        <p:pic>
          <p:nvPicPr>
            <p:cNvPr id="3" name="Graphic 2">
              <a:extLst>
                <a:ext uri="{FF2B5EF4-FFF2-40B4-BE49-F238E27FC236}">
                  <a16:creationId xmlns:a16="http://schemas.microsoft.com/office/drawing/2014/main" id="{6D637190-DC91-370F-AEF9-3FFA73201F5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293365" y="8990513"/>
              <a:ext cx="703511" cy="663840"/>
            </a:xfrm>
            <a:prstGeom prst="rect">
              <a:avLst/>
            </a:prstGeom>
          </p:spPr>
        </p:pic>
      </p:grpSp>
      <p:pic>
        <p:nvPicPr>
          <p:cNvPr id="8" name="Picture 7">
            <a:extLst>
              <a:ext uri="{FF2B5EF4-FFF2-40B4-BE49-F238E27FC236}">
                <a16:creationId xmlns:a16="http://schemas.microsoft.com/office/drawing/2014/main" id="{980BD5FA-FB7B-FC44-6185-FB9AC539B1AC}"/>
              </a:ext>
            </a:extLst>
          </p:cNvPr>
          <p:cNvPicPr>
            <a:picLocks noChangeAspect="1"/>
          </p:cNvPicPr>
          <p:nvPr/>
        </p:nvPicPr>
        <p:blipFill rotWithShape="1">
          <a:blip r:embed="rId4">
            <a:extLst>
              <a:ext uri="{28A0092B-C50C-407E-A947-70E740481C1C}">
                <a14:useLocalDpi xmlns:a14="http://schemas.microsoft.com/office/drawing/2010/main" val="0"/>
              </a:ext>
            </a:extLst>
          </a:blip>
          <a:srcRect l="-44764" t="55302" r="45710" b="1985"/>
          <a:stretch/>
        </p:blipFill>
        <p:spPr>
          <a:xfrm>
            <a:off x="-736428" y="0"/>
            <a:ext cx="1413659" cy="13716000"/>
          </a:xfrm>
          <a:prstGeom prst="rect">
            <a:avLst/>
          </a:prstGeom>
        </p:spPr>
      </p:pic>
    </p:spTree>
    <p:extLst>
      <p:ext uri="{BB962C8B-B14F-4D97-AF65-F5344CB8AC3E}">
        <p14:creationId xmlns:p14="http://schemas.microsoft.com/office/powerpoint/2010/main" val="230057970"/>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118966F-6A7E-DB42-2547-F8632F36C9D1}"/>
              </a:ext>
            </a:extLst>
          </p:cNvPr>
          <p:cNvSpPr>
            <a:spLocks noGrp="1"/>
          </p:cNvSpPr>
          <p:nvPr>
            <p:ph type="ftr" sz="quarter" idx="27"/>
          </p:nvPr>
        </p:nvSpPr>
        <p:spPr/>
        <p:txBody>
          <a:bodyPr/>
          <a:lstStyle/>
          <a:p>
            <a:r>
              <a:rPr lang="en-US"/>
              <a:t>2024 © Retail Consult - All rights reserved</a:t>
            </a:r>
          </a:p>
        </p:txBody>
      </p:sp>
      <p:sp>
        <p:nvSpPr>
          <p:cNvPr id="5" name="Slide Number Placeholder 4">
            <a:extLst>
              <a:ext uri="{FF2B5EF4-FFF2-40B4-BE49-F238E27FC236}">
                <a16:creationId xmlns:a16="http://schemas.microsoft.com/office/drawing/2014/main" id="{A726C5DB-1C47-D6B2-BC86-FAE71938DA3D}"/>
              </a:ext>
            </a:extLst>
          </p:cNvPr>
          <p:cNvSpPr>
            <a:spLocks noGrp="1"/>
          </p:cNvSpPr>
          <p:nvPr>
            <p:ph type="sldNum" sz="quarter" idx="28"/>
          </p:nvPr>
        </p:nvSpPr>
        <p:spPr/>
        <p:txBody>
          <a:bodyPr/>
          <a:lstStyle/>
          <a:p>
            <a:fld id="{9A4417C4-43A3-444C-837D-103BA5C8224B}" type="slidenum">
              <a:rPr lang="en-US" smtClean="0"/>
              <a:pPr/>
              <a:t>33</a:t>
            </a:fld>
            <a:endParaRPr lang="en-US"/>
          </a:p>
        </p:txBody>
      </p:sp>
      <p:sp>
        <p:nvSpPr>
          <p:cNvPr id="15" name="AutoShape 2" descr="Rectangle: Rounded Corners 14">
            <a:extLst>
              <a:ext uri="{FF2B5EF4-FFF2-40B4-BE49-F238E27FC236}">
                <a16:creationId xmlns:a16="http://schemas.microsoft.com/office/drawing/2014/main" id="{A9826D9E-567B-6B50-E446-B7BA56D3C5EF}"/>
              </a:ext>
            </a:extLst>
          </p:cNvPr>
          <p:cNvSpPr>
            <a:spLocks/>
          </p:cNvSpPr>
          <p:nvPr/>
        </p:nvSpPr>
        <p:spPr bwMode="auto">
          <a:xfrm>
            <a:off x="12576168" y="3568420"/>
            <a:ext cx="6563887" cy="8272354"/>
          </a:xfrm>
          <a:prstGeom prst="roundRect">
            <a:avLst>
              <a:gd name="adj" fmla="val 5491"/>
            </a:avLst>
          </a:prstGeom>
          <a:solidFill>
            <a:srgbClr val="FFFFFF"/>
          </a:solidFill>
          <a:ln>
            <a:noFill/>
          </a:ln>
          <a:effectLst>
            <a:outerShdw blurRad="787400" dist="368300" dir="5100000" algn="ctr" rotWithShape="0">
              <a:schemeClr val="tx1">
                <a:lumMod val="75000"/>
                <a:alpha val="25000"/>
              </a:schemeClr>
            </a:outerShdw>
          </a:effectLst>
          <a:extLst>
            <a:ext uri="{91240B29-F687-4F45-9708-019B960494DF}">
              <a14:hiddenLine xmlns:a14="http://schemas.microsoft.com/office/drawing/2010/main" w="25400" cap="flat" cmpd="sng">
                <a:solidFill>
                  <a:srgbClr val="000000"/>
                </a:solidFill>
                <a:prstDash val="solid"/>
                <a:miter lim="400000"/>
                <a:headEnd type="none" w="med" len="med"/>
                <a:tailEnd type="none" w="med" len="med"/>
              </a14:hiddenLine>
            </a:ext>
          </a:extLst>
        </p:spPr>
        <p:txBody>
          <a:bodyPr tIns="91440" bIns="91440" anchor="ctr"/>
          <a:lstStyle/>
          <a:p>
            <a:pPr algn="ctr"/>
            <a:endParaRPr lang="en-US" altLang="en-US">
              <a:solidFill>
                <a:srgbClr val="FFFFFF"/>
              </a:solidFill>
            </a:endParaRPr>
          </a:p>
        </p:txBody>
      </p:sp>
      <p:sp>
        <p:nvSpPr>
          <p:cNvPr id="16" name="Oval 15">
            <a:extLst>
              <a:ext uri="{FF2B5EF4-FFF2-40B4-BE49-F238E27FC236}">
                <a16:creationId xmlns:a16="http://schemas.microsoft.com/office/drawing/2014/main" id="{08839753-2A8B-9EEF-07A8-72267E9C40D5}"/>
              </a:ext>
            </a:extLst>
          </p:cNvPr>
          <p:cNvSpPr/>
          <p:nvPr/>
        </p:nvSpPr>
        <p:spPr>
          <a:xfrm>
            <a:off x="14619861" y="4111345"/>
            <a:ext cx="2476500" cy="2476500"/>
          </a:xfrm>
          <a:prstGeom prst="ellipse">
            <a:avLst/>
          </a:prstGeom>
          <a:solidFill>
            <a:srgbClr val="FF6B00"/>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sp>
        <p:nvSpPr>
          <p:cNvPr id="23" name="AutoShape 2" descr="Rectangle: Rounded Corners 14">
            <a:extLst>
              <a:ext uri="{FF2B5EF4-FFF2-40B4-BE49-F238E27FC236}">
                <a16:creationId xmlns:a16="http://schemas.microsoft.com/office/drawing/2014/main" id="{07852CA1-91B2-04E4-3198-FD2D78F32C6A}"/>
              </a:ext>
            </a:extLst>
          </p:cNvPr>
          <p:cNvSpPr>
            <a:spLocks/>
          </p:cNvSpPr>
          <p:nvPr/>
        </p:nvSpPr>
        <p:spPr bwMode="auto">
          <a:xfrm>
            <a:off x="4249363" y="3568420"/>
            <a:ext cx="6563887" cy="8272354"/>
          </a:xfrm>
          <a:prstGeom prst="roundRect">
            <a:avLst>
              <a:gd name="adj" fmla="val 5491"/>
            </a:avLst>
          </a:prstGeom>
          <a:solidFill>
            <a:srgbClr val="FFFFFF"/>
          </a:solidFill>
          <a:ln>
            <a:noFill/>
          </a:ln>
          <a:effectLst>
            <a:outerShdw blurRad="787400" dist="368300" dir="5100000" algn="ctr" rotWithShape="0">
              <a:schemeClr val="tx1">
                <a:lumMod val="75000"/>
                <a:alpha val="25000"/>
              </a:schemeClr>
            </a:outerShdw>
          </a:effectLst>
          <a:extLst>
            <a:ext uri="{91240B29-F687-4F45-9708-019B960494DF}">
              <a14:hiddenLine xmlns:a14="http://schemas.microsoft.com/office/drawing/2010/main" w="25400" cap="flat" cmpd="sng">
                <a:solidFill>
                  <a:srgbClr val="000000"/>
                </a:solidFill>
                <a:prstDash val="solid"/>
                <a:miter lim="400000"/>
                <a:headEnd type="none" w="med" len="med"/>
                <a:tailEnd type="none" w="med" len="med"/>
              </a14:hiddenLine>
            </a:ext>
          </a:extLst>
        </p:spPr>
        <p:txBody>
          <a:bodyPr tIns="91440" bIns="91440" anchor="ctr"/>
          <a:lstStyle/>
          <a:p>
            <a:pPr algn="ctr"/>
            <a:endParaRPr lang="en-US" altLang="en-US">
              <a:solidFill>
                <a:srgbClr val="FFFFFF"/>
              </a:solidFill>
            </a:endParaRPr>
          </a:p>
        </p:txBody>
      </p:sp>
      <p:sp>
        <p:nvSpPr>
          <p:cNvPr id="24" name="Oval 23">
            <a:extLst>
              <a:ext uri="{FF2B5EF4-FFF2-40B4-BE49-F238E27FC236}">
                <a16:creationId xmlns:a16="http://schemas.microsoft.com/office/drawing/2014/main" id="{35A6936C-9207-FF9E-14FE-3125DAB5A492}"/>
              </a:ext>
            </a:extLst>
          </p:cNvPr>
          <p:cNvSpPr/>
          <p:nvPr/>
        </p:nvSpPr>
        <p:spPr>
          <a:xfrm>
            <a:off x="6293056" y="4111345"/>
            <a:ext cx="2476500" cy="2476500"/>
          </a:xfrm>
          <a:prstGeom prst="ellipse">
            <a:avLst/>
          </a:prstGeom>
          <a:solidFill>
            <a:srgbClr val="FF6B00"/>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sp>
        <p:nvSpPr>
          <p:cNvPr id="27" name="Text Placeholder 29">
            <a:extLst>
              <a:ext uri="{FF2B5EF4-FFF2-40B4-BE49-F238E27FC236}">
                <a16:creationId xmlns:a16="http://schemas.microsoft.com/office/drawing/2014/main" id="{C1813C3E-96B9-7C1F-D683-15487F23CB41}"/>
              </a:ext>
            </a:extLst>
          </p:cNvPr>
          <p:cNvSpPr txBox="1">
            <a:spLocks/>
          </p:cNvSpPr>
          <p:nvPr/>
        </p:nvSpPr>
        <p:spPr>
          <a:xfrm>
            <a:off x="5514109" y="6858383"/>
            <a:ext cx="4156713" cy="1343025"/>
          </a:xfrm>
          <a:prstGeom prst="rect">
            <a:avLst/>
          </a:prstGeom>
        </p:spPr>
        <p:txBody>
          <a:bodyPr/>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28" name="Text Placeholder 22">
            <a:extLst>
              <a:ext uri="{FF2B5EF4-FFF2-40B4-BE49-F238E27FC236}">
                <a16:creationId xmlns:a16="http://schemas.microsoft.com/office/drawing/2014/main" id="{1A2F8FAD-DE88-5DB3-B9C8-2E79AE517D12}"/>
              </a:ext>
            </a:extLst>
          </p:cNvPr>
          <p:cNvSpPr txBox="1">
            <a:spLocks/>
          </p:cNvSpPr>
          <p:nvPr/>
        </p:nvSpPr>
        <p:spPr>
          <a:xfrm>
            <a:off x="5847804" y="8069531"/>
            <a:ext cx="3489325" cy="3421840"/>
          </a:xfrm>
          <a:prstGeom prst="rect">
            <a:avLst/>
          </a:prstGeom>
        </p:spPr>
        <p:txBody>
          <a:bodyPr/>
          <a:lstStyle>
            <a:lvl1pPr algn="ctr"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29" name="Text Placeholder 29">
            <a:extLst>
              <a:ext uri="{FF2B5EF4-FFF2-40B4-BE49-F238E27FC236}">
                <a16:creationId xmlns:a16="http://schemas.microsoft.com/office/drawing/2014/main" id="{AB84366A-D601-CC5F-C0BF-005E4546AE54}"/>
              </a:ext>
            </a:extLst>
          </p:cNvPr>
          <p:cNvSpPr txBox="1">
            <a:spLocks/>
          </p:cNvSpPr>
          <p:nvPr/>
        </p:nvSpPr>
        <p:spPr>
          <a:xfrm>
            <a:off x="13771769" y="6857617"/>
            <a:ext cx="4156713" cy="1343025"/>
          </a:xfrm>
          <a:prstGeom prst="rect">
            <a:avLst/>
          </a:prstGeom>
        </p:spPr>
        <p:txBody>
          <a:bodyPr/>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30" name="Text Placeholder 22">
            <a:extLst>
              <a:ext uri="{FF2B5EF4-FFF2-40B4-BE49-F238E27FC236}">
                <a16:creationId xmlns:a16="http://schemas.microsoft.com/office/drawing/2014/main" id="{D9A1BBC8-4BD2-FEDB-BC16-8DB24BFA7C72}"/>
              </a:ext>
            </a:extLst>
          </p:cNvPr>
          <p:cNvSpPr txBox="1">
            <a:spLocks/>
          </p:cNvSpPr>
          <p:nvPr/>
        </p:nvSpPr>
        <p:spPr>
          <a:xfrm>
            <a:off x="14105464" y="8068765"/>
            <a:ext cx="3489325" cy="3421840"/>
          </a:xfrm>
          <a:prstGeom prst="rect">
            <a:avLst/>
          </a:prstGeom>
        </p:spPr>
        <p:txBody>
          <a:bodyPr/>
          <a:lstStyle>
            <a:lvl1pPr algn="ctr"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9" name="Text Placeholder 1">
            <a:extLst>
              <a:ext uri="{FF2B5EF4-FFF2-40B4-BE49-F238E27FC236}">
                <a16:creationId xmlns:a16="http://schemas.microsoft.com/office/drawing/2014/main" id="{ADEF7548-9EEE-06CE-9F66-5F84CDDF5AB9}"/>
              </a:ext>
            </a:extLst>
          </p:cNvPr>
          <p:cNvSpPr>
            <a:spLocks noGrp="1"/>
          </p:cNvSpPr>
          <p:nvPr>
            <p:ph type="body" sz="quarter" idx="24"/>
          </p:nvPr>
        </p:nvSpPr>
        <p:spPr>
          <a:xfrm>
            <a:off x="1333379" y="1122109"/>
            <a:ext cx="17103516" cy="1025946"/>
          </a:xfrm>
        </p:spPr>
        <p:txBody>
          <a:bodyPr>
            <a:normAutofit/>
          </a:bodyPr>
          <a:lstStyle/>
          <a:p>
            <a:r>
              <a:rPr lang="en-US"/>
              <a:t>Click to add title</a:t>
            </a:r>
          </a:p>
        </p:txBody>
      </p:sp>
      <p:sp>
        <p:nvSpPr>
          <p:cNvPr id="10" name="Text Placeholder 2">
            <a:extLst>
              <a:ext uri="{FF2B5EF4-FFF2-40B4-BE49-F238E27FC236}">
                <a16:creationId xmlns:a16="http://schemas.microsoft.com/office/drawing/2014/main" id="{C44C2DA5-A5DD-0383-A286-88E4AC8754CB}"/>
              </a:ext>
            </a:extLst>
          </p:cNvPr>
          <p:cNvSpPr>
            <a:spLocks noGrp="1"/>
          </p:cNvSpPr>
          <p:nvPr>
            <p:ph type="body" sz="quarter" idx="25"/>
          </p:nvPr>
        </p:nvSpPr>
        <p:spPr>
          <a:xfrm>
            <a:off x="1333379" y="2148055"/>
            <a:ext cx="18391140" cy="844550"/>
          </a:xfrm>
        </p:spPr>
        <p:txBody>
          <a:bodyPr/>
          <a:lstStyle/>
          <a:p>
            <a:endParaRPr lang="en-US"/>
          </a:p>
        </p:txBody>
      </p:sp>
      <p:grpSp>
        <p:nvGrpSpPr>
          <p:cNvPr id="36" name="Group 35">
            <a:extLst>
              <a:ext uri="{FF2B5EF4-FFF2-40B4-BE49-F238E27FC236}">
                <a16:creationId xmlns:a16="http://schemas.microsoft.com/office/drawing/2014/main" id="{9E3AA47E-AA7B-2CD2-B746-B1C96E6234E0}"/>
              </a:ext>
            </a:extLst>
          </p:cNvPr>
          <p:cNvGrpSpPr/>
          <p:nvPr/>
        </p:nvGrpSpPr>
        <p:grpSpPr>
          <a:xfrm>
            <a:off x="21107141" y="8539573"/>
            <a:ext cx="3319443" cy="4722269"/>
            <a:chOff x="21107141" y="8539573"/>
            <a:chExt cx="3319443" cy="4722269"/>
          </a:xfrm>
        </p:grpSpPr>
        <p:grpSp>
          <p:nvGrpSpPr>
            <p:cNvPr id="37" name="Group 36">
              <a:extLst>
                <a:ext uri="{FF2B5EF4-FFF2-40B4-BE49-F238E27FC236}">
                  <a16:creationId xmlns:a16="http://schemas.microsoft.com/office/drawing/2014/main" id="{BB03A7AF-3CBC-8CE7-E737-718363094A8B}"/>
                </a:ext>
              </a:extLst>
            </p:cNvPr>
            <p:cNvGrpSpPr/>
            <p:nvPr/>
          </p:nvGrpSpPr>
          <p:grpSpPr>
            <a:xfrm>
              <a:off x="21107141" y="8539573"/>
              <a:ext cx="3319443" cy="4722269"/>
              <a:chOff x="2306670" y="3269946"/>
              <a:chExt cx="4059378" cy="5774907"/>
            </a:xfrm>
          </p:grpSpPr>
          <p:sp>
            <p:nvSpPr>
              <p:cNvPr id="39" name="AutoShape 2" descr="Rectangle: Rounded Corners 14">
                <a:extLst>
                  <a:ext uri="{FF2B5EF4-FFF2-40B4-BE49-F238E27FC236}">
                    <a16:creationId xmlns:a16="http://schemas.microsoft.com/office/drawing/2014/main" id="{46CAB037-6686-0C48-6AB4-36FEDE0BAD6F}"/>
                  </a:ext>
                </a:extLst>
              </p:cNvPr>
              <p:cNvSpPr>
                <a:spLocks/>
              </p:cNvSpPr>
              <p:nvPr/>
            </p:nvSpPr>
            <p:spPr bwMode="auto">
              <a:xfrm>
                <a:off x="2306670" y="3269946"/>
                <a:ext cx="3761622" cy="4927619"/>
              </a:xfrm>
              <a:prstGeom prst="roundRect">
                <a:avLst>
                  <a:gd name="adj" fmla="val 5491"/>
                </a:avLst>
              </a:prstGeom>
              <a:solidFill>
                <a:srgbClr val="FF0000"/>
              </a:solidFill>
              <a:ln>
                <a:noFill/>
              </a:ln>
              <a:effectLst>
                <a:outerShdw blurRad="787400" dist="368300" dir="5100000" algn="ctr" rotWithShape="0">
                  <a:schemeClr val="tx1">
                    <a:lumMod val="75000"/>
                    <a:alpha val="25000"/>
                  </a:schemeClr>
                </a:outerShdw>
              </a:effectLst>
              <a:extLst>
                <a:ext uri="{91240B29-F687-4F45-9708-019B960494DF}">
                  <a14:hiddenLine xmlns:a14="http://schemas.microsoft.com/office/drawing/2010/main" w="25400" cap="flat" cmpd="sng">
                    <a:solidFill>
                      <a:srgbClr val="000000"/>
                    </a:solidFill>
                    <a:prstDash val="solid"/>
                    <a:miter lim="400000"/>
                    <a:headEnd type="none" w="med" len="med"/>
                    <a:tailEnd type="none" w="med" len="med"/>
                  </a14:hiddenLine>
                </a:ext>
              </a:extLst>
            </p:spPr>
            <p:txBody>
              <a:bodyPr tIns="91440" bIns="91440" anchor="ctr"/>
              <a:lstStyle/>
              <a:p>
                <a:pPr algn="ctr"/>
                <a:endParaRPr lang="en-US" altLang="en-US">
                  <a:solidFill>
                    <a:srgbClr val="FFFFFF"/>
                  </a:solidFill>
                </a:endParaRPr>
              </a:p>
            </p:txBody>
          </p:sp>
          <p:sp>
            <p:nvSpPr>
              <p:cNvPr id="40" name="Oval 39">
                <a:extLst>
                  <a:ext uri="{FF2B5EF4-FFF2-40B4-BE49-F238E27FC236}">
                    <a16:creationId xmlns:a16="http://schemas.microsoft.com/office/drawing/2014/main" id="{5FF7A776-7891-F172-724F-C62F7F2F112C}"/>
                  </a:ext>
                </a:extLst>
              </p:cNvPr>
              <p:cNvSpPr/>
              <p:nvPr/>
            </p:nvSpPr>
            <p:spPr>
              <a:xfrm>
                <a:off x="3477866" y="3581085"/>
                <a:ext cx="1419229" cy="1419229"/>
              </a:xfrm>
              <a:prstGeom prst="ellipse">
                <a:avLst/>
              </a:prstGeom>
              <a:solidFill>
                <a:schemeClr val="bg2"/>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sp>
            <p:nvSpPr>
              <p:cNvPr id="41" name="Text Placeholder 29">
                <a:extLst>
                  <a:ext uri="{FF2B5EF4-FFF2-40B4-BE49-F238E27FC236}">
                    <a16:creationId xmlns:a16="http://schemas.microsoft.com/office/drawing/2014/main" id="{CD79A711-E31D-7448-752A-52B9C94F18D7}"/>
                  </a:ext>
                </a:extLst>
              </p:cNvPr>
              <p:cNvSpPr txBox="1">
                <a:spLocks/>
              </p:cNvSpPr>
              <p:nvPr/>
            </p:nvSpPr>
            <p:spPr>
              <a:xfrm>
                <a:off x="2984121" y="5154914"/>
                <a:ext cx="2813497" cy="769659"/>
              </a:xfrm>
              <a:prstGeom prst="rect">
                <a:avLst/>
              </a:prstGeom>
            </p:spPr>
            <p:txBody>
              <a:bodyPr/>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lgn="l">
                  <a:spcBef>
                    <a:spcPts val="0"/>
                  </a:spcBef>
                </a:pPr>
                <a:r>
                  <a:rPr lang="en-US" sz="2400">
                    <a:solidFill>
                      <a:schemeClr val="bg1"/>
                    </a:solidFill>
                  </a:rPr>
                  <a:t>PLEASE NOTE</a:t>
                </a:r>
              </a:p>
            </p:txBody>
          </p:sp>
          <p:sp>
            <p:nvSpPr>
              <p:cNvPr id="43" name="Text Placeholder 22">
                <a:extLst>
                  <a:ext uri="{FF2B5EF4-FFF2-40B4-BE49-F238E27FC236}">
                    <a16:creationId xmlns:a16="http://schemas.microsoft.com/office/drawing/2014/main" id="{0264F9F1-94D6-39F6-12B8-31CBD15FF4C0}"/>
                  </a:ext>
                </a:extLst>
              </p:cNvPr>
              <p:cNvSpPr txBox="1">
                <a:spLocks/>
              </p:cNvSpPr>
              <p:nvPr/>
            </p:nvSpPr>
            <p:spPr>
              <a:xfrm>
                <a:off x="2546822" y="5713107"/>
                <a:ext cx="3281316" cy="2361757"/>
              </a:xfrm>
              <a:prstGeom prst="rect">
                <a:avLst/>
              </a:prstGeom>
            </p:spPr>
            <p:txBody>
              <a:bodyPr/>
              <a:lstStyle>
                <a:lvl1pPr algn="ctr"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sz="1800">
                    <a:solidFill>
                      <a:schemeClr val="bg1"/>
                    </a:solidFill>
                  </a:rPr>
                  <a:t>If you want to add some pictures to columns, you should insert pictograms or numbers in columns. Don't know how? Take a look at </a:t>
                </a:r>
                <a:r>
                  <a:rPr lang="en-US" sz="1800" b="1">
                    <a:solidFill>
                      <a:schemeClr val="bg1"/>
                    </a:solidFill>
                    <a:hlinkClick r:id="rId2" action="ppaction://hlinksldjump">
                      <a:extLst>
                        <a:ext uri="{A12FA001-AC4F-418D-AE19-62706E023703}">
                          <ahyp:hlinkClr xmlns:ahyp="http://schemas.microsoft.com/office/drawing/2018/hyperlinkcolor" val="tx"/>
                        </a:ext>
                      </a:extLst>
                    </a:hlinkClick>
                  </a:rPr>
                  <a:t>this slide</a:t>
                </a:r>
                <a:r>
                  <a:rPr lang="en-US" sz="1800" b="1">
                    <a:solidFill>
                      <a:schemeClr val="bg1"/>
                    </a:solidFill>
                  </a:rPr>
                  <a:t>.</a:t>
                </a:r>
              </a:p>
              <a:p>
                <a:pPr>
                  <a:spcBef>
                    <a:spcPts val="0"/>
                  </a:spcBef>
                </a:pPr>
                <a:endParaRPr lang="en-US" sz="1800" b="1">
                  <a:solidFill>
                    <a:srgbClr val="FF6B00"/>
                  </a:solidFill>
                </a:endParaRPr>
              </a:p>
            </p:txBody>
          </p:sp>
          <p:sp>
            <p:nvSpPr>
              <p:cNvPr id="44" name="Text Placeholder 29">
                <a:extLst>
                  <a:ext uri="{FF2B5EF4-FFF2-40B4-BE49-F238E27FC236}">
                    <a16:creationId xmlns:a16="http://schemas.microsoft.com/office/drawing/2014/main" id="{2041F40B-8B2E-32BF-C3C5-444395447CB7}"/>
                  </a:ext>
                </a:extLst>
              </p:cNvPr>
              <p:cNvSpPr txBox="1">
                <a:spLocks/>
              </p:cNvSpPr>
              <p:nvPr/>
            </p:nvSpPr>
            <p:spPr>
              <a:xfrm>
                <a:off x="2396609" y="8275194"/>
                <a:ext cx="3969439" cy="769659"/>
              </a:xfrm>
              <a:prstGeom prst="rect">
                <a:avLst/>
              </a:prstGeom>
            </p:spPr>
            <p:txBody>
              <a:bodyPr/>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lgn="l">
                  <a:spcBef>
                    <a:spcPts val="0"/>
                  </a:spcBef>
                </a:pPr>
                <a:r>
                  <a:rPr lang="en-US" sz="2000">
                    <a:solidFill>
                      <a:srgbClr val="FF0000"/>
                    </a:solidFill>
                  </a:rPr>
                  <a:t>Delete this note when you no longer need it</a:t>
                </a:r>
              </a:p>
            </p:txBody>
          </p:sp>
        </p:grpSp>
        <p:pic>
          <p:nvPicPr>
            <p:cNvPr id="38" name="Graphic 37">
              <a:extLst>
                <a:ext uri="{FF2B5EF4-FFF2-40B4-BE49-F238E27FC236}">
                  <a16:creationId xmlns:a16="http://schemas.microsoft.com/office/drawing/2014/main" id="{4F79914D-E03F-B7FD-EC00-CCE0FF2AF4D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293365" y="8990513"/>
              <a:ext cx="703511" cy="663840"/>
            </a:xfrm>
            <a:prstGeom prst="rect">
              <a:avLst/>
            </a:prstGeom>
          </p:spPr>
        </p:pic>
      </p:grpSp>
      <p:pic>
        <p:nvPicPr>
          <p:cNvPr id="45" name="Picture 44">
            <a:extLst>
              <a:ext uri="{FF2B5EF4-FFF2-40B4-BE49-F238E27FC236}">
                <a16:creationId xmlns:a16="http://schemas.microsoft.com/office/drawing/2014/main" id="{FA87530C-3007-72C6-E23D-CDEA802D2522}"/>
              </a:ext>
            </a:extLst>
          </p:cNvPr>
          <p:cNvPicPr>
            <a:picLocks noChangeAspect="1"/>
          </p:cNvPicPr>
          <p:nvPr/>
        </p:nvPicPr>
        <p:blipFill rotWithShape="1">
          <a:blip r:embed="rId4">
            <a:extLst>
              <a:ext uri="{28A0092B-C50C-407E-A947-70E740481C1C}">
                <a14:useLocalDpi xmlns:a14="http://schemas.microsoft.com/office/drawing/2010/main" val="0"/>
              </a:ext>
            </a:extLst>
          </a:blip>
          <a:srcRect l="-44764" t="55302" r="45710" b="1985"/>
          <a:stretch/>
        </p:blipFill>
        <p:spPr>
          <a:xfrm>
            <a:off x="-736428" y="0"/>
            <a:ext cx="1413659" cy="13716000"/>
          </a:xfrm>
          <a:prstGeom prst="rect">
            <a:avLst/>
          </a:prstGeom>
        </p:spPr>
      </p:pic>
    </p:spTree>
    <p:extLst>
      <p:ext uri="{BB962C8B-B14F-4D97-AF65-F5344CB8AC3E}">
        <p14:creationId xmlns:p14="http://schemas.microsoft.com/office/powerpoint/2010/main" val="6888349"/>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118966F-6A7E-DB42-2547-F8632F36C9D1}"/>
              </a:ext>
            </a:extLst>
          </p:cNvPr>
          <p:cNvSpPr>
            <a:spLocks noGrp="1"/>
          </p:cNvSpPr>
          <p:nvPr>
            <p:ph type="ftr" sz="quarter" idx="27"/>
          </p:nvPr>
        </p:nvSpPr>
        <p:spPr/>
        <p:txBody>
          <a:bodyPr/>
          <a:lstStyle/>
          <a:p>
            <a:r>
              <a:rPr lang="en-US"/>
              <a:t>2024 © Retail Consult - All rights reserved</a:t>
            </a:r>
          </a:p>
        </p:txBody>
      </p:sp>
      <p:sp>
        <p:nvSpPr>
          <p:cNvPr id="5" name="Slide Number Placeholder 4">
            <a:extLst>
              <a:ext uri="{FF2B5EF4-FFF2-40B4-BE49-F238E27FC236}">
                <a16:creationId xmlns:a16="http://schemas.microsoft.com/office/drawing/2014/main" id="{A726C5DB-1C47-D6B2-BC86-FAE71938DA3D}"/>
              </a:ext>
            </a:extLst>
          </p:cNvPr>
          <p:cNvSpPr>
            <a:spLocks noGrp="1"/>
          </p:cNvSpPr>
          <p:nvPr>
            <p:ph type="sldNum" sz="quarter" idx="28"/>
          </p:nvPr>
        </p:nvSpPr>
        <p:spPr/>
        <p:txBody>
          <a:bodyPr/>
          <a:lstStyle/>
          <a:p>
            <a:fld id="{9A4417C4-43A3-444C-837D-103BA5C8224B}" type="slidenum">
              <a:rPr lang="en-US" smtClean="0"/>
              <a:pPr/>
              <a:t>34</a:t>
            </a:fld>
            <a:endParaRPr lang="en-US"/>
          </a:p>
        </p:txBody>
      </p:sp>
      <p:sp>
        <p:nvSpPr>
          <p:cNvPr id="15" name="AutoShape 2" descr="Rectangle: Rounded Corners 14">
            <a:extLst>
              <a:ext uri="{FF2B5EF4-FFF2-40B4-BE49-F238E27FC236}">
                <a16:creationId xmlns:a16="http://schemas.microsoft.com/office/drawing/2014/main" id="{A9826D9E-567B-6B50-E446-B7BA56D3C5EF}"/>
              </a:ext>
            </a:extLst>
          </p:cNvPr>
          <p:cNvSpPr>
            <a:spLocks/>
          </p:cNvSpPr>
          <p:nvPr/>
        </p:nvSpPr>
        <p:spPr bwMode="auto">
          <a:xfrm>
            <a:off x="15889713" y="3568420"/>
            <a:ext cx="6563887" cy="8272354"/>
          </a:xfrm>
          <a:prstGeom prst="roundRect">
            <a:avLst>
              <a:gd name="adj" fmla="val 5491"/>
            </a:avLst>
          </a:prstGeom>
          <a:solidFill>
            <a:srgbClr val="FFFFFF"/>
          </a:solidFill>
          <a:ln>
            <a:noFill/>
          </a:ln>
          <a:effectLst>
            <a:outerShdw blurRad="787400" dist="368300" dir="5100000" algn="ctr" rotWithShape="0">
              <a:schemeClr val="tx1">
                <a:lumMod val="75000"/>
                <a:alpha val="25000"/>
              </a:schemeClr>
            </a:outerShdw>
          </a:effectLst>
          <a:extLst>
            <a:ext uri="{91240B29-F687-4F45-9708-019B960494DF}">
              <a14:hiddenLine xmlns:a14="http://schemas.microsoft.com/office/drawing/2010/main" w="25400" cap="flat" cmpd="sng">
                <a:solidFill>
                  <a:srgbClr val="000000"/>
                </a:solidFill>
                <a:prstDash val="solid"/>
                <a:miter lim="400000"/>
                <a:headEnd type="none" w="med" len="med"/>
                <a:tailEnd type="none" w="med" len="med"/>
              </a14:hiddenLine>
            </a:ext>
          </a:extLst>
        </p:spPr>
        <p:txBody>
          <a:bodyPr tIns="91440" bIns="91440" anchor="ctr"/>
          <a:lstStyle/>
          <a:p>
            <a:pPr algn="ctr"/>
            <a:endParaRPr lang="en-US" altLang="en-US">
              <a:solidFill>
                <a:srgbClr val="FFFFFF"/>
              </a:solidFill>
            </a:endParaRPr>
          </a:p>
        </p:txBody>
      </p:sp>
      <p:sp>
        <p:nvSpPr>
          <p:cNvPr id="16" name="Oval 15">
            <a:extLst>
              <a:ext uri="{FF2B5EF4-FFF2-40B4-BE49-F238E27FC236}">
                <a16:creationId xmlns:a16="http://schemas.microsoft.com/office/drawing/2014/main" id="{08839753-2A8B-9EEF-07A8-72267E9C40D5}"/>
              </a:ext>
            </a:extLst>
          </p:cNvPr>
          <p:cNvSpPr/>
          <p:nvPr/>
        </p:nvSpPr>
        <p:spPr>
          <a:xfrm>
            <a:off x="17933406" y="4111345"/>
            <a:ext cx="2476500" cy="2476500"/>
          </a:xfrm>
          <a:prstGeom prst="ellipse">
            <a:avLst/>
          </a:prstGeom>
          <a:solidFill>
            <a:srgbClr val="FF6B00"/>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sp>
        <p:nvSpPr>
          <p:cNvPr id="23" name="AutoShape 2" descr="Rectangle: Rounded Corners 14">
            <a:extLst>
              <a:ext uri="{FF2B5EF4-FFF2-40B4-BE49-F238E27FC236}">
                <a16:creationId xmlns:a16="http://schemas.microsoft.com/office/drawing/2014/main" id="{07852CA1-91B2-04E4-3198-FD2D78F32C6A}"/>
              </a:ext>
            </a:extLst>
          </p:cNvPr>
          <p:cNvSpPr>
            <a:spLocks/>
          </p:cNvSpPr>
          <p:nvPr/>
        </p:nvSpPr>
        <p:spPr bwMode="auto">
          <a:xfrm>
            <a:off x="1427163" y="3568420"/>
            <a:ext cx="6563887" cy="8272354"/>
          </a:xfrm>
          <a:prstGeom prst="roundRect">
            <a:avLst>
              <a:gd name="adj" fmla="val 5491"/>
            </a:avLst>
          </a:prstGeom>
          <a:solidFill>
            <a:srgbClr val="FFFFFF"/>
          </a:solidFill>
          <a:ln>
            <a:noFill/>
          </a:ln>
          <a:effectLst>
            <a:outerShdw blurRad="787400" dist="368300" dir="5100000" algn="ctr" rotWithShape="0">
              <a:schemeClr val="tx1">
                <a:lumMod val="75000"/>
                <a:alpha val="25000"/>
              </a:schemeClr>
            </a:outerShdw>
          </a:effectLst>
          <a:extLst>
            <a:ext uri="{91240B29-F687-4F45-9708-019B960494DF}">
              <a14:hiddenLine xmlns:a14="http://schemas.microsoft.com/office/drawing/2010/main" w="25400" cap="flat" cmpd="sng">
                <a:solidFill>
                  <a:srgbClr val="000000"/>
                </a:solidFill>
                <a:prstDash val="solid"/>
                <a:miter lim="400000"/>
                <a:headEnd type="none" w="med" len="med"/>
                <a:tailEnd type="none" w="med" len="med"/>
              </a14:hiddenLine>
            </a:ext>
          </a:extLst>
        </p:spPr>
        <p:txBody>
          <a:bodyPr tIns="91440" bIns="91440" anchor="ctr"/>
          <a:lstStyle/>
          <a:p>
            <a:pPr algn="ctr"/>
            <a:endParaRPr lang="en-US" altLang="en-US">
              <a:solidFill>
                <a:srgbClr val="FFFFFF"/>
              </a:solidFill>
            </a:endParaRPr>
          </a:p>
        </p:txBody>
      </p:sp>
      <p:sp>
        <p:nvSpPr>
          <p:cNvPr id="24" name="Oval 23">
            <a:extLst>
              <a:ext uri="{FF2B5EF4-FFF2-40B4-BE49-F238E27FC236}">
                <a16:creationId xmlns:a16="http://schemas.microsoft.com/office/drawing/2014/main" id="{35A6936C-9207-FF9E-14FE-3125DAB5A492}"/>
              </a:ext>
            </a:extLst>
          </p:cNvPr>
          <p:cNvSpPr/>
          <p:nvPr/>
        </p:nvSpPr>
        <p:spPr>
          <a:xfrm>
            <a:off x="3470856" y="4111345"/>
            <a:ext cx="2476500" cy="2476500"/>
          </a:xfrm>
          <a:prstGeom prst="ellipse">
            <a:avLst/>
          </a:prstGeom>
          <a:solidFill>
            <a:srgbClr val="FF6B00"/>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sp>
        <p:nvSpPr>
          <p:cNvPr id="25" name="Text Placeholder 29">
            <a:extLst>
              <a:ext uri="{FF2B5EF4-FFF2-40B4-BE49-F238E27FC236}">
                <a16:creationId xmlns:a16="http://schemas.microsoft.com/office/drawing/2014/main" id="{3B0D6EA4-E097-8595-3EDC-5D02DF263CCA}"/>
              </a:ext>
            </a:extLst>
          </p:cNvPr>
          <p:cNvSpPr txBox="1">
            <a:spLocks/>
          </p:cNvSpPr>
          <p:nvPr/>
        </p:nvSpPr>
        <p:spPr>
          <a:xfrm>
            <a:off x="2630749" y="6858383"/>
            <a:ext cx="4156713" cy="1343025"/>
          </a:xfrm>
          <a:prstGeom prst="rect">
            <a:avLst/>
          </a:prstGeom>
        </p:spPr>
        <p:txBody>
          <a:bodyPr/>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26" name="Text Placeholder 22">
            <a:extLst>
              <a:ext uri="{FF2B5EF4-FFF2-40B4-BE49-F238E27FC236}">
                <a16:creationId xmlns:a16="http://schemas.microsoft.com/office/drawing/2014/main" id="{68813738-7D98-4E2A-52C0-CC686A6B48D3}"/>
              </a:ext>
            </a:extLst>
          </p:cNvPr>
          <p:cNvSpPr txBox="1">
            <a:spLocks/>
          </p:cNvSpPr>
          <p:nvPr/>
        </p:nvSpPr>
        <p:spPr>
          <a:xfrm>
            <a:off x="2964444" y="8069531"/>
            <a:ext cx="3489325" cy="3421840"/>
          </a:xfrm>
          <a:prstGeom prst="rect">
            <a:avLst/>
          </a:prstGeom>
        </p:spPr>
        <p:txBody>
          <a:bodyPr/>
          <a:lstStyle>
            <a:lvl1pPr algn="ctr"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6" name="AutoShape 2" descr="Rectangle: Rounded Corners 14">
            <a:extLst>
              <a:ext uri="{FF2B5EF4-FFF2-40B4-BE49-F238E27FC236}">
                <a16:creationId xmlns:a16="http://schemas.microsoft.com/office/drawing/2014/main" id="{E367FB6E-FC23-CCA1-0FE8-E3097625B3EC}"/>
              </a:ext>
            </a:extLst>
          </p:cNvPr>
          <p:cNvSpPr>
            <a:spLocks/>
          </p:cNvSpPr>
          <p:nvPr/>
        </p:nvSpPr>
        <p:spPr bwMode="auto">
          <a:xfrm>
            <a:off x="8658438" y="3595796"/>
            <a:ext cx="6563887" cy="8272354"/>
          </a:xfrm>
          <a:prstGeom prst="roundRect">
            <a:avLst>
              <a:gd name="adj" fmla="val 5491"/>
            </a:avLst>
          </a:prstGeom>
          <a:solidFill>
            <a:srgbClr val="FFFFFF"/>
          </a:solidFill>
          <a:ln>
            <a:noFill/>
          </a:ln>
          <a:effectLst>
            <a:outerShdw blurRad="787400" dist="368300" dir="5100000" algn="ctr" rotWithShape="0">
              <a:schemeClr val="tx1">
                <a:lumMod val="75000"/>
                <a:alpha val="25000"/>
              </a:schemeClr>
            </a:outerShdw>
          </a:effectLst>
          <a:extLst>
            <a:ext uri="{91240B29-F687-4F45-9708-019B960494DF}">
              <a14:hiddenLine xmlns:a14="http://schemas.microsoft.com/office/drawing/2010/main" w="25400" cap="flat" cmpd="sng">
                <a:solidFill>
                  <a:srgbClr val="000000"/>
                </a:solidFill>
                <a:prstDash val="solid"/>
                <a:miter lim="400000"/>
                <a:headEnd type="none" w="med" len="med"/>
                <a:tailEnd type="none" w="med" len="med"/>
              </a14:hiddenLine>
            </a:ext>
          </a:extLst>
        </p:spPr>
        <p:txBody>
          <a:bodyPr tIns="91440" bIns="91440" anchor="ctr"/>
          <a:lstStyle/>
          <a:p>
            <a:pPr algn="ctr"/>
            <a:endParaRPr lang="en-US" altLang="en-US">
              <a:solidFill>
                <a:srgbClr val="FFFFFF"/>
              </a:solidFill>
            </a:endParaRPr>
          </a:p>
        </p:txBody>
      </p:sp>
      <p:sp>
        <p:nvSpPr>
          <p:cNvPr id="7" name="Oval 6">
            <a:extLst>
              <a:ext uri="{FF2B5EF4-FFF2-40B4-BE49-F238E27FC236}">
                <a16:creationId xmlns:a16="http://schemas.microsoft.com/office/drawing/2014/main" id="{29D4E98A-F3E9-F79D-5549-66E5C889BBC5}"/>
              </a:ext>
            </a:extLst>
          </p:cNvPr>
          <p:cNvSpPr/>
          <p:nvPr/>
        </p:nvSpPr>
        <p:spPr>
          <a:xfrm>
            <a:off x="10702131" y="4138721"/>
            <a:ext cx="2476500" cy="2476500"/>
          </a:xfrm>
          <a:prstGeom prst="ellipse">
            <a:avLst/>
          </a:prstGeom>
          <a:solidFill>
            <a:srgbClr val="FF6B00"/>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sp>
        <p:nvSpPr>
          <p:cNvPr id="10" name="Text Placeholder 29">
            <a:extLst>
              <a:ext uri="{FF2B5EF4-FFF2-40B4-BE49-F238E27FC236}">
                <a16:creationId xmlns:a16="http://schemas.microsoft.com/office/drawing/2014/main" id="{D993C715-8CF8-DD5D-3F85-3CE560DED4F3}"/>
              </a:ext>
            </a:extLst>
          </p:cNvPr>
          <p:cNvSpPr txBox="1">
            <a:spLocks/>
          </p:cNvSpPr>
          <p:nvPr/>
        </p:nvSpPr>
        <p:spPr>
          <a:xfrm>
            <a:off x="9811522" y="6857617"/>
            <a:ext cx="4156713" cy="1343025"/>
          </a:xfrm>
          <a:prstGeom prst="rect">
            <a:avLst/>
          </a:prstGeom>
        </p:spPr>
        <p:txBody>
          <a:bodyPr/>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11" name="Text Placeholder 22">
            <a:extLst>
              <a:ext uri="{FF2B5EF4-FFF2-40B4-BE49-F238E27FC236}">
                <a16:creationId xmlns:a16="http://schemas.microsoft.com/office/drawing/2014/main" id="{7964D5B9-2D9E-32B2-A8FD-1935A2CC4CC9}"/>
              </a:ext>
            </a:extLst>
          </p:cNvPr>
          <p:cNvSpPr txBox="1">
            <a:spLocks/>
          </p:cNvSpPr>
          <p:nvPr/>
        </p:nvSpPr>
        <p:spPr>
          <a:xfrm>
            <a:off x="10145217" y="8068765"/>
            <a:ext cx="3489325" cy="3421840"/>
          </a:xfrm>
          <a:prstGeom prst="rect">
            <a:avLst/>
          </a:prstGeom>
        </p:spPr>
        <p:txBody>
          <a:bodyPr/>
          <a:lstStyle>
            <a:lvl1pPr algn="ctr"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12" name="Text Placeholder 29">
            <a:extLst>
              <a:ext uri="{FF2B5EF4-FFF2-40B4-BE49-F238E27FC236}">
                <a16:creationId xmlns:a16="http://schemas.microsoft.com/office/drawing/2014/main" id="{87E47637-9166-4913-0B9A-DA4DB918EEE0}"/>
              </a:ext>
            </a:extLst>
          </p:cNvPr>
          <p:cNvSpPr txBox="1">
            <a:spLocks/>
          </p:cNvSpPr>
          <p:nvPr/>
        </p:nvSpPr>
        <p:spPr>
          <a:xfrm>
            <a:off x="17126723" y="6858000"/>
            <a:ext cx="4156713" cy="1343025"/>
          </a:xfrm>
          <a:prstGeom prst="rect">
            <a:avLst/>
          </a:prstGeom>
        </p:spPr>
        <p:txBody>
          <a:bodyPr/>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13" name="Text Placeholder 22">
            <a:extLst>
              <a:ext uri="{FF2B5EF4-FFF2-40B4-BE49-F238E27FC236}">
                <a16:creationId xmlns:a16="http://schemas.microsoft.com/office/drawing/2014/main" id="{3AACA1E2-B919-0DBB-2CD9-CE8D11C6EC1A}"/>
              </a:ext>
            </a:extLst>
          </p:cNvPr>
          <p:cNvSpPr txBox="1">
            <a:spLocks/>
          </p:cNvSpPr>
          <p:nvPr/>
        </p:nvSpPr>
        <p:spPr>
          <a:xfrm>
            <a:off x="17460418" y="8069148"/>
            <a:ext cx="3489325" cy="3421840"/>
          </a:xfrm>
          <a:prstGeom prst="rect">
            <a:avLst/>
          </a:prstGeom>
        </p:spPr>
        <p:txBody>
          <a:bodyPr/>
          <a:lstStyle>
            <a:lvl1pPr algn="ctr"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17" name="Text Placeholder 1">
            <a:extLst>
              <a:ext uri="{FF2B5EF4-FFF2-40B4-BE49-F238E27FC236}">
                <a16:creationId xmlns:a16="http://schemas.microsoft.com/office/drawing/2014/main" id="{98A7B939-D760-9B07-1113-4432FE1FC0DF}"/>
              </a:ext>
            </a:extLst>
          </p:cNvPr>
          <p:cNvSpPr>
            <a:spLocks noGrp="1"/>
          </p:cNvSpPr>
          <p:nvPr>
            <p:ph type="body" sz="quarter" idx="24"/>
          </p:nvPr>
        </p:nvSpPr>
        <p:spPr>
          <a:xfrm>
            <a:off x="1333379" y="1122109"/>
            <a:ext cx="17103516" cy="1025946"/>
          </a:xfrm>
        </p:spPr>
        <p:txBody>
          <a:bodyPr>
            <a:normAutofit/>
          </a:bodyPr>
          <a:lstStyle/>
          <a:p>
            <a:r>
              <a:rPr lang="en-US"/>
              <a:t>Click to add title</a:t>
            </a:r>
          </a:p>
        </p:txBody>
      </p:sp>
      <p:sp>
        <p:nvSpPr>
          <p:cNvPr id="18" name="Text Placeholder 2">
            <a:extLst>
              <a:ext uri="{FF2B5EF4-FFF2-40B4-BE49-F238E27FC236}">
                <a16:creationId xmlns:a16="http://schemas.microsoft.com/office/drawing/2014/main" id="{5FFEB7D6-6ADA-33EB-EA88-A66B478EC5C7}"/>
              </a:ext>
            </a:extLst>
          </p:cNvPr>
          <p:cNvSpPr>
            <a:spLocks noGrp="1"/>
          </p:cNvSpPr>
          <p:nvPr>
            <p:ph type="body" sz="quarter" idx="25"/>
          </p:nvPr>
        </p:nvSpPr>
        <p:spPr>
          <a:xfrm>
            <a:off x="1333379" y="2148055"/>
            <a:ext cx="18391140" cy="844550"/>
          </a:xfrm>
        </p:spPr>
        <p:txBody>
          <a:bodyPr/>
          <a:lstStyle/>
          <a:p>
            <a:endParaRPr lang="en-US"/>
          </a:p>
        </p:txBody>
      </p:sp>
      <p:grpSp>
        <p:nvGrpSpPr>
          <p:cNvPr id="40" name="Group 39">
            <a:extLst>
              <a:ext uri="{FF2B5EF4-FFF2-40B4-BE49-F238E27FC236}">
                <a16:creationId xmlns:a16="http://schemas.microsoft.com/office/drawing/2014/main" id="{F30C4281-CEDB-F8E0-915B-C5433808712E}"/>
              </a:ext>
            </a:extLst>
          </p:cNvPr>
          <p:cNvGrpSpPr/>
          <p:nvPr/>
        </p:nvGrpSpPr>
        <p:grpSpPr>
          <a:xfrm>
            <a:off x="21107141" y="8539573"/>
            <a:ext cx="3319443" cy="4722269"/>
            <a:chOff x="21107141" y="8539573"/>
            <a:chExt cx="3319443" cy="4722269"/>
          </a:xfrm>
        </p:grpSpPr>
        <p:grpSp>
          <p:nvGrpSpPr>
            <p:cNvPr id="41" name="Group 40">
              <a:extLst>
                <a:ext uri="{FF2B5EF4-FFF2-40B4-BE49-F238E27FC236}">
                  <a16:creationId xmlns:a16="http://schemas.microsoft.com/office/drawing/2014/main" id="{C23AA54F-88A0-5117-03A8-E02487187B27}"/>
                </a:ext>
              </a:extLst>
            </p:cNvPr>
            <p:cNvGrpSpPr/>
            <p:nvPr/>
          </p:nvGrpSpPr>
          <p:grpSpPr>
            <a:xfrm>
              <a:off x="21107141" y="8539573"/>
              <a:ext cx="3319443" cy="4722269"/>
              <a:chOff x="2306670" y="3269946"/>
              <a:chExt cx="4059378" cy="5774907"/>
            </a:xfrm>
          </p:grpSpPr>
          <p:sp>
            <p:nvSpPr>
              <p:cNvPr id="43" name="AutoShape 2" descr="Rectangle: Rounded Corners 14">
                <a:extLst>
                  <a:ext uri="{FF2B5EF4-FFF2-40B4-BE49-F238E27FC236}">
                    <a16:creationId xmlns:a16="http://schemas.microsoft.com/office/drawing/2014/main" id="{E7696E68-FB28-8143-EF94-6413B61E9E6F}"/>
                  </a:ext>
                </a:extLst>
              </p:cNvPr>
              <p:cNvSpPr>
                <a:spLocks/>
              </p:cNvSpPr>
              <p:nvPr/>
            </p:nvSpPr>
            <p:spPr bwMode="auto">
              <a:xfrm>
                <a:off x="2306670" y="3269946"/>
                <a:ext cx="3761622" cy="4927619"/>
              </a:xfrm>
              <a:prstGeom prst="roundRect">
                <a:avLst>
                  <a:gd name="adj" fmla="val 5491"/>
                </a:avLst>
              </a:prstGeom>
              <a:solidFill>
                <a:srgbClr val="FF0000"/>
              </a:solidFill>
              <a:ln>
                <a:noFill/>
              </a:ln>
              <a:effectLst>
                <a:outerShdw blurRad="787400" dist="368300" dir="5100000" algn="ctr" rotWithShape="0">
                  <a:schemeClr val="tx1">
                    <a:lumMod val="75000"/>
                    <a:alpha val="25000"/>
                  </a:schemeClr>
                </a:outerShdw>
              </a:effectLst>
              <a:extLst>
                <a:ext uri="{91240B29-F687-4F45-9708-019B960494DF}">
                  <a14:hiddenLine xmlns:a14="http://schemas.microsoft.com/office/drawing/2010/main" w="25400" cap="flat" cmpd="sng">
                    <a:solidFill>
                      <a:srgbClr val="000000"/>
                    </a:solidFill>
                    <a:prstDash val="solid"/>
                    <a:miter lim="400000"/>
                    <a:headEnd type="none" w="med" len="med"/>
                    <a:tailEnd type="none" w="med" len="med"/>
                  </a14:hiddenLine>
                </a:ext>
              </a:extLst>
            </p:spPr>
            <p:txBody>
              <a:bodyPr tIns="91440" bIns="91440" anchor="ctr"/>
              <a:lstStyle/>
              <a:p>
                <a:pPr algn="ctr"/>
                <a:endParaRPr lang="en-US" altLang="en-US">
                  <a:solidFill>
                    <a:srgbClr val="FFFFFF"/>
                  </a:solidFill>
                </a:endParaRPr>
              </a:p>
            </p:txBody>
          </p:sp>
          <p:sp>
            <p:nvSpPr>
              <p:cNvPr id="44" name="Oval 43">
                <a:extLst>
                  <a:ext uri="{FF2B5EF4-FFF2-40B4-BE49-F238E27FC236}">
                    <a16:creationId xmlns:a16="http://schemas.microsoft.com/office/drawing/2014/main" id="{3B87BFA2-0959-721A-F23A-20096E4493CA}"/>
                  </a:ext>
                </a:extLst>
              </p:cNvPr>
              <p:cNvSpPr/>
              <p:nvPr/>
            </p:nvSpPr>
            <p:spPr>
              <a:xfrm>
                <a:off x="3477866" y="3581085"/>
                <a:ext cx="1419229" cy="1419229"/>
              </a:xfrm>
              <a:prstGeom prst="ellipse">
                <a:avLst/>
              </a:prstGeom>
              <a:solidFill>
                <a:schemeClr val="bg2"/>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sp>
            <p:nvSpPr>
              <p:cNvPr id="45" name="Text Placeholder 29">
                <a:extLst>
                  <a:ext uri="{FF2B5EF4-FFF2-40B4-BE49-F238E27FC236}">
                    <a16:creationId xmlns:a16="http://schemas.microsoft.com/office/drawing/2014/main" id="{DD427EBD-BEFA-B2DE-B173-EC875E7DA655}"/>
                  </a:ext>
                </a:extLst>
              </p:cNvPr>
              <p:cNvSpPr txBox="1">
                <a:spLocks/>
              </p:cNvSpPr>
              <p:nvPr/>
            </p:nvSpPr>
            <p:spPr>
              <a:xfrm>
                <a:off x="2984121" y="5154914"/>
                <a:ext cx="2813497" cy="769659"/>
              </a:xfrm>
              <a:prstGeom prst="rect">
                <a:avLst/>
              </a:prstGeom>
            </p:spPr>
            <p:txBody>
              <a:bodyPr/>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lgn="l">
                  <a:spcBef>
                    <a:spcPts val="0"/>
                  </a:spcBef>
                </a:pPr>
                <a:r>
                  <a:rPr lang="en-US" sz="2400">
                    <a:solidFill>
                      <a:schemeClr val="bg1"/>
                    </a:solidFill>
                  </a:rPr>
                  <a:t>PLEASE NOTE</a:t>
                </a:r>
              </a:p>
            </p:txBody>
          </p:sp>
          <p:sp>
            <p:nvSpPr>
              <p:cNvPr id="47" name="Text Placeholder 22">
                <a:extLst>
                  <a:ext uri="{FF2B5EF4-FFF2-40B4-BE49-F238E27FC236}">
                    <a16:creationId xmlns:a16="http://schemas.microsoft.com/office/drawing/2014/main" id="{BAAC7FB6-A949-A0AD-8CE0-4C316D023A51}"/>
                  </a:ext>
                </a:extLst>
              </p:cNvPr>
              <p:cNvSpPr txBox="1">
                <a:spLocks/>
              </p:cNvSpPr>
              <p:nvPr/>
            </p:nvSpPr>
            <p:spPr>
              <a:xfrm>
                <a:off x="2546822" y="5713107"/>
                <a:ext cx="3281316" cy="2361757"/>
              </a:xfrm>
              <a:prstGeom prst="rect">
                <a:avLst/>
              </a:prstGeom>
            </p:spPr>
            <p:txBody>
              <a:bodyPr/>
              <a:lstStyle>
                <a:lvl1pPr algn="ctr"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sz="1800">
                    <a:solidFill>
                      <a:schemeClr val="bg1"/>
                    </a:solidFill>
                  </a:rPr>
                  <a:t>If you want to add some pictures to columns, you should insert pictograms or numbers in columns. Don't know how? Take a look at </a:t>
                </a:r>
                <a:r>
                  <a:rPr lang="en-US" sz="1800" b="1">
                    <a:solidFill>
                      <a:schemeClr val="bg1"/>
                    </a:solidFill>
                    <a:hlinkClick r:id="rId2" action="ppaction://hlinksldjump">
                      <a:extLst>
                        <a:ext uri="{A12FA001-AC4F-418D-AE19-62706E023703}">
                          <ahyp:hlinkClr xmlns:ahyp="http://schemas.microsoft.com/office/drawing/2018/hyperlinkcolor" val="tx"/>
                        </a:ext>
                      </a:extLst>
                    </a:hlinkClick>
                  </a:rPr>
                  <a:t>this slide</a:t>
                </a:r>
                <a:r>
                  <a:rPr lang="en-US" sz="1800" b="1">
                    <a:solidFill>
                      <a:schemeClr val="bg1"/>
                    </a:solidFill>
                  </a:rPr>
                  <a:t>.</a:t>
                </a:r>
              </a:p>
              <a:p>
                <a:pPr>
                  <a:spcBef>
                    <a:spcPts val="0"/>
                  </a:spcBef>
                </a:pPr>
                <a:endParaRPr lang="en-US" sz="1800" b="1">
                  <a:solidFill>
                    <a:srgbClr val="FF6B00"/>
                  </a:solidFill>
                </a:endParaRPr>
              </a:p>
            </p:txBody>
          </p:sp>
          <p:sp>
            <p:nvSpPr>
              <p:cNvPr id="48" name="Text Placeholder 29">
                <a:extLst>
                  <a:ext uri="{FF2B5EF4-FFF2-40B4-BE49-F238E27FC236}">
                    <a16:creationId xmlns:a16="http://schemas.microsoft.com/office/drawing/2014/main" id="{7369A092-9AB8-E821-BEEB-F55376D118B1}"/>
                  </a:ext>
                </a:extLst>
              </p:cNvPr>
              <p:cNvSpPr txBox="1">
                <a:spLocks/>
              </p:cNvSpPr>
              <p:nvPr/>
            </p:nvSpPr>
            <p:spPr>
              <a:xfrm>
                <a:off x="2396609" y="8275194"/>
                <a:ext cx="3969439" cy="769659"/>
              </a:xfrm>
              <a:prstGeom prst="rect">
                <a:avLst/>
              </a:prstGeom>
            </p:spPr>
            <p:txBody>
              <a:bodyPr/>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lgn="l">
                  <a:spcBef>
                    <a:spcPts val="0"/>
                  </a:spcBef>
                </a:pPr>
                <a:r>
                  <a:rPr lang="en-US" sz="2000">
                    <a:solidFill>
                      <a:srgbClr val="FF0000"/>
                    </a:solidFill>
                  </a:rPr>
                  <a:t>Delete this note when you no longer need it</a:t>
                </a:r>
              </a:p>
            </p:txBody>
          </p:sp>
        </p:grpSp>
        <p:pic>
          <p:nvPicPr>
            <p:cNvPr id="42" name="Graphic 41">
              <a:extLst>
                <a:ext uri="{FF2B5EF4-FFF2-40B4-BE49-F238E27FC236}">
                  <a16:creationId xmlns:a16="http://schemas.microsoft.com/office/drawing/2014/main" id="{322D81DD-228D-8EC0-05D4-DD3EDB62DA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293365" y="8990513"/>
              <a:ext cx="703511" cy="663840"/>
            </a:xfrm>
            <a:prstGeom prst="rect">
              <a:avLst/>
            </a:prstGeom>
          </p:spPr>
        </p:pic>
      </p:grpSp>
      <p:pic>
        <p:nvPicPr>
          <p:cNvPr id="49" name="Picture 48">
            <a:extLst>
              <a:ext uri="{FF2B5EF4-FFF2-40B4-BE49-F238E27FC236}">
                <a16:creationId xmlns:a16="http://schemas.microsoft.com/office/drawing/2014/main" id="{3D12E8E8-1A9F-3A02-633A-3E0F4D9797CA}"/>
              </a:ext>
            </a:extLst>
          </p:cNvPr>
          <p:cNvPicPr>
            <a:picLocks noChangeAspect="1"/>
          </p:cNvPicPr>
          <p:nvPr/>
        </p:nvPicPr>
        <p:blipFill rotWithShape="1">
          <a:blip r:embed="rId4">
            <a:extLst>
              <a:ext uri="{28A0092B-C50C-407E-A947-70E740481C1C}">
                <a14:useLocalDpi xmlns:a14="http://schemas.microsoft.com/office/drawing/2010/main" val="0"/>
              </a:ext>
            </a:extLst>
          </a:blip>
          <a:srcRect l="-44764" t="55302" r="45710" b="1985"/>
          <a:stretch/>
        </p:blipFill>
        <p:spPr>
          <a:xfrm>
            <a:off x="-736428" y="0"/>
            <a:ext cx="1413659" cy="13716000"/>
          </a:xfrm>
          <a:prstGeom prst="rect">
            <a:avLst/>
          </a:prstGeom>
        </p:spPr>
      </p:pic>
    </p:spTree>
    <p:extLst>
      <p:ext uri="{BB962C8B-B14F-4D97-AF65-F5344CB8AC3E}">
        <p14:creationId xmlns:p14="http://schemas.microsoft.com/office/powerpoint/2010/main" val="467952920"/>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118966F-6A7E-DB42-2547-F8632F36C9D1}"/>
              </a:ext>
            </a:extLst>
          </p:cNvPr>
          <p:cNvSpPr>
            <a:spLocks noGrp="1"/>
          </p:cNvSpPr>
          <p:nvPr>
            <p:ph type="ftr" sz="quarter" idx="27"/>
          </p:nvPr>
        </p:nvSpPr>
        <p:spPr/>
        <p:txBody>
          <a:bodyPr/>
          <a:lstStyle/>
          <a:p>
            <a:r>
              <a:rPr lang="en-US"/>
              <a:t>2024 © Retail Consult - All rights reserved</a:t>
            </a:r>
          </a:p>
        </p:txBody>
      </p:sp>
      <p:sp>
        <p:nvSpPr>
          <p:cNvPr id="5" name="Slide Number Placeholder 4">
            <a:extLst>
              <a:ext uri="{FF2B5EF4-FFF2-40B4-BE49-F238E27FC236}">
                <a16:creationId xmlns:a16="http://schemas.microsoft.com/office/drawing/2014/main" id="{A726C5DB-1C47-D6B2-BC86-FAE71938DA3D}"/>
              </a:ext>
            </a:extLst>
          </p:cNvPr>
          <p:cNvSpPr>
            <a:spLocks noGrp="1"/>
          </p:cNvSpPr>
          <p:nvPr>
            <p:ph type="sldNum" sz="quarter" idx="28"/>
          </p:nvPr>
        </p:nvSpPr>
        <p:spPr/>
        <p:txBody>
          <a:bodyPr/>
          <a:lstStyle/>
          <a:p>
            <a:fld id="{9A4417C4-43A3-444C-837D-103BA5C8224B}" type="slidenum">
              <a:rPr lang="en-US" smtClean="0"/>
              <a:pPr/>
              <a:t>35</a:t>
            </a:fld>
            <a:endParaRPr lang="en-US"/>
          </a:p>
        </p:txBody>
      </p:sp>
      <p:sp>
        <p:nvSpPr>
          <p:cNvPr id="7" name="AutoShape 2" descr="Rectangle: Rounded Corners 14">
            <a:extLst>
              <a:ext uri="{FF2B5EF4-FFF2-40B4-BE49-F238E27FC236}">
                <a16:creationId xmlns:a16="http://schemas.microsoft.com/office/drawing/2014/main" id="{03B08528-5DEA-6341-276A-962BB42B02A0}"/>
              </a:ext>
            </a:extLst>
          </p:cNvPr>
          <p:cNvSpPr>
            <a:spLocks/>
          </p:cNvSpPr>
          <p:nvPr/>
        </p:nvSpPr>
        <p:spPr bwMode="auto">
          <a:xfrm>
            <a:off x="17294121" y="3568420"/>
            <a:ext cx="4661995" cy="8272354"/>
          </a:xfrm>
          <a:prstGeom prst="roundRect">
            <a:avLst>
              <a:gd name="adj" fmla="val 5491"/>
            </a:avLst>
          </a:prstGeom>
          <a:solidFill>
            <a:srgbClr val="FFFFFF"/>
          </a:solidFill>
          <a:ln>
            <a:noFill/>
          </a:ln>
          <a:effectLst>
            <a:outerShdw blurRad="787400" dist="368300" dir="5100000" algn="ctr" rotWithShape="0">
              <a:schemeClr val="tx1">
                <a:lumMod val="75000"/>
                <a:alpha val="25000"/>
              </a:schemeClr>
            </a:outerShdw>
          </a:effectLst>
          <a:extLst>
            <a:ext uri="{91240B29-F687-4F45-9708-019B960494DF}">
              <a14:hiddenLine xmlns:a14="http://schemas.microsoft.com/office/drawing/2010/main" w="25400" cap="flat" cmpd="sng">
                <a:solidFill>
                  <a:srgbClr val="000000"/>
                </a:solidFill>
                <a:prstDash val="solid"/>
                <a:miter lim="400000"/>
                <a:headEnd type="none" w="med" len="med"/>
                <a:tailEnd type="none" w="med" len="med"/>
              </a14:hiddenLine>
            </a:ext>
          </a:extLst>
        </p:spPr>
        <p:txBody>
          <a:bodyPr tIns="91440" bIns="91440" anchor="ctr"/>
          <a:lstStyle/>
          <a:p>
            <a:pPr algn="ctr"/>
            <a:endParaRPr lang="en-US" altLang="en-US">
              <a:solidFill>
                <a:srgbClr val="FFFFFF"/>
              </a:solidFill>
            </a:endParaRPr>
          </a:p>
        </p:txBody>
      </p:sp>
      <p:sp>
        <p:nvSpPr>
          <p:cNvPr id="8" name="Oval 7">
            <a:extLst>
              <a:ext uri="{FF2B5EF4-FFF2-40B4-BE49-F238E27FC236}">
                <a16:creationId xmlns:a16="http://schemas.microsoft.com/office/drawing/2014/main" id="{5D4D9F56-982F-B861-FC9A-7789177F9872}"/>
              </a:ext>
            </a:extLst>
          </p:cNvPr>
          <p:cNvSpPr/>
          <p:nvPr/>
        </p:nvSpPr>
        <p:spPr>
          <a:xfrm>
            <a:off x="18386868" y="4111345"/>
            <a:ext cx="2476500" cy="2476500"/>
          </a:xfrm>
          <a:prstGeom prst="ellipse">
            <a:avLst/>
          </a:prstGeom>
          <a:solidFill>
            <a:srgbClr val="FF6B00"/>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sp>
        <p:nvSpPr>
          <p:cNvPr id="11" name="AutoShape 2" descr="Rectangle: Rounded Corners 14">
            <a:extLst>
              <a:ext uri="{FF2B5EF4-FFF2-40B4-BE49-F238E27FC236}">
                <a16:creationId xmlns:a16="http://schemas.microsoft.com/office/drawing/2014/main" id="{9F33E2D0-3A16-4CA6-0FA6-BBF06C819DFF}"/>
              </a:ext>
            </a:extLst>
          </p:cNvPr>
          <p:cNvSpPr>
            <a:spLocks/>
          </p:cNvSpPr>
          <p:nvPr/>
        </p:nvSpPr>
        <p:spPr bwMode="auto">
          <a:xfrm>
            <a:off x="11984807" y="3568420"/>
            <a:ext cx="4661995" cy="8272354"/>
          </a:xfrm>
          <a:prstGeom prst="roundRect">
            <a:avLst>
              <a:gd name="adj" fmla="val 5491"/>
            </a:avLst>
          </a:prstGeom>
          <a:solidFill>
            <a:srgbClr val="FFFFFF"/>
          </a:solidFill>
          <a:ln>
            <a:noFill/>
          </a:ln>
          <a:effectLst>
            <a:outerShdw blurRad="787400" dist="368300" dir="5100000" algn="ctr" rotWithShape="0">
              <a:schemeClr val="tx1">
                <a:lumMod val="75000"/>
                <a:alpha val="25000"/>
              </a:schemeClr>
            </a:outerShdw>
          </a:effectLst>
          <a:extLst>
            <a:ext uri="{91240B29-F687-4F45-9708-019B960494DF}">
              <a14:hiddenLine xmlns:a14="http://schemas.microsoft.com/office/drawing/2010/main" w="25400" cap="flat" cmpd="sng">
                <a:solidFill>
                  <a:srgbClr val="000000"/>
                </a:solidFill>
                <a:prstDash val="solid"/>
                <a:miter lim="400000"/>
                <a:headEnd type="none" w="med" len="med"/>
                <a:tailEnd type="none" w="med" len="med"/>
              </a14:hiddenLine>
            </a:ext>
          </a:extLst>
        </p:spPr>
        <p:txBody>
          <a:bodyPr tIns="91440" bIns="91440" anchor="ctr"/>
          <a:lstStyle/>
          <a:p>
            <a:pPr algn="ctr"/>
            <a:endParaRPr lang="en-US" altLang="en-US">
              <a:solidFill>
                <a:srgbClr val="FFFFFF"/>
              </a:solidFill>
            </a:endParaRPr>
          </a:p>
        </p:txBody>
      </p:sp>
      <p:sp>
        <p:nvSpPr>
          <p:cNvPr id="12" name="Oval 11">
            <a:extLst>
              <a:ext uri="{FF2B5EF4-FFF2-40B4-BE49-F238E27FC236}">
                <a16:creationId xmlns:a16="http://schemas.microsoft.com/office/drawing/2014/main" id="{431F5A75-2FD6-2954-3B0F-F51C95A7176E}"/>
              </a:ext>
            </a:extLst>
          </p:cNvPr>
          <p:cNvSpPr/>
          <p:nvPr/>
        </p:nvSpPr>
        <p:spPr>
          <a:xfrm>
            <a:off x="13077554" y="4111345"/>
            <a:ext cx="2476500" cy="2476500"/>
          </a:xfrm>
          <a:prstGeom prst="ellipse">
            <a:avLst/>
          </a:prstGeom>
          <a:solidFill>
            <a:srgbClr val="FF6B00"/>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sp>
        <p:nvSpPr>
          <p:cNvPr id="15" name="AutoShape 2" descr="Rectangle: Rounded Corners 14">
            <a:extLst>
              <a:ext uri="{FF2B5EF4-FFF2-40B4-BE49-F238E27FC236}">
                <a16:creationId xmlns:a16="http://schemas.microsoft.com/office/drawing/2014/main" id="{A9826D9E-567B-6B50-E446-B7BA56D3C5EF}"/>
              </a:ext>
            </a:extLst>
          </p:cNvPr>
          <p:cNvSpPr>
            <a:spLocks/>
          </p:cNvSpPr>
          <p:nvPr/>
        </p:nvSpPr>
        <p:spPr bwMode="auto">
          <a:xfrm>
            <a:off x="6736477" y="3568420"/>
            <a:ext cx="4661995" cy="8272354"/>
          </a:xfrm>
          <a:prstGeom prst="roundRect">
            <a:avLst>
              <a:gd name="adj" fmla="val 5491"/>
            </a:avLst>
          </a:prstGeom>
          <a:solidFill>
            <a:srgbClr val="FFFFFF"/>
          </a:solidFill>
          <a:ln>
            <a:noFill/>
          </a:ln>
          <a:effectLst>
            <a:outerShdw blurRad="787400" dist="368300" dir="5100000" algn="ctr" rotWithShape="0">
              <a:schemeClr val="tx1">
                <a:lumMod val="75000"/>
                <a:alpha val="25000"/>
              </a:schemeClr>
            </a:outerShdw>
          </a:effectLst>
          <a:extLst>
            <a:ext uri="{91240B29-F687-4F45-9708-019B960494DF}">
              <a14:hiddenLine xmlns:a14="http://schemas.microsoft.com/office/drawing/2010/main" w="25400" cap="flat" cmpd="sng">
                <a:solidFill>
                  <a:srgbClr val="000000"/>
                </a:solidFill>
                <a:prstDash val="solid"/>
                <a:miter lim="400000"/>
                <a:headEnd type="none" w="med" len="med"/>
                <a:tailEnd type="none" w="med" len="med"/>
              </a14:hiddenLine>
            </a:ext>
          </a:extLst>
        </p:spPr>
        <p:txBody>
          <a:bodyPr tIns="91440" bIns="91440" anchor="ctr"/>
          <a:lstStyle/>
          <a:p>
            <a:pPr algn="ctr"/>
            <a:endParaRPr lang="en-US" altLang="en-US">
              <a:solidFill>
                <a:srgbClr val="FFFFFF"/>
              </a:solidFill>
            </a:endParaRPr>
          </a:p>
        </p:txBody>
      </p:sp>
      <p:sp>
        <p:nvSpPr>
          <p:cNvPr id="16" name="Oval 15">
            <a:extLst>
              <a:ext uri="{FF2B5EF4-FFF2-40B4-BE49-F238E27FC236}">
                <a16:creationId xmlns:a16="http://schemas.microsoft.com/office/drawing/2014/main" id="{08839753-2A8B-9EEF-07A8-72267E9C40D5}"/>
              </a:ext>
            </a:extLst>
          </p:cNvPr>
          <p:cNvSpPr/>
          <p:nvPr/>
        </p:nvSpPr>
        <p:spPr>
          <a:xfrm>
            <a:off x="7829224" y="4111345"/>
            <a:ext cx="2476500" cy="2476500"/>
          </a:xfrm>
          <a:prstGeom prst="ellipse">
            <a:avLst/>
          </a:prstGeom>
          <a:solidFill>
            <a:srgbClr val="FF6B00"/>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sp>
        <p:nvSpPr>
          <p:cNvPr id="19" name="AutoShape 2" descr="Rectangle: Rounded Corners 14">
            <a:extLst>
              <a:ext uri="{FF2B5EF4-FFF2-40B4-BE49-F238E27FC236}">
                <a16:creationId xmlns:a16="http://schemas.microsoft.com/office/drawing/2014/main" id="{8D2248CD-C77E-F263-C9B2-A9ACF44FD5B7}"/>
              </a:ext>
            </a:extLst>
          </p:cNvPr>
          <p:cNvSpPr>
            <a:spLocks/>
          </p:cNvSpPr>
          <p:nvPr/>
        </p:nvSpPr>
        <p:spPr bwMode="auto">
          <a:xfrm>
            <a:off x="1427163" y="3568420"/>
            <a:ext cx="4661995" cy="8272354"/>
          </a:xfrm>
          <a:prstGeom prst="roundRect">
            <a:avLst>
              <a:gd name="adj" fmla="val 5491"/>
            </a:avLst>
          </a:prstGeom>
          <a:solidFill>
            <a:srgbClr val="FFFFFF"/>
          </a:solidFill>
          <a:ln>
            <a:noFill/>
          </a:ln>
          <a:effectLst>
            <a:outerShdw blurRad="787400" dist="368300" dir="5100000" algn="ctr" rotWithShape="0">
              <a:schemeClr val="tx1">
                <a:lumMod val="75000"/>
                <a:alpha val="25000"/>
              </a:schemeClr>
            </a:outerShdw>
          </a:effectLst>
          <a:extLst>
            <a:ext uri="{91240B29-F687-4F45-9708-019B960494DF}">
              <a14:hiddenLine xmlns:a14="http://schemas.microsoft.com/office/drawing/2010/main" w="25400" cap="flat" cmpd="sng">
                <a:solidFill>
                  <a:srgbClr val="000000"/>
                </a:solidFill>
                <a:prstDash val="solid"/>
                <a:miter lim="400000"/>
                <a:headEnd type="none" w="med" len="med"/>
                <a:tailEnd type="none" w="med" len="med"/>
              </a14:hiddenLine>
            </a:ext>
          </a:extLst>
        </p:spPr>
        <p:txBody>
          <a:bodyPr tIns="91440" bIns="91440" anchor="ctr"/>
          <a:lstStyle/>
          <a:p>
            <a:pPr algn="ctr"/>
            <a:endParaRPr lang="en-US" altLang="en-US">
              <a:solidFill>
                <a:srgbClr val="FFFFFF"/>
              </a:solidFill>
            </a:endParaRPr>
          </a:p>
        </p:txBody>
      </p:sp>
      <p:sp>
        <p:nvSpPr>
          <p:cNvPr id="20" name="Oval 19">
            <a:extLst>
              <a:ext uri="{FF2B5EF4-FFF2-40B4-BE49-F238E27FC236}">
                <a16:creationId xmlns:a16="http://schemas.microsoft.com/office/drawing/2014/main" id="{66FEBFFC-3202-DDE3-E273-DA23B09246AB}"/>
              </a:ext>
            </a:extLst>
          </p:cNvPr>
          <p:cNvSpPr/>
          <p:nvPr/>
        </p:nvSpPr>
        <p:spPr>
          <a:xfrm>
            <a:off x="2519910" y="4111345"/>
            <a:ext cx="2476500" cy="2476500"/>
          </a:xfrm>
          <a:prstGeom prst="ellipse">
            <a:avLst/>
          </a:prstGeom>
          <a:solidFill>
            <a:srgbClr val="FF6B00"/>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sp>
        <p:nvSpPr>
          <p:cNvPr id="6" name="Text Placeholder 29">
            <a:extLst>
              <a:ext uri="{FF2B5EF4-FFF2-40B4-BE49-F238E27FC236}">
                <a16:creationId xmlns:a16="http://schemas.microsoft.com/office/drawing/2014/main" id="{5CAE7774-BEFF-6691-5FB3-F96AD85947E5}"/>
              </a:ext>
            </a:extLst>
          </p:cNvPr>
          <p:cNvSpPr txBox="1">
            <a:spLocks/>
          </p:cNvSpPr>
          <p:nvPr/>
        </p:nvSpPr>
        <p:spPr>
          <a:xfrm>
            <a:off x="1711037" y="6858383"/>
            <a:ext cx="4156713" cy="1343025"/>
          </a:xfrm>
          <a:prstGeom prst="rect">
            <a:avLst/>
          </a:prstGeom>
        </p:spPr>
        <p:txBody>
          <a:bodyPr/>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23" name="Text Placeholder 22">
            <a:extLst>
              <a:ext uri="{FF2B5EF4-FFF2-40B4-BE49-F238E27FC236}">
                <a16:creationId xmlns:a16="http://schemas.microsoft.com/office/drawing/2014/main" id="{B4BD72BF-A938-FFF8-F6D0-31F2369E109F}"/>
              </a:ext>
            </a:extLst>
          </p:cNvPr>
          <p:cNvSpPr txBox="1">
            <a:spLocks/>
          </p:cNvSpPr>
          <p:nvPr/>
        </p:nvSpPr>
        <p:spPr>
          <a:xfrm>
            <a:off x="2044732" y="8069531"/>
            <a:ext cx="3489325" cy="3421840"/>
          </a:xfrm>
          <a:prstGeom prst="rect">
            <a:avLst/>
          </a:prstGeom>
        </p:spPr>
        <p:txBody>
          <a:bodyPr/>
          <a:lstStyle>
            <a:lvl1pPr algn="ctr"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24" name="Text Placeholder 29">
            <a:extLst>
              <a:ext uri="{FF2B5EF4-FFF2-40B4-BE49-F238E27FC236}">
                <a16:creationId xmlns:a16="http://schemas.microsoft.com/office/drawing/2014/main" id="{C9C5471C-E725-C9F2-ABE1-3DE22F669889}"/>
              </a:ext>
            </a:extLst>
          </p:cNvPr>
          <p:cNvSpPr txBox="1">
            <a:spLocks/>
          </p:cNvSpPr>
          <p:nvPr/>
        </p:nvSpPr>
        <p:spPr>
          <a:xfrm>
            <a:off x="7038111" y="6871386"/>
            <a:ext cx="4156713" cy="1343025"/>
          </a:xfrm>
          <a:prstGeom prst="rect">
            <a:avLst/>
          </a:prstGeom>
        </p:spPr>
        <p:txBody>
          <a:bodyPr/>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25" name="Text Placeholder 22">
            <a:extLst>
              <a:ext uri="{FF2B5EF4-FFF2-40B4-BE49-F238E27FC236}">
                <a16:creationId xmlns:a16="http://schemas.microsoft.com/office/drawing/2014/main" id="{B26AE812-5656-C90F-092B-B8A83BB9B03E}"/>
              </a:ext>
            </a:extLst>
          </p:cNvPr>
          <p:cNvSpPr txBox="1">
            <a:spLocks/>
          </p:cNvSpPr>
          <p:nvPr/>
        </p:nvSpPr>
        <p:spPr>
          <a:xfrm>
            <a:off x="7371806" y="8082534"/>
            <a:ext cx="3489325" cy="3421840"/>
          </a:xfrm>
          <a:prstGeom prst="rect">
            <a:avLst/>
          </a:prstGeom>
        </p:spPr>
        <p:txBody>
          <a:bodyPr/>
          <a:lstStyle>
            <a:lvl1pPr algn="ctr"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26" name="Text Placeholder 29">
            <a:extLst>
              <a:ext uri="{FF2B5EF4-FFF2-40B4-BE49-F238E27FC236}">
                <a16:creationId xmlns:a16="http://schemas.microsoft.com/office/drawing/2014/main" id="{C918A9AE-C59D-450F-EEBF-DF7AFCF39D53}"/>
              </a:ext>
            </a:extLst>
          </p:cNvPr>
          <p:cNvSpPr txBox="1">
            <a:spLocks/>
          </p:cNvSpPr>
          <p:nvPr/>
        </p:nvSpPr>
        <p:spPr>
          <a:xfrm>
            <a:off x="12212782" y="6877989"/>
            <a:ext cx="4156713" cy="1343025"/>
          </a:xfrm>
          <a:prstGeom prst="rect">
            <a:avLst/>
          </a:prstGeom>
        </p:spPr>
        <p:txBody>
          <a:bodyPr/>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27" name="Text Placeholder 22">
            <a:extLst>
              <a:ext uri="{FF2B5EF4-FFF2-40B4-BE49-F238E27FC236}">
                <a16:creationId xmlns:a16="http://schemas.microsoft.com/office/drawing/2014/main" id="{AE2AFFCD-B93E-D466-71D9-538807621F14}"/>
              </a:ext>
            </a:extLst>
          </p:cNvPr>
          <p:cNvSpPr txBox="1">
            <a:spLocks/>
          </p:cNvSpPr>
          <p:nvPr/>
        </p:nvSpPr>
        <p:spPr>
          <a:xfrm>
            <a:off x="12546477" y="8089137"/>
            <a:ext cx="3489325" cy="3421840"/>
          </a:xfrm>
          <a:prstGeom prst="rect">
            <a:avLst/>
          </a:prstGeom>
        </p:spPr>
        <p:txBody>
          <a:bodyPr/>
          <a:lstStyle>
            <a:lvl1pPr algn="ctr"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28" name="Text Placeholder 29">
            <a:extLst>
              <a:ext uri="{FF2B5EF4-FFF2-40B4-BE49-F238E27FC236}">
                <a16:creationId xmlns:a16="http://schemas.microsoft.com/office/drawing/2014/main" id="{06E285FE-1507-4F7E-A02B-E8145C1AAE44}"/>
              </a:ext>
            </a:extLst>
          </p:cNvPr>
          <p:cNvSpPr txBox="1">
            <a:spLocks/>
          </p:cNvSpPr>
          <p:nvPr/>
        </p:nvSpPr>
        <p:spPr>
          <a:xfrm>
            <a:off x="17542258" y="6871386"/>
            <a:ext cx="4156713" cy="1343025"/>
          </a:xfrm>
          <a:prstGeom prst="rect">
            <a:avLst/>
          </a:prstGeom>
        </p:spPr>
        <p:txBody>
          <a:bodyPr/>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29" name="Text Placeholder 22">
            <a:extLst>
              <a:ext uri="{FF2B5EF4-FFF2-40B4-BE49-F238E27FC236}">
                <a16:creationId xmlns:a16="http://schemas.microsoft.com/office/drawing/2014/main" id="{4D07BC5C-268C-67DC-8E84-ABB6DE6C497A}"/>
              </a:ext>
            </a:extLst>
          </p:cNvPr>
          <p:cNvSpPr txBox="1">
            <a:spLocks/>
          </p:cNvSpPr>
          <p:nvPr/>
        </p:nvSpPr>
        <p:spPr>
          <a:xfrm>
            <a:off x="17875953" y="8082534"/>
            <a:ext cx="3489325" cy="3421840"/>
          </a:xfrm>
          <a:prstGeom prst="rect">
            <a:avLst/>
          </a:prstGeom>
        </p:spPr>
        <p:txBody>
          <a:bodyPr/>
          <a:lstStyle>
            <a:lvl1pPr algn="ctr"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14" name="Text Placeholder 1">
            <a:extLst>
              <a:ext uri="{FF2B5EF4-FFF2-40B4-BE49-F238E27FC236}">
                <a16:creationId xmlns:a16="http://schemas.microsoft.com/office/drawing/2014/main" id="{85EABEAA-F476-E539-71D5-1C1AA16DDCFE}"/>
              </a:ext>
            </a:extLst>
          </p:cNvPr>
          <p:cNvSpPr>
            <a:spLocks noGrp="1"/>
          </p:cNvSpPr>
          <p:nvPr>
            <p:ph type="body" sz="quarter" idx="24"/>
          </p:nvPr>
        </p:nvSpPr>
        <p:spPr>
          <a:xfrm>
            <a:off x="1333379" y="1122109"/>
            <a:ext cx="17103516" cy="1025946"/>
          </a:xfrm>
        </p:spPr>
        <p:txBody>
          <a:bodyPr>
            <a:normAutofit/>
          </a:bodyPr>
          <a:lstStyle/>
          <a:p>
            <a:r>
              <a:rPr lang="en-US"/>
              <a:t>Click to add title</a:t>
            </a:r>
          </a:p>
        </p:txBody>
      </p:sp>
      <p:sp>
        <p:nvSpPr>
          <p:cNvPr id="17" name="Text Placeholder 2">
            <a:extLst>
              <a:ext uri="{FF2B5EF4-FFF2-40B4-BE49-F238E27FC236}">
                <a16:creationId xmlns:a16="http://schemas.microsoft.com/office/drawing/2014/main" id="{0493DE1E-F9DD-9451-F175-4072725BEB92}"/>
              </a:ext>
            </a:extLst>
          </p:cNvPr>
          <p:cNvSpPr>
            <a:spLocks noGrp="1"/>
          </p:cNvSpPr>
          <p:nvPr>
            <p:ph type="body" sz="quarter" idx="25"/>
          </p:nvPr>
        </p:nvSpPr>
        <p:spPr>
          <a:xfrm>
            <a:off x="1333379" y="2148055"/>
            <a:ext cx="18391140" cy="844550"/>
          </a:xfrm>
        </p:spPr>
        <p:txBody>
          <a:bodyPr/>
          <a:lstStyle/>
          <a:p>
            <a:endParaRPr lang="en-US"/>
          </a:p>
        </p:txBody>
      </p:sp>
      <p:grpSp>
        <p:nvGrpSpPr>
          <p:cNvPr id="44" name="Group 43">
            <a:extLst>
              <a:ext uri="{FF2B5EF4-FFF2-40B4-BE49-F238E27FC236}">
                <a16:creationId xmlns:a16="http://schemas.microsoft.com/office/drawing/2014/main" id="{0174D939-61DC-1518-EEF4-E67AA28FF710}"/>
              </a:ext>
            </a:extLst>
          </p:cNvPr>
          <p:cNvGrpSpPr/>
          <p:nvPr/>
        </p:nvGrpSpPr>
        <p:grpSpPr>
          <a:xfrm>
            <a:off x="21107141" y="8539573"/>
            <a:ext cx="3319443" cy="4722269"/>
            <a:chOff x="21107141" y="8539573"/>
            <a:chExt cx="3319443" cy="4722269"/>
          </a:xfrm>
        </p:grpSpPr>
        <p:grpSp>
          <p:nvGrpSpPr>
            <p:cNvPr id="45" name="Group 44">
              <a:extLst>
                <a:ext uri="{FF2B5EF4-FFF2-40B4-BE49-F238E27FC236}">
                  <a16:creationId xmlns:a16="http://schemas.microsoft.com/office/drawing/2014/main" id="{1BD41DCD-5A53-8CC3-CB6D-EF094DD96C9E}"/>
                </a:ext>
              </a:extLst>
            </p:cNvPr>
            <p:cNvGrpSpPr/>
            <p:nvPr/>
          </p:nvGrpSpPr>
          <p:grpSpPr>
            <a:xfrm>
              <a:off x="21107141" y="8539573"/>
              <a:ext cx="3319443" cy="4722269"/>
              <a:chOff x="2306670" y="3269946"/>
              <a:chExt cx="4059378" cy="5774907"/>
            </a:xfrm>
          </p:grpSpPr>
          <p:sp>
            <p:nvSpPr>
              <p:cNvPr id="47" name="AutoShape 2" descr="Rectangle: Rounded Corners 14">
                <a:extLst>
                  <a:ext uri="{FF2B5EF4-FFF2-40B4-BE49-F238E27FC236}">
                    <a16:creationId xmlns:a16="http://schemas.microsoft.com/office/drawing/2014/main" id="{E5193809-E6F1-77D8-52DA-342338D524DC}"/>
                  </a:ext>
                </a:extLst>
              </p:cNvPr>
              <p:cNvSpPr>
                <a:spLocks/>
              </p:cNvSpPr>
              <p:nvPr/>
            </p:nvSpPr>
            <p:spPr bwMode="auto">
              <a:xfrm>
                <a:off x="2306670" y="3269946"/>
                <a:ext cx="3761622" cy="4927619"/>
              </a:xfrm>
              <a:prstGeom prst="roundRect">
                <a:avLst>
                  <a:gd name="adj" fmla="val 5491"/>
                </a:avLst>
              </a:prstGeom>
              <a:solidFill>
                <a:srgbClr val="FF0000"/>
              </a:solidFill>
              <a:ln>
                <a:noFill/>
              </a:ln>
              <a:effectLst>
                <a:outerShdw blurRad="787400" dist="368300" dir="5100000" algn="ctr" rotWithShape="0">
                  <a:schemeClr val="tx1">
                    <a:lumMod val="75000"/>
                    <a:alpha val="25000"/>
                  </a:schemeClr>
                </a:outerShdw>
              </a:effectLst>
              <a:extLst>
                <a:ext uri="{91240B29-F687-4F45-9708-019B960494DF}">
                  <a14:hiddenLine xmlns:a14="http://schemas.microsoft.com/office/drawing/2010/main" w="25400" cap="flat" cmpd="sng">
                    <a:solidFill>
                      <a:srgbClr val="000000"/>
                    </a:solidFill>
                    <a:prstDash val="solid"/>
                    <a:miter lim="400000"/>
                    <a:headEnd type="none" w="med" len="med"/>
                    <a:tailEnd type="none" w="med" len="med"/>
                  </a14:hiddenLine>
                </a:ext>
              </a:extLst>
            </p:spPr>
            <p:txBody>
              <a:bodyPr tIns="91440" bIns="91440" anchor="ctr"/>
              <a:lstStyle/>
              <a:p>
                <a:pPr algn="ctr"/>
                <a:endParaRPr lang="en-US" altLang="en-US">
                  <a:solidFill>
                    <a:srgbClr val="FFFFFF"/>
                  </a:solidFill>
                </a:endParaRPr>
              </a:p>
            </p:txBody>
          </p:sp>
          <p:sp>
            <p:nvSpPr>
              <p:cNvPr id="48" name="Oval 47">
                <a:extLst>
                  <a:ext uri="{FF2B5EF4-FFF2-40B4-BE49-F238E27FC236}">
                    <a16:creationId xmlns:a16="http://schemas.microsoft.com/office/drawing/2014/main" id="{8E3C67EC-3D97-48D9-CB54-F7165CC6E697}"/>
                  </a:ext>
                </a:extLst>
              </p:cNvPr>
              <p:cNvSpPr/>
              <p:nvPr/>
            </p:nvSpPr>
            <p:spPr>
              <a:xfrm>
                <a:off x="3477866" y="3581085"/>
                <a:ext cx="1419229" cy="1419229"/>
              </a:xfrm>
              <a:prstGeom prst="ellipse">
                <a:avLst/>
              </a:prstGeom>
              <a:solidFill>
                <a:schemeClr val="bg2"/>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sp>
            <p:nvSpPr>
              <p:cNvPr id="49" name="Text Placeholder 29">
                <a:extLst>
                  <a:ext uri="{FF2B5EF4-FFF2-40B4-BE49-F238E27FC236}">
                    <a16:creationId xmlns:a16="http://schemas.microsoft.com/office/drawing/2014/main" id="{00F746BE-4114-7C7B-BAD0-8BD4AAA53936}"/>
                  </a:ext>
                </a:extLst>
              </p:cNvPr>
              <p:cNvSpPr txBox="1">
                <a:spLocks/>
              </p:cNvSpPr>
              <p:nvPr/>
            </p:nvSpPr>
            <p:spPr>
              <a:xfrm>
                <a:off x="2984121" y="5154914"/>
                <a:ext cx="2813497" cy="769659"/>
              </a:xfrm>
              <a:prstGeom prst="rect">
                <a:avLst/>
              </a:prstGeom>
            </p:spPr>
            <p:txBody>
              <a:bodyPr/>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lgn="l">
                  <a:spcBef>
                    <a:spcPts val="0"/>
                  </a:spcBef>
                </a:pPr>
                <a:r>
                  <a:rPr lang="en-US" sz="2400">
                    <a:solidFill>
                      <a:schemeClr val="bg1"/>
                    </a:solidFill>
                  </a:rPr>
                  <a:t>PLEASE NOTE</a:t>
                </a:r>
              </a:p>
            </p:txBody>
          </p:sp>
          <p:sp>
            <p:nvSpPr>
              <p:cNvPr id="51" name="Text Placeholder 22">
                <a:extLst>
                  <a:ext uri="{FF2B5EF4-FFF2-40B4-BE49-F238E27FC236}">
                    <a16:creationId xmlns:a16="http://schemas.microsoft.com/office/drawing/2014/main" id="{6A66955D-3DA3-F25C-D9D6-4F85B9DFCFD1}"/>
                  </a:ext>
                </a:extLst>
              </p:cNvPr>
              <p:cNvSpPr txBox="1">
                <a:spLocks/>
              </p:cNvSpPr>
              <p:nvPr/>
            </p:nvSpPr>
            <p:spPr>
              <a:xfrm>
                <a:off x="2546822" y="5713107"/>
                <a:ext cx="3281316" cy="2361757"/>
              </a:xfrm>
              <a:prstGeom prst="rect">
                <a:avLst/>
              </a:prstGeom>
            </p:spPr>
            <p:txBody>
              <a:bodyPr/>
              <a:lstStyle>
                <a:lvl1pPr algn="ctr"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sz="1800">
                    <a:solidFill>
                      <a:schemeClr val="bg1"/>
                    </a:solidFill>
                  </a:rPr>
                  <a:t>If you want to add some pictures to columns, you should insert pictograms or numbers in columns. Don't know how? Take a look at </a:t>
                </a:r>
                <a:r>
                  <a:rPr lang="en-US" sz="1800" b="1">
                    <a:solidFill>
                      <a:schemeClr val="bg1"/>
                    </a:solidFill>
                    <a:hlinkClick r:id="rId2" action="ppaction://hlinksldjump">
                      <a:extLst>
                        <a:ext uri="{A12FA001-AC4F-418D-AE19-62706E023703}">
                          <ahyp:hlinkClr xmlns:ahyp="http://schemas.microsoft.com/office/drawing/2018/hyperlinkcolor" val="tx"/>
                        </a:ext>
                      </a:extLst>
                    </a:hlinkClick>
                  </a:rPr>
                  <a:t>this slide</a:t>
                </a:r>
                <a:r>
                  <a:rPr lang="en-US" sz="1800" b="1">
                    <a:solidFill>
                      <a:schemeClr val="bg1"/>
                    </a:solidFill>
                  </a:rPr>
                  <a:t>.</a:t>
                </a:r>
              </a:p>
              <a:p>
                <a:pPr>
                  <a:spcBef>
                    <a:spcPts val="0"/>
                  </a:spcBef>
                </a:pPr>
                <a:endParaRPr lang="en-US" sz="1800" b="1">
                  <a:solidFill>
                    <a:srgbClr val="FF6B00"/>
                  </a:solidFill>
                </a:endParaRPr>
              </a:p>
            </p:txBody>
          </p:sp>
          <p:sp>
            <p:nvSpPr>
              <p:cNvPr id="52" name="Text Placeholder 29">
                <a:extLst>
                  <a:ext uri="{FF2B5EF4-FFF2-40B4-BE49-F238E27FC236}">
                    <a16:creationId xmlns:a16="http://schemas.microsoft.com/office/drawing/2014/main" id="{AFE70669-8A7D-6CCF-E7A2-CDC95D2F90A1}"/>
                  </a:ext>
                </a:extLst>
              </p:cNvPr>
              <p:cNvSpPr txBox="1">
                <a:spLocks/>
              </p:cNvSpPr>
              <p:nvPr/>
            </p:nvSpPr>
            <p:spPr>
              <a:xfrm>
                <a:off x="2396609" y="8275194"/>
                <a:ext cx="3969439" cy="769659"/>
              </a:xfrm>
              <a:prstGeom prst="rect">
                <a:avLst/>
              </a:prstGeom>
            </p:spPr>
            <p:txBody>
              <a:bodyPr/>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lgn="l">
                  <a:spcBef>
                    <a:spcPts val="0"/>
                  </a:spcBef>
                </a:pPr>
                <a:r>
                  <a:rPr lang="en-US" sz="2000">
                    <a:solidFill>
                      <a:srgbClr val="FF0000"/>
                    </a:solidFill>
                  </a:rPr>
                  <a:t>Delete this note when you no longer need it</a:t>
                </a:r>
              </a:p>
            </p:txBody>
          </p:sp>
        </p:grpSp>
        <p:pic>
          <p:nvPicPr>
            <p:cNvPr id="46" name="Graphic 45">
              <a:extLst>
                <a:ext uri="{FF2B5EF4-FFF2-40B4-BE49-F238E27FC236}">
                  <a16:creationId xmlns:a16="http://schemas.microsoft.com/office/drawing/2014/main" id="{25AE9370-27D1-739C-C5B3-921E85D008A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293365" y="8990513"/>
              <a:ext cx="703511" cy="663840"/>
            </a:xfrm>
            <a:prstGeom prst="rect">
              <a:avLst/>
            </a:prstGeom>
          </p:spPr>
        </p:pic>
      </p:grpSp>
      <p:pic>
        <p:nvPicPr>
          <p:cNvPr id="53" name="Picture 52">
            <a:extLst>
              <a:ext uri="{FF2B5EF4-FFF2-40B4-BE49-F238E27FC236}">
                <a16:creationId xmlns:a16="http://schemas.microsoft.com/office/drawing/2014/main" id="{58A6879B-799D-E1CF-C449-959258FBD0EC}"/>
              </a:ext>
            </a:extLst>
          </p:cNvPr>
          <p:cNvPicPr>
            <a:picLocks noChangeAspect="1"/>
          </p:cNvPicPr>
          <p:nvPr/>
        </p:nvPicPr>
        <p:blipFill rotWithShape="1">
          <a:blip r:embed="rId4">
            <a:extLst>
              <a:ext uri="{28A0092B-C50C-407E-A947-70E740481C1C}">
                <a14:useLocalDpi xmlns:a14="http://schemas.microsoft.com/office/drawing/2010/main" val="0"/>
              </a:ext>
            </a:extLst>
          </a:blip>
          <a:srcRect l="-44764" t="55302" r="45710" b="1985"/>
          <a:stretch/>
        </p:blipFill>
        <p:spPr>
          <a:xfrm>
            <a:off x="-736428" y="0"/>
            <a:ext cx="1413659" cy="13716000"/>
          </a:xfrm>
          <a:prstGeom prst="rect">
            <a:avLst/>
          </a:prstGeom>
        </p:spPr>
      </p:pic>
    </p:spTree>
    <p:extLst>
      <p:ext uri="{BB962C8B-B14F-4D97-AF65-F5344CB8AC3E}">
        <p14:creationId xmlns:p14="http://schemas.microsoft.com/office/powerpoint/2010/main" val="3656709971"/>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118966F-6A7E-DB42-2547-F8632F36C9D1}"/>
              </a:ext>
            </a:extLst>
          </p:cNvPr>
          <p:cNvSpPr>
            <a:spLocks noGrp="1"/>
          </p:cNvSpPr>
          <p:nvPr>
            <p:ph type="ftr" sz="quarter" idx="27"/>
          </p:nvPr>
        </p:nvSpPr>
        <p:spPr/>
        <p:txBody>
          <a:bodyPr/>
          <a:lstStyle/>
          <a:p>
            <a:r>
              <a:rPr lang="en-US"/>
              <a:t>2024 © Retail Consult - All rights reserved</a:t>
            </a:r>
          </a:p>
        </p:txBody>
      </p:sp>
      <p:sp>
        <p:nvSpPr>
          <p:cNvPr id="5" name="Slide Number Placeholder 4">
            <a:extLst>
              <a:ext uri="{FF2B5EF4-FFF2-40B4-BE49-F238E27FC236}">
                <a16:creationId xmlns:a16="http://schemas.microsoft.com/office/drawing/2014/main" id="{A726C5DB-1C47-D6B2-BC86-FAE71938DA3D}"/>
              </a:ext>
            </a:extLst>
          </p:cNvPr>
          <p:cNvSpPr>
            <a:spLocks noGrp="1"/>
          </p:cNvSpPr>
          <p:nvPr>
            <p:ph type="sldNum" sz="quarter" idx="28"/>
          </p:nvPr>
        </p:nvSpPr>
        <p:spPr/>
        <p:txBody>
          <a:bodyPr/>
          <a:lstStyle/>
          <a:p>
            <a:fld id="{9A4417C4-43A3-444C-837D-103BA5C8224B}" type="slidenum">
              <a:rPr lang="en-US" smtClean="0"/>
              <a:pPr/>
              <a:t>36</a:t>
            </a:fld>
            <a:endParaRPr lang="en-US"/>
          </a:p>
        </p:txBody>
      </p:sp>
      <p:sp>
        <p:nvSpPr>
          <p:cNvPr id="6" name="AutoShape 2" descr="Rectangle: Rounded Corners 14">
            <a:extLst>
              <a:ext uri="{FF2B5EF4-FFF2-40B4-BE49-F238E27FC236}">
                <a16:creationId xmlns:a16="http://schemas.microsoft.com/office/drawing/2014/main" id="{EB4E5133-6271-2514-1867-6F8F2C6C07F5}"/>
              </a:ext>
            </a:extLst>
          </p:cNvPr>
          <p:cNvSpPr>
            <a:spLocks/>
          </p:cNvSpPr>
          <p:nvPr/>
        </p:nvSpPr>
        <p:spPr bwMode="auto">
          <a:xfrm>
            <a:off x="18692598" y="3538893"/>
            <a:ext cx="3935412" cy="8272354"/>
          </a:xfrm>
          <a:prstGeom prst="roundRect">
            <a:avLst>
              <a:gd name="adj" fmla="val 5491"/>
            </a:avLst>
          </a:prstGeom>
          <a:solidFill>
            <a:srgbClr val="FFFFFF"/>
          </a:solidFill>
          <a:ln>
            <a:noFill/>
          </a:ln>
          <a:effectLst>
            <a:outerShdw blurRad="787400" dist="368300" dir="5100000" algn="ctr" rotWithShape="0">
              <a:schemeClr val="tx1">
                <a:lumMod val="75000"/>
                <a:alpha val="25000"/>
              </a:schemeClr>
            </a:outerShdw>
          </a:effectLst>
          <a:extLst>
            <a:ext uri="{91240B29-F687-4F45-9708-019B960494DF}">
              <a14:hiddenLine xmlns:a14="http://schemas.microsoft.com/office/drawing/2010/main" w="25400" cap="flat" cmpd="sng">
                <a:solidFill>
                  <a:srgbClr val="000000"/>
                </a:solidFill>
                <a:prstDash val="solid"/>
                <a:miter lim="400000"/>
                <a:headEnd type="none" w="med" len="med"/>
                <a:tailEnd type="none" w="med" len="med"/>
              </a14:hiddenLine>
            </a:ext>
          </a:extLst>
        </p:spPr>
        <p:txBody>
          <a:bodyPr tIns="91440" bIns="91440" anchor="ctr"/>
          <a:lstStyle/>
          <a:p>
            <a:pPr algn="ctr"/>
            <a:endParaRPr lang="en-US" altLang="en-US">
              <a:solidFill>
                <a:srgbClr val="FFFFFF"/>
              </a:solidFill>
            </a:endParaRPr>
          </a:p>
        </p:txBody>
      </p:sp>
      <p:sp>
        <p:nvSpPr>
          <p:cNvPr id="23" name="Oval 22">
            <a:extLst>
              <a:ext uri="{FF2B5EF4-FFF2-40B4-BE49-F238E27FC236}">
                <a16:creationId xmlns:a16="http://schemas.microsoft.com/office/drawing/2014/main" id="{395E47DD-3A93-3514-48E9-0B248F1F9103}"/>
              </a:ext>
            </a:extLst>
          </p:cNvPr>
          <p:cNvSpPr/>
          <p:nvPr/>
        </p:nvSpPr>
        <p:spPr>
          <a:xfrm>
            <a:off x="19422054" y="4081818"/>
            <a:ext cx="2476500" cy="2476500"/>
          </a:xfrm>
          <a:prstGeom prst="ellipse">
            <a:avLst/>
          </a:prstGeom>
          <a:solidFill>
            <a:srgbClr val="FF6B00"/>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sp>
        <p:nvSpPr>
          <p:cNvPr id="26" name="AutoShape 2" descr="Rectangle: Rounded Corners 14">
            <a:extLst>
              <a:ext uri="{FF2B5EF4-FFF2-40B4-BE49-F238E27FC236}">
                <a16:creationId xmlns:a16="http://schemas.microsoft.com/office/drawing/2014/main" id="{2F02EFEC-060D-8C36-F2F4-B2D5C868ED7C}"/>
              </a:ext>
            </a:extLst>
          </p:cNvPr>
          <p:cNvSpPr>
            <a:spLocks/>
          </p:cNvSpPr>
          <p:nvPr/>
        </p:nvSpPr>
        <p:spPr bwMode="auto">
          <a:xfrm>
            <a:off x="14383058" y="3568420"/>
            <a:ext cx="3935412" cy="8272354"/>
          </a:xfrm>
          <a:prstGeom prst="roundRect">
            <a:avLst>
              <a:gd name="adj" fmla="val 5491"/>
            </a:avLst>
          </a:prstGeom>
          <a:solidFill>
            <a:srgbClr val="FFFFFF"/>
          </a:solidFill>
          <a:ln>
            <a:noFill/>
          </a:ln>
          <a:effectLst>
            <a:outerShdw blurRad="787400" dist="368300" dir="5100000" algn="ctr" rotWithShape="0">
              <a:schemeClr val="tx1">
                <a:lumMod val="75000"/>
                <a:alpha val="25000"/>
              </a:schemeClr>
            </a:outerShdw>
          </a:effectLst>
          <a:extLst>
            <a:ext uri="{91240B29-F687-4F45-9708-019B960494DF}">
              <a14:hiddenLine xmlns:a14="http://schemas.microsoft.com/office/drawing/2010/main" w="25400" cap="flat" cmpd="sng">
                <a:solidFill>
                  <a:srgbClr val="000000"/>
                </a:solidFill>
                <a:prstDash val="solid"/>
                <a:miter lim="400000"/>
                <a:headEnd type="none" w="med" len="med"/>
                <a:tailEnd type="none" w="med" len="med"/>
              </a14:hiddenLine>
            </a:ext>
          </a:extLst>
        </p:spPr>
        <p:txBody>
          <a:bodyPr tIns="91440" bIns="91440" anchor="ctr"/>
          <a:lstStyle/>
          <a:p>
            <a:pPr algn="ctr"/>
            <a:endParaRPr lang="en-US" altLang="en-US">
              <a:solidFill>
                <a:srgbClr val="FFFFFF"/>
              </a:solidFill>
            </a:endParaRPr>
          </a:p>
        </p:txBody>
      </p:sp>
      <p:sp>
        <p:nvSpPr>
          <p:cNvPr id="27" name="Oval 26">
            <a:extLst>
              <a:ext uri="{FF2B5EF4-FFF2-40B4-BE49-F238E27FC236}">
                <a16:creationId xmlns:a16="http://schemas.microsoft.com/office/drawing/2014/main" id="{95A5D1A0-5F67-676D-C1C5-C948D7B449D5}"/>
              </a:ext>
            </a:extLst>
          </p:cNvPr>
          <p:cNvSpPr/>
          <p:nvPr/>
        </p:nvSpPr>
        <p:spPr>
          <a:xfrm>
            <a:off x="15112514" y="4111345"/>
            <a:ext cx="2476500" cy="2476500"/>
          </a:xfrm>
          <a:prstGeom prst="ellipse">
            <a:avLst/>
          </a:prstGeom>
          <a:solidFill>
            <a:srgbClr val="FF6B00"/>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sp>
        <p:nvSpPr>
          <p:cNvPr id="30" name="AutoShape 2" descr="Rectangle: Rounded Corners 14">
            <a:extLst>
              <a:ext uri="{FF2B5EF4-FFF2-40B4-BE49-F238E27FC236}">
                <a16:creationId xmlns:a16="http://schemas.microsoft.com/office/drawing/2014/main" id="{54365010-4C1E-B7DC-B15E-6DB240A2E88E}"/>
              </a:ext>
            </a:extLst>
          </p:cNvPr>
          <p:cNvSpPr>
            <a:spLocks/>
          </p:cNvSpPr>
          <p:nvPr/>
        </p:nvSpPr>
        <p:spPr bwMode="auto">
          <a:xfrm>
            <a:off x="10056764" y="3538893"/>
            <a:ext cx="3935412" cy="8272354"/>
          </a:xfrm>
          <a:prstGeom prst="roundRect">
            <a:avLst>
              <a:gd name="adj" fmla="val 5491"/>
            </a:avLst>
          </a:prstGeom>
          <a:solidFill>
            <a:srgbClr val="FFFFFF"/>
          </a:solidFill>
          <a:ln>
            <a:noFill/>
          </a:ln>
          <a:effectLst>
            <a:outerShdw blurRad="787400" dist="368300" dir="5100000" algn="ctr" rotWithShape="0">
              <a:schemeClr val="tx1">
                <a:lumMod val="75000"/>
                <a:alpha val="25000"/>
              </a:schemeClr>
            </a:outerShdw>
          </a:effectLst>
          <a:extLst>
            <a:ext uri="{91240B29-F687-4F45-9708-019B960494DF}">
              <a14:hiddenLine xmlns:a14="http://schemas.microsoft.com/office/drawing/2010/main" w="25400" cap="flat" cmpd="sng">
                <a:solidFill>
                  <a:srgbClr val="000000"/>
                </a:solidFill>
                <a:prstDash val="solid"/>
                <a:miter lim="400000"/>
                <a:headEnd type="none" w="med" len="med"/>
                <a:tailEnd type="none" w="med" len="med"/>
              </a14:hiddenLine>
            </a:ext>
          </a:extLst>
        </p:spPr>
        <p:txBody>
          <a:bodyPr tIns="91440" bIns="91440" anchor="ctr"/>
          <a:lstStyle/>
          <a:p>
            <a:pPr algn="ctr"/>
            <a:endParaRPr lang="en-US" altLang="en-US">
              <a:solidFill>
                <a:srgbClr val="FFFFFF"/>
              </a:solidFill>
            </a:endParaRPr>
          </a:p>
        </p:txBody>
      </p:sp>
      <p:sp>
        <p:nvSpPr>
          <p:cNvPr id="31" name="Oval 30">
            <a:extLst>
              <a:ext uri="{FF2B5EF4-FFF2-40B4-BE49-F238E27FC236}">
                <a16:creationId xmlns:a16="http://schemas.microsoft.com/office/drawing/2014/main" id="{8DBFBC18-37AF-595C-11AF-BFB13BBA538D}"/>
              </a:ext>
            </a:extLst>
          </p:cNvPr>
          <p:cNvSpPr/>
          <p:nvPr/>
        </p:nvSpPr>
        <p:spPr>
          <a:xfrm>
            <a:off x="10786220" y="4081818"/>
            <a:ext cx="2476500" cy="2476500"/>
          </a:xfrm>
          <a:prstGeom prst="ellipse">
            <a:avLst/>
          </a:prstGeom>
          <a:solidFill>
            <a:srgbClr val="FF6B00"/>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sp>
        <p:nvSpPr>
          <p:cNvPr id="34" name="AutoShape 2" descr="Rectangle: Rounded Corners 14">
            <a:extLst>
              <a:ext uri="{FF2B5EF4-FFF2-40B4-BE49-F238E27FC236}">
                <a16:creationId xmlns:a16="http://schemas.microsoft.com/office/drawing/2014/main" id="{6A5245AC-37B0-30B2-48FF-8355456FD555}"/>
              </a:ext>
            </a:extLst>
          </p:cNvPr>
          <p:cNvSpPr>
            <a:spLocks/>
          </p:cNvSpPr>
          <p:nvPr/>
        </p:nvSpPr>
        <p:spPr bwMode="auto">
          <a:xfrm>
            <a:off x="5747224" y="3568420"/>
            <a:ext cx="3935412" cy="8272354"/>
          </a:xfrm>
          <a:prstGeom prst="roundRect">
            <a:avLst>
              <a:gd name="adj" fmla="val 5491"/>
            </a:avLst>
          </a:prstGeom>
          <a:solidFill>
            <a:srgbClr val="FFFFFF"/>
          </a:solidFill>
          <a:ln>
            <a:noFill/>
          </a:ln>
          <a:effectLst>
            <a:outerShdw blurRad="787400" dist="368300" dir="5100000" algn="ctr" rotWithShape="0">
              <a:schemeClr val="tx1">
                <a:lumMod val="75000"/>
                <a:alpha val="25000"/>
              </a:schemeClr>
            </a:outerShdw>
          </a:effectLst>
          <a:extLst>
            <a:ext uri="{91240B29-F687-4F45-9708-019B960494DF}">
              <a14:hiddenLine xmlns:a14="http://schemas.microsoft.com/office/drawing/2010/main" w="25400" cap="flat" cmpd="sng">
                <a:solidFill>
                  <a:srgbClr val="000000"/>
                </a:solidFill>
                <a:prstDash val="solid"/>
                <a:miter lim="400000"/>
                <a:headEnd type="none" w="med" len="med"/>
                <a:tailEnd type="none" w="med" len="med"/>
              </a14:hiddenLine>
            </a:ext>
          </a:extLst>
        </p:spPr>
        <p:txBody>
          <a:bodyPr tIns="91440" bIns="91440" anchor="ctr"/>
          <a:lstStyle/>
          <a:p>
            <a:pPr algn="ctr"/>
            <a:endParaRPr lang="en-US" altLang="en-US">
              <a:solidFill>
                <a:srgbClr val="FFFFFF"/>
              </a:solidFill>
            </a:endParaRPr>
          </a:p>
        </p:txBody>
      </p:sp>
      <p:sp>
        <p:nvSpPr>
          <p:cNvPr id="35" name="Oval 34">
            <a:extLst>
              <a:ext uri="{FF2B5EF4-FFF2-40B4-BE49-F238E27FC236}">
                <a16:creationId xmlns:a16="http://schemas.microsoft.com/office/drawing/2014/main" id="{DF7A3B6B-6525-C34A-A2D3-3485A55A4884}"/>
              </a:ext>
            </a:extLst>
          </p:cNvPr>
          <p:cNvSpPr/>
          <p:nvPr/>
        </p:nvSpPr>
        <p:spPr>
          <a:xfrm>
            <a:off x="6476680" y="4111345"/>
            <a:ext cx="2476500" cy="2476500"/>
          </a:xfrm>
          <a:prstGeom prst="ellipse">
            <a:avLst/>
          </a:prstGeom>
          <a:solidFill>
            <a:srgbClr val="FF6B00"/>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sp>
        <p:nvSpPr>
          <p:cNvPr id="38" name="AutoShape 2" descr="Rectangle: Rounded Corners 14">
            <a:extLst>
              <a:ext uri="{FF2B5EF4-FFF2-40B4-BE49-F238E27FC236}">
                <a16:creationId xmlns:a16="http://schemas.microsoft.com/office/drawing/2014/main" id="{9F869EEA-8C4B-1BC7-4B1E-DB538716E7ED}"/>
              </a:ext>
            </a:extLst>
          </p:cNvPr>
          <p:cNvSpPr>
            <a:spLocks/>
          </p:cNvSpPr>
          <p:nvPr/>
        </p:nvSpPr>
        <p:spPr bwMode="auto">
          <a:xfrm>
            <a:off x="1437684" y="3568420"/>
            <a:ext cx="3935412" cy="8272354"/>
          </a:xfrm>
          <a:prstGeom prst="roundRect">
            <a:avLst>
              <a:gd name="adj" fmla="val 5491"/>
            </a:avLst>
          </a:prstGeom>
          <a:solidFill>
            <a:srgbClr val="FFFFFF"/>
          </a:solidFill>
          <a:ln>
            <a:noFill/>
          </a:ln>
          <a:effectLst>
            <a:outerShdw blurRad="787400" dist="368300" dir="5100000" algn="ctr" rotWithShape="0">
              <a:schemeClr val="tx1">
                <a:lumMod val="75000"/>
                <a:alpha val="25000"/>
              </a:schemeClr>
            </a:outerShdw>
          </a:effectLst>
          <a:extLst>
            <a:ext uri="{91240B29-F687-4F45-9708-019B960494DF}">
              <a14:hiddenLine xmlns:a14="http://schemas.microsoft.com/office/drawing/2010/main" w="25400" cap="flat" cmpd="sng">
                <a:solidFill>
                  <a:srgbClr val="000000"/>
                </a:solidFill>
                <a:prstDash val="solid"/>
                <a:miter lim="400000"/>
                <a:headEnd type="none" w="med" len="med"/>
                <a:tailEnd type="none" w="med" len="med"/>
              </a14:hiddenLine>
            </a:ext>
          </a:extLst>
        </p:spPr>
        <p:txBody>
          <a:bodyPr tIns="91440" bIns="91440" anchor="ctr"/>
          <a:lstStyle/>
          <a:p>
            <a:pPr algn="ctr"/>
            <a:endParaRPr lang="en-US" altLang="en-US">
              <a:solidFill>
                <a:srgbClr val="FFFFFF"/>
              </a:solidFill>
            </a:endParaRPr>
          </a:p>
        </p:txBody>
      </p:sp>
      <p:sp>
        <p:nvSpPr>
          <p:cNvPr id="39" name="Oval 38">
            <a:extLst>
              <a:ext uri="{FF2B5EF4-FFF2-40B4-BE49-F238E27FC236}">
                <a16:creationId xmlns:a16="http://schemas.microsoft.com/office/drawing/2014/main" id="{3731BE60-790A-B029-CD4B-9610EA564C8B}"/>
              </a:ext>
            </a:extLst>
          </p:cNvPr>
          <p:cNvSpPr/>
          <p:nvPr/>
        </p:nvSpPr>
        <p:spPr>
          <a:xfrm>
            <a:off x="2167140" y="4111345"/>
            <a:ext cx="2476500" cy="2476500"/>
          </a:xfrm>
          <a:prstGeom prst="ellipse">
            <a:avLst/>
          </a:prstGeom>
          <a:solidFill>
            <a:srgbClr val="FF6B00"/>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sp>
        <p:nvSpPr>
          <p:cNvPr id="42" name="Text Placeholder 29">
            <a:extLst>
              <a:ext uri="{FF2B5EF4-FFF2-40B4-BE49-F238E27FC236}">
                <a16:creationId xmlns:a16="http://schemas.microsoft.com/office/drawing/2014/main" id="{574A5DCC-51ED-1D56-66F5-58A9E8355D38}"/>
              </a:ext>
            </a:extLst>
          </p:cNvPr>
          <p:cNvSpPr txBox="1">
            <a:spLocks/>
          </p:cNvSpPr>
          <p:nvPr/>
        </p:nvSpPr>
        <p:spPr>
          <a:xfrm>
            <a:off x="1643252" y="6858383"/>
            <a:ext cx="3507523" cy="1343025"/>
          </a:xfrm>
          <a:prstGeom prst="rect">
            <a:avLst/>
          </a:prstGeom>
        </p:spPr>
        <p:txBody>
          <a:bodyPr/>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43" name="Text Placeholder 22">
            <a:extLst>
              <a:ext uri="{FF2B5EF4-FFF2-40B4-BE49-F238E27FC236}">
                <a16:creationId xmlns:a16="http://schemas.microsoft.com/office/drawing/2014/main" id="{CA7760FD-E26A-B1DA-4F2D-4A1F7039DBD0}"/>
              </a:ext>
            </a:extLst>
          </p:cNvPr>
          <p:cNvSpPr txBox="1">
            <a:spLocks/>
          </p:cNvSpPr>
          <p:nvPr/>
        </p:nvSpPr>
        <p:spPr>
          <a:xfrm>
            <a:off x="1976947" y="8069531"/>
            <a:ext cx="2944367" cy="3421840"/>
          </a:xfrm>
          <a:prstGeom prst="rect">
            <a:avLst/>
          </a:prstGeom>
        </p:spPr>
        <p:txBody>
          <a:bodyPr/>
          <a:lstStyle>
            <a:lvl1pPr algn="ctr"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46" name="Text Placeholder 29">
            <a:extLst>
              <a:ext uri="{FF2B5EF4-FFF2-40B4-BE49-F238E27FC236}">
                <a16:creationId xmlns:a16="http://schemas.microsoft.com/office/drawing/2014/main" id="{F285EDF8-4A8A-EB75-5703-01A90D297A50}"/>
              </a:ext>
            </a:extLst>
          </p:cNvPr>
          <p:cNvSpPr txBox="1">
            <a:spLocks/>
          </p:cNvSpPr>
          <p:nvPr/>
        </p:nvSpPr>
        <p:spPr>
          <a:xfrm>
            <a:off x="5952792" y="6858383"/>
            <a:ext cx="3507523" cy="1343025"/>
          </a:xfrm>
          <a:prstGeom prst="rect">
            <a:avLst/>
          </a:prstGeom>
        </p:spPr>
        <p:txBody>
          <a:bodyPr/>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47" name="Text Placeholder 22">
            <a:extLst>
              <a:ext uri="{FF2B5EF4-FFF2-40B4-BE49-F238E27FC236}">
                <a16:creationId xmlns:a16="http://schemas.microsoft.com/office/drawing/2014/main" id="{8CEBB3EC-B32F-10A7-2C10-37948C82F560}"/>
              </a:ext>
            </a:extLst>
          </p:cNvPr>
          <p:cNvSpPr txBox="1">
            <a:spLocks/>
          </p:cNvSpPr>
          <p:nvPr/>
        </p:nvSpPr>
        <p:spPr>
          <a:xfrm>
            <a:off x="6286487" y="8069531"/>
            <a:ext cx="2944367" cy="3421840"/>
          </a:xfrm>
          <a:prstGeom prst="rect">
            <a:avLst/>
          </a:prstGeom>
        </p:spPr>
        <p:txBody>
          <a:bodyPr/>
          <a:lstStyle>
            <a:lvl1pPr algn="ctr"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48" name="Text Placeholder 29">
            <a:extLst>
              <a:ext uri="{FF2B5EF4-FFF2-40B4-BE49-F238E27FC236}">
                <a16:creationId xmlns:a16="http://schemas.microsoft.com/office/drawing/2014/main" id="{868F2196-0492-1B28-D4C8-005605F0286D}"/>
              </a:ext>
            </a:extLst>
          </p:cNvPr>
          <p:cNvSpPr txBox="1">
            <a:spLocks/>
          </p:cNvSpPr>
          <p:nvPr/>
        </p:nvSpPr>
        <p:spPr>
          <a:xfrm>
            <a:off x="10260799" y="6880131"/>
            <a:ext cx="3507523" cy="1343025"/>
          </a:xfrm>
          <a:prstGeom prst="rect">
            <a:avLst/>
          </a:prstGeom>
        </p:spPr>
        <p:txBody>
          <a:bodyPr/>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49" name="Text Placeholder 22">
            <a:extLst>
              <a:ext uri="{FF2B5EF4-FFF2-40B4-BE49-F238E27FC236}">
                <a16:creationId xmlns:a16="http://schemas.microsoft.com/office/drawing/2014/main" id="{308C6A85-8E33-C750-C894-A97EBB861B4B}"/>
              </a:ext>
            </a:extLst>
          </p:cNvPr>
          <p:cNvSpPr txBox="1">
            <a:spLocks/>
          </p:cNvSpPr>
          <p:nvPr/>
        </p:nvSpPr>
        <p:spPr>
          <a:xfrm>
            <a:off x="10594494" y="8091279"/>
            <a:ext cx="2944367" cy="3421840"/>
          </a:xfrm>
          <a:prstGeom prst="rect">
            <a:avLst/>
          </a:prstGeom>
        </p:spPr>
        <p:txBody>
          <a:bodyPr/>
          <a:lstStyle>
            <a:lvl1pPr algn="ctr"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50" name="Text Placeholder 29">
            <a:extLst>
              <a:ext uri="{FF2B5EF4-FFF2-40B4-BE49-F238E27FC236}">
                <a16:creationId xmlns:a16="http://schemas.microsoft.com/office/drawing/2014/main" id="{88F8BE72-D805-CF0B-4ED6-E0F3AC6B1237}"/>
              </a:ext>
            </a:extLst>
          </p:cNvPr>
          <p:cNvSpPr txBox="1">
            <a:spLocks/>
          </p:cNvSpPr>
          <p:nvPr/>
        </p:nvSpPr>
        <p:spPr>
          <a:xfrm>
            <a:off x="14571763" y="6877433"/>
            <a:ext cx="3507523" cy="1343025"/>
          </a:xfrm>
          <a:prstGeom prst="rect">
            <a:avLst/>
          </a:prstGeom>
        </p:spPr>
        <p:txBody>
          <a:bodyPr/>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51" name="Text Placeholder 22">
            <a:extLst>
              <a:ext uri="{FF2B5EF4-FFF2-40B4-BE49-F238E27FC236}">
                <a16:creationId xmlns:a16="http://schemas.microsoft.com/office/drawing/2014/main" id="{2625BB6E-BF45-6CFE-1DBE-47A254183BCF}"/>
              </a:ext>
            </a:extLst>
          </p:cNvPr>
          <p:cNvSpPr txBox="1">
            <a:spLocks/>
          </p:cNvSpPr>
          <p:nvPr/>
        </p:nvSpPr>
        <p:spPr>
          <a:xfrm>
            <a:off x="14905458" y="8088581"/>
            <a:ext cx="2944367" cy="3421840"/>
          </a:xfrm>
          <a:prstGeom prst="rect">
            <a:avLst/>
          </a:prstGeom>
        </p:spPr>
        <p:txBody>
          <a:bodyPr/>
          <a:lstStyle>
            <a:lvl1pPr algn="ctr"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54" name="Text Placeholder 29">
            <a:extLst>
              <a:ext uri="{FF2B5EF4-FFF2-40B4-BE49-F238E27FC236}">
                <a16:creationId xmlns:a16="http://schemas.microsoft.com/office/drawing/2014/main" id="{3668E687-FF69-C78B-D731-0C3A076EA81C}"/>
              </a:ext>
            </a:extLst>
          </p:cNvPr>
          <p:cNvSpPr txBox="1">
            <a:spLocks/>
          </p:cNvSpPr>
          <p:nvPr/>
        </p:nvSpPr>
        <p:spPr>
          <a:xfrm>
            <a:off x="18903216" y="6877433"/>
            <a:ext cx="3507523" cy="1343025"/>
          </a:xfrm>
          <a:prstGeom prst="rect">
            <a:avLst/>
          </a:prstGeom>
        </p:spPr>
        <p:txBody>
          <a:bodyPr/>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55" name="Text Placeholder 22">
            <a:extLst>
              <a:ext uri="{FF2B5EF4-FFF2-40B4-BE49-F238E27FC236}">
                <a16:creationId xmlns:a16="http://schemas.microsoft.com/office/drawing/2014/main" id="{FF71F8A1-0C02-BA73-341F-E717CF2D0740}"/>
              </a:ext>
            </a:extLst>
          </p:cNvPr>
          <p:cNvSpPr txBox="1">
            <a:spLocks/>
          </p:cNvSpPr>
          <p:nvPr/>
        </p:nvSpPr>
        <p:spPr>
          <a:xfrm>
            <a:off x="19236911" y="8088581"/>
            <a:ext cx="2944367" cy="3421840"/>
          </a:xfrm>
          <a:prstGeom prst="rect">
            <a:avLst/>
          </a:prstGeom>
        </p:spPr>
        <p:txBody>
          <a:bodyPr/>
          <a:lstStyle>
            <a:lvl1pPr algn="ctr"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25" name="Text Placeholder 1">
            <a:extLst>
              <a:ext uri="{FF2B5EF4-FFF2-40B4-BE49-F238E27FC236}">
                <a16:creationId xmlns:a16="http://schemas.microsoft.com/office/drawing/2014/main" id="{C4599475-1AFA-D72D-BB59-699ED7ED7B33}"/>
              </a:ext>
            </a:extLst>
          </p:cNvPr>
          <p:cNvSpPr>
            <a:spLocks noGrp="1"/>
          </p:cNvSpPr>
          <p:nvPr>
            <p:ph type="body" sz="quarter" idx="24"/>
          </p:nvPr>
        </p:nvSpPr>
        <p:spPr>
          <a:xfrm>
            <a:off x="1333379" y="1122109"/>
            <a:ext cx="17103516" cy="1025946"/>
          </a:xfrm>
        </p:spPr>
        <p:txBody>
          <a:bodyPr>
            <a:normAutofit/>
          </a:bodyPr>
          <a:lstStyle/>
          <a:p>
            <a:r>
              <a:rPr lang="en-US"/>
              <a:t>Click to add title</a:t>
            </a:r>
          </a:p>
        </p:txBody>
      </p:sp>
      <p:sp>
        <p:nvSpPr>
          <p:cNvPr id="28" name="Text Placeholder 2">
            <a:extLst>
              <a:ext uri="{FF2B5EF4-FFF2-40B4-BE49-F238E27FC236}">
                <a16:creationId xmlns:a16="http://schemas.microsoft.com/office/drawing/2014/main" id="{0922A43B-9A29-16CA-C7DD-3EEE7CBEFA32}"/>
              </a:ext>
            </a:extLst>
          </p:cNvPr>
          <p:cNvSpPr>
            <a:spLocks noGrp="1"/>
          </p:cNvSpPr>
          <p:nvPr>
            <p:ph type="body" sz="quarter" idx="25"/>
          </p:nvPr>
        </p:nvSpPr>
        <p:spPr>
          <a:xfrm>
            <a:off x="1333379" y="2148055"/>
            <a:ext cx="18391140" cy="844550"/>
          </a:xfrm>
        </p:spPr>
        <p:txBody>
          <a:bodyPr/>
          <a:lstStyle/>
          <a:p>
            <a:endParaRPr lang="en-US"/>
          </a:p>
        </p:txBody>
      </p:sp>
      <p:grpSp>
        <p:nvGrpSpPr>
          <p:cNvPr id="7" name="Group 6">
            <a:extLst>
              <a:ext uri="{FF2B5EF4-FFF2-40B4-BE49-F238E27FC236}">
                <a16:creationId xmlns:a16="http://schemas.microsoft.com/office/drawing/2014/main" id="{89863EF3-ABF8-CE48-7F6C-E1FB16FCFF21}"/>
              </a:ext>
            </a:extLst>
          </p:cNvPr>
          <p:cNvGrpSpPr/>
          <p:nvPr/>
        </p:nvGrpSpPr>
        <p:grpSpPr>
          <a:xfrm>
            <a:off x="21107141" y="8539573"/>
            <a:ext cx="3319443" cy="4722269"/>
            <a:chOff x="21107141" y="8539573"/>
            <a:chExt cx="3319443" cy="4722269"/>
          </a:xfrm>
        </p:grpSpPr>
        <p:grpSp>
          <p:nvGrpSpPr>
            <p:cNvPr id="8" name="Group 7">
              <a:extLst>
                <a:ext uri="{FF2B5EF4-FFF2-40B4-BE49-F238E27FC236}">
                  <a16:creationId xmlns:a16="http://schemas.microsoft.com/office/drawing/2014/main" id="{BB0F9AB3-0EC7-CF10-72A3-577726FBF8DA}"/>
                </a:ext>
              </a:extLst>
            </p:cNvPr>
            <p:cNvGrpSpPr/>
            <p:nvPr/>
          </p:nvGrpSpPr>
          <p:grpSpPr>
            <a:xfrm>
              <a:off x="21107141" y="8539573"/>
              <a:ext cx="3319443" cy="4722269"/>
              <a:chOff x="2306670" y="3269946"/>
              <a:chExt cx="4059378" cy="5774907"/>
            </a:xfrm>
          </p:grpSpPr>
          <p:sp>
            <p:nvSpPr>
              <p:cNvPr id="10" name="AutoShape 2" descr="Rectangle: Rounded Corners 14">
                <a:extLst>
                  <a:ext uri="{FF2B5EF4-FFF2-40B4-BE49-F238E27FC236}">
                    <a16:creationId xmlns:a16="http://schemas.microsoft.com/office/drawing/2014/main" id="{9CB27314-8B7D-BE87-8E88-AB27E362DF33}"/>
                  </a:ext>
                </a:extLst>
              </p:cNvPr>
              <p:cNvSpPr>
                <a:spLocks/>
              </p:cNvSpPr>
              <p:nvPr/>
            </p:nvSpPr>
            <p:spPr bwMode="auto">
              <a:xfrm>
                <a:off x="2306670" y="3269946"/>
                <a:ext cx="3761622" cy="4927619"/>
              </a:xfrm>
              <a:prstGeom prst="roundRect">
                <a:avLst>
                  <a:gd name="adj" fmla="val 5491"/>
                </a:avLst>
              </a:prstGeom>
              <a:solidFill>
                <a:srgbClr val="FF0000"/>
              </a:solidFill>
              <a:ln>
                <a:noFill/>
              </a:ln>
              <a:effectLst>
                <a:outerShdw blurRad="787400" dist="368300" dir="5100000" algn="ctr" rotWithShape="0">
                  <a:schemeClr val="tx1">
                    <a:lumMod val="75000"/>
                    <a:alpha val="25000"/>
                  </a:schemeClr>
                </a:outerShdw>
              </a:effectLst>
              <a:extLst>
                <a:ext uri="{91240B29-F687-4F45-9708-019B960494DF}">
                  <a14:hiddenLine xmlns:a14="http://schemas.microsoft.com/office/drawing/2010/main" w="25400" cap="flat" cmpd="sng">
                    <a:solidFill>
                      <a:srgbClr val="000000"/>
                    </a:solidFill>
                    <a:prstDash val="solid"/>
                    <a:miter lim="400000"/>
                    <a:headEnd type="none" w="med" len="med"/>
                    <a:tailEnd type="none" w="med" len="med"/>
                  </a14:hiddenLine>
                </a:ext>
              </a:extLst>
            </p:spPr>
            <p:txBody>
              <a:bodyPr tIns="91440" bIns="91440" anchor="ctr"/>
              <a:lstStyle/>
              <a:p>
                <a:pPr algn="ctr"/>
                <a:endParaRPr lang="en-US" altLang="en-US">
                  <a:solidFill>
                    <a:srgbClr val="FFFFFF"/>
                  </a:solidFill>
                </a:endParaRPr>
              </a:p>
            </p:txBody>
          </p:sp>
          <p:sp>
            <p:nvSpPr>
              <p:cNvPr id="11" name="Oval 10">
                <a:extLst>
                  <a:ext uri="{FF2B5EF4-FFF2-40B4-BE49-F238E27FC236}">
                    <a16:creationId xmlns:a16="http://schemas.microsoft.com/office/drawing/2014/main" id="{9A2395BF-63B0-0324-8E6A-D7DCCCF4245A}"/>
                  </a:ext>
                </a:extLst>
              </p:cNvPr>
              <p:cNvSpPr/>
              <p:nvPr/>
            </p:nvSpPr>
            <p:spPr>
              <a:xfrm>
                <a:off x="3477866" y="3581085"/>
                <a:ext cx="1419229" cy="1419229"/>
              </a:xfrm>
              <a:prstGeom prst="ellipse">
                <a:avLst/>
              </a:prstGeom>
              <a:solidFill>
                <a:schemeClr val="bg2"/>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sp>
            <p:nvSpPr>
              <p:cNvPr id="12" name="Text Placeholder 29">
                <a:extLst>
                  <a:ext uri="{FF2B5EF4-FFF2-40B4-BE49-F238E27FC236}">
                    <a16:creationId xmlns:a16="http://schemas.microsoft.com/office/drawing/2014/main" id="{31E9F3A6-C20E-6C8F-1184-E732320D5453}"/>
                  </a:ext>
                </a:extLst>
              </p:cNvPr>
              <p:cNvSpPr txBox="1">
                <a:spLocks/>
              </p:cNvSpPr>
              <p:nvPr/>
            </p:nvSpPr>
            <p:spPr>
              <a:xfrm>
                <a:off x="2984121" y="5154914"/>
                <a:ext cx="2813497" cy="769659"/>
              </a:xfrm>
              <a:prstGeom prst="rect">
                <a:avLst/>
              </a:prstGeom>
            </p:spPr>
            <p:txBody>
              <a:bodyPr/>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lgn="l">
                  <a:spcBef>
                    <a:spcPts val="0"/>
                  </a:spcBef>
                </a:pPr>
                <a:r>
                  <a:rPr lang="en-US" sz="2400">
                    <a:solidFill>
                      <a:schemeClr val="bg1"/>
                    </a:solidFill>
                  </a:rPr>
                  <a:t>PLEASE NOTE</a:t>
                </a:r>
              </a:p>
            </p:txBody>
          </p:sp>
          <p:sp>
            <p:nvSpPr>
              <p:cNvPr id="13" name="Text Placeholder 22">
                <a:extLst>
                  <a:ext uri="{FF2B5EF4-FFF2-40B4-BE49-F238E27FC236}">
                    <a16:creationId xmlns:a16="http://schemas.microsoft.com/office/drawing/2014/main" id="{0075D6A9-B2DE-0E7C-C178-4FD39521B547}"/>
                  </a:ext>
                </a:extLst>
              </p:cNvPr>
              <p:cNvSpPr txBox="1">
                <a:spLocks/>
              </p:cNvSpPr>
              <p:nvPr/>
            </p:nvSpPr>
            <p:spPr>
              <a:xfrm>
                <a:off x="2546822" y="5713107"/>
                <a:ext cx="3281316" cy="2361757"/>
              </a:xfrm>
              <a:prstGeom prst="rect">
                <a:avLst/>
              </a:prstGeom>
            </p:spPr>
            <p:txBody>
              <a:bodyPr/>
              <a:lstStyle>
                <a:lvl1pPr algn="ctr"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sz="1800">
                    <a:solidFill>
                      <a:schemeClr val="bg1"/>
                    </a:solidFill>
                  </a:rPr>
                  <a:t>If you want to add some pictures to columns, you should insert pictograms or numbers in columns. Don't know how? Take a look at </a:t>
                </a:r>
                <a:r>
                  <a:rPr lang="en-US" sz="1800" b="1">
                    <a:solidFill>
                      <a:schemeClr val="bg1"/>
                    </a:solidFill>
                    <a:hlinkClick r:id="rId2" action="ppaction://hlinksldjump">
                      <a:extLst>
                        <a:ext uri="{A12FA001-AC4F-418D-AE19-62706E023703}">
                          <ahyp:hlinkClr xmlns:ahyp="http://schemas.microsoft.com/office/drawing/2018/hyperlinkcolor" val="tx"/>
                        </a:ext>
                      </a:extLst>
                    </a:hlinkClick>
                  </a:rPr>
                  <a:t>this slide</a:t>
                </a:r>
                <a:r>
                  <a:rPr lang="en-US" sz="1800" b="1">
                    <a:solidFill>
                      <a:srgbClr val="0B1F2C"/>
                    </a:solidFill>
                  </a:rPr>
                  <a:t>.</a:t>
                </a:r>
              </a:p>
              <a:p>
                <a:pPr>
                  <a:spcBef>
                    <a:spcPts val="0"/>
                  </a:spcBef>
                </a:pPr>
                <a:endParaRPr lang="en-US" sz="1800" b="1">
                  <a:solidFill>
                    <a:srgbClr val="FF6B00"/>
                  </a:solidFill>
                </a:endParaRPr>
              </a:p>
            </p:txBody>
          </p:sp>
          <p:sp>
            <p:nvSpPr>
              <p:cNvPr id="14" name="Text Placeholder 29">
                <a:extLst>
                  <a:ext uri="{FF2B5EF4-FFF2-40B4-BE49-F238E27FC236}">
                    <a16:creationId xmlns:a16="http://schemas.microsoft.com/office/drawing/2014/main" id="{F169E3E7-6F74-B677-737A-E61D79539A8E}"/>
                  </a:ext>
                </a:extLst>
              </p:cNvPr>
              <p:cNvSpPr txBox="1">
                <a:spLocks/>
              </p:cNvSpPr>
              <p:nvPr/>
            </p:nvSpPr>
            <p:spPr>
              <a:xfrm>
                <a:off x="2396609" y="8275194"/>
                <a:ext cx="3969439" cy="769659"/>
              </a:xfrm>
              <a:prstGeom prst="rect">
                <a:avLst/>
              </a:prstGeom>
            </p:spPr>
            <p:txBody>
              <a:bodyPr/>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lgn="l">
                  <a:spcBef>
                    <a:spcPts val="0"/>
                  </a:spcBef>
                </a:pPr>
                <a:r>
                  <a:rPr lang="en-US" sz="2000">
                    <a:solidFill>
                      <a:srgbClr val="FF0000"/>
                    </a:solidFill>
                  </a:rPr>
                  <a:t>Delete this note when you no longer need it</a:t>
                </a:r>
              </a:p>
            </p:txBody>
          </p:sp>
        </p:grpSp>
        <p:pic>
          <p:nvPicPr>
            <p:cNvPr id="9" name="Graphic 8">
              <a:extLst>
                <a:ext uri="{FF2B5EF4-FFF2-40B4-BE49-F238E27FC236}">
                  <a16:creationId xmlns:a16="http://schemas.microsoft.com/office/drawing/2014/main" id="{C04B9641-DD76-A1ED-45CF-2275C910DB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293365" y="8990513"/>
              <a:ext cx="703511" cy="663840"/>
            </a:xfrm>
            <a:prstGeom prst="rect">
              <a:avLst/>
            </a:prstGeom>
          </p:spPr>
        </p:pic>
      </p:grpSp>
      <p:pic>
        <p:nvPicPr>
          <p:cNvPr id="15" name="Picture 14">
            <a:extLst>
              <a:ext uri="{FF2B5EF4-FFF2-40B4-BE49-F238E27FC236}">
                <a16:creationId xmlns:a16="http://schemas.microsoft.com/office/drawing/2014/main" id="{41B34E18-BEA8-E0E9-A3AE-652EB0E133C8}"/>
              </a:ext>
            </a:extLst>
          </p:cNvPr>
          <p:cNvPicPr>
            <a:picLocks noChangeAspect="1"/>
          </p:cNvPicPr>
          <p:nvPr/>
        </p:nvPicPr>
        <p:blipFill rotWithShape="1">
          <a:blip r:embed="rId4">
            <a:extLst>
              <a:ext uri="{28A0092B-C50C-407E-A947-70E740481C1C}">
                <a14:useLocalDpi xmlns:a14="http://schemas.microsoft.com/office/drawing/2010/main" val="0"/>
              </a:ext>
            </a:extLst>
          </a:blip>
          <a:srcRect l="-44764" t="55302" r="45710" b="1985"/>
          <a:stretch/>
        </p:blipFill>
        <p:spPr>
          <a:xfrm>
            <a:off x="-736428" y="0"/>
            <a:ext cx="1413659" cy="13716000"/>
          </a:xfrm>
          <a:prstGeom prst="rect">
            <a:avLst/>
          </a:prstGeom>
        </p:spPr>
      </p:pic>
    </p:spTree>
    <p:extLst>
      <p:ext uri="{BB962C8B-B14F-4D97-AF65-F5344CB8AC3E}">
        <p14:creationId xmlns:p14="http://schemas.microsoft.com/office/powerpoint/2010/main" val="126438250"/>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118966F-6A7E-DB42-2547-F8632F36C9D1}"/>
              </a:ext>
            </a:extLst>
          </p:cNvPr>
          <p:cNvSpPr>
            <a:spLocks noGrp="1"/>
          </p:cNvSpPr>
          <p:nvPr>
            <p:ph type="ftr" sz="quarter" idx="27"/>
          </p:nvPr>
        </p:nvSpPr>
        <p:spPr/>
        <p:txBody>
          <a:bodyPr/>
          <a:lstStyle/>
          <a:p>
            <a:r>
              <a:rPr lang="en-US"/>
              <a:t>2024 © Retail Consult - All rights reserved</a:t>
            </a:r>
          </a:p>
        </p:txBody>
      </p:sp>
      <p:sp>
        <p:nvSpPr>
          <p:cNvPr id="5" name="Slide Number Placeholder 4">
            <a:extLst>
              <a:ext uri="{FF2B5EF4-FFF2-40B4-BE49-F238E27FC236}">
                <a16:creationId xmlns:a16="http://schemas.microsoft.com/office/drawing/2014/main" id="{A726C5DB-1C47-D6B2-BC86-FAE71938DA3D}"/>
              </a:ext>
            </a:extLst>
          </p:cNvPr>
          <p:cNvSpPr>
            <a:spLocks noGrp="1"/>
          </p:cNvSpPr>
          <p:nvPr>
            <p:ph type="sldNum" sz="quarter" idx="28"/>
          </p:nvPr>
        </p:nvSpPr>
        <p:spPr/>
        <p:txBody>
          <a:bodyPr/>
          <a:lstStyle/>
          <a:p>
            <a:fld id="{9A4417C4-43A3-444C-837D-103BA5C8224B}" type="slidenum">
              <a:rPr lang="en-US" smtClean="0"/>
              <a:pPr/>
              <a:t>37</a:t>
            </a:fld>
            <a:endParaRPr lang="en-US"/>
          </a:p>
        </p:txBody>
      </p:sp>
      <p:sp>
        <p:nvSpPr>
          <p:cNvPr id="6" name="AutoShape 1" descr="Rectangle: Rounded Corners 47">
            <a:extLst>
              <a:ext uri="{FF2B5EF4-FFF2-40B4-BE49-F238E27FC236}">
                <a16:creationId xmlns:a16="http://schemas.microsoft.com/office/drawing/2014/main" id="{032D89CC-46A0-F550-FA22-4180508EBA92}"/>
              </a:ext>
            </a:extLst>
          </p:cNvPr>
          <p:cNvSpPr>
            <a:spLocks/>
          </p:cNvSpPr>
          <p:nvPr/>
        </p:nvSpPr>
        <p:spPr bwMode="auto">
          <a:xfrm>
            <a:off x="5644942" y="4965700"/>
            <a:ext cx="12885737" cy="6902450"/>
          </a:xfrm>
          <a:prstGeom prst="roundRect">
            <a:avLst>
              <a:gd name="adj" fmla="val 2977"/>
            </a:avLst>
          </a:prstGeom>
          <a:solidFill>
            <a:srgbClr val="FF6B00"/>
          </a:solidFill>
          <a:ln>
            <a:noFill/>
          </a:ln>
          <a:effectLst/>
        </p:spPr>
        <p:txBody>
          <a:bodyPr tIns="91440" bIns="91440" anchor="ctr"/>
          <a:lstStyle/>
          <a:p>
            <a:pPr algn="ctr"/>
            <a:endParaRPr lang="en-US" altLang="en-US">
              <a:solidFill>
                <a:srgbClr val="FFFFFF"/>
              </a:solidFill>
            </a:endParaRPr>
          </a:p>
        </p:txBody>
      </p:sp>
      <p:sp>
        <p:nvSpPr>
          <p:cNvPr id="23" name="AutoShape 2" descr="Rectangle: Rounded Corners 14">
            <a:extLst>
              <a:ext uri="{FF2B5EF4-FFF2-40B4-BE49-F238E27FC236}">
                <a16:creationId xmlns:a16="http://schemas.microsoft.com/office/drawing/2014/main" id="{032B79FE-1408-5D51-CE63-1DCA7C893093}"/>
              </a:ext>
            </a:extLst>
          </p:cNvPr>
          <p:cNvSpPr>
            <a:spLocks/>
          </p:cNvSpPr>
          <p:nvPr/>
        </p:nvSpPr>
        <p:spPr bwMode="auto">
          <a:xfrm>
            <a:off x="3313943" y="2790235"/>
            <a:ext cx="4661995" cy="8272354"/>
          </a:xfrm>
          <a:prstGeom prst="roundRect">
            <a:avLst>
              <a:gd name="adj" fmla="val 5491"/>
            </a:avLst>
          </a:prstGeom>
          <a:solidFill>
            <a:srgbClr val="FFFFFF"/>
          </a:solidFill>
          <a:ln>
            <a:noFill/>
          </a:ln>
          <a:effectLst>
            <a:outerShdw blurRad="787400" dist="368300" dir="5100000" algn="ctr" rotWithShape="0">
              <a:schemeClr val="tx1">
                <a:lumMod val="75000"/>
                <a:alpha val="25000"/>
              </a:schemeClr>
            </a:outerShdw>
          </a:effectLst>
          <a:extLst>
            <a:ext uri="{91240B29-F687-4F45-9708-019B960494DF}">
              <a14:hiddenLine xmlns:a14="http://schemas.microsoft.com/office/drawing/2010/main" w="25400" cap="flat" cmpd="sng">
                <a:solidFill>
                  <a:srgbClr val="000000"/>
                </a:solidFill>
                <a:prstDash val="solid"/>
                <a:miter lim="400000"/>
                <a:headEnd type="none" w="med" len="med"/>
                <a:tailEnd type="none" w="med" len="med"/>
              </a14:hiddenLine>
            </a:ext>
          </a:extLst>
        </p:spPr>
        <p:txBody>
          <a:bodyPr tIns="91440" bIns="91440" anchor="ctr"/>
          <a:lstStyle/>
          <a:p>
            <a:pPr algn="ctr"/>
            <a:endParaRPr lang="en-US" altLang="en-US">
              <a:solidFill>
                <a:srgbClr val="FFFFFF"/>
              </a:solidFill>
            </a:endParaRPr>
          </a:p>
        </p:txBody>
      </p:sp>
      <p:sp>
        <p:nvSpPr>
          <p:cNvPr id="24" name="Text Placeholder 29">
            <a:extLst>
              <a:ext uri="{FF2B5EF4-FFF2-40B4-BE49-F238E27FC236}">
                <a16:creationId xmlns:a16="http://schemas.microsoft.com/office/drawing/2014/main" id="{9B34B77D-D0BD-EBC8-7016-37F75F9A948E}"/>
              </a:ext>
            </a:extLst>
          </p:cNvPr>
          <p:cNvSpPr txBox="1">
            <a:spLocks/>
          </p:cNvSpPr>
          <p:nvPr/>
        </p:nvSpPr>
        <p:spPr>
          <a:xfrm>
            <a:off x="3766679" y="5790349"/>
            <a:ext cx="3756521" cy="1343025"/>
          </a:xfrm>
          <a:prstGeom prst="rect">
            <a:avLst/>
          </a:prstGeom>
        </p:spPr>
        <p:txBody>
          <a:bodyPr/>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25" name="Text Placeholder 22">
            <a:extLst>
              <a:ext uri="{FF2B5EF4-FFF2-40B4-BE49-F238E27FC236}">
                <a16:creationId xmlns:a16="http://schemas.microsoft.com/office/drawing/2014/main" id="{23332134-4C09-A40B-BA8E-BE83EACB97E6}"/>
              </a:ext>
            </a:extLst>
          </p:cNvPr>
          <p:cNvSpPr txBox="1">
            <a:spLocks/>
          </p:cNvSpPr>
          <p:nvPr/>
        </p:nvSpPr>
        <p:spPr>
          <a:xfrm>
            <a:off x="3766680" y="7001497"/>
            <a:ext cx="3756520" cy="3421840"/>
          </a:xfrm>
          <a:prstGeom prst="rect">
            <a:avLst/>
          </a:prstGeom>
        </p:spPr>
        <p:txBody>
          <a:bodyPr/>
          <a:lstStyle>
            <a:lvl1pPr algn="ctr"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26" name="Oval 25">
            <a:extLst>
              <a:ext uri="{FF2B5EF4-FFF2-40B4-BE49-F238E27FC236}">
                <a16:creationId xmlns:a16="http://schemas.microsoft.com/office/drawing/2014/main" id="{2438D553-2D1B-8612-4E10-E1C30F53318A}"/>
              </a:ext>
            </a:extLst>
          </p:cNvPr>
          <p:cNvSpPr/>
          <p:nvPr/>
        </p:nvSpPr>
        <p:spPr>
          <a:xfrm>
            <a:off x="4411720" y="3098764"/>
            <a:ext cx="2476500" cy="2476500"/>
          </a:xfrm>
          <a:prstGeom prst="ellipse">
            <a:avLst/>
          </a:prstGeom>
          <a:solidFill>
            <a:srgbClr val="FF6B00"/>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sp>
        <p:nvSpPr>
          <p:cNvPr id="27" name="Text Placeholder 29">
            <a:extLst>
              <a:ext uri="{FF2B5EF4-FFF2-40B4-BE49-F238E27FC236}">
                <a16:creationId xmlns:a16="http://schemas.microsoft.com/office/drawing/2014/main" id="{8532E992-FE07-2C3C-78F6-CECE118DA55A}"/>
              </a:ext>
            </a:extLst>
          </p:cNvPr>
          <p:cNvSpPr txBox="1">
            <a:spLocks/>
          </p:cNvSpPr>
          <p:nvPr/>
        </p:nvSpPr>
        <p:spPr>
          <a:xfrm>
            <a:off x="8541299" y="5777651"/>
            <a:ext cx="9213301" cy="829136"/>
          </a:xfrm>
          <a:prstGeom prst="rect">
            <a:avLst/>
          </a:prstGeom>
        </p:spPr>
        <p:txBody>
          <a:bodyPr/>
          <a:lstStyle>
            <a:lvl1pPr algn="l" defTabSz="825500" eaLnBrk="1" hangingPunct="1">
              <a:spcBef>
                <a:spcPts val="5200"/>
              </a:spcBef>
              <a:defRPr sz="3600" b="1">
                <a:solidFill>
                  <a:schemeClr val="bg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28" name="Text Placeholder 22">
            <a:extLst>
              <a:ext uri="{FF2B5EF4-FFF2-40B4-BE49-F238E27FC236}">
                <a16:creationId xmlns:a16="http://schemas.microsoft.com/office/drawing/2014/main" id="{965DC922-949E-8DBB-D7BB-79BFD801D6FD}"/>
              </a:ext>
            </a:extLst>
          </p:cNvPr>
          <p:cNvSpPr txBox="1">
            <a:spLocks/>
          </p:cNvSpPr>
          <p:nvPr/>
        </p:nvSpPr>
        <p:spPr>
          <a:xfrm>
            <a:off x="8541300" y="6461860"/>
            <a:ext cx="9213302" cy="4987513"/>
          </a:xfrm>
          <a:prstGeom prst="rect">
            <a:avLst/>
          </a:prstGeom>
        </p:spPr>
        <p:txBody>
          <a:bodyPr/>
          <a:lstStyle>
            <a:lvl1pPr algn="l" defTabSz="825500" eaLnBrk="1" hangingPunct="1">
              <a:spcBef>
                <a:spcPts val="5200"/>
              </a:spcBef>
              <a:defRPr sz="2600">
                <a:solidFill>
                  <a:schemeClr val="bg1"/>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10" name="Text Placeholder 1">
            <a:extLst>
              <a:ext uri="{FF2B5EF4-FFF2-40B4-BE49-F238E27FC236}">
                <a16:creationId xmlns:a16="http://schemas.microsoft.com/office/drawing/2014/main" id="{F4A0B836-3B7F-C41D-CE85-CCE4534C9E7D}"/>
              </a:ext>
            </a:extLst>
          </p:cNvPr>
          <p:cNvSpPr>
            <a:spLocks noGrp="1"/>
          </p:cNvSpPr>
          <p:nvPr>
            <p:ph type="body" sz="quarter" idx="24"/>
          </p:nvPr>
        </p:nvSpPr>
        <p:spPr>
          <a:xfrm>
            <a:off x="1333379" y="1122109"/>
            <a:ext cx="17103516" cy="1025946"/>
          </a:xfrm>
        </p:spPr>
        <p:txBody>
          <a:bodyPr>
            <a:normAutofit/>
          </a:bodyPr>
          <a:lstStyle/>
          <a:p>
            <a:r>
              <a:rPr lang="en-US"/>
              <a:t>Click to add title</a:t>
            </a:r>
          </a:p>
        </p:txBody>
      </p:sp>
      <p:sp>
        <p:nvSpPr>
          <p:cNvPr id="11" name="Text Placeholder 2">
            <a:extLst>
              <a:ext uri="{FF2B5EF4-FFF2-40B4-BE49-F238E27FC236}">
                <a16:creationId xmlns:a16="http://schemas.microsoft.com/office/drawing/2014/main" id="{33B6A90D-6FC2-6590-DD7D-6B591D4ABD25}"/>
              </a:ext>
            </a:extLst>
          </p:cNvPr>
          <p:cNvSpPr>
            <a:spLocks noGrp="1"/>
          </p:cNvSpPr>
          <p:nvPr>
            <p:ph type="body" sz="quarter" idx="25"/>
          </p:nvPr>
        </p:nvSpPr>
        <p:spPr>
          <a:xfrm>
            <a:off x="1333379" y="2148055"/>
            <a:ext cx="18391140" cy="844550"/>
          </a:xfrm>
        </p:spPr>
        <p:txBody>
          <a:bodyPr/>
          <a:lstStyle/>
          <a:p>
            <a:endParaRPr lang="en-US"/>
          </a:p>
        </p:txBody>
      </p:sp>
      <p:grpSp>
        <p:nvGrpSpPr>
          <p:cNvPr id="21" name="Group 20">
            <a:extLst>
              <a:ext uri="{FF2B5EF4-FFF2-40B4-BE49-F238E27FC236}">
                <a16:creationId xmlns:a16="http://schemas.microsoft.com/office/drawing/2014/main" id="{7FBC63FD-5A32-A242-798B-0F5C734C63A9}"/>
              </a:ext>
            </a:extLst>
          </p:cNvPr>
          <p:cNvGrpSpPr/>
          <p:nvPr/>
        </p:nvGrpSpPr>
        <p:grpSpPr>
          <a:xfrm>
            <a:off x="21107141" y="8539573"/>
            <a:ext cx="3319443" cy="4722269"/>
            <a:chOff x="21107141" y="8539573"/>
            <a:chExt cx="3319443" cy="4722269"/>
          </a:xfrm>
        </p:grpSpPr>
        <p:grpSp>
          <p:nvGrpSpPr>
            <p:cNvPr id="22" name="Group 21">
              <a:extLst>
                <a:ext uri="{FF2B5EF4-FFF2-40B4-BE49-F238E27FC236}">
                  <a16:creationId xmlns:a16="http://schemas.microsoft.com/office/drawing/2014/main" id="{A768B32B-5064-BBA8-3576-BF4CC4A2070C}"/>
                </a:ext>
              </a:extLst>
            </p:cNvPr>
            <p:cNvGrpSpPr/>
            <p:nvPr/>
          </p:nvGrpSpPr>
          <p:grpSpPr>
            <a:xfrm>
              <a:off x="21107141" y="8539573"/>
              <a:ext cx="3319443" cy="4722269"/>
              <a:chOff x="2306670" y="3269946"/>
              <a:chExt cx="4059378" cy="5774907"/>
            </a:xfrm>
          </p:grpSpPr>
          <p:sp>
            <p:nvSpPr>
              <p:cNvPr id="30" name="AutoShape 2" descr="Rectangle: Rounded Corners 14">
                <a:extLst>
                  <a:ext uri="{FF2B5EF4-FFF2-40B4-BE49-F238E27FC236}">
                    <a16:creationId xmlns:a16="http://schemas.microsoft.com/office/drawing/2014/main" id="{C4D1CC72-EE00-48DE-2EF1-52C586363C48}"/>
                  </a:ext>
                </a:extLst>
              </p:cNvPr>
              <p:cNvSpPr>
                <a:spLocks/>
              </p:cNvSpPr>
              <p:nvPr/>
            </p:nvSpPr>
            <p:spPr bwMode="auto">
              <a:xfrm>
                <a:off x="2306670" y="3269946"/>
                <a:ext cx="3761622" cy="4927619"/>
              </a:xfrm>
              <a:prstGeom prst="roundRect">
                <a:avLst>
                  <a:gd name="adj" fmla="val 5491"/>
                </a:avLst>
              </a:prstGeom>
              <a:solidFill>
                <a:srgbClr val="FF0000"/>
              </a:solidFill>
              <a:ln>
                <a:noFill/>
              </a:ln>
              <a:effectLst>
                <a:outerShdw blurRad="787400" dist="368300" dir="5100000" algn="ctr" rotWithShape="0">
                  <a:schemeClr val="tx1">
                    <a:lumMod val="75000"/>
                    <a:alpha val="25000"/>
                  </a:schemeClr>
                </a:outerShdw>
              </a:effectLst>
              <a:extLst>
                <a:ext uri="{91240B29-F687-4F45-9708-019B960494DF}">
                  <a14:hiddenLine xmlns:a14="http://schemas.microsoft.com/office/drawing/2010/main" w="25400" cap="flat" cmpd="sng">
                    <a:solidFill>
                      <a:srgbClr val="000000"/>
                    </a:solidFill>
                    <a:prstDash val="solid"/>
                    <a:miter lim="400000"/>
                    <a:headEnd type="none" w="med" len="med"/>
                    <a:tailEnd type="none" w="med" len="med"/>
                  </a14:hiddenLine>
                </a:ext>
              </a:extLst>
            </p:spPr>
            <p:txBody>
              <a:bodyPr tIns="91440" bIns="91440" anchor="ctr"/>
              <a:lstStyle/>
              <a:p>
                <a:pPr algn="ctr"/>
                <a:endParaRPr lang="en-US" altLang="en-US">
                  <a:solidFill>
                    <a:srgbClr val="FFFFFF"/>
                  </a:solidFill>
                </a:endParaRPr>
              </a:p>
            </p:txBody>
          </p:sp>
          <p:sp>
            <p:nvSpPr>
              <p:cNvPr id="31" name="Oval 30">
                <a:extLst>
                  <a:ext uri="{FF2B5EF4-FFF2-40B4-BE49-F238E27FC236}">
                    <a16:creationId xmlns:a16="http://schemas.microsoft.com/office/drawing/2014/main" id="{A811B0C5-E8A6-2A76-7599-2681A3DF0DF2}"/>
                  </a:ext>
                </a:extLst>
              </p:cNvPr>
              <p:cNvSpPr/>
              <p:nvPr/>
            </p:nvSpPr>
            <p:spPr>
              <a:xfrm>
                <a:off x="3477866" y="3581085"/>
                <a:ext cx="1419229" cy="1419229"/>
              </a:xfrm>
              <a:prstGeom prst="ellipse">
                <a:avLst/>
              </a:prstGeom>
              <a:solidFill>
                <a:schemeClr val="bg2"/>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sp>
            <p:nvSpPr>
              <p:cNvPr id="32" name="Text Placeholder 29">
                <a:extLst>
                  <a:ext uri="{FF2B5EF4-FFF2-40B4-BE49-F238E27FC236}">
                    <a16:creationId xmlns:a16="http://schemas.microsoft.com/office/drawing/2014/main" id="{A4F6E7D0-7F66-F739-C160-7E13D6423362}"/>
                  </a:ext>
                </a:extLst>
              </p:cNvPr>
              <p:cNvSpPr txBox="1">
                <a:spLocks/>
              </p:cNvSpPr>
              <p:nvPr/>
            </p:nvSpPr>
            <p:spPr>
              <a:xfrm>
                <a:off x="2984121" y="5154914"/>
                <a:ext cx="2813497" cy="769659"/>
              </a:xfrm>
              <a:prstGeom prst="rect">
                <a:avLst/>
              </a:prstGeom>
            </p:spPr>
            <p:txBody>
              <a:bodyPr/>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lgn="l">
                  <a:spcBef>
                    <a:spcPts val="0"/>
                  </a:spcBef>
                </a:pPr>
                <a:r>
                  <a:rPr lang="en-US" sz="2400">
                    <a:solidFill>
                      <a:schemeClr val="bg1"/>
                    </a:solidFill>
                  </a:rPr>
                  <a:t>PLEASE NOTE</a:t>
                </a:r>
              </a:p>
            </p:txBody>
          </p:sp>
          <p:sp>
            <p:nvSpPr>
              <p:cNvPr id="33" name="Text Placeholder 22">
                <a:extLst>
                  <a:ext uri="{FF2B5EF4-FFF2-40B4-BE49-F238E27FC236}">
                    <a16:creationId xmlns:a16="http://schemas.microsoft.com/office/drawing/2014/main" id="{FE95224C-9A52-7F6F-58F1-5A82942F8039}"/>
                  </a:ext>
                </a:extLst>
              </p:cNvPr>
              <p:cNvSpPr txBox="1">
                <a:spLocks/>
              </p:cNvSpPr>
              <p:nvPr/>
            </p:nvSpPr>
            <p:spPr>
              <a:xfrm>
                <a:off x="2546822" y="5713107"/>
                <a:ext cx="3281316" cy="2361757"/>
              </a:xfrm>
              <a:prstGeom prst="rect">
                <a:avLst/>
              </a:prstGeom>
            </p:spPr>
            <p:txBody>
              <a:bodyPr/>
              <a:lstStyle>
                <a:lvl1pPr algn="ctr"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sz="1800">
                    <a:solidFill>
                      <a:schemeClr val="bg1"/>
                    </a:solidFill>
                  </a:rPr>
                  <a:t>If you want to add some pictures to columns, you should insert pictograms or numbers in columns. Don't know how? Take a look at </a:t>
                </a:r>
                <a:r>
                  <a:rPr lang="en-US" sz="1800" b="1">
                    <a:solidFill>
                      <a:schemeClr val="bg1"/>
                    </a:solidFill>
                    <a:hlinkClick r:id="rId2" action="ppaction://hlinksldjump">
                      <a:extLst>
                        <a:ext uri="{A12FA001-AC4F-418D-AE19-62706E023703}">
                          <ahyp:hlinkClr xmlns:ahyp="http://schemas.microsoft.com/office/drawing/2018/hyperlinkcolor" val="tx"/>
                        </a:ext>
                      </a:extLst>
                    </a:hlinkClick>
                  </a:rPr>
                  <a:t>this slide</a:t>
                </a:r>
                <a:r>
                  <a:rPr lang="en-US" sz="1800" b="1">
                    <a:solidFill>
                      <a:srgbClr val="0B1F2C"/>
                    </a:solidFill>
                  </a:rPr>
                  <a:t>.</a:t>
                </a:r>
              </a:p>
              <a:p>
                <a:pPr>
                  <a:spcBef>
                    <a:spcPts val="0"/>
                  </a:spcBef>
                </a:pPr>
                <a:endParaRPr lang="en-US" sz="1800" b="1">
                  <a:solidFill>
                    <a:srgbClr val="FF6B00"/>
                  </a:solidFill>
                </a:endParaRPr>
              </a:p>
            </p:txBody>
          </p:sp>
          <p:sp>
            <p:nvSpPr>
              <p:cNvPr id="34" name="Text Placeholder 29">
                <a:extLst>
                  <a:ext uri="{FF2B5EF4-FFF2-40B4-BE49-F238E27FC236}">
                    <a16:creationId xmlns:a16="http://schemas.microsoft.com/office/drawing/2014/main" id="{EC606908-6AC8-F29B-85D5-FC7528F257C5}"/>
                  </a:ext>
                </a:extLst>
              </p:cNvPr>
              <p:cNvSpPr txBox="1">
                <a:spLocks/>
              </p:cNvSpPr>
              <p:nvPr/>
            </p:nvSpPr>
            <p:spPr>
              <a:xfrm>
                <a:off x="2396609" y="8275194"/>
                <a:ext cx="3969439" cy="769659"/>
              </a:xfrm>
              <a:prstGeom prst="rect">
                <a:avLst/>
              </a:prstGeom>
            </p:spPr>
            <p:txBody>
              <a:bodyPr/>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lgn="l">
                  <a:spcBef>
                    <a:spcPts val="0"/>
                  </a:spcBef>
                </a:pPr>
                <a:r>
                  <a:rPr lang="en-US" sz="2000">
                    <a:solidFill>
                      <a:srgbClr val="FF0000"/>
                    </a:solidFill>
                  </a:rPr>
                  <a:t>Delete this note when you no longer need it</a:t>
                </a:r>
              </a:p>
            </p:txBody>
          </p:sp>
        </p:grpSp>
        <p:pic>
          <p:nvPicPr>
            <p:cNvPr id="29" name="Graphic 28">
              <a:extLst>
                <a:ext uri="{FF2B5EF4-FFF2-40B4-BE49-F238E27FC236}">
                  <a16:creationId xmlns:a16="http://schemas.microsoft.com/office/drawing/2014/main" id="{7DF58C8D-8792-30A8-9CDB-F6ADF4DA3C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293365" y="8990513"/>
              <a:ext cx="703511" cy="663840"/>
            </a:xfrm>
            <a:prstGeom prst="rect">
              <a:avLst/>
            </a:prstGeom>
          </p:spPr>
        </p:pic>
      </p:grpSp>
      <p:pic>
        <p:nvPicPr>
          <p:cNvPr id="35" name="Picture 34">
            <a:extLst>
              <a:ext uri="{FF2B5EF4-FFF2-40B4-BE49-F238E27FC236}">
                <a16:creationId xmlns:a16="http://schemas.microsoft.com/office/drawing/2014/main" id="{E1ADC7DF-BEF1-B992-207D-C42C06E1AB89}"/>
              </a:ext>
            </a:extLst>
          </p:cNvPr>
          <p:cNvPicPr>
            <a:picLocks noChangeAspect="1"/>
          </p:cNvPicPr>
          <p:nvPr/>
        </p:nvPicPr>
        <p:blipFill rotWithShape="1">
          <a:blip r:embed="rId4">
            <a:extLst>
              <a:ext uri="{28A0092B-C50C-407E-A947-70E740481C1C}">
                <a14:useLocalDpi xmlns:a14="http://schemas.microsoft.com/office/drawing/2010/main" val="0"/>
              </a:ext>
            </a:extLst>
          </a:blip>
          <a:srcRect l="-44764" t="55302" r="45710" b="1985"/>
          <a:stretch/>
        </p:blipFill>
        <p:spPr>
          <a:xfrm>
            <a:off x="-736428" y="0"/>
            <a:ext cx="1413659" cy="13716000"/>
          </a:xfrm>
          <a:prstGeom prst="rect">
            <a:avLst/>
          </a:prstGeom>
        </p:spPr>
      </p:pic>
    </p:spTree>
    <p:extLst>
      <p:ext uri="{BB962C8B-B14F-4D97-AF65-F5344CB8AC3E}">
        <p14:creationId xmlns:p14="http://schemas.microsoft.com/office/powerpoint/2010/main" val="3334286163"/>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118966F-6A7E-DB42-2547-F8632F36C9D1}"/>
              </a:ext>
            </a:extLst>
          </p:cNvPr>
          <p:cNvSpPr>
            <a:spLocks noGrp="1"/>
          </p:cNvSpPr>
          <p:nvPr>
            <p:ph type="ftr" sz="quarter" idx="27"/>
          </p:nvPr>
        </p:nvSpPr>
        <p:spPr/>
        <p:txBody>
          <a:bodyPr/>
          <a:lstStyle/>
          <a:p>
            <a:r>
              <a:rPr lang="en-US"/>
              <a:t>2024 © Retail Consult - All rights reserved</a:t>
            </a:r>
          </a:p>
        </p:txBody>
      </p:sp>
      <p:sp>
        <p:nvSpPr>
          <p:cNvPr id="5" name="Slide Number Placeholder 4">
            <a:extLst>
              <a:ext uri="{FF2B5EF4-FFF2-40B4-BE49-F238E27FC236}">
                <a16:creationId xmlns:a16="http://schemas.microsoft.com/office/drawing/2014/main" id="{A726C5DB-1C47-D6B2-BC86-FAE71938DA3D}"/>
              </a:ext>
            </a:extLst>
          </p:cNvPr>
          <p:cNvSpPr>
            <a:spLocks noGrp="1"/>
          </p:cNvSpPr>
          <p:nvPr>
            <p:ph type="sldNum" sz="quarter" idx="28"/>
          </p:nvPr>
        </p:nvSpPr>
        <p:spPr/>
        <p:txBody>
          <a:bodyPr/>
          <a:lstStyle/>
          <a:p>
            <a:fld id="{9A4417C4-43A3-444C-837D-103BA5C8224B}" type="slidenum">
              <a:rPr lang="en-US" smtClean="0"/>
              <a:pPr/>
              <a:t>38</a:t>
            </a:fld>
            <a:endParaRPr lang="en-US"/>
          </a:p>
        </p:txBody>
      </p:sp>
      <p:sp>
        <p:nvSpPr>
          <p:cNvPr id="7" name="AutoShape 1" descr="Rectangle: Rounded Corners 47">
            <a:extLst>
              <a:ext uri="{FF2B5EF4-FFF2-40B4-BE49-F238E27FC236}">
                <a16:creationId xmlns:a16="http://schemas.microsoft.com/office/drawing/2014/main" id="{FECDA217-1E2D-8449-5095-2326A3D207B7}"/>
              </a:ext>
            </a:extLst>
          </p:cNvPr>
          <p:cNvSpPr>
            <a:spLocks/>
          </p:cNvSpPr>
          <p:nvPr/>
        </p:nvSpPr>
        <p:spPr bwMode="auto">
          <a:xfrm>
            <a:off x="-71516" y="4936914"/>
            <a:ext cx="21196022" cy="6902450"/>
          </a:xfrm>
          <a:prstGeom prst="roundRect">
            <a:avLst>
              <a:gd name="adj" fmla="val 5951"/>
            </a:avLst>
          </a:prstGeom>
          <a:solidFill>
            <a:srgbClr val="FF6B00"/>
          </a:solidFill>
          <a:ln>
            <a:noFill/>
          </a:ln>
          <a:effectLst/>
        </p:spPr>
        <p:txBody>
          <a:bodyPr tIns="91440" bIns="91440" anchor="ctr"/>
          <a:lstStyle/>
          <a:p>
            <a:pPr algn="ctr"/>
            <a:endParaRPr lang="en-US" altLang="en-US">
              <a:solidFill>
                <a:srgbClr val="FFFFFF"/>
              </a:solidFill>
            </a:endParaRPr>
          </a:p>
        </p:txBody>
      </p:sp>
      <p:sp>
        <p:nvSpPr>
          <p:cNvPr id="8" name="AutoShape 2" descr="Rectangle: Rounded Corners 14">
            <a:extLst>
              <a:ext uri="{FF2B5EF4-FFF2-40B4-BE49-F238E27FC236}">
                <a16:creationId xmlns:a16="http://schemas.microsoft.com/office/drawing/2014/main" id="{4D8AF4A5-3A16-553D-93F0-C5AE83D21333}"/>
              </a:ext>
            </a:extLst>
          </p:cNvPr>
          <p:cNvSpPr>
            <a:spLocks/>
          </p:cNvSpPr>
          <p:nvPr/>
        </p:nvSpPr>
        <p:spPr bwMode="auto">
          <a:xfrm>
            <a:off x="18666943" y="3041449"/>
            <a:ext cx="4661995" cy="8272354"/>
          </a:xfrm>
          <a:prstGeom prst="roundRect">
            <a:avLst>
              <a:gd name="adj" fmla="val 5491"/>
            </a:avLst>
          </a:prstGeom>
          <a:solidFill>
            <a:srgbClr val="FFFFFF"/>
          </a:solidFill>
          <a:ln>
            <a:noFill/>
          </a:ln>
          <a:effectLst>
            <a:outerShdw blurRad="787400" dist="368300" dir="5100000" algn="ctr" rotWithShape="0">
              <a:schemeClr val="tx1">
                <a:lumMod val="75000"/>
                <a:alpha val="25000"/>
              </a:schemeClr>
            </a:outerShdw>
          </a:effectLst>
          <a:extLst>
            <a:ext uri="{91240B29-F687-4F45-9708-019B960494DF}">
              <a14:hiddenLine xmlns:a14="http://schemas.microsoft.com/office/drawing/2010/main" w="25400" cap="flat" cmpd="sng">
                <a:solidFill>
                  <a:srgbClr val="000000"/>
                </a:solidFill>
                <a:prstDash val="solid"/>
                <a:miter lim="400000"/>
                <a:headEnd type="none" w="med" len="med"/>
                <a:tailEnd type="none" w="med" len="med"/>
              </a14:hiddenLine>
            </a:ext>
          </a:extLst>
        </p:spPr>
        <p:txBody>
          <a:bodyPr tIns="91440" bIns="91440" anchor="ctr"/>
          <a:lstStyle/>
          <a:p>
            <a:pPr algn="ctr"/>
            <a:endParaRPr lang="en-US" altLang="en-US">
              <a:solidFill>
                <a:srgbClr val="FFFFFF"/>
              </a:solidFill>
            </a:endParaRPr>
          </a:p>
        </p:txBody>
      </p:sp>
      <p:sp>
        <p:nvSpPr>
          <p:cNvPr id="11" name="Oval 10">
            <a:extLst>
              <a:ext uri="{FF2B5EF4-FFF2-40B4-BE49-F238E27FC236}">
                <a16:creationId xmlns:a16="http://schemas.microsoft.com/office/drawing/2014/main" id="{63E17114-E0FD-F976-948C-BBE7CA68E1C4}"/>
              </a:ext>
            </a:extLst>
          </p:cNvPr>
          <p:cNvSpPr/>
          <p:nvPr/>
        </p:nvSpPr>
        <p:spPr>
          <a:xfrm>
            <a:off x="19764720" y="3349978"/>
            <a:ext cx="2476500" cy="2476500"/>
          </a:xfrm>
          <a:prstGeom prst="ellipse">
            <a:avLst/>
          </a:prstGeom>
          <a:solidFill>
            <a:srgbClr val="FF6B00"/>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sp>
        <p:nvSpPr>
          <p:cNvPr id="14" name="Text Placeholder 29">
            <a:extLst>
              <a:ext uri="{FF2B5EF4-FFF2-40B4-BE49-F238E27FC236}">
                <a16:creationId xmlns:a16="http://schemas.microsoft.com/office/drawing/2014/main" id="{F8F5FA31-56FD-3AEA-9F97-E3FDEAED4555}"/>
              </a:ext>
            </a:extLst>
          </p:cNvPr>
          <p:cNvSpPr txBox="1">
            <a:spLocks/>
          </p:cNvSpPr>
          <p:nvPr/>
        </p:nvSpPr>
        <p:spPr>
          <a:xfrm>
            <a:off x="19145506" y="6041563"/>
            <a:ext cx="3756521" cy="1343025"/>
          </a:xfrm>
          <a:prstGeom prst="rect">
            <a:avLst/>
          </a:prstGeom>
        </p:spPr>
        <p:txBody>
          <a:bodyPr/>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15" name="Text Placeholder 22">
            <a:extLst>
              <a:ext uri="{FF2B5EF4-FFF2-40B4-BE49-F238E27FC236}">
                <a16:creationId xmlns:a16="http://schemas.microsoft.com/office/drawing/2014/main" id="{875A0E47-A0A3-109C-17B6-6119284ED5F9}"/>
              </a:ext>
            </a:extLst>
          </p:cNvPr>
          <p:cNvSpPr txBox="1">
            <a:spLocks/>
          </p:cNvSpPr>
          <p:nvPr/>
        </p:nvSpPr>
        <p:spPr>
          <a:xfrm>
            <a:off x="19145507" y="7252711"/>
            <a:ext cx="3756520" cy="3421840"/>
          </a:xfrm>
          <a:prstGeom prst="rect">
            <a:avLst/>
          </a:prstGeom>
        </p:spPr>
        <p:txBody>
          <a:bodyPr/>
          <a:lstStyle>
            <a:lvl1pPr algn="ctr"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16" name="Text Placeholder 29">
            <a:extLst>
              <a:ext uri="{FF2B5EF4-FFF2-40B4-BE49-F238E27FC236}">
                <a16:creationId xmlns:a16="http://schemas.microsoft.com/office/drawing/2014/main" id="{3F6BB76E-E5C6-CED2-3185-C4BCB22E3CB4}"/>
              </a:ext>
            </a:extLst>
          </p:cNvPr>
          <p:cNvSpPr txBox="1">
            <a:spLocks/>
          </p:cNvSpPr>
          <p:nvPr/>
        </p:nvSpPr>
        <p:spPr>
          <a:xfrm>
            <a:off x="1427163" y="5748865"/>
            <a:ext cx="16601626" cy="829136"/>
          </a:xfrm>
          <a:prstGeom prst="rect">
            <a:avLst/>
          </a:prstGeom>
        </p:spPr>
        <p:txBody>
          <a:bodyPr/>
          <a:lstStyle>
            <a:lvl1pPr algn="l" defTabSz="825500" eaLnBrk="1" hangingPunct="1">
              <a:spcBef>
                <a:spcPts val="5200"/>
              </a:spcBef>
              <a:defRPr sz="3600" b="1">
                <a:solidFill>
                  <a:schemeClr val="bg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17" name="Text Placeholder 22">
            <a:extLst>
              <a:ext uri="{FF2B5EF4-FFF2-40B4-BE49-F238E27FC236}">
                <a16:creationId xmlns:a16="http://schemas.microsoft.com/office/drawing/2014/main" id="{3E746AA2-0967-4900-DB4E-28CFFB35547D}"/>
              </a:ext>
            </a:extLst>
          </p:cNvPr>
          <p:cNvSpPr txBox="1">
            <a:spLocks/>
          </p:cNvSpPr>
          <p:nvPr/>
        </p:nvSpPr>
        <p:spPr>
          <a:xfrm>
            <a:off x="1427164" y="6433074"/>
            <a:ext cx="16601628" cy="4987513"/>
          </a:xfrm>
          <a:prstGeom prst="rect">
            <a:avLst/>
          </a:prstGeom>
        </p:spPr>
        <p:txBody>
          <a:bodyPr/>
          <a:lstStyle>
            <a:lvl1pPr algn="l" defTabSz="825500" eaLnBrk="1" hangingPunct="1">
              <a:spcBef>
                <a:spcPts val="5200"/>
              </a:spcBef>
              <a:defRPr sz="2600">
                <a:solidFill>
                  <a:schemeClr val="bg1"/>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12" name="Text Placeholder 1">
            <a:extLst>
              <a:ext uri="{FF2B5EF4-FFF2-40B4-BE49-F238E27FC236}">
                <a16:creationId xmlns:a16="http://schemas.microsoft.com/office/drawing/2014/main" id="{086AF242-617E-70B3-6E6E-3C115FC91FB9}"/>
              </a:ext>
            </a:extLst>
          </p:cNvPr>
          <p:cNvSpPr>
            <a:spLocks noGrp="1"/>
          </p:cNvSpPr>
          <p:nvPr>
            <p:ph type="body" sz="quarter" idx="24"/>
          </p:nvPr>
        </p:nvSpPr>
        <p:spPr>
          <a:xfrm>
            <a:off x="1333379" y="1122109"/>
            <a:ext cx="17103516" cy="1025946"/>
          </a:xfrm>
        </p:spPr>
        <p:txBody>
          <a:bodyPr>
            <a:normAutofit/>
          </a:bodyPr>
          <a:lstStyle/>
          <a:p>
            <a:r>
              <a:rPr lang="en-US"/>
              <a:t>Click to add title</a:t>
            </a:r>
          </a:p>
        </p:txBody>
      </p:sp>
      <p:sp>
        <p:nvSpPr>
          <p:cNvPr id="13" name="Text Placeholder 2">
            <a:extLst>
              <a:ext uri="{FF2B5EF4-FFF2-40B4-BE49-F238E27FC236}">
                <a16:creationId xmlns:a16="http://schemas.microsoft.com/office/drawing/2014/main" id="{01CCBDDC-0963-8615-5BDE-B62E4276F929}"/>
              </a:ext>
            </a:extLst>
          </p:cNvPr>
          <p:cNvSpPr>
            <a:spLocks noGrp="1"/>
          </p:cNvSpPr>
          <p:nvPr>
            <p:ph type="body" sz="quarter" idx="25"/>
          </p:nvPr>
        </p:nvSpPr>
        <p:spPr>
          <a:xfrm>
            <a:off x="1333379" y="2148055"/>
            <a:ext cx="18391140" cy="844550"/>
          </a:xfrm>
        </p:spPr>
        <p:txBody>
          <a:bodyPr/>
          <a:lstStyle/>
          <a:p>
            <a:endParaRPr lang="en-US"/>
          </a:p>
        </p:txBody>
      </p:sp>
      <p:grpSp>
        <p:nvGrpSpPr>
          <p:cNvPr id="35" name="Group 34">
            <a:extLst>
              <a:ext uri="{FF2B5EF4-FFF2-40B4-BE49-F238E27FC236}">
                <a16:creationId xmlns:a16="http://schemas.microsoft.com/office/drawing/2014/main" id="{4D4C84B4-86A2-9D75-7E7E-398D11B912EC}"/>
              </a:ext>
            </a:extLst>
          </p:cNvPr>
          <p:cNvGrpSpPr/>
          <p:nvPr/>
        </p:nvGrpSpPr>
        <p:grpSpPr>
          <a:xfrm>
            <a:off x="21107141" y="8539573"/>
            <a:ext cx="3319443" cy="4722269"/>
            <a:chOff x="21107141" y="8539573"/>
            <a:chExt cx="3319443" cy="4722269"/>
          </a:xfrm>
        </p:grpSpPr>
        <p:grpSp>
          <p:nvGrpSpPr>
            <p:cNvPr id="36" name="Group 35">
              <a:extLst>
                <a:ext uri="{FF2B5EF4-FFF2-40B4-BE49-F238E27FC236}">
                  <a16:creationId xmlns:a16="http://schemas.microsoft.com/office/drawing/2014/main" id="{10F61798-BB1A-6DAA-8648-345900F8F963}"/>
                </a:ext>
              </a:extLst>
            </p:cNvPr>
            <p:cNvGrpSpPr/>
            <p:nvPr/>
          </p:nvGrpSpPr>
          <p:grpSpPr>
            <a:xfrm>
              <a:off x="21107141" y="8539573"/>
              <a:ext cx="3319443" cy="4722269"/>
              <a:chOff x="2306670" y="3269946"/>
              <a:chExt cx="4059378" cy="5774907"/>
            </a:xfrm>
          </p:grpSpPr>
          <p:sp>
            <p:nvSpPr>
              <p:cNvPr id="38" name="AutoShape 2" descr="Rectangle: Rounded Corners 14">
                <a:extLst>
                  <a:ext uri="{FF2B5EF4-FFF2-40B4-BE49-F238E27FC236}">
                    <a16:creationId xmlns:a16="http://schemas.microsoft.com/office/drawing/2014/main" id="{E872C559-97E3-B067-343C-77143CFE0EFD}"/>
                  </a:ext>
                </a:extLst>
              </p:cNvPr>
              <p:cNvSpPr>
                <a:spLocks/>
              </p:cNvSpPr>
              <p:nvPr/>
            </p:nvSpPr>
            <p:spPr bwMode="auto">
              <a:xfrm>
                <a:off x="2306670" y="3269946"/>
                <a:ext cx="3761622" cy="4927619"/>
              </a:xfrm>
              <a:prstGeom prst="roundRect">
                <a:avLst>
                  <a:gd name="adj" fmla="val 5491"/>
                </a:avLst>
              </a:prstGeom>
              <a:solidFill>
                <a:srgbClr val="FF0000"/>
              </a:solidFill>
              <a:ln>
                <a:noFill/>
              </a:ln>
              <a:effectLst>
                <a:outerShdw blurRad="787400" dist="368300" dir="5100000" algn="ctr" rotWithShape="0">
                  <a:schemeClr val="tx1">
                    <a:lumMod val="75000"/>
                    <a:alpha val="25000"/>
                  </a:schemeClr>
                </a:outerShdw>
              </a:effectLst>
              <a:extLst>
                <a:ext uri="{91240B29-F687-4F45-9708-019B960494DF}">
                  <a14:hiddenLine xmlns:a14="http://schemas.microsoft.com/office/drawing/2010/main" w="25400" cap="flat" cmpd="sng">
                    <a:solidFill>
                      <a:srgbClr val="000000"/>
                    </a:solidFill>
                    <a:prstDash val="solid"/>
                    <a:miter lim="400000"/>
                    <a:headEnd type="none" w="med" len="med"/>
                    <a:tailEnd type="none" w="med" len="med"/>
                  </a14:hiddenLine>
                </a:ext>
              </a:extLst>
            </p:spPr>
            <p:txBody>
              <a:bodyPr tIns="91440" bIns="91440" anchor="ctr"/>
              <a:lstStyle/>
              <a:p>
                <a:pPr algn="ctr"/>
                <a:endParaRPr lang="en-US" altLang="en-US">
                  <a:solidFill>
                    <a:srgbClr val="FFFFFF"/>
                  </a:solidFill>
                </a:endParaRPr>
              </a:p>
            </p:txBody>
          </p:sp>
          <p:sp>
            <p:nvSpPr>
              <p:cNvPr id="39" name="Oval 38">
                <a:extLst>
                  <a:ext uri="{FF2B5EF4-FFF2-40B4-BE49-F238E27FC236}">
                    <a16:creationId xmlns:a16="http://schemas.microsoft.com/office/drawing/2014/main" id="{D6C0EDF5-6C53-7685-D920-F824E2DCC1A6}"/>
                  </a:ext>
                </a:extLst>
              </p:cNvPr>
              <p:cNvSpPr/>
              <p:nvPr/>
            </p:nvSpPr>
            <p:spPr>
              <a:xfrm>
                <a:off x="3477866" y="3581085"/>
                <a:ext cx="1419229" cy="1419229"/>
              </a:xfrm>
              <a:prstGeom prst="ellipse">
                <a:avLst/>
              </a:prstGeom>
              <a:solidFill>
                <a:schemeClr val="bg2"/>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sp>
            <p:nvSpPr>
              <p:cNvPr id="40" name="Text Placeholder 29">
                <a:extLst>
                  <a:ext uri="{FF2B5EF4-FFF2-40B4-BE49-F238E27FC236}">
                    <a16:creationId xmlns:a16="http://schemas.microsoft.com/office/drawing/2014/main" id="{9002E19B-5987-52FC-C980-FCB3C6B8E6E2}"/>
                  </a:ext>
                </a:extLst>
              </p:cNvPr>
              <p:cNvSpPr txBox="1">
                <a:spLocks/>
              </p:cNvSpPr>
              <p:nvPr/>
            </p:nvSpPr>
            <p:spPr>
              <a:xfrm>
                <a:off x="2984121" y="5154914"/>
                <a:ext cx="2813497" cy="769659"/>
              </a:xfrm>
              <a:prstGeom prst="rect">
                <a:avLst/>
              </a:prstGeom>
            </p:spPr>
            <p:txBody>
              <a:bodyPr/>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lgn="l">
                  <a:spcBef>
                    <a:spcPts val="0"/>
                  </a:spcBef>
                </a:pPr>
                <a:r>
                  <a:rPr lang="en-US" sz="2400">
                    <a:solidFill>
                      <a:schemeClr val="bg1"/>
                    </a:solidFill>
                  </a:rPr>
                  <a:t>PLEASE NOTE</a:t>
                </a:r>
              </a:p>
            </p:txBody>
          </p:sp>
          <p:sp>
            <p:nvSpPr>
              <p:cNvPr id="42" name="Text Placeholder 22">
                <a:extLst>
                  <a:ext uri="{FF2B5EF4-FFF2-40B4-BE49-F238E27FC236}">
                    <a16:creationId xmlns:a16="http://schemas.microsoft.com/office/drawing/2014/main" id="{ABD73E81-698A-EDE2-5F92-8E0BB8037010}"/>
                  </a:ext>
                </a:extLst>
              </p:cNvPr>
              <p:cNvSpPr txBox="1">
                <a:spLocks/>
              </p:cNvSpPr>
              <p:nvPr/>
            </p:nvSpPr>
            <p:spPr>
              <a:xfrm>
                <a:off x="2546822" y="5713107"/>
                <a:ext cx="3281316" cy="2361757"/>
              </a:xfrm>
              <a:prstGeom prst="rect">
                <a:avLst/>
              </a:prstGeom>
            </p:spPr>
            <p:txBody>
              <a:bodyPr/>
              <a:lstStyle>
                <a:lvl1pPr algn="ctr"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sz="1800">
                    <a:solidFill>
                      <a:schemeClr val="bg1"/>
                    </a:solidFill>
                  </a:rPr>
                  <a:t>If you want to add some pictures to columns, you should insert pictograms or numbers in columns. Don't know how? Take a look at </a:t>
                </a:r>
                <a:r>
                  <a:rPr lang="en-US" sz="1800" b="1">
                    <a:solidFill>
                      <a:schemeClr val="bg1"/>
                    </a:solidFill>
                    <a:hlinkClick r:id="rId2" action="ppaction://hlinksldjump">
                      <a:extLst>
                        <a:ext uri="{A12FA001-AC4F-418D-AE19-62706E023703}">
                          <ahyp:hlinkClr xmlns:ahyp="http://schemas.microsoft.com/office/drawing/2018/hyperlinkcolor" val="tx"/>
                        </a:ext>
                      </a:extLst>
                    </a:hlinkClick>
                  </a:rPr>
                  <a:t>this slide</a:t>
                </a:r>
                <a:r>
                  <a:rPr lang="en-US" sz="1800" b="1">
                    <a:solidFill>
                      <a:schemeClr val="bg1"/>
                    </a:solidFill>
                  </a:rPr>
                  <a:t>.</a:t>
                </a:r>
              </a:p>
              <a:p>
                <a:pPr>
                  <a:spcBef>
                    <a:spcPts val="0"/>
                  </a:spcBef>
                </a:pPr>
                <a:endParaRPr lang="en-US" sz="1800" b="1">
                  <a:solidFill>
                    <a:srgbClr val="FF6B00"/>
                  </a:solidFill>
                </a:endParaRPr>
              </a:p>
            </p:txBody>
          </p:sp>
          <p:sp>
            <p:nvSpPr>
              <p:cNvPr id="43" name="Text Placeholder 29">
                <a:extLst>
                  <a:ext uri="{FF2B5EF4-FFF2-40B4-BE49-F238E27FC236}">
                    <a16:creationId xmlns:a16="http://schemas.microsoft.com/office/drawing/2014/main" id="{5D590B2F-492D-50F6-478D-0D2A5E3EAD64}"/>
                  </a:ext>
                </a:extLst>
              </p:cNvPr>
              <p:cNvSpPr txBox="1">
                <a:spLocks/>
              </p:cNvSpPr>
              <p:nvPr/>
            </p:nvSpPr>
            <p:spPr>
              <a:xfrm>
                <a:off x="2396609" y="8275194"/>
                <a:ext cx="3969439" cy="769659"/>
              </a:xfrm>
              <a:prstGeom prst="rect">
                <a:avLst/>
              </a:prstGeom>
            </p:spPr>
            <p:txBody>
              <a:bodyPr/>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lgn="l">
                  <a:spcBef>
                    <a:spcPts val="0"/>
                  </a:spcBef>
                </a:pPr>
                <a:r>
                  <a:rPr lang="en-US" sz="2000">
                    <a:solidFill>
                      <a:srgbClr val="FF0000"/>
                    </a:solidFill>
                  </a:rPr>
                  <a:t>Delete this note when you no longer need it</a:t>
                </a:r>
              </a:p>
            </p:txBody>
          </p:sp>
        </p:grpSp>
        <p:pic>
          <p:nvPicPr>
            <p:cNvPr id="37" name="Graphic 36">
              <a:extLst>
                <a:ext uri="{FF2B5EF4-FFF2-40B4-BE49-F238E27FC236}">
                  <a16:creationId xmlns:a16="http://schemas.microsoft.com/office/drawing/2014/main" id="{90E7691E-3D82-2900-E961-4A4DAE8BC3E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293365" y="8990513"/>
              <a:ext cx="703511" cy="663840"/>
            </a:xfrm>
            <a:prstGeom prst="rect">
              <a:avLst/>
            </a:prstGeom>
          </p:spPr>
        </p:pic>
      </p:grpSp>
      <p:pic>
        <p:nvPicPr>
          <p:cNvPr id="44" name="Picture 43">
            <a:extLst>
              <a:ext uri="{FF2B5EF4-FFF2-40B4-BE49-F238E27FC236}">
                <a16:creationId xmlns:a16="http://schemas.microsoft.com/office/drawing/2014/main" id="{4B81AA75-E405-F89E-0A03-F3343C985D4E}"/>
              </a:ext>
            </a:extLst>
          </p:cNvPr>
          <p:cNvPicPr>
            <a:picLocks noChangeAspect="1"/>
          </p:cNvPicPr>
          <p:nvPr/>
        </p:nvPicPr>
        <p:blipFill rotWithShape="1">
          <a:blip r:embed="rId4">
            <a:extLst>
              <a:ext uri="{28A0092B-C50C-407E-A947-70E740481C1C}">
                <a14:useLocalDpi xmlns:a14="http://schemas.microsoft.com/office/drawing/2010/main" val="0"/>
              </a:ext>
            </a:extLst>
          </a:blip>
          <a:srcRect l="-44764" t="55302" r="45710" b="1985"/>
          <a:stretch/>
        </p:blipFill>
        <p:spPr>
          <a:xfrm>
            <a:off x="-736428" y="0"/>
            <a:ext cx="1413659" cy="13716000"/>
          </a:xfrm>
          <a:prstGeom prst="rect">
            <a:avLst/>
          </a:prstGeom>
        </p:spPr>
      </p:pic>
    </p:spTree>
    <p:extLst>
      <p:ext uri="{BB962C8B-B14F-4D97-AF65-F5344CB8AC3E}">
        <p14:creationId xmlns:p14="http://schemas.microsoft.com/office/powerpoint/2010/main" val="674412119"/>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118966F-6A7E-DB42-2547-F8632F36C9D1}"/>
              </a:ext>
            </a:extLst>
          </p:cNvPr>
          <p:cNvSpPr>
            <a:spLocks noGrp="1"/>
          </p:cNvSpPr>
          <p:nvPr>
            <p:ph type="ftr" sz="quarter" idx="27"/>
          </p:nvPr>
        </p:nvSpPr>
        <p:spPr/>
        <p:txBody>
          <a:bodyPr/>
          <a:lstStyle/>
          <a:p>
            <a:r>
              <a:rPr lang="en-US"/>
              <a:t>2024 © Retail Consult - All rights reserved</a:t>
            </a:r>
          </a:p>
        </p:txBody>
      </p:sp>
      <p:sp>
        <p:nvSpPr>
          <p:cNvPr id="5" name="Slide Number Placeholder 4">
            <a:extLst>
              <a:ext uri="{FF2B5EF4-FFF2-40B4-BE49-F238E27FC236}">
                <a16:creationId xmlns:a16="http://schemas.microsoft.com/office/drawing/2014/main" id="{A726C5DB-1C47-D6B2-BC86-FAE71938DA3D}"/>
              </a:ext>
            </a:extLst>
          </p:cNvPr>
          <p:cNvSpPr>
            <a:spLocks noGrp="1"/>
          </p:cNvSpPr>
          <p:nvPr>
            <p:ph type="sldNum" sz="quarter" idx="28"/>
          </p:nvPr>
        </p:nvSpPr>
        <p:spPr/>
        <p:txBody>
          <a:bodyPr/>
          <a:lstStyle/>
          <a:p>
            <a:fld id="{9A4417C4-43A3-444C-837D-103BA5C8224B}" type="slidenum">
              <a:rPr lang="en-US" smtClean="0"/>
              <a:pPr/>
              <a:t>39</a:t>
            </a:fld>
            <a:endParaRPr lang="en-US"/>
          </a:p>
        </p:txBody>
      </p:sp>
      <p:sp>
        <p:nvSpPr>
          <p:cNvPr id="7" name="AutoShape 1" descr="Rectangle: Rounded Corners 47">
            <a:extLst>
              <a:ext uri="{FF2B5EF4-FFF2-40B4-BE49-F238E27FC236}">
                <a16:creationId xmlns:a16="http://schemas.microsoft.com/office/drawing/2014/main" id="{63DEC6B6-3FEA-1211-1E01-89703AD0FEAC}"/>
              </a:ext>
            </a:extLst>
          </p:cNvPr>
          <p:cNvSpPr>
            <a:spLocks/>
          </p:cNvSpPr>
          <p:nvPr/>
        </p:nvSpPr>
        <p:spPr bwMode="auto">
          <a:xfrm>
            <a:off x="3941114" y="5550248"/>
            <a:ext cx="12885737" cy="6902450"/>
          </a:xfrm>
          <a:prstGeom prst="roundRect">
            <a:avLst>
              <a:gd name="adj" fmla="val 2977"/>
            </a:avLst>
          </a:prstGeom>
          <a:solidFill>
            <a:srgbClr val="FF6B00"/>
          </a:solidFill>
          <a:ln>
            <a:noFill/>
          </a:ln>
          <a:effectLst/>
        </p:spPr>
        <p:txBody>
          <a:bodyPr tIns="91440" bIns="91440" anchor="ctr"/>
          <a:lstStyle/>
          <a:p>
            <a:pPr algn="ctr"/>
            <a:endParaRPr lang="en-US" altLang="en-US">
              <a:solidFill>
                <a:srgbClr val="FFFFFF"/>
              </a:solidFill>
            </a:endParaRPr>
          </a:p>
        </p:txBody>
      </p:sp>
      <p:sp>
        <p:nvSpPr>
          <p:cNvPr id="8" name="AutoShape 2" descr="Rectangle: Rounded Corners 14">
            <a:extLst>
              <a:ext uri="{FF2B5EF4-FFF2-40B4-BE49-F238E27FC236}">
                <a16:creationId xmlns:a16="http://schemas.microsoft.com/office/drawing/2014/main" id="{694D472E-5222-95A0-EEDA-F6510B472989}"/>
              </a:ext>
            </a:extLst>
          </p:cNvPr>
          <p:cNvSpPr>
            <a:spLocks/>
          </p:cNvSpPr>
          <p:nvPr/>
        </p:nvSpPr>
        <p:spPr bwMode="auto">
          <a:xfrm>
            <a:off x="14495852" y="3374783"/>
            <a:ext cx="4661995" cy="8272354"/>
          </a:xfrm>
          <a:prstGeom prst="roundRect">
            <a:avLst>
              <a:gd name="adj" fmla="val 5491"/>
            </a:avLst>
          </a:prstGeom>
          <a:solidFill>
            <a:srgbClr val="FFFFFF"/>
          </a:solidFill>
          <a:ln>
            <a:noFill/>
          </a:ln>
          <a:effectLst>
            <a:outerShdw blurRad="787400" dist="368300" dir="5100000" algn="ctr" rotWithShape="0">
              <a:schemeClr val="tx1">
                <a:lumMod val="75000"/>
                <a:alpha val="25000"/>
              </a:schemeClr>
            </a:outerShdw>
          </a:effectLst>
          <a:extLst>
            <a:ext uri="{91240B29-F687-4F45-9708-019B960494DF}">
              <a14:hiddenLine xmlns:a14="http://schemas.microsoft.com/office/drawing/2010/main" w="25400" cap="flat" cmpd="sng">
                <a:solidFill>
                  <a:srgbClr val="000000"/>
                </a:solidFill>
                <a:prstDash val="solid"/>
                <a:miter lim="400000"/>
                <a:headEnd type="none" w="med" len="med"/>
                <a:tailEnd type="none" w="med" len="med"/>
              </a14:hiddenLine>
            </a:ext>
          </a:extLst>
        </p:spPr>
        <p:txBody>
          <a:bodyPr tIns="91440" bIns="91440" anchor="ctr"/>
          <a:lstStyle/>
          <a:p>
            <a:pPr algn="ctr"/>
            <a:endParaRPr lang="en-US" altLang="en-US">
              <a:solidFill>
                <a:srgbClr val="FFFFFF"/>
              </a:solidFill>
            </a:endParaRPr>
          </a:p>
        </p:txBody>
      </p:sp>
      <p:sp>
        <p:nvSpPr>
          <p:cNvPr id="13" name="Oval 12">
            <a:extLst>
              <a:ext uri="{FF2B5EF4-FFF2-40B4-BE49-F238E27FC236}">
                <a16:creationId xmlns:a16="http://schemas.microsoft.com/office/drawing/2014/main" id="{E1421B5B-53FA-3B69-900B-7277E6F3FBE8}"/>
              </a:ext>
            </a:extLst>
          </p:cNvPr>
          <p:cNvSpPr/>
          <p:nvPr/>
        </p:nvSpPr>
        <p:spPr>
          <a:xfrm>
            <a:off x="15588600" y="3683312"/>
            <a:ext cx="2476500" cy="2476500"/>
          </a:xfrm>
          <a:prstGeom prst="ellipse">
            <a:avLst/>
          </a:prstGeom>
          <a:solidFill>
            <a:srgbClr val="FF6B00"/>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sp>
        <p:nvSpPr>
          <p:cNvPr id="14" name="Text Placeholder 29">
            <a:extLst>
              <a:ext uri="{FF2B5EF4-FFF2-40B4-BE49-F238E27FC236}">
                <a16:creationId xmlns:a16="http://schemas.microsoft.com/office/drawing/2014/main" id="{BD69E598-BB65-AA90-418F-AB347C5450CD}"/>
              </a:ext>
            </a:extLst>
          </p:cNvPr>
          <p:cNvSpPr txBox="1">
            <a:spLocks/>
          </p:cNvSpPr>
          <p:nvPr/>
        </p:nvSpPr>
        <p:spPr>
          <a:xfrm>
            <a:off x="14843388" y="6481039"/>
            <a:ext cx="3756521" cy="1343025"/>
          </a:xfrm>
          <a:prstGeom prst="rect">
            <a:avLst/>
          </a:prstGeom>
        </p:spPr>
        <p:txBody>
          <a:bodyPr/>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15" name="Text Placeholder 22">
            <a:extLst>
              <a:ext uri="{FF2B5EF4-FFF2-40B4-BE49-F238E27FC236}">
                <a16:creationId xmlns:a16="http://schemas.microsoft.com/office/drawing/2014/main" id="{0AE50482-20F4-3F77-3C2A-58701669F097}"/>
              </a:ext>
            </a:extLst>
          </p:cNvPr>
          <p:cNvSpPr txBox="1">
            <a:spLocks/>
          </p:cNvSpPr>
          <p:nvPr/>
        </p:nvSpPr>
        <p:spPr>
          <a:xfrm>
            <a:off x="14843389" y="7692187"/>
            <a:ext cx="3756520" cy="3421840"/>
          </a:xfrm>
          <a:prstGeom prst="rect">
            <a:avLst/>
          </a:prstGeom>
        </p:spPr>
        <p:txBody>
          <a:bodyPr/>
          <a:lstStyle>
            <a:lvl1pPr algn="ctr"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16" name="Text Placeholder 29">
            <a:extLst>
              <a:ext uri="{FF2B5EF4-FFF2-40B4-BE49-F238E27FC236}">
                <a16:creationId xmlns:a16="http://schemas.microsoft.com/office/drawing/2014/main" id="{AD8652FA-3967-DAE1-E27B-E582C4056394}"/>
              </a:ext>
            </a:extLst>
          </p:cNvPr>
          <p:cNvSpPr txBox="1">
            <a:spLocks/>
          </p:cNvSpPr>
          <p:nvPr/>
        </p:nvSpPr>
        <p:spPr>
          <a:xfrm>
            <a:off x="4563845" y="6468341"/>
            <a:ext cx="9213301" cy="829136"/>
          </a:xfrm>
          <a:prstGeom prst="rect">
            <a:avLst/>
          </a:prstGeom>
        </p:spPr>
        <p:txBody>
          <a:bodyPr/>
          <a:lstStyle>
            <a:lvl1pPr algn="l" defTabSz="825500" eaLnBrk="1" hangingPunct="1">
              <a:spcBef>
                <a:spcPts val="5200"/>
              </a:spcBef>
              <a:defRPr sz="3600" b="1">
                <a:solidFill>
                  <a:schemeClr val="bg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17" name="Text Placeholder 22">
            <a:extLst>
              <a:ext uri="{FF2B5EF4-FFF2-40B4-BE49-F238E27FC236}">
                <a16:creationId xmlns:a16="http://schemas.microsoft.com/office/drawing/2014/main" id="{604DECE6-DED9-E81F-B8EE-7D6EA8F984FC}"/>
              </a:ext>
            </a:extLst>
          </p:cNvPr>
          <p:cNvSpPr txBox="1">
            <a:spLocks/>
          </p:cNvSpPr>
          <p:nvPr/>
        </p:nvSpPr>
        <p:spPr>
          <a:xfrm>
            <a:off x="4563846" y="7152550"/>
            <a:ext cx="9213302" cy="4987513"/>
          </a:xfrm>
          <a:prstGeom prst="rect">
            <a:avLst/>
          </a:prstGeom>
        </p:spPr>
        <p:txBody>
          <a:bodyPr/>
          <a:lstStyle>
            <a:lvl1pPr algn="l" defTabSz="825500" eaLnBrk="1" hangingPunct="1">
              <a:spcBef>
                <a:spcPts val="5200"/>
              </a:spcBef>
              <a:defRPr sz="2600">
                <a:solidFill>
                  <a:schemeClr val="bg1"/>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11" name="Text Placeholder 1">
            <a:extLst>
              <a:ext uri="{FF2B5EF4-FFF2-40B4-BE49-F238E27FC236}">
                <a16:creationId xmlns:a16="http://schemas.microsoft.com/office/drawing/2014/main" id="{DBB5A35D-4BC6-3D49-7D3D-06F52FFAD405}"/>
              </a:ext>
            </a:extLst>
          </p:cNvPr>
          <p:cNvSpPr>
            <a:spLocks noGrp="1"/>
          </p:cNvSpPr>
          <p:nvPr>
            <p:ph type="body" sz="quarter" idx="24"/>
          </p:nvPr>
        </p:nvSpPr>
        <p:spPr>
          <a:xfrm>
            <a:off x="1333379" y="1122109"/>
            <a:ext cx="17103516" cy="1025946"/>
          </a:xfrm>
        </p:spPr>
        <p:txBody>
          <a:bodyPr>
            <a:normAutofit/>
          </a:bodyPr>
          <a:lstStyle/>
          <a:p>
            <a:r>
              <a:rPr lang="en-US"/>
              <a:t>Click to add title</a:t>
            </a:r>
          </a:p>
        </p:txBody>
      </p:sp>
      <p:sp>
        <p:nvSpPr>
          <p:cNvPr id="12" name="Text Placeholder 2">
            <a:extLst>
              <a:ext uri="{FF2B5EF4-FFF2-40B4-BE49-F238E27FC236}">
                <a16:creationId xmlns:a16="http://schemas.microsoft.com/office/drawing/2014/main" id="{AE8738FD-A46B-8929-1416-3368A9C8BE06}"/>
              </a:ext>
            </a:extLst>
          </p:cNvPr>
          <p:cNvSpPr>
            <a:spLocks noGrp="1"/>
          </p:cNvSpPr>
          <p:nvPr>
            <p:ph type="body" sz="quarter" idx="25"/>
          </p:nvPr>
        </p:nvSpPr>
        <p:spPr>
          <a:xfrm>
            <a:off x="1333379" y="2148055"/>
            <a:ext cx="18391140" cy="844550"/>
          </a:xfrm>
        </p:spPr>
        <p:txBody>
          <a:bodyPr/>
          <a:lstStyle/>
          <a:p>
            <a:endParaRPr lang="en-US"/>
          </a:p>
        </p:txBody>
      </p:sp>
      <p:grpSp>
        <p:nvGrpSpPr>
          <p:cNvPr id="27" name="Group 26">
            <a:extLst>
              <a:ext uri="{FF2B5EF4-FFF2-40B4-BE49-F238E27FC236}">
                <a16:creationId xmlns:a16="http://schemas.microsoft.com/office/drawing/2014/main" id="{C58BFE69-CB77-90B4-6984-8773D2CB7301}"/>
              </a:ext>
            </a:extLst>
          </p:cNvPr>
          <p:cNvGrpSpPr/>
          <p:nvPr/>
        </p:nvGrpSpPr>
        <p:grpSpPr>
          <a:xfrm>
            <a:off x="21107141" y="8539573"/>
            <a:ext cx="3319443" cy="4722269"/>
            <a:chOff x="21107141" y="8539573"/>
            <a:chExt cx="3319443" cy="4722269"/>
          </a:xfrm>
        </p:grpSpPr>
        <p:grpSp>
          <p:nvGrpSpPr>
            <p:cNvPr id="28" name="Group 27">
              <a:extLst>
                <a:ext uri="{FF2B5EF4-FFF2-40B4-BE49-F238E27FC236}">
                  <a16:creationId xmlns:a16="http://schemas.microsoft.com/office/drawing/2014/main" id="{E688EC4F-F01D-EB11-201E-C77313C34B51}"/>
                </a:ext>
              </a:extLst>
            </p:cNvPr>
            <p:cNvGrpSpPr/>
            <p:nvPr/>
          </p:nvGrpSpPr>
          <p:grpSpPr>
            <a:xfrm>
              <a:off x="21107141" y="8539573"/>
              <a:ext cx="3319443" cy="4722269"/>
              <a:chOff x="2306670" y="3269946"/>
              <a:chExt cx="4059378" cy="5774907"/>
            </a:xfrm>
          </p:grpSpPr>
          <p:sp>
            <p:nvSpPr>
              <p:cNvPr id="30" name="AutoShape 2" descr="Rectangle: Rounded Corners 14">
                <a:extLst>
                  <a:ext uri="{FF2B5EF4-FFF2-40B4-BE49-F238E27FC236}">
                    <a16:creationId xmlns:a16="http://schemas.microsoft.com/office/drawing/2014/main" id="{FF089C50-BF3B-258A-859C-AEDE1F64A748}"/>
                  </a:ext>
                </a:extLst>
              </p:cNvPr>
              <p:cNvSpPr>
                <a:spLocks/>
              </p:cNvSpPr>
              <p:nvPr/>
            </p:nvSpPr>
            <p:spPr bwMode="auto">
              <a:xfrm>
                <a:off x="2306670" y="3269946"/>
                <a:ext cx="3761622" cy="4927619"/>
              </a:xfrm>
              <a:prstGeom prst="roundRect">
                <a:avLst>
                  <a:gd name="adj" fmla="val 5491"/>
                </a:avLst>
              </a:prstGeom>
              <a:solidFill>
                <a:srgbClr val="FF0000"/>
              </a:solidFill>
              <a:ln>
                <a:noFill/>
              </a:ln>
              <a:effectLst>
                <a:outerShdw blurRad="787400" dist="368300" dir="5100000" algn="ctr" rotWithShape="0">
                  <a:schemeClr val="tx1">
                    <a:lumMod val="75000"/>
                    <a:alpha val="25000"/>
                  </a:schemeClr>
                </a:outerShdw>
              </a:effectLst>
              <a:extLst>
                <a:ext uri="{91240B29-F687-4F45-9708-019B960494DF}">
                  <a14:hiddenLine xmlns:a14="http://schemas.microsoft.com/office/drawing/2010/main" w="25400" cap="flat" cmpd="sng">
                    <a:solidFill>
                      <a:srgbClr val="000000"/>
                    </a:solidFill>
                    <a:prstDash val="solid"/>
                    <a:miter lim="400000"/>
                    <a:headEnd type="none" w="med" len="med"/>
                    <a:tailEnd type="none" w="med" len="med"/>
                  </a14:hiddenLine>
                </a:ext>
              </a:extLst>
            </p:spPr>
            <p:txBody>
              <a:bodyPr tIns="91440" bIns="91440" anchor="ctr"/>
              <a:lstStyle/>
              <a:p>
                <a:pPr algn="ctr"/>
                <a:endParaRPr lang="en-US" altLang="en-US">
                  <a:solidFill>
                    <a:srgbClr val="FFFFFF"/>
                  </a:solidFill>
                </a:endParaRPr>
              </a:p>
            </p:txBody>
          </p:sp>
          <p:sp>
            <p:nvSpPr>
              <p:cNvPr id="31" name="Oval 30">
                <a:extLst>
                  <a:ext uri="{FF2B5EF4-FFF2-40B4-BE49-F238E27FC236}">
                    <a16:creationId xmlns:a16="http://schemas.microsoft.com/office/drawing/2014/main" id="{B14D2C79-1BA6-0FC6-2808-E5C26CCE0B4F}"/>
                  </a:ext>
                </a:extLst>
              </p:cNvPr>
              <p:cNvSpPr/>
              <p:nvPr/>
            </p:nvSpPr>
            <p:spPr>
              <a:xfrm>
                <a:off x="3477866" y="3581085"/>
                <a:ext cx="1419229" cy="1419229"/>
              </a:xfrm>
              <a:prstGeom prst="ellipse">
                <a:avLst/>
              </a:prstGeom>
              <a:solidFill>
                <a:schemeClr val="bg2"/>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sp>
            <p:nvSpPr>
              <p:cNvPr id="32" name="Text Placeholder 29">
                <a:extLst>
                  <a:ext uri="{FF2B5EF4-FFF2-40B4-BE49-F238E27FC236}">
                    <a16:creationId xmlns:a16="http://schemas.microsoft.com/office/drawing/2014/main" id="{414DF58C-C3FD-0148-9A01-4F830D895083}"/>
                  </a:ext>
                </a:extLst>
              </p:cNvPr>
              <p:cNvSpPr txBox="1">
                <a:spLocks/>
              </p:cNvSpPr>
              <p:nvPr/>
            </p:nvSpPr>
            <p:spPr>
              <a:xfrm>
                <a:off x="2984121" y="5154914"/>
                <a:ext cx="2813497" cy="769659"/>
              </a:xfrm>
              <a:prstGeom prst="rect">
                <a:avLst/>
              </a:prstGeom>
            </p:spPr>
            <p:txBody>
              <a:bodyPr/>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lgn="l">
                  <a:spcBef>
                    <a:spcPts val="0"/>
                  </a:spcBef>
                </a:pPr>
                <a:r>
                  <a:rPr lang="en-US" sz="2400">
                    <a:solidFill>
                      <a:schemeClr val="bg1"/>
                    </a:solidFill>
                  </a:rPr>
                  <a:t>PLEASE NOTE</a:t>
                </a:r>
              </a:p>
            </p:txBody>
          </p:sp>
          <p:sp>
            <p:nvSpPr>
              <p:cNvPr id="33" name="Text Placeholder 22">
                <a:extLst>
                  <a:ext uri="{FF2B5EF4-FFF2-40B4-BE49-F238E27FC236}">
                    <a16:creationId xmlns:a16="http://schemas.microsoft.com/office/drawing/2014/main" id="{7BCCC1C7-40C3-12F2-A339-D8C1549DAD24}"/>
                  </a:ext>
                </a:extLst>
              </p:cNvPr>
              <p:cNvSpPr txBox="1">
                <a:spLocks/>
              </p:cNvSpPr>
              <p:nvPr/>
            </p:nvSpPr>
            <p:spPr>
              <a:xfrm>
                <a:off x="2546822" y="5713107"/>
                <a:ext cx="3281316" cy="2361757"/>
              </a:xfrm>
              <a:prstGeom prst="rect">
                <a:avLst/>
              </a:prstGeom>
            </p:spPr>
            <p:txBody>
              <a:bodyPr/>
              <a:lstStyle>
                <a:lvl1pPr algn="ctr"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sz="1800">
                    <a:solidFill>
                      <a:schemeClr val="bg1"/>
                    </a:solidFill>
                  </a:rPr>
                  <a:t>If you want to add some pictures to columns, you should insert pictograms or numbers in columns. Don't know how? Take a look at </a:t>
                </a:r>
                <a:r>
                  <a:rPr lang="en-US" sz="1800" b="1">
                    <a:solidFill>
                      <a:schemeClr val="bg1"/>
                    </a:solidFill>
                    <a:hlinkClick r:id="rId2" action="ppaction://hlinksldjump">
                      <a:extLst>
                        <a:ext uri="{A12FA001-AC4F-418D-AE19-62706E023703}">
                          <ahyp:hlinkClr xmlns:ahyp="http://schemas.microsoft.com/office/drawing/2018/hyperlinkcolor" val="tx"/>
                        </a:ext>
                      </a:extLst>
                    </a:hlinkClick>
                  </a:rPr>
                  <a:t>this slide</a:t>
                </a:r>
                <a:r>
                  <a:rPr lang="en-US" sz="1800" b="1">
                    <a:solidFill>
                      <a:srgbClr val="0B1F2C"/>
                    </a:solidFill>
                  </a:rPr>
                  <a:t>.</a:t>
                </a:r>
              </a:p>
              <a:p>
                <a:pPr>
                  <a:spcBef>
                    <a:spcPts val="0"/>
                  </a:spcBef>
                </a:pPr>
                <a:endParaRPr lang="en-US" sz="1800" b="1">
                  <a:solidFill>
                    <a:srgbClr val="FF6B00"/>
                  </a:solidFill>
                </a:endParaRPr>
              </a:p>
            </p:txBody>
          </p:sp>
          <p:sp>
            <p:nvSpPr>
              <p:cNvPr id="34" name="Text Placeholder 29">
                <a:extLst>
                  <a:ext uri="{FF2B5EF4-FFF2-40B4-BE49-F238E27FC236}">
                    <a16:creationId xmlns:a16="http://schemas.microsoft.com/office/drawing/2014/main" id="{9BA5B58C-CA85-D250-B91A-754EFF29B668}"/>
                  </a:ext>
                </a:extLst>
              </p:cNvPr>
              <p:cNvSpPr txBox="1">
                <a:spLocks/>
              </p:cNvSpPr>
              <p:nvPr/>
            </p:nvSpPr>
            <p:spPr>
              <a:xfrm>
                <a:off x="2396609" y="8275194"/>
                <a:ext cx="3969439" cy="769659"/>
              </a:xfrm>
              <a:prstGeom prst="rect">
                <a:avLst/>
              </a:prstGeom>
            </p:spPr>
            <p:txBody>
              <a:bodyPr/>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lgn="l">
                  <a:spcBef>
                    <a:spcPts val="0"/>
                  </a:spcBef>
                </a:pPr>
                <a:r>
                  <a:rPr lang="en-US" sz="2000">
                    <a:solidFill>
                      <a:srgbClr val="FF0000"/>
                    </a:solidFill>
                  </a:rPr>
                  <a:t>Delete this note when you no longer need it</a:t>
                </a:r>
              </a:p>
            </p:txBody>
          </p:sp>
        </p:grpSp>
        <p:pic>
          <p:nvPicPr>
            <p:cNvPr id="29" name="Graphic 28">
              <a:extLst>
                <a:ext uri="{FF2B5EF4-FFF2-40B4-BE49-F238E27FC236}">
                  <a16:creationId xmlns:a16="http://schemas.microsoft.com/office/drawing/2014/main" id="{02AEA597-8CE8-62E4-5088-FA0BAE0D98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293365" y="8990513"/>
              <a:ext cx="703511" cy="663840"/>
            </a:xfrm>
            <a:prstGeom prst="rect">
              <a:avLst/>
            </a:prstGeom>
          </p:spPr>
        </p:pic>
      </p:grpSp>
      <p:pic>
        <p:nvPicPr>
          <p:cNvPr id="35" name="Picture 34">
            <a:extLst>
              <a:ext uri="{FF2B5EF4-FFF2-40B4-BE49-F238E27FC236}">
                <a16:creationId xmlns:a16="http://schemas.microsoft.com/office/drawing/2014/main" id="{334DDEDC-4BB7-D2FF-1BEC-AF9BADFC0C22}"/>
              </a:ext>
            </a:extLst>
          </p:cNvPr>
          <p:cNvPicPr>
            <a:picLocks noChangeAspect="1"/>
          </p:cNvPicPr>
          <p:nvPr/>
        </p:nvPicPr>
        <p:blipFill rotWithShape="1">
          <a:blip r:embed="rId4">
            <a:extLst>
              <a:ext uri="{28A0092B-C50C-407E-A947-70E740481C1C}">
                <a14:useLocalDpi xmlns:a14="http://schemas.microsoft.com/office/drawing/2010/main" val="0"/>
              </a:ext>
            </a:extLst>
          </a:blip>
          <a:srcRect l="-44764" t="55302" r="45710" b="1985"/>
          <a:stretch/>
        </p:blipFill>
        <p:spPr>
          <a:xfrm>
            <a:off x="-736428" y="0"/>
            <a:ext cx="1413659" cy="13716000"/>
          </a:xfrm>
          <a:prstGeom prst="rect">
            <a:avLst/>
          </a:prstGeom>
        </p:spPr>
      </p:pic>
    </p:spTree>
    <p:extLst>
      <p:ext uri="{BB962C8B-B14F-4D97-AF65-F5344CB8AC3E}">
        <p14:creationId xmlns:p14="http://schemas.microsoft.com/office/powerpoint/2010/main" val="3641543476"/>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118966F-6A7E-DB42-2547-F8632F36C9D1}"/>
              </a:ext>
            </a:extLst>
          </p:cNvPr>
          <p:cNvSpPr>
            <a:spLocks noGrp="1"/>
          </p:cNvSpPr>
          <p:nvPr>
            <p:ph type="ftr" sz="quarter" idx="27"/>
          </p:nvPr>
        </p:nvSpPr>
        <p:spPr/>
        <p:txBody>
          <a:bodyPr/>
          <a:lstStyle/>
          <a:p>
            <a:r>
              <a:rPr lang="en-US"/>
              <a:t>2024 © Retail Consult - All rights reserved</a:t>
            </a:r>
          </a:p>
        </p:txBody>
      </p:sp>
      <p:sp>
        <p:nvSpPr>
          <p:cNvPr id="5" name="Slide Number Placeholder 4">
            <a:extLst>
              <a:ext uri="{FF2B5EF4-FFF2-40B4-BE49-F238E27FC236}">
                <a16:creationId xmlns:a16="http://schemas.microsoft.com/office/drawing/2014/main" id="{A726C5DB-1C47-D6B2-BC86-FAE71938DA3D}"/>
              </a:ext>
            </a:extLst>
          </p:cNvPr>
          <p:cNvSpPr>
            <a:spLocks noGrp="1"/>
          </p:cNvSpPr>
          <p:nvPr>
            <p:ph type="sldNum" sz="quarter" idx="28"/>
          </p:nvPr>
        </p:nvSpPr>
        <p:spPr/>
        <p:txBody>
          <a:bodyPr/>
          <a:lstStyle/>
          <a:p>
            <a:fld id="{9A4417C4-43A3-444C-837D-103BA5C8224B}" type="slidenum">
              <a:rPr lang="en-US" smtClean="0"/>
              <a:pPr/>
              <a:t>40</a:t>
            </a:fld>
            <a:endParaRPr lang="en-US"/>
          </a:p>
        </p:txBody>
      </p:sp>
      <p:sp>
        <p:nvSpPr>
          <p:cNvPr id="7" name="AutoShape 1" descr="Rectangle: Rounded Corners 47">
            <a:extLst>
              <a:ext uri="{FF2B5EF4-FFF2-40B4-BE49-F238E27FC236}">
                <a16:creationId xmlns:a16="http://schemas.microsoft.com/office/drawing/2014/main" id="{BAAAB3D5-04AE-BFB1-953C-A019F672AF9B}"/>
              </a:ext>
            </a:extLst>
          </p:cNvPr>
          <p:cNvSpPr>
            <a:spLocks/>
          </p:cNvSpPr>
          <p:nvPr/>
        </p:nvSpPr>
        <p:spPr bwMode="auto">
          <a:xfrm>
            <a:off x="3418134" y="4907240"/>
            <a:ext cx="21196022" cy="6902450"/>
          </a:xfrm>
          <a:prstGeom prst="roundRect">
            <a:avLst>
              <a:gd name="adj" fmla="val 5951"/>
            </a:avLst>
          </a:prstGeom>
          <a:solidFill>
            <a:srgbClr val="FF6B00"/>
          </a:solidFill>
          <a:ln>
            <a:noFill/>
          </a:ln>
          <a:effectLst/>
        </p:spPr>
        <p:txBody>
          <a:bodyPr tIns="91440" bIns="91440" anchor="ctr"/>
          <a:lstStyle/>
          <a:p>
            <a:pPr algn="ctr"/>
            <a:endParaRPr lang="en-US" altLang="en-US">
              <a:solidFill>
                <a:srgbClr val="FFFFFF"/>
              </a:solidFill>
            </a:endParaRPr>
          </a:p>
        </p:txBody>
      </p:sp>
      <p:sp>
        <p:nvSpPr>
          <p:cNvPr id="8" name="AutoShape 2" descr="Rectangle: Rounded Corners 14">
            <a:extLst>
              <a:ext uri="{FF2B5EF4-FFF2-40B4-BE49-F238E27FC236}">
                <a16:creationId xmlns:a16="http://schemas.microsoft.com/office/drawing/2014/main" id="{73C273CE-A6AB-44F3-4691-72439E0D2A05}"/>
              </a:ext>
            </a:extLst>
          </p:cNvPr>
          <p:cNvSpPr>
            <a:spLocks/>
          </p:cNvSpPr>
          <p:nvPr/>
        </p:nvSpPr>
        <p:spPr bwMode="auto">
          <a:xfrm>
            <a:off x="1172192" y="3041449"/>
            <a:ext cx="4661995" cy="8272354"/>
          </a:xfrm>
          <a:prstGeom prst="roundRect">
            <a:avLst>
              <a:gd name="adj" fmla="val 5491"/>
            </a:avLst>
          </a:prstGeom>
          <a:solidFill>
            <a:srgbClr val="FFFFFF"/>
          </a:solidFill>
          <a:ln>
            <a:noFill/>
          </a:ln>
          <a:effectLst>
            <a:outerShdw blurRad="787400" dist="368300" dir="5100000" algn="ctr" rotWithShape="0">
              <a:schemeClr val="tx1">
                <a:lumMod val="75000"/>
                <a:alpha val="25000"/>
              </a:schemeClr>
            </a:outerShdw>
          </a:effectLst>
          <a:extLst>
            <a:ext uri="{91240B29-F687-4F45-9708-019B960494DF}">
              <a14:hiddenLine xmlns:a14="http://schemas.microsoft.com/office/drawing/2010/main" w="25400" cap="flat" cmpd="sng">
                <a:solidFill>
                  <a:srgbClr val="000000"/>
                </a:solidFill>
                <a:prstDash val="solid"/>
                <a:miter lim="400000"/>
                <a:headEnd type="none" w="med" len="med"/>
                <a:tailEnd type="none" w="med" len="med"/>
              </a14:hiddenLine>
            </a:ext>
          </a:extLst>
        </p:spPr>
        <p:txBody>
          <a:bodyPr tIns="91440" bIns="91440" anchor="ctr"/>
          <a:lstStyle/>
          <a:p>
            <a:pPr algn="ctr"/>
            <a:endParaRPr lang="en-US" altLang="en-US">
              <a:solidFill>
                <a:srgbClr val="FFFFFF"/>
              </a:solidFill>
            </a:endParaRPr>
          </a:p>
        </p:txBody>
      </p:sp>
      <p:sp>
        <p:nvSpPr>
          <p:cNvPr id="11" name="Oval 10">
            <a:extLst>
              <a:ext uri="{FF2B5EF4-FFF2-40B4-BE49-F238E27FC236}">
                <a16:creationId xmlns:a16="http://schemas.microsoft.com/office/drawing/2014/main" id="{F7A16D78-4BB4-CD37-5B44-7CFF0FAE1D46}"/>
              </a:ext>
            </a:extLst>
          </p:cNvPr>
          <p:cNvSpPr/>
          <p:nvPr/>
        </p:nvSpPr>
        <p:spPr>
          <a:xfrm>
            <a:off x="2269969" y="3349978"/>
            <a:ext cx="2476500" cy="2476500"/>
          </a:xfrm>
          <a:prstGeom prst="ellipse">
            <a:avLst/>
          </a:prstGeom>
          <a:solidFill>
            <a:srgbClr val="FF6B00"/>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sp>
        <p:nvSpPr>
          <p:cNvPr id="14" name="Text Placeholder 29">
            <a:extLst>
              <a:ext uri="{FF2B5EF4-FFF2-40B4-BE49-F238E27FC236}">
                <a16:creationId xmlns:a16="http://schemas.microsoft.com/office/drawing/2014/main" id="{8B4267FA-B1E0-8C91-052D-5DBA49F62D93}"/>
              </a:ext>
            </a:extLst>
          </p:cNvPr>
          <p:cNvSpPr txBox="1">
            <a:spLocks/>
          </p:cNvSpPr>
          <p:nvPr/>
        </p:nvSpPr>
        <p:spPr>
          <a:xfrm>
            <a:off x="6394018" y="5719191"/>
            <a:ext cx="16601626" cy="829136"/>
          </a:xfrm>
          <a:prstGeom prst="rect">
            <a:avLst/>
          </a:prstGeom>
        </p:spPr>
        <p:txBody>
          <a:bodyPr/>
          <a:lstStyle>
            <a:lvl1pPr algn="l" defTabSz="825500" eaLnBrk="1" hangingPunct="1">
              <a:spcBef>
                <a:spcPts val="5200"/>
              </a:spcBef>
              <a:defRPr sz="3600" b="1">
                <a:solidFill>
                  <a:schemeClr val="bg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15" name="Text Placeholder 22">
            <a:extLst>
              <a:ext uri="{FF2B5EF4-FFF2-40B4-BE49-F238E27FC236}">
                <a16:creationId xmlns:a16="http://schemas.microsoft.com/office/drawing/2014/main" id="{57C7D8B5-AA6A-2848-308E-1D25A9090BF5}"/>
              </a:ext>
            </a:extLst>
          </p:cNvPr>
          <p:cNvSpPr txBox="1">
            <a:spLocks/>
          </p:cNvSpPr>
          <p:nvPr/>
        </p:nvSpPr>
        <p:spPr>
          <a:xfrm>
            <a:off x="6394019" y="6403400"/>
            <a:ext cx="16601628" cy="4987513"/>
          </a:xfrm>
          <a:prstGeom prst="rect">
            <a:avLst/>
          </a:prstGeom>
        </p:spPr>
        <p:txBody>
          <a:bodyPr/>
          <a:lstStyle>
            <a:lvl1pPr algn="l" defTabSz="825500" eaLnBrk="1" hangingPunct="1">
              <a:spcBef>
                <a:spcPts val="5200"/>
              </a:spcBef>
              <a:defRPr sz="2600">
                <a:solidFill>
                  <a:schemeClr val="bg1"/>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16" name="Text Placeholder 29">
            <a:extLst>
              <a:ext uri="{FF2B5EF4-FFF2-40B4-BE49-F238E27FC236}">
                <a16:creationId xmlns:a16="http://schemas.microsoft.com/office/drawing/2014/main" id="{6A833FD0-38CD-B817-9466-3408B01BB487}"/>
              </a:ext>
            </a:extLst>
          </p:cNvPr>
          <p:cNvSpPr txBox="1">
            <a:spLocks/>
          </p:cNvSpPr>
          <p:nvPr/>
        </p:nvSpPr>
        <p:spPr>
          <a:xfrm>
            <a:off x="1605369" y="5878218"/>
            <a:ext cx="3756521" cy="1343025"/>
          </a:xfrm>
          <a:prstGeom prst="rect">
            <a:avLst/>
          </a:prstGeom>
        </p:spPr>
        <p:txBody>
          <a:bodyPr/>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17" name="Text Placeholder 22">
            <a:extLst>
              <a:ext uri="{FF2B5EF4-FFF2-40B4-BE49-F238E27FC236}">
                <a16:creationId xmlns:a16="http://schemas.microsoft.com/office/drawing/2014/main" id="{E8786E6E-4C22-3EA3-AE64-078FA4DA7B01}"/>
              </a:ext>
            </a:extLst>
          </p:cNvPr>
          <p:cNvSpPr txBox="1">
            <a:spLocks/>
          </p:cNvSpPr>
          <p:nvPr/>
        </p:nvSpPr>
        <p:spPr>
          <a:xfrm>
            <a:off x="1605370" y="7089366"/>
            <a:ext cx="3756520" cy="3421840"/>
          </a:xfrm>
          <a:prstGeom prst="rect">
            <a:avLst/>
          </a:prstGeom>
        </p:spPr>
        <p:txBody>
          <a:bodyPr/>
          <a:lstStyle>
            <a:lvl1pPr algn="ctr"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12" name="Text Placeholder 1">
            <a:extLst>
              <a:ext uri="{FF2B5EF4-FFF2-40B4-BE49-F238E27FC236}">
                <a16:creationId xmlns:a16="http://schemas.microsoft.com/office/drawing/2014/main" id="{BFA8ED3B-AE52-DD83-A568-AC110309200B}"/>
              </a:ext>
            </a:extLst>
          </p:cNvPr>
          <p:cNvSpPr>
            <a:spLocks noGrp="1"/>
          </p:cNvSpPr>
          <p:nvPr>
            <p:ph type="body" sz="quarter" idx="24"/>
          </p:nvPr>
        </p:nvSpPr>
        <p:spPr>
          <a:xfrm>
            <a:off x="1333379" y="1122109"/>
            <a:ext cx="17103516" cy="1025946"/>
          </a:xfrm>
        </p:spPr>
        <p:txBody>
          <a:bodyPr>
            <a:normAutofit/>
          </a:bodyPr>
          <a:lstStyle/>
          <a:p>
            <a:r>
              <a:rPr lang="en-US"/>
              <a:t>Click to add title</a:t>
            </a:r>
          </a:p>
        </p:txBody>
      </p:sp>
      <p:sp>
        <p:nvSpPr>
          <p:cNvPr id="13" name="Text Placeholder 2">
            <a:extLst>
              <a:ext uri="{FF2B5EF4-FFF2-40B4-BE49-F238E27FC236}">
                <a16:creationId xmlns:a16="http://schemas.microsoft.com/office/drawing/2014/main" id="{7108F255-0CE6-C3E1-2A93-7A454056EB21}"/>
              </a:ext>
            </a:extLst>
          </p:cNvPr>
          <p:cNvSpPr>
            <a:spLocks noGrp="1"/>
          </p:cNvSpPr>
          <p:nvPr>
            <p:ph type="body" sz="quarter" idx="25"/>
          </p:nvPr>
        </p:nvSpPr>
        <p:spPr>
          <a:xfrm>
            <a:off x="1333379" y="2148055"/>
            <a:ext cx="18391140" cy="844550"/>
          </a:xfrm>
        </p:spPr>
        <p:txBody>
          <a:bodyPr/>
          <a:lstStyle/>
          <a:p>
            <a:endParaRPr lang="en-US"/>
          </a:p>
        </p:txBody>
      </p:sp>
      <p:grpSp>
        <p:nvGrpSpPr>
          <p:cNvPr id="44" name="Group 43">
            <a:extLst>
              <a:ext uri="{FF2B5EF4-FFF2-40B4-BE49-F238E27FC236}">
                <a16:creationId xmlns:a16="http://schemas.microsoft.com/office/drawing/2014/main" id="{7500F158-03C7-9401-D73B-5D51FBE62EA4}"/>
              </a:ext>
            </a:extLst>
          </p:cNvPr>
          <p:cNvGrpSpPr/>
          <p:nvPr/>
        </p:nvGrpSpPr>
        <p:grpSpPr>
          <a:xfrm>
            <a:off x="21107141" y="8539573"/>
            <a:ext cx="3319443" cy="4722269"/>
            <a:chOff x="21107141" y="8539573"/>
            <a:chExt cx="3319443" cy="4722269"/>
          </a:xfrm>
        </p:grpSpPr>
        <p:grpSp>
          <p:nvGrpSpPr>
            <p:cNvPr id="45" name="Group 44">
              <a:extLst>
                <a:ext uri="{FF2B5EF4-FFF2-40B4-BE49-F238E27FC236}">
                  <a16:creationId xmlns:a16="http://schemas.microsoft.com/office/drawing/2014/main" id="{258F2B85-EBC0-E425-2CBA-D7B53E87F7B9}"/>
                </a:ext>
              </a:extLst>
            </p:cNvPr>
            <p:cNvGrpSpPr/>
            <p:nvPr/>
          </p:nvGrpSpPr>
          <p:grpSpPr>
            <a:xfrm>
              <a:off x="21107141" y="8539573"/>
              <a:ext cx="3319443" cy="4722269"/>
              <a:chOff x="2306670" y="3269946"/>
              <a:chExt cx="4059378" cy="5774907"/>
            </a:xfrm>
          </p:grpSpPr>
          <p:sp>
            <p:nvSpPr>
              <p:cNvPr id="47" name="AutoShape 2" descr="Rectangle: Rounded Corners 14">
                <a:extLst>
                  <a:ext uri="{FF2B5EF4-FFF2-40B4-BE49-F238E27FC236}">
                    <a16:creationId xmlns:a16="http://schemas.microsoft.com/office/drawing/2014/main" id="{147C091D-2945-F072-52D9-8B08CBA14631}"/>
                  </a:ext>
                </a:extLst>
              </p:cNvPr>
              <p:cNvSpPr>
                <a:spLocks/>
              </p:cNvSpPr>
              <p:nvPr/>
            </p:nvSpPr>
            <p:spPr bwMode="auto">
              <a:xfrm>
                <a:off x="2306670" y="3269946"/>
                <a:ext cx="3761622" cy="4927619"/>
              </a:xfrm>
              <a:prstGeom prst="roundRect">
                <a:avLst>
                  <a:gd name="adj" fmla="val 5491"/>
                </a:avLst>
              </a:prstGeom>
              <a:solidFill>
                <a:srgbClr val="FF0000"/>
              </a:solidFill>
              <a:ln>
                <a:noFill/>
              </a:ln>
              <a:effectLst>
                <a:outerShdw blurRad="787400" dist="368300" dir="5100000" algn="ctr" rotWithShape="0">
                  <a:schemeClr val="tx1">
                    <a:lumMod val="75000"/>
                    <a:alpha val="25000"/>
                  </a:schemeClr>
                </a:outerShdw>
              </a:effectLst>
              <a:extLst>
                <a:ext uri="{91240B29-F687-4F45-9708-019B960494DF}">
                  <a14:hiddenLine xmlns:a14="http://schemas.microsoft.com/office/drawing/2010/main" w="25400" cap="flat" cmpd="sng">
                    <a:solidFill>
                      <a:srgbClr val="000000"/>
                    </a:solidFill>
                    <a:prstDash val="solid"/>
                    <a:miter lim="400000"/>
                    <a:headEnd type="none" w="med" len="med"/>
                    <a:tailEnd type="none" w="med" len="med"/>
                  </a14:hiddenLine>
                </a:ext>
              </a:extLst>
            </p:spPr>
            <p:txBody>
              <a:bodyPr tIns="91440" bIns="91440" anchor="ctr"/>
              <a:lstStyle/>
              <a:p>
                <a:pPr algn="ctr"/>
                <a:endParaRPr lang="en-US" altLang="en-US">
                  <a:solidFill>
                    <a:srgbClr val="FFFFFF"/>
                  </a:solidFill>
                </a:endParaRPr>
              </a:p>
            </p:txBody>
          </p:sp>
          <p:sp>
            <p:nvSpPr>
              <p:cNvPr id="48" name="Oval 47">
                <a:extLst>
                  <a:ext uri="{FF2B5EF4-FFF2-40B4-BE49-F238E27FC236}">
                    <a16:creationId xmlns:a16="http://schemas.microsoft.com/office/drawing/2014/main" id="{B92F7CCF-D9E7-B4A2-6A8B-5FF3E37A2917}"/>
                  </a:ext>
                </a:extLst>
              </p:cNvPr>
              <p:cNvSpPr/>
              <p:nvPr/>
            </p:nvSpPr>
            <p:spPr>
              <a:xfrm>
                <a:off x="3477866" y="3581085"/>
                <a:ext cx="1419229" cy="1419229"/>
              </a:xfrm>
              <a:prstGeom prst="ellipse">
                <a:avLst/>
              </a:prstGeom>
              <a:solidFill>
                <a:schemeClr val="bg2"/>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sp>
            <p:nvSpPr>
              <p:cNvPr id="49" name="Text Placeholder 29">
                <a:extLst>
                  <a:ext uri="{FF2B5EF4-FFF2-40B4-BE49-F238E27FC236}">
                    <a16:creationId xmlns:a16="http://schemas.microsoft.com/office/drawing/2014/main" id="{80E1FB2E-B04C-D75D-EF1C-A7A7EC61B30E}"/>
                  </a:ext>
                </a:extLst>
              </p:cNvPr>
              <p:cNvSpPr txBox="1">
                <a:spLocks/>
              </p:cNvSpPr>
              <p:nvPr/>
            </p:nvSpPr>
            <p:spPr>
              <a:xfrm>
                <a:off x="2984121" y="5154914"/>
                <a:ext cx="2813497" cy="769659"/>
              </a:xfrm>
              <a:prstGeom prst="rect">
                <a:avLst/>
              </a:prstGeom>
            </p:spPr>
            <p:txBody>
              <a:bodyPr/>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lgn="l">
                  <a:spcBef>
                    <a:spcPts val="0"/>
                  </a:spcBef>
                </a:pPr>
                <a:r>
                  <a:rPr lang="en-US" sz="2400">
                    <a:solidFill>
                      <a:schemeClr val="bg1"/>
                    </a:solidFill>
                  </a:rPr>
                  <a:t>PLEASE NOTE</a:t>
                </a:r>
              </a:p>
            </p:txBody>
          </p:sp>
          <p:sp>
            <p:nvSpPr>
              <p:cNvPr id="50" name="Text Placeholder 22">
                <a:extLst>
                  <a:ext uri="{FF2B5EF4-FFF2-40B4-BE49-F238E27FC236}">
                    <a16:creationId xmlns:a16="http://schemas.microsoft.com/office/drawing/2014/main" id="{693729F6-4EB3-BAC8-6499-D119F9CED0B8}"/>
                  </a:ext>
                </a:extLst>
              </p:cNvPr>
              <p:cNvSpPr txBox="1">
                <a:spLocks/>
              </p:cNvSpPr>
              <p:nvPr/>
            </p:nvSpPr>
            <p:spPr>
              <a:xfrm>
                <a:off x="2546822" y="5713107"/>
                <a:ext cx="3281316" cy="2361757"/>
              </a:xfrm>
              <a:prstGeom prst="rect">
                <a:avLst/>
              </a:prstGeom>
            </p:spPr>
            <p:txBody>
              <a:bodyPr/>
              <a:lstStyle>
                <a:lvl1pPr algn="ctr"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sz="1800">
                    <a:solidFill>
                      <a:schemeClr val="bg1"/>
                    </a:solidFill>
                  </a:rPr>
                  <a:t>If you want to add some pictures to columns, you should insert pictograms or numbers in columns. Don't know how? Take a look at </a:t>
                </a:r>
                <a:r>
                  <a:rPr lang="en-US" sz="1800" b="1">
                    <a:solidFill>
                      <a:schemeClr val="bg1"/>
                    </a:solidFill>
                    <a:hlinkClick r:id="rId2" action="ppaction://hlinksldjump">
                      <a:extLst>
                        <a:ext uri="{A12FA001-AC4F-418D-AE19-62706E023703}">
                          <ahyp:hlinkClr xmlns:ahyp="http://schemas.microsoft.com/office/drawing/2018/hyperlinkcolor" val="tx"/>
                        </a:ext>
                      </a:extLst>
                    </a:hlinkClick>
                  </a:rPr>
                  <a:t>this slide</a:t>
                </a:r>
                <a:r>
                  <a:rPr lang="en-US" sz="1800" b="1">
                    <a:solidFill>
                      <a:schemeClr val="bg1"/>
                    </a:solidFill>
                  </a:rPr>
                  <a:t>.</a:t>
                </a:r>
              </a:p>
              <a:p>
                <a:pPr>
                  <a:spcBef>
                    <a:spcPts val="0"/>
                  </a:spcBef>
                </a:pPr>
                <a:endParaRPr lang="en-US" sz="1800" b="1">
                  <a:solidFill>
                    <a:srgbClr val="FF6B00"/>
                  </a:solidFill>
                </a:endParaRPr>
              </a:p>
            </p:txBody>
          </p:sp>
          <p:sp>
            <p:nvSpPr>
              <p:cNvPr id="51" name="Text Placeholder 29">
                <a:extLst>
                  <a:ext uri="{FF2B5EF4-FFF2-40B4-BE49-F238E27FC236}">
                    <a16:creationId xmlns:a16="http://schemas.microsoft.com/office/drawing/2014/main" id="{AE5E3A70-D2A6-F143-4657-EDE07BF5F578}"/>
                  </a:ext>
                </a:extLst>
              </p:cNvPr>
              <p:cNvSpPr txBox="1">
                <a:spLocks/>
              </p:cNvSpPr>
              <p:nvPr/>
            </p:nvSpPr>
            <p:spPr>
              <a:xfrm>
                <a:off x="2396609" y="8275194"/>
                <a:ext cx="3969439" cy="769659"/>
              </a:xfrm>
              <a:prstGeom prst="rect">
                <a:avLst/>
              </a:prstGeom>
            </p:spPr>
            <p:txBody>
              <a:bodyPr/>
              <a:lstStyle>
                <a:lvl1pPr algn="ctr" defTabSz="825500" eaLnBrk="1" hangingPunct="1">
                  <a:spcBef>
                    <a:spcPts val="5200"/>
                  </a:spcBef>
                  <a:defRPr sz="36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lgn="l">
                  <a:spcBef>
                    <a:spcPts val="0"/>
                  </a:spcBef>
                </a:pPr>
                <a:r>
                  <a:rPr lang="en-US" sz="2000">
                    <a:solidFill>
                      <a:srgbClr val="FF0000"/>
                    </a:solidFill>
                  </a:rPr>
                  <a:t>Delete this note when you no longer need it</a:t>
                </a:r>
              </a:p>
            </p:txBody>
          </p:sp>
        </p:grpSp>
        <p:pic>
          <p:nvPicPr>
            <p:cNvPr id="46" name="Graphic 45">
              <a:extLst>
                <a:ext uri="{FF2B5EF4-FFF2-40B4-BE49-F238E27FC236}">
                  <a16:creationId xmlns:a16="http://schemas.microsoft.com/office/drawing/2014/main" id="{30E84A3D-7378-D444-6F47-E51C8767994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293365" y="8990513"/>
              <a:ext cx="703511" cy="663840"/>
            </a:xfrm>
            <a:prstGeom prst="rect">
              <a:avLst/>
            </a:prstGeom>
          </p:spPr>
        </p:pic>
      </p:grpSp>
      <p:pic>
        <p:nvPicPr>
          <p:cNvPr id="52" name="Picture 51">
            <a:extLst>
              <a:ext uri="{FF2B5EF4-FFF2-40B4-BE49-F238E27FC236}">
                <a16:creationId xmlns:a16="http://schemas.microsoft.com/office/drawing/2014/main" id="{5951ADC5-529D-B9C7-4873-3C4F87AC27E6}"/>
              </a:ext>
            </a:extLst>
          </p:cNvPr>
          <p:cNvPicPr>
            <a:picLocks noChangeAspect="1"/>
          </p:cNvPicPr>
          <p:nvPr/>
        </p:nvPicPr>
        <p:blipFill rotWithShape="1">
          <a:blip r:embed="rId4">
            <a:extLst>
              <a:ext uri="{28A0092B-C50C-407E-A947-70E740481C1C}">
                <a14:useLocalDpi xmlns:a14="http://schemas.microsoft.com/office/drawing/2010/main" val="0"/>
              </a:ext>
            </a:extLst>
          </a:blip>
          <a:srcRect l="-44764" t="55302" r="45710" b="1985"/>
          <a:stretch/>
        </p:blipFill>
        <p:spPr>
          <a:xfrm>
            <a:off x="-736428" y="0"/>
            <a:ext cx="1413659" cy="13716000"/>
          </a:xfrm>
          <a:prstGeom prst="rect">
            <a:avLst/>
          </a:prstGeom>
        </p:spPr>
      </p:pic>
    </p:spTree>
    <p:extLst>
      <p:ext uri="{BB962C8B-B14F-4D97-AF65-F5344CB8AC3E}">
        <p14:creationId xmlns:p14="http://schemas.microsoft.com/office/powerpoint/2010/main" val="3081260838"/>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118966F-6A7E-DB42-2547-F8632F36C9D1}"/>
              </a:ext>
            </a:extLst>
          </p:cNvPr>
          <p:cNvSpPr>
            <a:spLocks noGrp="1"/>
          </p:cNvSpPr>
          <p:nvPr>
            <p:ph type="ftr" sz="quarter" idx="27"/>
          </p:nvPr>
        </p:nvSpPr>
        <p:spPr>
          <a:xfrm>
            <a:off x="1427163" y="13014251"/>
            <a:ext cx="9957735" cy="730250"/>
          </a:xfrm>
        </p:spPr>
        <p:txBody>
          <a:bodyPr/>
          <a:lstStyle/>
          <a:p>
            <a:r>
              <a:rPr lang="en-US"/>
              <a:t>2024 © Retail Consult - All rights reserved</a:t>
            </a:r>
          </a:p>
        </p:txBody>
      </p:sp>
      <p:sp>
        <p:nvSpPr>
          <p:cNvPr id="5" name="Slide Number Placeholder 4">
            <a:extLst>
              <a:ext uri="{FF2B5EF4-FFF2-40B4-BE49-F238E27FC236}">
                <a16:creationId xmlns:a16="http://schemas.microsoft.com/office/drawing/2014/main" id="{A726C5DB-1C47-D6B2-BC86-FAE71938DA3D}"/>
              </a:ext>
            </a:extLst>
          </p:cNvPr>
          <p:cNvSpPr>
            <a:spLocks noGrp="1"/>
          </p:cNvSpPr>
          <p:nvPr>
            <p:ph type="sldNum" sz="quarter" idx="28"/>
          </p:nvPr>
        </p:nvSpPr>
        <p:spPr/>
        <p:txBody>
          <a:bodyPr/>
          <a:lstStyle/>
          <a:p>
            <a:fld id="{9A4417C4-43A3-444C-837D-103BA5C8224B}" type="slidenum">
              <a:rPr lang="en-US" smtClean="0"/>
              <a:pPr/>
              <a:t>41</a:t>
            </a:fld>
            <a:endParaRPr lang="en-US"/>
          </a:p>
        </p:txBody>
      </p:sp>
      <p:grpSp>
        <p:nvGrpSpPr>
          <p:cNvPr id="14" name="Group 13">
            <a:extLst>
              <a:ext uri="{FF2B5EF4-FFF2-40B4-BE49-F238E27FC236}">
                <a16:creationId xmlns:a16="http://schemas.microsoft.com/office/drawing/2014/main" id="{8E8561DE-07AA-4FAF-539D-421139A62820}"/>
              </a:ext>
            </a:extLst>
          </p:cNvPr>
          <p:cNvGrpSpPr/>
          <p:nvPr/>
        </p:nvGrpSpPr>
        <p:grpSpPr>
          <a:xfrm>
            <a:off x="1458466" y="3135303"/>
            <a:ext cx="7238249" cy="9617172"/>
            <a:chOff x="1333774" y="2266590"/>
            <a:chExt cx="8037592" cy="11283873"/>
          </a:xfrm>
        </p:grpSpPr>
        <p:sp>
          <p:nvSpPr>
            <p:cNvPr id="15" name="AutoShape 2" descr="Rectangle: Rounded Corners 22">
              <a:extLst>
                <a:ext uri="{FF2B5EF4-FFF2-40B4-BE49-F238E27FC236}">
                  <a16:creationId xmlns:a16="http://schemas.microsoft.com/office/drawing/2014/main" id="{7B4CC009-6D41-D525-4B33-3BDFE4B893BD}"/>
                </a:ext>
              </a:extLst>
            </p:cNvPr>
            <p:cNvSpPr>
              <a:spLocks/>
            </p:cNvSpPr>
            <p:nvPr userDrawn="1"/>
          </p:nvSpPr>
          <p:spPr bwMode="auto">
            <a:xfrm>
              <a:off x="1333774" y="2266590"/>
              <a:ext cx="8037592" cy="11283873"/>
            </a:xfrm>
            <a:prstGeom prst="roundRect">
              <a:avLst>
                <a:gd name="adj" fmla="val 5491"/>
              </a:avLst>
            </a:prstGeom>
            <a:solidFill>
              <a:srgbClr val="FFFFFF"/>
            </a:solidFill>
            <a:ln>
              <a:noFill/>
            </a:ln>
            <a:effectLst>
              <a:outerShdw blurRad="787400" dist="101600" dir="5400000" algn="ctr" rotWithShape="0">
                <a:srgbClr val="000000">
                  <a:alpha val="25000"/>
                </a:srgbClr>
              </a:outerShdw>
            </a:effectLst>
            <a:extLst>
              <a:ext uri="{91240B29-F687-4F45-9708-019B960494DF}">
                <a14:hiddenLine xmlns:a14="http://schemas.microsoft.com/office/drawing/2010/main" w="25400" cap="flat" cmpd="sng">
                  <a:solidFill>
                    <a:srgbClr val="000000"/>
                  </a:solidFill>
                  <a:prstDash val="solid"/>
                  <a:miter lim="400000"/>
                  <a:headEnd type="none" w="med" len="med"/>
                  <a:tailEnd type="none" w="med" len="med"/>
                </a14:hiddenLine>
              </a:ext>
            </a:extLst>
          </p:spPr>
          <p:txBody>
            <a:bodyPr tIns="91440" bIns="91440" anchor="ctr"/>
            <a:lstStyle/>
            <a:p>
              <a:pPr algn="ctr"/>
              <a:r>
                <a:rPr lang="en-US" altLang="en-US">
                  <a:solidFill>
                    <a:srgbClr val="FFFFFF"/>
                  </a:solidFill>
                </a:rPr>
                <a:t>z</a:t>
              </a:r>
            </a:p>
          </p:txBody>
        </p:sp>
        <p:sp>
          <p:nvSpPr>
            <p:cNvPr id="16" name="Rectangle: Top Corners Rounded 15">
              <a:extLst>
                <a:ext uri="{FF2B5EF4-FFF2-40B4-BE49-F238E27FC236}">
                  <a16:creationId xmlns:a16="http://schemas.microsoft.com/office/drawing/2014/main" id="{1F51C6E5-7332-6EFE-E700-FD42F48B6461}"/>
                </a:ext>
              </a:extLst>
            </p:cNvPr>
            <p:cNvSpPr/>
            <p:nvPr userDrawn="1"/>
          </p:nvSpPr>
          <p:spPr>
            <a:xfrm rot="10800000">
              <a:off x="1333774" y="11680218"/>
              <a:ext cx="8037592" cy="1870245"/>
            </a:xfrm>
            <a:prstGeom prst="round2SameRect">
              <a:avLst/>
            </a:prstGeom>
            <a:solidFill>
              <a:srgbClr val="FF6B00"/>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1" hangingPunct="0">
                <a:lnSpc>
                  <a:spcPct val="100000"/>
                </a:lnSpc>
                <a:spcBef>
                  <a:spcPts val="0"/>
                </a:spcBef>
                <a:spcAft>
                  <a:spcPts val="0"/>
                </a:spcAft>
                <a:buClrTx/>
                <a:buSzTx/>
                <a:buFontTx/>
                <a:buNone/>
                <a:tabLst/>
              </a:pPr>
              <a:endParaRPr kumimoji="0" lang="en-US" sz="2700" b="0" i="0" u="none" strike="noStrike" cap="none" spc="0" normalizeH="0" baseline="0">
                <a:ln>
                  <a:noFill/>
                </a:ln>
                <a:solidFill>
                  <a:srgbClr val="F6F6F6"/>
                </a:solidFill>
                <a:effectLst/>
                <a:uFillTx/>
                <a:latin typeface="Open Sans Light"/>
                <a:ea typeface="Open Sans Light"/>
                <a:cs typeface="Open Sans Light"/>
                <a:sym typeface="Open Sans Light"/>
              </a:endParaRPr>
            </a:p>
          </p:txBody>
        </p:sp>
      </p:grpSp>
      <p:sp>
        <p:nvSpPr>
          <p:cNvPr id="17" name="AutoShape 5" descr="Rectangle: Rounded Corners 16">
            <a:extLst>
              <a:ext uri="{FF2B5EF4-FFF2-40B4-BE49-F238E27FC236}">
                <a16:creationId xmlns:a16="http://schemas.microsoft.com/office/drawing/2014/main" id="{A705E725-B297-3462-7E21-96BCCCBE8005}"/>
              </a:ext>
            </a:extLst>
          </p:cNvPr>
          <p:cNvSpPr>
            <a:spLocks/>
          </p:cNvSpPr>
          <p:nvPr/>
        </p:nvSpPr>
        <p:spPr bwMode="auto">
          <a:xfrm>
            <a:off x="9778511" y="3469557"/>
            <a:ext cx="5884911" cy="9282918"/>
          </a:xfrm>
          <a:prstGeom prst="roundRect">
            <a:avLst>
              <a:gd name="adj" fmla="val 5100"/>
            </a:avLst>
          </a:prstGeom>
          <a:solidFill>
            <a:schemeClr val="bg1">
              <a:lumMod val="95000"/>
            </a:schemeClr>
          </a:solidFill>
          <a:ln>
            <a:noFill/>
          </a:ln>
          <a:effectLst/>
        </p:spPr>
        <p:txBody>
          <a:bodyPr tIns="91440" bIns="91440" anchor="ctr"/>
          <a:lstStyle/>
          <a:p>
            <a:pPr algn="ctr"/>
            <a:endParaRPr lang="en-US" altLang="en-US">
              <a:solidFill>
                <a:srgbClr val="FFFFFF"/>
              </a:solidFill>
            </a:endParaRPr>
          </a:p>
        </p:txBody>
      </p:sp>
      <p:sp>
        <p:nvSpPr>
          <p:cNvPr id="18" name="AutoShape 17" descr="Rectangle: Rounded Corners 38">
            <a:extLst>
              <a:ext uri="{FF2B5EF4-FFF2-40B4-BE49-F238E27FC236}">
                <a16:creationId xmlns:a16="http://schemas.microsoft.com/office/drawing/2014/main" id="{3B3CE084-B7FE-BCEC-FAF4-A23FFA511BBF}"/>
              </a:ext>
            </a:extLst>
          </p:cNvPr>
          <p:cNvSpPr>
            <a:spLocks/>
          </p:cNvSpPr>
          <p:nvPr/>
        </p:nvSpPr>
        <p:spPr bwMode="auto">
          <a:xfrm>
            <a:off x="10704960" y="3247023"/>
            <a:ext cx="4032012" cy="612541"/>
          </a:xfrm>
          <a:prstGeom prst="roundRect">
            <a:avLst>
              <a:gd name="adj" fmla="val 50000"/>
            </a:avLst>
          </a:prstGeom>
          <a:solidFill>
            <a:srgbClr val="FF6B00"/>
          </a:solidFill>
          <a:ln>
            <a:noFill/>
          </a:ln>
          <a:effectLst/>
        </p:spPr>
        <p:txBody>
          <a:bodyPr tIns="91440" bIns="91440" anchor="ctr"/>
          <a:lstStyle/>
          <a:p>
            <a:pPr algn="ctr"/>
            <a:endParaRPr lang="en-US" altLang="en-US">
              <a:solidFill>
                <a:srgbClr val="FFFFFF"/>
              </a:solidFill>
            </a:endParaRPr>
          </a:p>
        </p:txBody>
      </p:sp>
      <p:sp>
        <p:nvSpPr>
          <p:cNvPr id="19" name="AutoShape 5" descr="Rectangle: Rounded Corners 16">
            <a:extLst>
              <a:ext uri="{FF2B5EF4-FFF2-40B4-BE49-F238E27FC236}">
                <a16:creationId xmlns:a16="http://schemas.microsoft.com/office/drawing/2014/main" id="{3C6D54E0-ADF9-CCFA-F70E-E6C9B60C9291}"/>
              </a:ext>
            </a:extLst>
          </p:cNvPr>
          <p:cNvSpPr>
            <a:spLocks/>
          </p:cNvSpPr>
          <p:nvPr/>
        </p:nvSpPr>
        <p:spPr bwMode="auto">
          <a:xfrm>
            <a:off x="16745218" y="3469557"/>
            <a:ext cx="5884911" cy="9282918"/>
          </a:xfrm>
          <a:prstGeom prst="roundRect">
            <a:avLst>
              <a:gd name="adj" fmla="val 5100"/>
            </a:avLst>
          </a:prstGeom>
          <a:solidFill>
            <a:schemeClr val="bg1">
              <a:lumMod val="95000"/>
            </a:schemeClr>
          </a:solidFill>
          <a:ln>
            <a:noFill/>
          </a:ln>
          <a:effectLst/>
        </p:spPr>
        <p:txBody>
          <a:bodyPr tIns="91440" bIns="91440" anchor="ctr"/>
          <a:lstStyle/>
          <a:p>
            <a:pPr algn="ctr"/>
            <a:endParaRPr lang="en-US" altLang="en-US">
              <a:solidFill>
                <a:srgbClr val="FFFFFF"/>
              </a:solidFill>
            </a:endParaRPr>
          </a:p>
        </p:txBody>
      </p:sp>
      <p:sp>
        <p:nvSpPr>
          <p:cNvPr id="20" name="AutoShape 17" descr="Rectangle: Rounded Corners 38">
            <a:extLst>
              <a:ext uri="{FF2B5EF4-FFF2-40B4-BE49-F238E27FC236}">
                <a16:creationId xmlns:a16="http://schemas.microsoft.com/office/drawing/2014/main" id="{B3687523-1151-CF8E-6483-BFA9475C71F3}"/>
              </a:ext>
            </a:extLst>
          </p:cNvPr>
          <p:cNvSpPr>
            <a:spLocks/>
          </p:cNvSpPr>
          <p:nvPr/>
        </p:nvSpPr>
        <p:spPr bwMode="auto">
          <a:xfrm>
            <a:off x="17671667" y="3247023"/>
            <a:ext cx="4032012" cy="612541"/>
          </a:xfrm>
          <a:prstGeom prst="roundRect">
            <a:avLst>
              <a:gd name="adj" fmla="val 50000"/>
            </a:avLst>
          </a:prstGeom>
          <a:solidFill>
            <a:srgbClr val="FF6B00"/>
          </a:solidFill>
          <a:ln>
            <a:noFill/>
          </a:ln>
          <a:effectLst/>
        </p:spPr>
        <p:txBody>
          <a:bodyPr tIns="91440" bIns="91440" anchor="ctr"/>
          <a:lstStyle/>
          <a:p>
            <a:pPr algn="ctr"/>
            <a:endParaRPr lang="en-US" altLang="en-US">
              <a:solidFill>
                <a:srgbClr val="FFFFFF"/>
              </a:solidFill>
            </a:endParaRPr>
          </a:p>
        </p:txBody>
      </p:sp>
      <p:sp>
        <p:nvSpPr>
          <p:cNvPr id="21" name="Text Placeholder 29">
            <a:extLst>
              <a:ext uri="{FF2B5EF4-FFF2-40B4-BE49-F238E27FC236}">
                <a16:creationId xmlns:a16="http://schemas.microsoft.com/office/drawing/2014/main" id="{62D8EE80-206D-ACA8-3A78-0F8A6ADE7DB4}"/>
              </a:ext>
            </a:extLst>
          </p:cNvPr>
          <p:cNvSpPr txBox="1">
            <a:spLocks/>
          </p:cNvSpPr>
          <p:nvPr/>
        </p:nvSpPr>
        <p:spPr>
          <a:xfrm>
            <a:off x="1884205" y="5381516"/>
            <a:ext cx="6395442" cy="1343025"/>
          </a:xfrm>
          <a:prstGeom prst="rect">
            <a:avLst/>
          </a:prstGeom>
        </p:spPr>
        <p:txBody>
          <a:bodyPr/>
          <a:lstStyle>
            <a:lvl1pPr algn="l" defTabSz="825500" eaLnBrk="1" hangingPunct="1">
              <a:spcBef>
                <a:spcPts val="5200"/>
              </a:spcBef>
              <a:defRPr sz="4400" b="1">
                <a:solidFill>
                  <a:srgbClr val="555559"/>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22" name="Text Placeholder 22">
            <a:extLst>
              <a:ext uri="{FF2B5EF4-FFF2-40B4-BE49-F238E27FC236}">
                <a16:creationId xmlns:a16="http://schemas.microsoft.com/office/drawing/2014/main" id="{6D19336F-8E07-6271-60D9-37F823507820}"/>
              </a:ext>
            </a:extLst>
          </p:cNvPr>
          <p:cNvSpPr txBox="1">
            <a:spLocks/>
          </p:cNvSpPr>
          <p:nvPr/>
        </p:nvSpPr>
        <p:spPr>
          <a:xfrm>
            <a:off x="1884205" y="6899046"/>
            <a:ext cx="6395442" cy="4163694"/>
          </a:xfrm>
          <a:prstGeom prst="rect">
            <a:avLst/>
          </a:prstGeom>
        </p:spPr>
        <p:txBody>
          <a:bodyPr/>
          <a:lstStyle>
            <a:lvl1pPr algn="l"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23" name="Text Placeholder 29">
            <a:extLst>
              <a:ext uri="{FF2B5EF4-FFF2-40B4-BE49-F238E27FC236}">
                <a16:creationId xmlns:a16="http://schemas.microsoft.com/office/drawing/2014/main" id="{A8E90E61-8469-FBB0-6E7B-3C19200576B0}"/>
              </a:ext>
            </a:extLst>
          </p:cNvPr>
          <p:cNvSpPr txBox="1">
            <a:spLocks/>
          </p:cNvSpPr>
          <p:nvPr/>
        </p:nvSpPr>
        <p:spPr>
          <a:xfrm>
            <a:off x="11041126" y="3246293"/>
            <a:ext cx="3527354" cy="612541"/>
          </a:xfrm>
          <a:prstGeom prst="rect">
            <a:avLst/>
          </a:prstGeom>
        </p:spPr>
        <p:txBody>
          <a:bodyPr/>
          <a:lstStyle>
            <a:lvl1pPr algn="l" defTabSz="825500" eaLnBrk="1" hangingPunct="1">
              <a:spcBef>
                <a:spcPts val="5200"/>
              </a:spcBef>
              <a:defRPr sz="3600" b="0">
                <a:solidFill>
                  <a:schemeClr val="bg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24" name="Text Placeholder 29">
            <a:extLst>
              <a:ext uri="{FF2B5EF4-FFF2-40B4-BE49-F238E27FC236}">
                <a16:creationId xmlns:a16="http://schemas.microsoft.com/office/drawing/2014/main" id="{8449C1F5-08BA-9B53-4E86-D745754835FB}"/>
              </a:ext>
            </a:extLst>
          </p:cNvPr>
          <p:cNvSpPr txBox="1">
            <a:spLocks/>
          </p:cNvSpPr>
          <p:nvPr/>
        </p:nvSpPr>
        <p:spPr>
          <a:xfrm>
            <a:off x="17923996" y="3246293"/>
            <a:ext cx="3527354" cy="612541"/>
          </a:xfrm>
          <a:prstGeom prst="rect">
            <a:avLst/>
          </a:prstGeom>
        </p:spPr>
        <p:txBody>
          <a:bodyPr/>
          <a:lstStyle>
            <a:lvl1pPr algn="l" defTabSz="825500" eaLnBrk="1" hangingPunct="1">
              <a:spcBef>
                <a:spcPts val="5200"/>
              </a:spcBef>
              <a:defRPr sz="3600" b="0">
                <a:solidFill>
                  <a:schemeClr val="bg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25" name="Text Placeholder 22">
            <a:extLst>
              <a:ext uri="{FF2B5EF4-FFF2-40B4-BE49-F238E27FC236}">
                <a16:creationId xmlns:a16="http://schemas.microsoft.com/office/drawing/2014/main" id="{5A921395-0C56-2FEF-AD84-B992D6A9CD96}"/>
              </a:ext>
            </a:extLst>
          </p:cNvPr>
          <p:cNvSpPr txBox="1">
            <a:spLocks/>
          </p:cNvSpPr>
          <p:nvPr/>
        </p:nvSpPr>
        <p:spPr>
          <a:xfrm>
            <a:off x="10207262" y="4336780"/>
            <a:ext cx="5039669" cy="7902861"/>
          </a:xfrm>
          <a:prstGeom prst="rect">
            <a:avLst/>
          </a:prstGeom>
        </p:spPr>
        <p:txBody>
          <a:bodyPr/>
          <a:lstStyle>
            <a:lvl1pPr algn="l"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26" name="Text Placeholder 22">
            <a:extLst>
              <a:ext uri="{FF2B5EF4-FFF2-40B4-BE49-F238E27FC236}">
                <a16:creationId xmlns:a16="http://schemas.microsoft.com/office/drawing/2014/main" id="{83E4C723-BFD4-2C73-8CBE-FE361F597383}"/>
              </a:ext>
            </a:extLst>
          </p:cNvPr>
          <p:cNvSpPr txBox="1">
            <a:spLocks/>
          </p:cNvSpPr>
          <p:nvPr/>
        </p:nvSpPr>
        <p:spPr>
          <a:xfrm>
            <a:off x="17195398" y="4367318"/>
            <a:ext cx="5039669" cy="7902861"/>
          </a:xfrm>
          <a:prstGeom prst="rect">
            <a:avLst/>
          </a:prstGeom>
        </p:spPr>
        <p:txBody>
          <a:bodyPr/>
          <a:lstStyle>
            <a:lvl1pPr algn="l"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9" name="Text Placeholder 1">
            <a:extLst>
              <a:ext uri="{FF2B5EF4-FFF2-40B4-BE49-F238E27FC236}">
                <a16:creationId xmlns:a16="http://schemas.microsoft.com/office/drawing/2014/main" id="{E3983359-BBDA-3765-DF3A-252839E8B3D3}"/>
              </a:ext>
            </a:extLst>
          </p:cNvPr>
          <p:cNvSpPr>
            <a:spLocks noGrp="1"/>
          </p:cNvSpPr>
          <p:nvPr>
            <p:ph type="body" sz="quarter" idx="24"/>
          </p:nvPr>
        </p:nvSpPr>
        <p:spPr>
          <a:xfrm>
            <a:off x="1333379" y="1122109"/>
            <a:ext cx="17103516" cy="1025946"/>
          </a:xfrm>
        </p:spPr>
        <p:txBody>
          <a:bodyPr>
            <a:normAutofit/>
          </a:bodyPr>
          <a:lstStyle/>
          <a:p>
            <a:r>
              <a:rPr lang="en-US"/>
              <a:t>Click to add title</a:t>
            </a:r>
          </a:p>
        </p:txBody>
      </p:sp>
      <p:sp>
        <p:nvSpPr>
          <p:cNvPr id="10" name="Text Placeholder 2">
            <a:extLst>
              <a:ext uri="{FF2B5EF4-FFF2-40B4-BE49-F238E27FC236}">
                <a16:creationId xmlns:a16="http://schemas.microsoft.com/office/drawing/2014/main" id="{D60A4351-B7E0-85B4-828D-48E9FDB5FF16}"/>
              </a:ext>
            </a:extLst>
          </p:cNvPr>
          <p:cNvSpPr>
            <a:spLocks noGrp="1"/>
          </p:cNvSpPr>
          <p:nvPr>
            <p:ph type="body" sz="quarter" idx="25"/>
          </p:nvPr>
        </p:nvSpPr>
        <p:spPr>
          <a:xfrm>
            <a:off x="1333379" y="2148055"/>
            <a:ext cx="18391140" cy="844550"/>
          </a:xfrm>
        </p:spPr>
        <p:txBody>
          <a:bodyPr/>
          <a:lstStyle/>
          <a:p>
            <a:endParaRPr lang="en-US"/>
          </a:p>
        </p:txBody>
      </p:sp>
      <p:pic>
        <p:nvPicPr>
          <p:cNvPr id="2" name="Picture 1">
            <a:extLst>
              <a:ext uri="{FF2B5EF4-FFF2-40B4-BE49-F238E27FC236}">
                <a16:creationId xmlns:a16="http://schemas.microsoft.com/office/drawing/2014/main" id="{1488E207-E3B7-FD6A-CE68-0D89B0CC9172}"/>
              </a:ext>
            </a:extLst>
          </p:cNvPr>
          <p:cNvPicPr>
            <a:picLocks noChangeAspect="1"/>
          </p:cNvPicPr>
          <p:nvPr/>
        </p:nvPicPr>
        <p:blipFill rotWithShape="1">
          <a:blip r:embed="rId2">
            <a:extLst>
              <a:ext uri="{28A0092B-C50C-407E-A947-70E740481C1C}">
                <a14:useLocalDpi xmlns:a14="http://schemas.microsoft.com/office/drawing/2010/main" val="0"/>
              </a:ext>
            </a:extLst>
          </a:blip>
          <a:srcRect l="-44764" t="55302" r="45710" b="1985"/>
          <a:stretch/>
        </p:blipFill>
        <p:spPr>
          <a:xfrm>
            <a:off x="-736428" y="0"/>
            <a:ext cx="1413659" cy="13716000"/>
          </a:xfrm>
          <a:prstGeom prst="rect">
            <a:avLst/>
          </a:prstGeom>
        </p:spPr>
      </p:pic>
    </p:spTree>
    <p:extLst>
      <p:ext uri="{BB962C8B-B14F-4D97-AF65-F5344CB8AC3E}">
        <p14:creationId xmlns:p14="http://schemas.microsoft.com/office/powerpoint/2010/main" val="854990724"/>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118966F-6A7E-DB42-2547-F8632F36C9D1}"/>
              </a:ext>
            </a:extLst>
          </p:cNvPr>
          <p:cNvSpPr>
            <a:spLocks noGrp="1"/>
          </p:cNvSpPr>
          <p:nvPr>
            <p:ph type="ftr" sz="quarter" idx="27"/>
          </p:nvPr>
        </p:nvSpPr>
        <p:spPr>
          <a:xfrm>
            <a:off x="1427163" y="13014251"/>
            <a:ext cx="9957735" cy="730250"/>
          </a:xfrm>
        </p:spPr>
        <p:txBody>
          <a:bodyPr/>
          <a:lstStyle/>
          <a:p>
            <a:r>
              <a:rPr lang="en-US"/>
              <a:t>2024 © Retail Consult - All rights reserved</a:t>
            </a:r>
          </a:p>
        </p:txBody>
      </p:sp>
      <p:sp>
        <p:nvSpPr>
          <p:cNvPr id="5" name="Slide Number Placeholder 4">
            <a:extLst>
              <a:ext uri="{FF2B5EF4-FFF2-40B4-BE49-F238E27FC236}">
                <a16:creationId xmlns:a16="http://schemas.microsoft.com/office/drawing/2014/main" id="{A726C5DB-1C47-D6B2-BC86-FAE71938DA3D}"/>
              </a:ext>
            </a:extLst>
          </p:cNvPr>
          <p:cNvSpPr>
            <a:spLocks noGrp="1"/>
          </p:cNvSpPr>
          <p:nvPr>
            <p:ph type="sldNum" sz="quarter" idx="28"/>
          </p:nvPr>
        </p:nvSpPr>
        <p:spPr/>
        <p:txBody>
          <a:bodyPr/>
          <a:lstStyle/>
          <a:p>
            <a:fld id="{9A4417C4-43A3-444C-837D-103BA5C8224B}" type="slidenum">
              <a:rPr lang="en-US" smtClean="0"/>
              <a:pPr/>
              <a:t>42</a:t>
            </a:fld>
            <a:endParaRPr lang="en-US"/>
          </a:p>
        </p:txBody>
      </p:sp>
      <p:grpSp>
        <p:nvGrpSpPr>
          <p:cNvPr id="7" name="Group 6">
            <a:extLst>
              <a:ext uri="{FF2B5EF4-FFF2-40B4-BE49-F238E27FC236}">
                <a16:creationId xmlns:a16="http://schemas.microsoft.com/office/drawing/2014/main" id="{ECEB7379-3AEC-978B-6FC2-012DFD133CCC}"/>
              </a:ext>
            </a:extLst>
          </p:cNvPr>
          <p:cNvGrpSpPr/>
          <p:nvPr/>
        </p:nvGrpSpPr>
        <p:grpSpPr>
          <a:xfrm>
            <a:off x="7459402" y="3332551"/>
            <a:ext cx="9465195" cy="9465194"/>
            <a:chOff x="6096003" y="2719776"/>
            <a:chExt cx="10615394" cy="10615393"/>
          </a:xfrm>
        </p:grpSpPr>
        <p:sp>
          <p:nvSpPr>
            <p:cNvPr id="8" name="Oval 3" descr="Oval 6">
              <a:extLst>
                <a:ext uri="{FF2B5EF4-FFF2-40B4-BE49-F238E27FC236}">
                  <a16:creationId xmlns:a16="http://schemas.microsoft.com/office/drawing/2014/main" id="{4062A05E-B135-2AAF-17C6-97118B63EF2D}"/>
                </a:ext>
              </a:extLst>
            </p:cNvPr>
            <p:cNvSpPr>
              <a:spLocks/>
            </p:cNvSpPr>
            <p:nvPr userDrawn="1"/>
          </p:nvSpPr>
          <p:spPr bwMode="auto">
            <a:xfrm>
              <a:off x="6096003" y="2719776"/>
              <a:ext cx="10615394" cy="10615393"/>
            </a:xfrm>
            <a:prstGeom prst="ellipse">
              <a:avLst/>
            </a:prstGeom>
            <a:gradFill rotWithShape="0">
              <a:gsLst>
                <a:gs pos="0">
                  <a:srgbClr val="FF9D53"/>
                </a:gs>
                <a:gs pos="72000">
                  <a:srgbClr val="FF6B00"/>
                </a:gs>
              </a:gsLst>
              <a:lin ang="5400000"/>
            </a:gradFill>
            <a:ln>
              <a:noFill/>
            </a:ln>
            <a:effectLst/>
          </p:spPr>
          <p:txBody>
            <a:bodyPr tIns="91440" bIns="91440" anchor="ctr"/>
            <a:lstStyle/>
            <a:p>
              <a:pPr algn="ctr"/>
              <a:endParaRPr lang="en-US" altLang="en-US">
                <a:solidFill>
                  <a:srgbClr val="FFFFFF"/>
                </a:solidFill>
              </a:endParaRPr>
            </a:p>
          </p:txBody>
        </p:sp>
        <p:sp>
          <p:nvSpPr>
            <p:cNvPr id="9" name="Oval 4" descr="Oval 7">
              <a:extLst>
                <a:ext uri="{FF2B5EF4-FFF2-40B4-BE49-F238E27FC236}">
                  <a16:creationId xmlns:a16="http://schemas.microsoft.com/office/drawing/2014/main" id="{F5855C6B-427A-C2A3-EE3D-3381605FC55C}"/>
                </a:ext>
              </a:extLst>
            </p:cNvPr>
            <p:cNvSpPr>
              <a:spLocks/>
            </p:cNvSpPr>
            <p:nvPr userDrawn="1"/>
          </p:nvSpPr>
          <p:spPr bwMode="auto">
            <a:xfrm>
              <a:off x="8226303" y="4920664"/>
              <a:ext cx="6354793" cy="6354793"/>
            </a:xfrm>
            <a:prstGeom prst="ellipse">
              <a:avLst/>
            </a:prstGeom>
            <a:solidFill>
              <a:srgbClr val="FFFFFF"/>
            </a:solidFill>
            <a:ln>
              <a:noFill/>
            </a:ln>
            <a:effectLst/>
            <a:extLs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91440" bIns="91440" anchor="ctr"/>
            <a:lstStyle/>
            <a:p>
              <a:pPr algn="ctr"/>
              <a:endParaRPr lang="en-US" altLang="en-US">
                <a:solidFill>
                  <a:srgbClr val="FFFFFF"/>
                </a:solidFill>
              </a:endParaRPr>
            </a:p>
          </p:txBody>
        </p:sp>
      </p:grpSp>
      <p:sp>
        <p:nvSpPr>
          <p:cNvPr id="29" name="Text Placeholder 20">
            <a:extLst>
              <a:ext uri="{FF2B5EF4-FFF2-40B4-BE49-F238E27FC236}">
                <a16:creationId xmlns:a16="http://schemas.microsoft.com/office/drawing/2014/main" id="{41EAE593-9F0D-2A79-9469-67FB1D8B81DC}"/>
              </a:ext>
            </a:extLst>
          </p:cNvPr>
          <p:cNvSpPr txBox="1">
            <a:spLocks/>
          </p:cNvSpPr>
          <p:nvPr/>
        </p:nvSpPr>
        <p:spPr>
          <a:xfrm>
            <a:off x="1427162" y="4122544"/>
            <a:ext cx="5799591" cy="615950"/>
          </a:xfrm>
          <a:prstGeom prst="rect">
            <a:avLst/>
          </a:prstGeom>
        </p:spPr>
        <p:txBody>
          <a:bodyPr/>
          <a:lstStyle>
            <a:lvl1pPr algn="l" defTabSz="825500" eaLnBrk="1" hangingPunct="1">
              <a:spcBef>
                <a:spcPts val="5200"/>
              </a:spcBef>
              <a:defRPr sz="2800" b="1">
                <a:solidFill>
                  <a:srgbClr val="555559"/>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400">
                <a:solidFill>
                  <a:srgbClr val="687189"/>
                </a:solidFill>
                <a:latin typeface="Neo Tech Std" panose="020B0504030504040204" pitchFamily="34" charset="0"/>
                <a:ea typeface="Open Sans Light"/>
                <a:cs typeface="Open Sans Light"/>
                <a:sym typeface="Open Sans Light"/>
              </a:defRPr>
            </a:lvl2pPr>
            <a:lvl3pPr indent="457200" defTabSz="825500" eaLnBrk="1" hangingPunct="1">
              <a:spcBef>
                <a:spcPts val="5200"/>
              </a:spcBef>
              <a:defRPr sz="2400">
                <a:solidFill>
                  <a:srgbClr val="687189"/>
                </a:solidFill>
                <a:latin typeface="Neo Tech Std" panose="020B0504030504040204" pitchFamily="34" charset="0"/>
                <a:ea typeface="Neo Tech Std" charset="0"/>
                <a:cs typeface="Neo Tech Std" charset="0"/>
                <a:sym typeface="Open Sans Light"/>
              </a:defRPr>
            </a:lvl3pPr>
            <a:lvl4pPr indent="685800" defTabSz="825500" eaLnBrk="1" hangingPunct="1">
              <a:spcBef>
                <a:spcPts val="5200"/>
              </a:spcBef>
              <a:defRPr sz="2400">
                <a:solidFill>
                  <a:srgbClr val="687189"/>
                </a:solidFill>
                <a:latin typeface="Neo Tech Std" panose="020B0504030504040204" pitchFamily="34" charset="0"/>
                <a:ea typeface="Open Sans Light"/>
                <a:cs typeface="Open Sans Light"/>
                <a:sym typeface="Open Sans Light"/>
              </a:defRPr>
            </a:lvl4pPr>
            <a:lvl5pPr indent="914400" defTabSz="825500" eaLnBrk="1" hangingPunct="1">
              <a:spcBef>
                <a:spcPts val="5200"/>
              </a:spcBef>
              <a:defRPr sz="2400">
                <a:solidFill>
                  <a:srgbClr val="687189"/>
                </a:solidFill>
                <a:latin typeface="Neo Tech Std" panose="020B0504030504040204" pitchFamily="34" charset="0"/>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lgn="r"/>
            <a:r>
              <a:rPr lang="en-US"/>
              <a:t>Click to add text</a:t>
            </a:r>
          </a:p>
        </p:txBody>
      </p:sp>
      <p:sp>
        <p:nvSpPr>
          <p:cNvPr id="30" name="Text Placeholder 22">
            <a:extLst>
              <a:ext uri="{FF2B5EF4-FFF2-40B4-BE49-F238E27FC236}">
                <a16:creationId xmlns:a16="http://schemas.microsoft.com/office/drawing/2014/main" id="{47026C4C-74E5-76B8-0077-AD66788E65E1}"/>
              </a:ext>
            </a:extLst>
          </p:cNvPr>
          <p:cNvSpPr txBox="1">
            <a:spLocks/>
          </p:cNvSpPr>
          <p:nvPr/>
        </p:nvSpPr>
        <p:spPr>
          <a:xfrm>
            <a:off x="1427163" y="4643085"/>
            <a:ext cx="5799592" cy="2498371"/>
          </a:xfrm>
          <a:prstGeom prst="rect">
            <a:avLst/>
          </a:prstGeom>
        </p:spPr>
        <p:txBody>
          <a:bodyPr/>
          <a:lstStyle>
            <a:lvl1pPr algn="l"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lgn="r"/>
            <a:r>
              <a:rPr lang="en-US"/>
              <a:t>Click to add text</a:t>
            </a:r>
          </a:p>
        </p:txBody>
      </p:sp>
      <p:sp>
        <p:nvSpPr>
          <p:cNvPr id="35" name="Text Placeholder 29">
            <a:extLst>
              <a:ext uri="{FF2B5EF4-FFF2-40B4-BE49-F238E27FC236}">
                <a16:creationId xmlns:a16="http://schemas.microsoft.com/office/drawing/2014/main" id="{EEDD102E-F0EF-769D-A509-15A39B4CBFF0}"/>
              </a:ext>
            </a:extLst>
          </p:cNvPr>
          <p:cNvSpPr txBox="1">
            <a:spLocks/>
          </p:cNvSpPr>
          <p:nvPr/>
        </p:nvSpPr>
        <p:spPr>
          <a:xfrm>
            <a:off x="10874992" y="7297173"/>
            <a:ext cx="2675577" cy="1494386"/>
          </a:xfrm>
          <a:prstGeom prst="rect">
            <a:avLst/>
          </a:prstGeom>
        </p:spPr>
        <p:txBody>
          <a:bodyPr/>
          <a:lstStyle>
            <a:lvl1pPr algn="ctr" defTabSz="825500" eaLnBrk="1" hangingPunct="1">
              <a:spcBef>
                <a:spcPts val="5200"/>
              </a:spcBef>
              <a:defRPr sz="4400" b="1">
                <a:solidFill>
                  <a:schemeClr val="accent1"/>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spcBef>
                <a:spcPts val="0"/>
              </a:spcBef>
            </a:pPr>
            <a:r>
              <a:rPr lang="en-US"/>
              <a:t>Click to add text</a:t>
            </a:r>
          </a:p>
        </p:txBody>
      </p:sp>
      <p:sp>
        <p:nvSpPr>
          <p:cNvPr id="36" name="Text Placeholder 20">
            <a:extLst>
              <a:ext uri="{FF2B5EF4-FFF2-40B4-BE49-F238E27FC236}">
                <a16:creationId xmlns:a16="http://schemas.microsoft.com/office/drawing/2014/main" id="{98E5065C-2EC5-6D8C-FD5B-A667E688EDF3}"/>
              </a:ext>
            </a:extLst>
          </p:cNvPr>
          <p:cNvSpPr txBox="1">
            <a:spLocks/>
          </p:cNvSpPr>
          <p:nvPr/>
        </p:nvSpPr>
        <p:spPr>
          <a:xfrm>
            <a:off x="1427163" y="8810183"/>
            <a:ext cx="5799591" cy="615950"/>
          </a:xfrm>
          <a:prstGeom prst="rect">
            <a:avLst/>
          </a:prstGeom>
        </p:spPr>
        <p:txBody>
          <a:bodyPr/>
          <a:lstStyle>
            <a:lvl1pPr algn="l" defTabSz="825500" eaLnBrk="1" hangingPunct="1">
              <a:spcBef>
                <a:spcPts val="5200"/>
              </a:spcBef>
              <a:defRPr sz="2800" b="1">
                <a:solidFill>
                  <a:srgbClr val="555559"/>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400">
                <a:solidFill>
                  <a:srgbClr val="687189"/>
                </a:solidFill>
                <a:latin typeface="Neo Tech Std" panose="020B0504030504040204" pitchFamily="34" charset="0"/>
                <a:ea typeface="Open Sans Light"/>
                <a:cs typeface="Open Sans Light"/>
                <a:sym typeface="Open Sans Light"/>
              </a:defRPr>
            </a:lvl2pPr>
            <a:lvl3pPr indent="457200" defTabSz="825500" eaLnBrk="1" hangingPunct="1">
              <a:spcBef>
                <a:spcPts val="5200"/>
              </a:spcBef>
              <a:defRPr sz="2400">
                <a:solidFill>
                  <a:srgbClr val="687189"/>
                </a:solidFill>
                <a:latin typeface="Neo Tech Std" panose="020B0504030504040204" pitchFamily="34" charset="0"/>
                <a:ea typeface="Neo Tech Std" charset="0"/>
                <a:cs typeface="Neo Tech Std" charset="0"/>
                <a:sym typeface="Open Sans Light"/>
              </a:defRPr>
            </a:lvl3pPr>
            <a:lvl4pPr indent="685800" defTabSz="825500" eaLnBrk="1" hangingPunct="1">
              <a:spcBef>
                <a:spcPts val="5200"/>
              </a:spcBef>
              <a:defRPr sz="2400">
                <a:solidFill>
                  <a:srgbClr val="687189"/>
                </a:solidFill>
                <a:latin typeface="Neo Tech Std" panose="020B0504030504040204" pitchFamily="34" charset="0"/>
                <a:ea typeface="Open Sans Light"/>
                <a:cs typeface="Open Sans Light"/>
                <a:sym typeface="Open Sans Light"/>
              </a:defRPr>
            </a:lvl4pPr>
            <a:lvl5pPr indent="914400" defTabSz="825500" eaLnBrk="1" hangingPunct="1">
              <a:spcBef>
                <a:spcPts val="5200"/>
              </a:spcBef>
              <a:defRPr sz="2400">
                <a:solidFill>
                  <a:srgbClr val="687189"/>
                </a:solidFill>
                <a:latin typeface="Neo Tech Std" panose="020B0504030504040204" pitchFamily="34" charset="0"/>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lgn="r"/>
            <a:r>
              <a:rPr lang="en-US"/>
              <a:t>Click to add text</a:t>
            </a:r>
          </a:p>
        </p:txBody>
      </p:sp>
      <p:sp>
        <p:nvSpPr>
          <p:cNvPr id="37" name="Text Placeholder 22">
            <a:extLst>
              <a:ext uri="{FF2B5EF4-FFF2-40B4-BE49-F238E27FC236}">
                <a16:creationId xmlns:a16="http://schemas.microsoft.com/office/drawing/2014/main" id="{98244E24-88D5-0946-D275-FEDB02A6D153}"/>
              </a:ext>
            </a:extLst>
          </p:cNvPr>
          <p:cNvSpPr txBox="1">
            <a:spLocks/>
          </p:cNvSpPr>
          <p:nvPr/>
        </p:nvSpPr>
        <p:spPr>
          <a:xfrm>
            <a:off x="1427164" y="9330724"/>
            <a:ext cx="5799592" cy="2498371"/>
          </a:xfrm>
          <a:prstGeom prst="rect">
            <a:avLst/>
          </a:prstGeom>
        </p:spPr>
        <p:txBody>
          <a:bodyPr/>
          <a:lstStyle>
            <a:lvl1pPr algn="l"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pPr algn="r"/>
            <a:r>
              <a:rPr lang="en-US"/>
              <a:t>Click to add text</a:t>
            </a:r>
          </a:p>
        </p:txBody>
      </p:sp>
      <p:sp>
        <p:nvSpPr>
          <p:cNvPr id="38" name="Text Placeholder 20">
            <a:extLst>
              <a:ext uri="{FF2B5EF4-FFF2-40B4-BE49-F238E27FC236}">
                <a16:creationId xmlns:a16="http://schemas.microsoft.com/office/drawing/2014/main" id="{50F3CDFD-7E52-523F-08B8-3206150E0534}"/>
              </a:ext>
            </a:extLst>
          </p:cNvPr>
          <p:cNvSpPr txBox="1">
            <a:spLocks/>
          </p:cNvSpPr>
          <p:nvPr/>
        </p:nvSpPr>
        <p:spPr>
          <a:xfrm>
            <a:off x="17157245" y="4122544"/>
            <a:ext cx="5799591" cy="615950"/>
          </a:xfrm>
          <a:prstGeom prst="rect">
            <a:avLst/>
          </a:prstGeom>
        </p:spPr>
        <p:txBody>
          <a:bodyPr/>
          <a:lstStyle>
            <a:lvl1pPr algn="l" defTabSz="825500" eaLnBrk="1" hangingPunct="1">
              <a:spcBef>
                <a:spcPts val="5200"/>
              </a:spcBef>
              <a:defRPr sz="2800" b="1">
                <a:solidFill>
                  <a:srgbClr val="555559"/>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400">
                <a:solidFill>
                  <a:srgbClr val="687189"/>
                </a:solidFill>
                <a:latin typeface="Neo Tech Std" panose="020B0504030504040204" pitchFamily="34" charset="0"/>
                <a:ea typeface="Open Sans Light"/>
                <a:cs typeface="Open Sans Light"/>
                <a:sym typeface="Open Sans Light"/>
              </a:defRPr>
            </a:lvl2pPr>
            <a:lvl3pPr indent="457200" defTabSz="825500" eaLnBrk="1" hangingPunct="1">
              <a:spcBef>
                <a:spcPts val="5200"/>
              </a:spcBef>
              <a:defRPr sz="2400">
                <a:solidFill>
                  <a:srgbClr val="687189"/>
                </a:solidFill>
                <a:latin typeface="Neo Tech Std" panose="020B0504030504040204" pitchFamily="34" charset="0"/>
                <a:ea typeface="Neo Tech Std" charset="0"/>
                <a:cs typeface="Neo Tech Std" charset="0"/>
                <a:sym typeface="Open Sans Light"/>
              </a:defRPr>
            </a:lvl3pPr>
            <a:lvl4pPr indent="685800" defTabSz="825500" eaLnBrk="1" hangingPunct="1">
              <a:spcBef>
                <a:spcPts val="5200"/>
              </a:spcBef>
              <a:defRPr sz="2400">
                <a:solidFill>
                  <a:srgbClr val="687189"/>
                </a:solidFill>
                <a:latin typeface="Neo Tech Std" panose="020B0504030504040204" pitchFamily="34" charset="0"/>
                <a:ea typeface="Open Sans Light"/>
                <a:cs typeface="Open Sans Light"/>
                <a:sym typeface="Open Sans Light"/>
              </a:defRPr>
            </a:lvl4pPr>
            <a:lvl5pPr indent="914400" defTabSz="825500" eaLnBrk="1" hangingPunct="1">
              <a:spcBef>
                <a:spcPts val="5200"/>
              </a:spcBef>
              <a:defRPr sz="2400">
                <a:solidFill>
                  <a:srgbClr val="687189"/>
                </a:solidFill>
                <a:latin typeface="Neo Tech Std" panose="020B0504030504040204" pitchFamily="34" charset="0"/>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r>
              <a:rPr lang="en-US"/>
              <a:t>Click to add text</a:t>
            </a:r>
          </a:p>
        </p:txBody>
      </p:sp>
      <p:sp>
        <p:nvSpPr>
          <p:cNvPr id="39" name="Text Placeholder 22">
            <a:extLst>
              <a:ext uri="{FF2B5EF4-FFF2-40B4-BE49-F238E27FC236}">
                <a16:creationId xmlns:a16="http://schemas.microsoft.com/office/drawing/2014/main" id="{E10D6BEA-83CD-2680-A995-D0D3124480D8}"/>
              </a:ext>
            </a:extLst>
          </p:cNvPr>
          <p:cNvSpPr txBox="1">
            <a:spLocks/>
          </p:cNvSpPr>
          <p:nvPr/>
        </p:nvSpPr>
        <p:spPr>
          <a:xfrm>
            <a:off x="17157246" y="4643085"/>
            <a:ext cx="5799592" cy="2498371"/>
          </a:xfrm>
          <a:prstGeom prst="rect">
            <a:avLst/>
          </a:prstGeom>
        </p:spPr>
        <p:txBody>
          <a:bodyPr/>
          <a:lstStyle>
            <a:lvl1pPr algn="l"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r>
              <a:rPr lang="en-US"/>
              <a:t>Click to add text</a:t>
            </a:r>
          </a:p>
        </p:txBody>
      </p:sp>
      <p:sp>
        <p:nvSpPr>
          <p:cNvPr id="40" name="Text Placeholder 20">
            <a:extLst>
              <a:ext uri="{FF2B5EF4-FFF2-40B4-BE49-F238E27FC236}">
                <a16:creationId xmlns:a16="http://schemas.microsoft.com/office/drawing/2014/main" id="{175F356A-6C39-597A-BC14-F1BC634411DE}"/>
              </a:ext>
            </a:extLst>
          </p:cNvPr>
          <p:cNvSpPr txBox="1">
            <a:spLocks/>
          </p:cNvSpPr>
          <p:nvPr/>
        </p:nvSpPr>
        <p:spPr>
          <a:xfrm>
            <a:off x="17157246" y="8810183"/>
            <a:ext cx="5799591" cy="615950"/>
          </a:xfrm>
          <a:prstGeom prst="rect">
            <a:avLst/>
          </a:prstGeom>
        </p:spPr>
        <p:txBody>
          <a:bodyPr/>
          <a:lstStyle>
            <a:lvl1pPr algn="l" defTabSz="825500" eaLnBrk="1" hangingPunct="1">
              <a:spcBef>
                <a:spcPts val="5200"/>
              </a:spcBef>
              <a:defRPr sz="2800" b="1">
                <a:solidFill>
                  <a:srgbClr val="555559"/>
                </a:solidFill>
                <a:latin typeface="Neo Tech Std" panose="020B0504030504040204" pitchFamily="34" charset="0"/>
                <a:ea typeface="Neo Tech Std" charset="0"/>
                <a:cs typeface="Neo Tech Std" charset="0"/>
                <a:sym typeface="Open Sans Light"/>
              </a:defRPr>
            </a:lvl1pPr>
            <a:lvl2pPr indent="228600" defTabSz="825500" eaLnBrk="1" hangingPunct="1">
              <a:spcBef>
                <a:spcPts val="5200"/>
              </a:spcBef>
              <a:defRPr sz="2400">
                <a:solidFill>
                  <a:srgbClr val="687189"/>
                </a:solidFill>
                <a:latin typeface="Neo Tech Std" panose="020B0504030504040204" pitchFamily="34" charset="0"/>
                <a:ea typeface="Open Sans Light"/>
                <a:cs typeface="Open Sans Light"/>
                <a:sym typeface="Open Sans Light"/>
              </a:defRPr>
            </a:lvl2pPr>
            <a:lvl3pPr indent="457200" defTabSz="825500" eaLnBrk="1" hangingPunct="1">
              <a:spcBef>
                <a:spcPts val="5200"/>
              </a:spcBef>
              <a:defRPr sz="2400">
                <a:solidFill>
                  <a:srgbClr val="687189"/>
                </a:solidFill>
                <a:latin typeface="Neo Tech Std" panose="020B0504030504040204" pitchFamily="34" charset="0"/>
                <a:ea typeface="Neo Tech Std" charset="0"/>
                <a:cs typeface="Neo Tech Std" charset="0"/>
                <a:sym typeface="Open Sans Light"/>
              </a:defRPr>
            </a:lvl3pPr>
            <a:lvl4pPr indent="685800" defTabSz="825500" eaLnBrk="1" hangingPunct="1">
              <a:spcBef>
                <a:spcPts val="5200"/>
              </a:spcBef>
              <a:defRPr sz="2400">
                <a:solidFill>
                  <a:srgbClr val="687189"/>
                </a:solidFill>
                <a:latin typeface="Neo Tech Std" panose="020B0504030504040204" pitchFamily="34" charset="0"/>
                <a:ea typeface="Open Sans Light"/>
                <a:cs typeface="Open Sans Light"/>
                <a:sym typeface="Open Sans Light"/>
              </a:defRPr>
            </a:lvl4pPr>
            <a:lvl5pPr indent="914400" defTabSz="825500" eaLnBrk="1" hangingPunct="1">
              <a:spcBef>
                <a:spcPts val="5200"/>
              </a:spcBef>
              <a:defRPr sz="2400">
                <a:solidFill>
                  <a:srgbClr val="687189"/>
                </a:solidFill>
                <a:latin typeface="Neo Tech Std" panose="020B0504030504040204" pitchFamily="34" charset="0"/>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r>
              <a:rPr lang="en-US"/>
              <a:t>Click to add text</a:t>
            </a:r>
          </a:p>
        </p:txBody>
      </p:sp>
      <p:sp>
        <p:nvSpPr>
          <p:cNvPr id="41" name="Text Placeholder 22">
            <a:extLst>
              <a:ext uri="{FF2B5EF4-FFF2-40B4-BE49-F238E27FC236}">
                <a16:creationId xmlns:a16="http://schemas.microsoft.com/office/drawing/2014/main" id="{94D2F8B1-6983-ABD5-02BB-A1A50768D605}"/>
              </a:ext>
            </a:extLst>
          </p:cNvPr>
          <p:cNvSpPr txBox="1">
            <a:spLocks/>
          </p:cNvSpPr>
          <p:nvPr/>
        </p:nvSpPr>
        <p:spPr>
          <a:xfrm>
            <a:off x="17157247" y="9330724"/>
            <a:ext cx="5799592" cy="2498371"/>
          </a:xfrm>
          <a:prstGeom prst="rect">
            <a:avLst/>
          </a:prstGeom>
        </p:spPr>
        <p:txBody>
          <a:bodyPr/>
          <a:lstStyle>
            <a:lvl1pPr algn="l" defTabSz="825500" eaLnBrk="1" hangingPunct="1">
              <a:spcBef>
                <a:spcPts val="5200"/>
              </a:spcBef>
              <a:defRPr sz="2600">
                <a:solidFill>
                  <a:srgbClr val="555559"/>
                </a:solidFill>
                <a:latin typeface="Neo Tech Std" charset="0"/>
                <a:ea typeface="Neo Tech Std" charset="0"/>
                <a:cs typeface="Neo Tech Std" charset="0"/>
                <a:sym typeface="Open Sans Light"/>
              </a:defRPr>
            </a:lvl1pPr>
            <a:lvl2pPr indent="228600" defTabSz="825500" eaLnBrk="1" hangingPunct="1">
              <a:spcBef>
                <a:spcPts val="5200"/>
              </a:spcBef>
              <a:defRPr sz="2200">
                <a:solidFill>
                  <a:srgbClr val="687189"/>
                </a:solidFill>
                <a:latin typeface="Open Sans Light"/>
                <a:ea typeface="Open Sans Light"/>
                <a:cs typeface="Open Sans Light"/>
                <a:sym typeface="Open Sans Light"/>
              </a:defRPr>
            </a:lvl2pPr>
            <a:lvl3pPr indent="457200" defTabSz="825500" eaLnBrk="1" hangingPunct="1">
              <a:spcBef>
                <a:spcPts val="5200"/>
              </a:spcBef>
              <a:defRPr sz="2200">
                <a:solidFill>
                  <a:srgbClr val="687189"/>
                </a:solidFill>
                <a:latin typeface="Neo Tech Std" charset="0"/>
                <a:ea typeface="Neo Tech Std" charset="0"/>
                <a:cs typeface="Neo Tech Std" charset="0"/>
                <a:sym typeface="Open Sans Light"/>
              </a:defRPr>
            </a:lvl3pPr>
            <a:lvl4pPr indent="685800" defTabSz="825500" eaLnBrk="1" hangingPunct="1">
              <a:spcBef>
                <a:spcPts val="5200"/>
              </a:spcBef>
              <a:defRPr sz="2200">
                <a:solidFill>
                  <a:srgbClr val="687189"/>
                </a:solidFill>
                <a:latin typeface="Open Sans Light"/>
                <a:ea typeface="Open Sans Light"/>
                <a:cs typeface="Open Sans Light"/>
                <a:sym typeface="Open Sans Light"/>
              </a:defRPr>
            </a:lvl4pPr>
            <a:lvl5pPr indent="914400" defTabSz="825500" eaLnBrk="1" hangingPunct="1">
              <a:spcBef>
                <a:spcPts val="5200"/>
              </a:spcBef>
              <a:defRPr sz="2200">
                <a:solidFill>
                  <a:srgbClr val="687189"/>
                </a:solidFill>
                <a:latin typeface="Open Sans Light"/>
                <a:ea typeface="Open Sans Light"/>
                <a:cs typeface="Open Sans Light"/>
                <a:sym typeface="Open Sans Light"/>
              </a:defRPr>
            </a:lvl5pPr>
            <a:lvl6pPr indent="1143000" defTabSz="825500" eaLnBrk="1" hangingPunct="1">
              <a:spcBef>
                <a:spcPts val="5200"/>
              </a:spcBef>
              <a:defRPr sz="2200">
                <a:solidFill>
                  <a:srgbClr val="687189"/>
                </a:solidFill>
                <a:latin typeface="Open Sans Light"/>
                <a:ea typeface="Open Sans Light"/>
                <a:cs typeface="Open Sans Light"/>
                <a:sym typeface="Open Sans Light"/>
              </a:defRPr>
            </a:lvl6pPr>
            <a:lvl7pPr indent="1371600" defTabSz="825500" eaLnBrk="1" hangingPunct="1">
              <a:spcBef>
                <a:spcPts val="5200"/>
              </a:spcBef>
              <a:defRPr sz="2200">
                <a:solidFill>
                  <a:srgbClr val="687189"/>
                </a:solidFill>
                <a:latin typeface="Open Sans Light"/>
                <a:ea typeface="Open Sans Light"/>
                <a:cs typeface="Open Sans Light"/>
                <a:sym typeface="Open Sans Light"/>
              </a:defRPr>
            </a:lvl7pPr>
            <a:lvl8pPr indent="1600200" defTabSz="825500" eaLnBrk="1" hangingPunct="1">
              <a:spcBef>
                <a:spcPts val="5200"/>
              </a:spcBef>
              <a:defRPr sz="2200">
                <a:solidFill>
                  <a:srgbClr val="687189"/>
                </a:solidFill>
                <a:latin typeface="Open Sans Light"/>
                <a:ea typeface="Open Sans Light"/>
                <a:cs typeface="Open Sans Light"/>
                <a:sym typeface="Open Sans Light"/>
              </a:defRPr>
            </a:lvl8pPr>
            <a:lvl9pPr indent="1828800" defTabSz="825500" eaLnBrk="1" hangingPunct="1">
              <a:spcBef>
                <a:spcPts val="5200"/>
              </a:spcBef>
              <a:defRPr sz="2200">
                <a:solidFill>
                  <a:srgbClr val="687189"/>
                </a:solidFill>
                <a:latin typeface="Open Sans Light"/>
                <a:ea typeface="Open Sans Light"/>
                <a:cs typeface="Open Sans Light"/>
                <a:sym typeface="Open Sans Light"/>
              </a:defRPr>
            </a:lvl9pPr>
          </a:lstStyle>
          <a:p>
            <a:r>
              <a:rPr lang="en-US"/>
              <a:t>Click to add text</a:t>
            </a:r>
          </a:p>
        </p:txBody>
      </p:sp>
      <p:sp>
        <p:nvSpPr>
          <p:cNvPr id="12" name="Text Placeholder 1">
            <a:extLst>
              <a:ext uri="{FF2B5EF4-FFF2-40B4-BE49-F238E27FC236}">
                <a16:creationId xmlns:a16="http://schemas.microsoft.com/office/drawing/2014/main" id="{AEAA2034-389E-3E95-3F13-034FC7C01A72}"/>
              </a:ext>
            </a:extLst>
          </p:cNvPr>
          <p:cNvSpPr>
            <a:spLocks noGrp="1"/>
          </p:cNvSpPr>
          <p:nvPr>
            <p:ph type="body" sz="quarter" idx="24"/>
          </p:nvPr>
        </p:nvSpPr>
        <p:spPr>
          <a:xfrm>
            <a:off x="1333379" y="1122109"/>
            <a:ext cx="17103516" cy="1025946"/>
          </a:xfrm>
        </p:spPr>
        <p:txBody>
          <a:bodyPr>
            <a:normAutofit/>
          </a:bodyPr>
          <a:lstStyle/>
          <a:p>
            <a:r>
              <a:rPr lang="en-US"/>
              <a:t>Click to add title</a:t>
            </a:r>
          </a:p>
        </p:txBody>
      </p:sp>
      <p:sp>
        <p:nvSpPr>
          <p:cNvPr id="13" name="Text Placeholder 2">
            <a:extLst>
              <a:ext uri="{FF2B5EF4-FFF2-40B4-BE49-F238E27FC236}">
                <a16:creationId xmlns:a16="http://schemas.microsoft.com/office/drawing/2014/main" id="{FD865012-FC20-D319-D546-EE3BE4E43E00}"/>
              </a:ext>
            </a:extLst>
          </p:cNvPr>
          <p:cNvSpPr>
            <a:spLocks noGrp="1"/>
          </p:cNvSpPr>
          <p:nvPr>
            <p:ph type="body" sz="quarter" idx="25"/>
          </p:nvPr>
        </p:nvSpPr>
        <p:spPr>
          <a:xfrm>
            <a:off x="1333379" y="2148055"/>
            <a:ext cx="18391140" cy="844550"/>
          </a:xfrm>
        </p:spPr>
        <p:txBody>
          <a:bodyPr/>
          <a:lstStyle/>
          <a:p>
            <a:endParaRPr lang="en-US"/>
          </a:p>
        </p:txBody>
      </p:sp>
      <p:pic>
        <p:nvPicPr>
          <p:cNvPr id="2" name="Picture 1">
            <a:extLst>
              <a:ext uri="{FF2B5EF4-FFF2-40B4-BE49-F238E27FC236}">
                <a16:creationId xmlns:a16="http://schemas.microsoft.com/office/drawing/2014/main" id="{6F0C6EEA-5E56-BA64-0BC8-9BEEFF61C673}"/>
              </a:ext>
            </a:extLst>
          </p:cNvPr>
          <p:cNvPicPr>
            <a:picLocks noChangeAspect="1"/>
          </p:cNvPicPr>
          <p:nvPr/>
        </p:nvPicPr>
        <p:blipFill rotWithShape="1">
          <a:blip r:embed="rId2">
            <a:extLst>
              <a:ext uri="{28A0092B-C50C-407E-A947-70E740481C1C}">
                <a14:useLocalDpi xmlns:a14="http://schemas.microsoft.com/office/drawing/2010/main" val="0"/>
              </a:ext>
            </a:extLst>
          </a:blip>
          <a:srcRect l="-44764" t="55302" r="45710" b="1985"/>
          <a:stretch/>
        </p:blipFill>
        <p:spPr>
          <a:xfrm>
            <a:off x="-736428" y="0"/>
            <a:ext cx="1413659" cy="13716000"/>
          </a:xfrm>
          <a:prstGeom prst="rect">
            <a:avLst/>
          </a:prstGeom>
        </p:spPr>
      </p:pic>
    </p:spTree>
    <p:extLst>
      <p:ext uri="{BB962C8B-B14F-4D97-AF65-F5344CB8AC3E}">
        <p14:creationId xmlns:p14="http://schemas.microsoft.com/office/powerpoint/2010/main" val="2163159547"/>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118966F-6A7E-DB42-2547-F8632F36C9D1}"/>
              </a:ext>
            </a:extLst>
          </p:cNvPr>
          <p:cNvSpPr>
            <a:spLocks noGrp="1"/>
          </p:cNvSpPr>
          <p:nvPr>
            <p:ph type="ftr" sz="quarter" idx="27"/>
          </p:nvPr>
        </p:nvSpPr>
        <p:spPr/>
        <p:txBody>
          <a:bodyPr/>
          <a:lstStyle/>
          <a:p>
            <a:r>
              <a:rPr lang="en-US"/>
              <a:t>2024 © Retail Consult - All rights reserved</a:t>
            </a:r>
          </a:p>
        </p:txBody>
      </p:sp>
      <p:sp>
        <p:nvSpPr>
          <p:cNvPr id="5" name="Slide Number Placeholder 4">
            <a:extLst>
              <a:ext uri="{FF2B5EF4-FFF2-40B4-BE49-F238E27FC236}">
                <a16:creationId xmlns:a16="http://schemas.microsoft.com/office/drawing/2014/main" id="{A726C5DB-1C47-D6B2-BC86-FAE71938DA3D}"/>
              </a:ext>
            </a:extLst>
          </p:cNvPr>
          <p:cNvSpPr>
            <a:spLocks noGrp="1"/>
          </p:cNvSpPr>
          <p:nvPr>
            <p:ph type="sldNum" sz="quarter" idx="28"/>
          </p:nvPr>
        </p:nvSpPr>
        <p:spPr/>
        <p:txBody>
          <a:bodyPr/>
          <a:lstStyle/>
          <a:p>
            <a:fld id="{9A4417C4-43A3-444C-837D-103BA5C8224B}" type="slidenum">
              <a:rPr lang="en-US" smtClean="0"/>
              <a:pPr/>
              <a:t>43</a:t>
            </a:fld>
            <a:endParaRPr lang="en-US"/>
          </a:p>
        </p:txBody>
      </p:sp>
      <p:graphicFrame>
        <p:nvGraphicFramePr>
          <p:cNvPr id="6" name="Table 5">
            <a:extLst>
              <a:ext uri="{FF2B5EF4-FFF2-40B4-BE49-F238E27FC236}">
                <a16:creationId xmlns:a16="http://schemas.microsoft.com/office/drawing/2014/main" id="{E6808864-82BF-F8F0-76F1-2A5EB493E6EC}"/>
              </a:ext>
            </a:extLst>
          </p:cNvPr>
          <p:cNvGraphicFramePr>
            <a:graphicFrameLocks noGrp="1"/>
          </p:cNvGraphicFramePr>
          <p:nvPr/>
        </p:nvGraphicFramePr>
        <p:xfrm>
          <a:off x="1405614" y="4484832"/>
          <a:ext cx="21047985" cy="6248317"/>
        </p:xfrm>
        <a:graphic>
          <a:graphicData uri="http://schemas.openxmlformats.org/drawingml/2006/table">
            <a:tbl>
              <a:tblPr firstRow="1" bandRow="1">
                <a:tableStyleId>{5C22544A-7EE6-4342-B048-85BDC9FD1C3A}</a:tableStyleId>
              </a:tblPr>
              <a:tblGrid>
                <a:gridCol w="3621984">
                  <a:extLst>
                    <a:ext uri="{9D8B030D-6E8A-4147-A177-3AD203B41FA5}">
                      <a16:colId xmlns:a16="http://schemas.microsoft.com/office/drawing/2014/main" val="20000"/>
                    </a:ext>
                  </a:extLst>
                </a:gridCol>
                <a:gridCol w="4308974">
                  <a:extLst>
                    <a:ext uri="{9D8B030D-6E8A-4147-A177-3AD203B41FA5}">
                      <a16:colId xmlns:a16="http://schemas.microsoft.com/office/drawing/2014/main" val="20001"/>
                    </a:ext>
                  </a:extLst>
                </a:gridCol>
                <a:gridCol w="4154309">
                  <a:extLst>
                    <a:ext uri="{9D8B030D-6E8A-4147-A177-3AD203B41FA5}">
                      <a16:colId xmlns:a16="http://schemas.microsoft.com/office/drawing/2014/main" val="20002"/>
                    </a:ext>
                  </a:extLst>
                </a:gridCol>
                <a:gridCol w="4629309">
                  <a:extLst>
                    <a:ext uri="{9D8B030D-6E8A-4147-A177-3AD203B41FA5}">
                      <a16:colId xmlns:a16="http://schemas.microsoft.com/office/drawing/2014/main" val="20003"/>
                    </a:ext>
                  </a:extLst>
                </a:gridCol>
                <a:gridCol w="4333409">
                  <a:extLst>
                    <a:ext uri="{9D8B030D-6E8A-4147-A177-3AD203B41FA5}">
                      <a16:colId xmlns:a16="http://schemas.microsoft.com/office/drawing/2014/main" val="20004"/>
                    </a:ext>
                  </a:extLst>
                </a:gridCol>
              </a:tblGrid>
              <a:tr h="1058509">
                <a:tc>
                  <a:txBody>
                    <a:bodyPr/>
                    <a:lstStyle/>
                    <a:p>
                      <a:pPr algn="ctr"/>
                      <a:r>
                        <a:rPr lang="en-JM" sz="3200" b="1">
                          <a:solidFill>
                            <a:schemeClr val="bg1"/>
                          </a:solidFill>
                          <a:latin typeface="Neo Tech Std" panose="020B0504030504040204" pitchFamily="34" charset="0"/>
                          <a:cs typeface="Roboto Slab Light"/>
                        </a:rPr>
                        <a:t>Title 1</a:t>
                      </a:r>
                      <a:endParaRPr lang="en-JM" sz="2800" b="1">
                        <a:solidFill>
                          <a:schemeClr val="bg1"/>
                        </a:solidFill>
                        <a:latin typeface="Neo Tech Std" panose="020B0504030504040204" pitchFamily="34" charset="0"/>
                        <a:cs typeface="Roboto Slab Light"/>
                      </a:endParaRPr>
                    </a:p>
                    <a:p>
                      <a:pPr algn="ctr"/>
                      <a:r>
                        <a:rPr lang="en-JM" sz="2400" b="1">
                          <a:solidFill>
                            <a:schemeClr val="bg1"/>
                          </a:solidFill>
                          <a:latin typeface="Neo Tech Std" panose="020B0504030504040204" pitchFamily="34" charset="0"/>
                          <a:cs typeface="Roboto Light"/>
                        </a:rPr>
                        <a:t>Subtitle</a:t>
                      </a:r>
                      <a:endParaRPr lang="en-JM" sz="2800" b="1">
                        <a:solidFill>
                          <a:schemeClr val="bg1"/>
                        </a:solidFill>
                        <a:latin typeface="Neo Tech Std" panose="020B0504030504040204" pitchFamily="34" charset="0"/>
                        <a:cs typeface="Roboto Light"/>
                      </a:endParaRPr>
                    </a:p>
                  </a:txBody>
                  <a:tcPr marL="243840" marR="243840" marT="121920" marB="12192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JM" sz="3200" b="1">
                          <a:solidFill>
                            <a:schemeClr val="bg1"/>
                          </a:solidFill>
                          <a:latin typeface="Neo Tech Std" panose="020B0504030504040204" pitchFamily="34" charset="0"/>
                          <a:cs typeface="Roboto Slab Light"/>
                        </a:rPr>
                        <a:t>Title 2</a:t>
                      </a:r>
                    </a:p>
                    <a:p>
                      <a:pPr algn="ctr"/>
                      <a:r>
                        <a:rPr lang="en-JM" sz="2400" b="1">
                          <a:solidFill>
                            <a:schemeClr val="bg1"/>
                          </a:solidFill>
                          <a:latin typeface="Neo Tech Std" panose="020B0504030504040204" pitchFamily="34" charset="0"/>
                          <a:cs typeface="Roboto Light"/>
                        </a:rPr>
                        <a:t>subtitle</a:t>
                      </a:r>
                      <a:endParaRPr lang="en-JM" sz="2900" b="1">
                        <a:solidFill>
                          <a:schemeClr val="bg1"/>
                        </a:solidFill>
                        <a:latin typeface="Neo Tech Std" panose="020B0504030504040204" pitchFamily="34" charset="0"/>
                        <a:cs typeface="Roboto Light"/>
                      </a:endParaRPr>
                    </a:p>
                  </a:txBody>
                  <a:tcPr marL="243840" marR="243840" marT="121920" marB="12192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JM" sz="3200" b="1">
                          <a:solidFill>
                            <a:schemeClr val="bg1"/>
                          </a:solidFill>
                          <a:latin typeface="Neo Tech Std" panose="020B0504030504040204" pitchFamily="34" charset="0"/>
                          <a:cs typeface="Roboto Slab Light"/>
                        </a:rPr>
                        <a:t>Title 3</a:t>
                      </a:r>
                    </a:p>
                    <a:p>
                      <a:pPr algn="ctr"/>
                      <a:r>
                        <a:rPr lang="en-JM" sz="2400" b="1">
                          <a:solidFill>
                            <a:schemeClr val="bg1"/>
                          </a:solidFill>
                          <a:latin typeface="Neo Tech Std" panose="020B0504030504040204" pitchFamily="34" charset="0"/>
                          <a:cs typeface="Roboto Light"/>
                        </a:rPr>
                        <a:t>Subtitle</a:t>
                      </a:r>
                      <a:endParaRPr lang="en-JM" sz="2900" b="1">
                        <a:solidFill>
                          <a:schemeClr val="bg1"/>
                        </a:solidFill>
                        <a:latin typeface="Neo Tech Std" panose="020B0504030504040204" pitchFamily="34" charset="0"/>
                        <a:cs typeface="Roboto Light"/>
                      </a:endParaRPr>
                    </a:p>
                  </a:txBody>
                  <a:tcPr marL="243840" marR="243840" marT="121920" marB="12192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a:r>
                        <a:rPr lang="en-JM" sz="3200" b="1">
                          <a:solidFill>
                            <a:schemeClr val="bg1"/>
                          </a:solidFill>
                          <a:latin typeface="Neo Tech Std" panose="020B0504030504040204" pitchFamily="34" charset="0"/>
                          <a:cs typeface="Roboto Slab Light"/>
                        </a:rPr>
                        <a:t>Title 4</a:t>
                      </a:r>
                    </a:p>
                    <a:p>
                      <a:pPr algn="ctr"/>
                      <a:r>
                        <a:rPr lang="en-JM" sz="2400" b="1">
                          <a:solidFill>
                            <a:schemeClr val="bg1"/>
                          </a:solidFill>
                          <a:latin typeface="Neo Tech Std" panose="020B0504030504040204" pitchFamily="34" charset="0"/>
                          <a:cs typeface="Roboto Light"/>
                        </a:rPr>
                        <a:t>subtitle</a:t>
                      </a:r>
                      <a:endParaRPr lang="en-JM" sz="2100" b="1">
                        <a:solidFill>
                          <a:schemeClr val="bg1"/>
                        </a:solidFill>
                        <a:latin typeface="Neo Tech Std" panose="020B0504030504040204" pitchFamily="34" charset="0"/>
                        <a:cs typeface="Roboto Light"/>
                      </a:endParaRPr>
                    </a:p>
                  </a:txBody>
                  <a:tcPr marL="243840" marR="243840" marT="121920" marB="12192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JM" sz="3200" b="1">
                          <a:solidFill>
                            <a:schemeClr val="bg1"/>
                          </a:solidFill>
                          <a:latin typeface="Neo Tech Std" panose="020B0504030504040204" pitchFamily="34" charset="0"/>
                          <a:cs typeface="Roboto Slab Light"/>
                        </a:rPr>
                        <a:t>Title 5</a:t>
                      </a:r>
                    </a:p>
                    <a:p>
                      <a:pPr algn="ctr"/>
                      <a:r>
                        <a:rPr lang="en-JM" sz="2400" b="1">
                          <a:solidFill>
                            <a:schemeClr val="bg1"/>
                          </a:solidFill>
                          <a:latin typeface="Neo Tech Std" panose="020B0504030504040204" pitchFamily="34" charset="0"/>
                          <a:cs typeface="Roboto Light"/>
                        </a:rPr>
                        <a:t>subtitle</a:t>
                      </a:r>
                      <a:endParaRPr lang="en-JM" sz="2800" b="1">
                        <a:solidFill>
                          <a:schemeClr val="bg1"/>
                        </a:solidFill>
                        <a:latin typeface="Neo Tech Std" panose="020B0504030504040204" pitchFamily="34" charset="0"/>
                        <a:cs typeface="Roboto Light"/>
                      </a:endParaRPr>
                    </a:p>
                  </a:txBody>
                  <a:tcPr marL="243840" marR="243840" marT="121920" marB="12192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0000"/>
                  </a:ext>
                </a:extLst>
              </a:tr>
              <a:tr h="609600">
                <a:tc>
                  <a:txBody>
                    <a:bodyPr/>
                    <a:lstStyle/>
                    <a:p>
                      <a:pPr algn="ctr"/>
                      <a:endParaRPr lang="en-JM" sz="2400">
                        <a:solidFill>
                          <a:srgbClr val="555559"/>
                        </a:solidFill>
                        <a:latin typeface="Neo Tech Std" panose="020B0504030504040204" pitchFamily="34" charset="0"/>
                        <a:cs typeface="Roboto Light"/>
                      </a:endParaRPr>
                    </a:p>
                  </a:txBody>
                  <a:tcPr marL="243840" marR="243840" marT="121920" marB="12192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JM" sz="2400">
                        <a:solidFill>
                          <a:srgbClr val="555559"/>
                        </a:solidFill>
                        <a:latin typeface="Neo Tech Std" panose="020B0504030504040204" pitchFamily="34" charset="0"/>
                        <a:cs typeface="Roboto Light"/>
                      </a:endParaRPr>
                    </a:p>
                  </a:txBody>
                  <a:tcPr marL="243840" marR="243840" marT="121920" marB="12192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JM" sz="2400">
                        <a:solidFill>
                          <a:srgbClr val="555559"/>
                        </a:solidFill>
                        <a:latin typeface="Neo Tech Std" panose="020B0504030504040204" pitchFamily="34" charset="0"/>
                        <a:cs typeface="Roboto Light"/>
                      </a:endParaRPr>
                    </a:p>
                  </a:txBody>
                  <a:tcPr marL="243840" marR="243840" marT="121920" marB="12192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JM" sz="2400">
                        <a:solidFill>
                          <a:srgbClr val="555559"/>
                        </a:solidFill>
                        <a:latin typeface="Neo Tech Std" panose="020B0504030504040204" pitchFamily="34" charset="0"/>
                        <a:cs typeface="Roboto Light"/>
                      </a:endParaRPr>
                    </a:p>
                  </a:txBody>
                  <a:tcPr marL="243840" marR="243840" marT="121920" marB="12192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JM" sz="2400">
                        <a:solidFill>
                          <a:srgbClr val="555559"/>
                        </a:solidFill>
                        <a:latin typeface="Neo Tech Std" panose="020B0504030504040204" pitchFamily="34" charset="0"/>
                        <a:cs typeface="Roboto Light"/>
                      </a:endParaRPr>
                    </a:p>
                  </a:txBody>
                  <a:tcPr marL="243840" marR="243840" marT="121920" marB="12192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1"/>
                  </a:ext>
                </a:extLst>
              </a:tr>
              <a:tr h="765197">
                <a:tc>
                  <a:txBody>
                    <a:bodyPr/>
                    <a:lstStyle/>
                    <a:p>
                      <a:pPr algn="ctr"/>
                      <a:r>
                        <a:rPr lang="en-JM" sz="2700">
                          <a:solidFill>
                            <a:srgbClr val="555559"/>
                          </a:solidFill>
                          <a:latin typeface="Neo Tech Std" panose="020B0504030504040204" pitchFamily="34" charset="0"/>
                          <a:cs typeface="Roboto Light"/>
                        </a:rPr>
                        <a:t>Text &amp; Numbers</a:t>
                      </a:r>
                    </a:p>
                  </a:txBody>
                  <a:tcPr marL="243840" marR="243840" marT="121920" marB="12192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r>
                        <a:rPr lang="en-JM" sz="2700">
                          <a:solidFill>
                            <a:srgbClr val="555559"/>
                          </a:solidFill>
                          <a:latin typeface="Neo Tech Std" panose="020B0504030504040204" pitchFamily="34" charset="0"/>
                          <a:cs typeface="Roboto Light"/>
                        </a:rPr>
                        <a:t>Text &amp; Numbers</a:t>
                      </a:r>
                    </a:p>
                  </a:txBody>
                  <a:tcPr marL="243840" marR="243840" marT="121920" marB="12192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r>
                        <a:rPr lang="en-JM" sz="2700">
                          <a:solidFill>
                            <a:srgbClr val="555559"/>
                          </a:solidFill>
                          <a:latin typeface="Neo Tech Std" panose="020B0504030504040204" pitchFamily="34" charset="0"/>
                          <a:cs typeface="Roboto Light"/>
                        </a:rPr>
                        <a:t>Text &amp; Numbers</a:t>
                      </a:r>
                    </a:p>
                  </a:txBody>
                  <a:tcPr marL="243840" marR="243840" marT="121920" marB="12192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r>
                        <a:rPr lang="en-JM" sz="2700">
                          <a:solidFill>
                            <a:srgbClr val="555559"/>
                          </a:solidFill>
                          <a:latin typeface="Neo Tech Std" panose="020B0504030504040204" pitchFamily="34" charset="0"/>
                          <a:cs typeface="Roboto Light"/>
                        </a:rPr>
                        <a:t>Text &amp; Numbers</a:t>
                      </a:r>
                    </a:p>
                  </a:txBody>
                  <a:tcPr marL="243840" marR="243840" marT="121920" marB="12192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r>
                        <a:rPr lang="en-JM" sz="2700">
                          <a:solidFill>
                            <a:srgbClr val="555559"/>
                          </a:solidFill>
                          <a:latin typeface="Neo Tech Std" panose="020B0504030504040204" pitchFamily="34" charset="0"/>
                          <a:cs typeface="Roboto Light"/>
                        </a:rPr>
                        <a:t>Text &amp; Numbers</a:t>
                      </a:r>
                    </a:p>
                  </a:txBody>
                  <a:tcPr marL="243840" marR="243840" marT="121920" marB="12192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extLst>
                  <a:ext uri="{0D108BD9-81ED-4DB2-BD59-A6C34878D82A}">
                    <a16:rowId xmlns:a16="http://schemas.microsoft.com/office/drawing/2014/main" val="10002"/>
                  </a:ext>
                </a:extLst>
              </a:tr>
              <a:tr h="812800">
                <a:tc>
                  <a:txBody>
                    <a:bodyPr/>
                    <a:lstStyle/>
                    <a:p>
                      <a:pPr marL="0" marR="0" lvl="0" indent="0" algn="ctr" defTabSz="825500" eaLnBrk="1" fontAlgn="auto" latinLnBrk="0" hangingPunct="1">
                        <a:lnSpc>
                          <a:spcPct val="100000"/>
                        </a:lnSpc>
                        <a:spcBef>
                          <a:spcPts val="0"/>
                        </a:spcBef>
                        <a:spcAft>
                          <a:spcPts val="0"/>
                        </a:spcAft>
                        <a:buClrTx/>
                        <a:buSzTx/>
                        <a:buFontTx/>
                        <a:buNone/>
                        <a:tabLst/>
                        <a:defRPr/>
                      </a:pPr>
                      <a:r>
                        <a:rPr kumimoji="0" lang="en-JM" sz="2700" b="0" i="0" u="none" strike="noStrike" kern="0" cap="none" spc="0" normalizeH="0" baseline="0" noProof="0">
                          <a:ln>
                            <a:noFill/>
                          </a:ln>
                          <a:solidFill>
                            <a:srgbClr val="555559"/>
                          </a:solidFill>
                          <a:effectLst/>
                          <a:uLnTx/>
                          <a:uFillTx/>
                          <a:latin typeface="Neo Tech Std" panose="020B0504030504040204" pitchFamily="34" charset="0"/>
                          <a:ea typeface="Open Sans"/>
                          <a:cs typeface="Roboto Light"/>
                          <a:sym typeface="Helvetica Light"/>
                        </a:rPr>
                        <a:t>Text &amp; Numbers</a:t>
                      </a:r>
                    </a:p>
                  </a:txBody>
                  <a:tcPr marL="243840" marR="243840" marT="121920" marB="12192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tabLst/>
                        <a:defRPr/>
                      </a:pPr>
                      <a:r>
                        <a:rPr kumimoji="0" lang="en-JM" sz="2700" b="0" i="0" u="none" strike="noStrike" kern="0" cap="none" spc="0" normalizeH="0" baseline="0" noProof="0">
                          <a:ln>
                            <a:noFill/>
                          </a:ln>
                          <a:solidFill>
                            <a:srgbClr val="555559"/>
                          </a:solidFill>
                          <a:effectLst/>
                          <a:uLnTx/>
                          <a:uFillTx/>
                          <a:latin typeface="Neo Tech Std" panose="020B0504030504040204" pitchFamily="34" charset="0"/>
                          <a:ea typeface="Open Sans"/>
                          <a:cs typeface="Roboto Light"/>
                          <a:sym typeface="Helvetica Light"/>
                        </a:rPr>
                        <a:t>Text &amp; Numbers</a:t>
                      </a:r>
                    </a:p>
                  </a:txBody>
                  <a:tcPr marL="243840" marR="243840" marT="121920" marB="12192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tabLst/>
                        <a:defRPr/>
                      </a:pPr>
                      <a:r>
                        <a:rPr kumimoji="0" lang="en-JM" sz="2700" b="0" i="0" u="none" strike="noStrike" kern="0" cap="none" spc="0" normalizeH="0" baseline="0" noProof="0">
                          <a:ln>
                            <a:noFill/>
                          </a:ln>
                          <a:solidFill>
                            <a:srgbClr val="555559"/>
                          </a:solidFill>
                          <a:effectLst/>
                          <a:uLnTx/>
                          <a:uFillTx/>
                          <a:latin typeface="Neo Tech Std" panose="020B0504030504040204" pitchFamily="34" charset="0"/>
                          <a:ea typeface="Open Sans"/>
                          <a:cs typeface="Roboto Light"/>
                          <a:sym typeface="Helvetica Light"/>
                        </a:rPr>
                        <a:t>Text &amp; Numbers</a:t>
                      </a:r>
                    </a:p>
                  </a:txBody>
                  <a:tcPr marL="243840" marR="243840" marT="121920" marB="12192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tabLst/>
                        <a:defRPr/>
                      </a:pPr>
                      <a:r>
                        <a:rPr kumimoji="0" lang="en-JM" sz="2700" b="0" i="0" u="none" strike="noStrike" kern="0" cap="none" spc="0" normalizeH="0" baseline="0" noProof="0">
                          <a:ln>
                            <a:noFill/>
                          </a:ln>
                          <a:solidFill>
                            <a:srgbClr val="555559"/>
                          </a:solidFill>
                          <a:effectLst/>
                          <a:uLnTx/>
                          <a:uFillTx/>
                          <a:latin typeface="Neo Tech Std" panose="020B0504030504040204" pitchFamily="34" charset="0"/>
                          <a:ea typeface="Open Sans"/>
                          <a:cs typeface="Roboto Light"/>
                          <a:sym typeface="Helvetica Light"/>
                        </a:rPr>
                        <a:t>Text &amp; Numbers</a:t>
                      </a:r>
                    </a:p>
                  </a:txBody>
                  <a:tcPr marL="243840" marR="243840" marT="121920" marB="12192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tabLst/>
                        <a:defRPr/>
                      </a:pPr>
                      <a:r>
                        <a:rPr kumimoji="0" lang="en-JM" sz="2700" b="0" i="0" u="none" strike="noStrike" kern="0" cap="none" spc="0" normalizeH="0" baseline="0" noProof="0">
                          <a:ln>
                            <a:noFill/>
                          </a:ln>
                          <a:solidFill>
                            <a:srgbClr val="555559"/>
                          </a:solidFill>
                          <a:effectLst/>
                          <a:uLnTx/>
                          <a:uFillTx/>
                          <a:latin typeface="Neo Tech Std" panose="020B0504030504040204" pitchFamily="34" charset="0"/>
                          <a:ea typeface="Open Sans"/>
                          <a:cs typeface="Roboto Light"/>
                          <a:sym typeface="Helvetica Light"/>
                        </a:rPr>
                        <a:t>Text &amp; Numbers</a:t>
                      </a:r>
                    </a:p>
                  </a:txBody>
                  <a:tcPr marL="243840" marR="243840" marT="121920" marB="12192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3"/>
                  </a:ext>
                </a:extLst>
              </a:tr>
              <a:tr h="812800">
                <a:tc>
                  <a:txBody>
                    <a:bodyPr/>
                    <a:lstStyle/>
                    <a:p>
                      <a:pPr marL="0" marR="0" lvl="0" indent="0" algn="ctr" defTabSz="825500" eaLnBrk="1" fontAlgn="auto" latinLnBrk="0" hangingPunct="1">
                        <a:lnSpc>
                          <a:spcPct val="100000"/>
                        </a:lnSpc>
                        <a:spcBef>
                          <a:spcPts val="0"/>
                        </a:spcBef>
                        <a:spcAft>
                          <a:spcPts val="0"/>
                        </a:spcAft>
                        <a:buClrTx/>
                        <a:buSzTx/>
                        <a:buFontTx/>
                        <a:buNone/>
                        <a:tabLst/>
                        <a:defRPr/>
                      </a:pPr>
                      <a:r>
                        <a:rPr kumimoji="0" lang="en-JM" sz="2700" b="0" i="0" u="none" strike="noStrike" kern="0" cap="none" spc="0" normalizeH="0" baseline="0" noProof="0">
                          <a:ln>
                            <a:noFill/>
                          </a:ln>
                          <a:solidFill>
                            <a:srgbClr val="555559"/>
                          </a:solidFill>
                          <a:effectLst/>
                          <a:uLnTx/>
                          <a:uFillTx/>
                          <a:latin typeface="Neo Tech Std" panose="020B0504030504040204" pitchFamily="34" charset="0"/>
                          <a:ea typeface="Open Sans"/>
                          <a:cs typeface="Roboto Light"/>
                          <a:sym typeface="Helvetica Light"/>
                        </a:rPr>
                        <a:t>Text &amp; Numbers</a:t>
                      </a:r>
                    </a:p>
                  </a:txBody>
                  <a:tcPr marL="243840" marR="243840" marT="121920" marB="12192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tabLst/>
                        <a:defRPr/>
                      </a:pPr>
                      <a:r>
                        <a:rPr kumimoji="0" lang="en-JM" sz="2700" b="0" i="0" u="none" strike="noStrike" kern="0" cap="none" spc="0" normalizeH="0" baseline="0" noProof="0">
                          <a:ln>
                            <a:noFill/>
                          </a:ln>
                          <a:solidFill>
                            <a:srgbClr val="555559"/>
                          </a:solidFill>
                          <a:effectLst/>
                          <a:uLnTx/>
                          <a:uFillTx/>
                          <a:latin typeface="Neo Tech Std" panose="020B0504030504040204" pitchFamily="34" charset="0"/>
                          <a:ea typeface="Open Sans"/>
                          <a:cs typeface="Roboto Light"/>
                          <a:sym typeface="Helvetica Light"/>
                        </a:rPr>
                        <a:t>Text &amp; Numbers</a:t>
                      </a:r>
                    </a:p>
                  </a:txBody>
                  <a:tcPr marL="243840" marR="243840" marT="121920" marB="12192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tabLst/>
                        <a:defRPr/>
                      </a:pPr>
                      <a:r>
                        <a:rPr kumimoji="0" lang="en-JM" sz="2700" b="0" i="0" u="none" strike="noStrike" kern="0" cap="none" spc="0" normalizeH="0" baseline="0" noProof="0">
                          <a:ln>
                            <a:noFill/>
                          </a:ln>
                          <a:solidFill>
                            <a:srgbClr val="555559"/>
                          </a:solidFill>
                          <a:effectLst/>
                          <a:uLnTx/>
                          <a:uFillTx/>
                          <a:latin typeface="Neo Tech Std" panose="020B0504030504040204" pitchFamily="34" charset="0"/>
                          <a:ea typeface="Open Sans"/>
                          <a:cs typeface="Roboto Light"/>
                          <a:sym typeface="Helvetica Light"/>
                        </a:rPr>
                        <a:t>Text &amp; Numbers</a:t>
                      </a:r>
                    </a:p>
                  </a:txBody>
                  <a:tcPr marL="243840" marR="243840" marT="121920" marB="12192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tabLst/>
                        <a:defRPr/>
                      </a:pPr>
                      <a:r>
                        <a:rPr kumimoji="0" lang="en-JM" sz="2700" b="0" i="0" u="none" strike="noStrike" kern="0" cap="none" spc="0" normalizeH="0" baseline="0" noProof="0">
                          <a:ln>
                            <a:noFill/>
                          </a:ln>
                          <a:solidFill>
                            <a:srgbClr val="555559"/>
                          </a:solidFill>
                          <a:effectLst/>
                          <a:uLnTx/>
                          <a:uFillTx/>
                          <a:latin typeface="Neo Tech Std" panose="020B0504030504040204" pitchFamily="34" charset="0"/>
                          <a:ea typeface="Open Sans"/>
                          <a:cs typeface="Roboto Light"/>
                          <a:sym typeface="Helvetica Light"/>
                        </a:rPr>
                        <a:t>Text &amp; Numbers</a:t>
                      </a:r>
                    </a:p>
                  </a:txBody>
                  <a:tcPr marL="243840" marR="243840" marT="121920" marB="12192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tabLst/>
                        <a:defRPr/>
                      </a:pPr>
                      <a:r>
                        <a:rPr kumimoji="0" lang="en-JM" sz="2700" b="0" i="0" u="none" strike="noStrike" kern="0" cap="none" spc="0" normalizeH="0" baseline="0" noProof="0">
                          <a:ln>
                            <a:noFill/>
                          </a:ln>
                          <a:solidFill>
                            <a:srgbClr val="555559"/>
                          </a:solidFill>
                          <a:effectLst/>
                          <a:uLnTx/>
                          <a:uFillTx/>
                          <a:latin typeface="Neo Tech Std" panose="020B0504030504040204" pitchFamily="34" charset="0"/>
                          <a:ea typeface="Open Sans"/>
                          <a:cs typeface="Roboto Light"/>
                          <a:sym typeface="Helvetica Light"/>
                        </a:rPr>
                        <a:t>Text &amp; Numbers</a:t>
                      </a:r>
                    </a:p>
                  </a:txBody>
                  <a:tcPr marL="243840" marR="243840" marT="121920" marB="12192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extLst>
                  <a:ext uri="{0D108BD9-81ED-4DB2-BD59-A6C34878D82A}">
                    <a16:rowId xmlns:a16="http://schemas.microsoft.com/office/drawing/2014/main" val="10004"/>
                  </a:ext>
                </a:extLst>
              </a:tr>
              <a:tr h="650240">
                <a:tc>
                  <a:txBody>
                    <a:bodyPr/>
                    <a:lstStyle/>
                    <a:p>
                      <a:pPr marL="0" marR="0" lvl="0" indent="0" algn="ctr" defTabSz="825500" eaLnBrk="1" fontAlgn="auto" latinLnBrk="0" hangingPunct="1">
                        <a:lnSpc>
                          <a:spcPct val="100000"/>
                        </a:lnSpc>
                        <a:spcBef>
                          <a:spcPts val="0"/>
                        </a:spcBef>
                        <a:spcAft>
                          <a:spcPts val="0"/>
                        </a:spcAft>
                        <a:buClrTx/>
                        <a:buSzTx/>
                        <a:buFontTx/>
                        <a:buNone/>
                        <a:tabLst/>
                        <a:defRPr/>
                      </a:pPr>
                      <a:r>
                        <a:rPr kumimoji="0" lang="en-JM" sz="2700" b="0" i="0" u="none" strike="noStrike" kern="0" cap="none" spc="0" normalizeH="0" baseline="0" noProof="0">
                          <a:ln>
                            <a:noFill/>
                          </a:ln>
                          <a:solidFill>
                            <a:srgbClr val="555559"/>
                          </a:solidFill>
                          <a:effectLst/>
                          <a:uLnTx/>
                          <a:uFillTx/>
                          <a:latin typeface="Neo Tech Std" panose="020B0504030504040204" pitchFamily="34" charset="0"/>
                          <a:ea typeface="Open Sans"/>
                          <a:cs typeface="Roboto Light"/>
                          <a:sym typeface="Helvetica Light"/>
                        </a:rPr>
                        <a:t>Text &amp; Numbers</a:t>
                      </a:r>
                    </a:p>
                  </a:txBody>
                  <a:tcPr marL="243840" marR="243840" marT="121920" marB="12192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tabLst/>
                        <a:defRPr/>
                      </a:pPr>
                      <a:r>
                        <a:rPr kumimoji="0" lang="en-JM" sz="2700" b="0" i="0" u="none" strike="noStrike" kern="0" cap="none" spc="0" normalizeH="0" baseline="0" noProof="0">
                          <a:ln>
                            <a:noFill/>
                          </a:ln>
                          <a:solidFill>
                            <a:srgbClr val="555559"/>
                          </a:solidFill>
                          <a:effectLst/>
                          <a:uLnTx/>
                          <a:uFillTx/>
                          <a:latin typeface="Neo Tech Std" panose="020B0504030504040204" pitchFamily="34" charset="0"/>
                          <a:ea typeface="Open Sans"/>
                          <a:cs typeface="Roboto Light"/>
                          <a:sym typeface="Helvetica Light"/>
                        </a:rPr>
                        <a:t>Text &amp; Numbers</a:t>
                      </a:r>
                    </a:p>
                  </a:txBody>
                  <a:tcPr marL="243840" marR="243840" marT="121920" marB="12192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tabLst/>
                        <a:defRPr/>
                      </a:pPr>
                      <a:r>
                        <a:rPr kumimoji="0" lang="en-JM" sz="2700" b="0" i="0" u="none" strike="noStrike" kern="0" cap="none" spc="0" normalizeH="0" baseline="0" noProof="0">
                          <a:ln>
                            <a:noFill/>
                          </a:ln>
                          <a:solidFill>
                            <a:srgbClr val="555559"/>
                          </a:solidFill>
                          <a:effectLst/>
                          <a:uLnTx/>
                          <a:uFillTx/>
                          <a:latin typeface="Neo Tech Std" panose="020B0504030504040204" pitchFamily="34" charset="0"/>
                          <a:ea typeface="Open Sans"/>
                          <a:cs typeface="Roboto Light"/>
                          <a:sym typeface="Helvetica Light"/>
                        </a:rPr>
                        <a:t>Text &amp; Numbers</a:t>
                      </a:r>
                    </a:p>
                  </a:txBody>
                  <a:tcPr marL="243840" marR="243840" marT="121920" marB="12192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tabLst/>
                        <a:defRPr/>
                      </a:pPr>
                      <a:r>
                        <a:rPr kumimoji="0" lang="en-JM" sz="2700" b="0" i="0" u="none" strike="noStrike" kern="0" cap="none" spc="0" normalizeH="0" baseline="0" noProof="0">
                          <a:ln>
                            <a:noFill/>
                          </a:ln>
                          <a:solidFill>
                            <a:srgbClr val="555559"/>
                          </a:solidFill>
                          <a:effectLst/>
                          <a:uLnTx/>
                          <a:uFillTx/>
                          <a:latin typeface="Neo Tech Std" panose="020B0504030504040204" pitchFamily="34" charset="0"/>
                          <a:ea typeface="Open Sans"/>
                          <a:cs typeface="Roboto Light"/>
                          <a:sym typeface="Helvetica Light"/>
                        </a:rPr>
                        <a:t>Text &amp; Numbers</a:t>
                      </a:r>
                    </a:p>
                  </a:txBody>
                  <a:tcPr marL="243840" marR="243840" marT="121920" marB="12192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tabLst/>
                        <a:defRPr/>
                      </a:pPr>
                      <a:r>
                        <a:rPr kumimoji="0" lang="en-JM" sz="2700" b="0" i="0" u="none" strike="noStrike" kern="0" cap="none" spc="0" normalizeH="0" baseline="0" noProof="0">
                          <a:ln>
                            <a:noFill/>
                          </a:ln>
                          <a:solidFill>
                            <a:srgbClr val="555559"/>
                          </a:solidFill>
                          <a:effectLst/>
                          <a:uLnTx/>
                          <a:uFillTx/>
                          <a:latin typeface="Neo Tech Std" panose="020B0504030504040204" pitchFamily="34" charset="0"/>
                          <a:ea typeface="Open Sans"/>
                          <a:cs typeface="Roboto Light"/>
                          <a:sym typeface="Helvetica Light"/>
                        </a:rPr>
                        <a:t>Text &amp; Numbers</a:t>
                      </a:r>
                    </a:p>
                  </a:txBody>
                  <a:tcPr marL="243840" marR="243840" marT="121920" marB="12192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5"/>
                  </a:ext>
                </a:extLst>
              </a:tr>
              <a:tr h="840000">
                <a:tc>
                  <a:txBody>
                    <a:bodyPr/>
                    <a:lstStyle/>
                    <a:p>
                      <a:pPr marL="0" marR="0" lvl="0" indent="0" algn="ctr" defTabSz="825500" eaLnBrk="1" fontAlgn="auto" latinLnBrk="0" hangingPunct="1">
                        <a:lnSpc>
                          <a:spcPct val="100000"/>
                        </a:lnSpc>
                        <a:spcBef>
                          <a:spcPts val="0"/>
                        </a:spcBef>
                        <a:spcAft>
                          <a:spcPts val="0"/>
                        </a:spcAft>
                        <a:buClrTx/>
                        <a:buSzTx/>
                        <a:buFontTx/>
                        <a:buNone/>
                        <a:tabLst/>
                        <a:defRPr/>
                      </a:pPr>
                      <a:r>
                        <a:rPr kumimoji="0" lang="en-JM" sz="2700" b="0" i="0" u="none" strike="noStrike" kern="0" cap="none" spc="0" normalizeH="0" baseline="0" noProof="0">
                          <a:ln>
                            <a:noFill/>
                          </a:ln>
                          <a:solidFill>
                            <a:srgbClr val="555559"/>
                          </a:solidFill>
                          <a:effectLst/>
                          <a:uLnTx/>
                          <a:uFillTx/>
                          <a:latin typeface="Neo Tech Std" panose="020B0504030504040204" pitchFamily="34" charset="0"/>
                          <a:ea typeface="Open Sans"/>
                          <a:cs typeface="Roboto Light"/>
                          <a:sym typeface="Helvetica Light"/>
                        </a:rPr>
                        <a:t>Text &amp; Numbers</a:t>
                      </a:r>
                    </a:p>
                  </a:txBody>
                  <a:tcPr marL="243840" marR="243840" marT="121920" marB="12192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tabLst/>
                        <a:defRPr/>
                      </a:pPr>
                      <a:r>
                        <a:rPr kumimoji="0" lang="en-JM" sz="2700" b="0" i="0" u="none" strike="noStrike" kern="0" cap="none" spc="0" normalizeH="0" baseline="0" noProof="0">
                          <a:ln>
                            <a:noFill/>
                          </a:ln>
                          <a:solidFill>
                            <a:srgbClr val="555559"/>
                          </a:solidFill>
                          <a:effectLst/>
                          <a:uLnTx/>
                          <a:uFillTx/>
                          <a:latin typeface="Neo Tech Std" panose="020B0504030504040204" pitchFamily="34" charset="0"/>
                          <a:ea typeface="Open Sans"/>
                          <a:cs typeface="Roboto Light"/>
                          <a:sym typeface="Helvetica Light"/>
                        </a:rPr>
                        <a:t>Text &amp; Numbers</a:t>
                      </a:r>
                    </a:p>
                  </a:txBody>
                  <a:tcPr marL="243840" marR="243840" marT="121920" marB="12192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tabLst/>
                        <a:defRPr/>
                      </a:pPr>
                      <a:r>
                        <a:rPr kumimoji="0" lang="en-JM" sz="2700" b="0" i="0" u="none" strike="noStrike" kern="0" cap="none" spc="0" normalizeH="0" baseline="0" noProof="0">
                          <a:ln>
                            <a:noFill/>
                          </a:ln>
                          <a:solidFill>
                            <a:srgbClr val="555559"/>
                          </a:solidFill>
                          <a:effectLst/>
                          <a:uLnTx/>
                          <a:uFillTx/>
                          <a:latin typeface="Neo Tech Std" panose="020B0504030504040204" pitchFamily="34" charset="0"/>
                          <a:ea typeface="Open Sans"/>
                          <a:cs typeface="Roboto Light"/>
                          <a:sym typeface="Helvetica Light"/>
                        </a:rPr>
                        <a:t>Text &amp; Numbers</a:t>
                      </a:r>
                    </a:p>
                  </a:txBody>
                  <a:tcPr marL="243840" marR="243840" marT="121920" marB="12192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tabLst/>
                        <a:defRPr/>
                      </a:pPr>
                      <a:r>
                        <a:rPr kumimoji="0" lang="en-JM" sz="2700" b="0" i="0" u="none" strike="noStrike" kern="0" cap="none" spc="0" normalizeH="0" baseline="0" noProof="0">
                          <a:ln>
                            <a:noFill/>
                          </a:ln>
                          <a:solidFill>
                            <a:srgbClr val="555559"/>
                          </a:solidFill>
                          <a:effectLst/>
                          <a:uLnTx/>
                          <a:uFillTx/>
                          <a:latin typeface="Neo Tech Std" panose="020B0504030504040204" pitchFamily="34" charset="0"/>
                          <a:ea typeface="Open Sans"/>
                          <a:cs typeface="Roboto Light"/>
                          <a:sym typeface="Helvetica Light"/>
                        </a:rPr>
                        <a:t>Text &amp; Numbers</a:t>
                      </a:r>
                    </a:p>
                  </a:txBody>
                  <a:tcPr marL="243840" marR="243840" marT="121920" marB="12192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tabLst/>
                        <a:defRPr/>
                      </a:pPr>
                      <a:r>
                        <a:rPr kumimoji="0" lang="en-JM" sz="2700" b="0" i="0" u="none" strike="noStrike" kern="0" cap="none" spc="0" normalizeH="0" baseline="0" noProof="0">
                          <a:ln>
                            <a:noFill/>
                          </a:ln>
                          <a:solidFill>
                            <a:srgbClr val="555559"/>
                          </a:solidFill>
                          <a:effectLst/>
                          <a:uLnTx/>
                          <a:uFillTx/>
                          <a:latin typeface="Neo Tech Std" panose="020B0504030504040204" pitchFamily="34" charset="0"/>
                          <a:ea typeface="Open Sans"/>
                          <a:cs typeface="Roboto Light"/>
                          <a:sym typeface="Helvetica Light"/>
                        </a:rPr>
                        <a:t>Text &amp; Numbers</a:t>
                      </a:r>
                    </a:p>
                  </a:txBody>
                  <a:tcPr marL="243840" marR="243840" marT="121920" marB="12192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extLst>
                  <a:ext uri="{0D108BD9-81ED-4DB2-BD59-A6C34878D82A}">
                    <a16:rowId xmlns:a16="http://schemas.microsoft.com/office/drawing/2014/main" val="10006"/>
                  </a:ext>
                </a:extLst>
              </a:tr>
              <a:tr h="650240">
                <a:tc>
                  <a:txBody>
                    <a:bodyPr/>
                    <a:lstStyle/>
                    <a:p>
                      <a:pPr marL="0" marR="0" lvl="0" indent="0" algn="ctr" defTabSz="825500" eaLnBrk="1" fontAlgn="auto" latinLnBrk="0" hangingPunct="1">
                        <a:lnSpc>
                          <a:spcPct val="100000"/>
                        </a:lnSpc>
                        <a:spcBef>
                          <a:spcPts val="0"/>
                        </a:spcBef>
                        <a:spcAft>
                          <a:spcPts val="0"/>
                        </a:spcAft>
                        <a:buClrTx/>
                        <a:buSzTx/>
                        <a:buFontTx/>
                        <a:buNone/>
                        <a:tabLst/>
                        <a:defRPr/>
                      </a:pPr>
                      <a:r>
                        <a:rPr kumimoji="0" lang="en-JM" sz="2700" b="1" i="0" u="none" strike="noStrike" kern="0" cap="none" spc="0" normalizeH="0" baseline="0" noProof="0">
                          <a:ln>
                            <a:noFill/>
                          </a:ln>
                          <a:solidFill>
                            <a:schemeClr val="bg1"/>
                          </a:solidFill>
                          <a:effectLst/>
                          <a:uLnTx/>
                          <a:uFillTx/>
                          <a:latin typeface="Neo Tech Std" panose="020B0504030504040204" pitchFamily="34" charset="0"/>
                          <a:ea typeface="Open Sans"/>
                          <a:cs typeface="Roboto Light"/>
                          <a:sym typeface="Helvetica Light"/>
                        </a:rPr>
                        <a:t>Text &amp; Numbers</a:t>
                      </a:r>
                    </a:p>
                  </a:txBody>
                  <a:tcPr marL="243840" marR="243840" marT="121920" marB="12192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tabLst/>
                        <a:defRPr/>
                      </a:pPr>
                      <a:r>
                        <a:rPr kumimoji="0" lang="en-JM" sz="2700" b="1" i="0" u="none" strike="noStrike" kern="0" cap="none" spc="0" normalizeH="0" baseline="0" noProof="0">
                          <a:ln>
                            <a:noFill/>
                          </a:ln>
                          <a:solidFill>
                            <a:schemeClr val="bg1"/>
                          </a:solidFill>
                          <a:effectLst/>
                          <a:uLnTx/>
                          <a:uFillTx/>
                          <a:latin typeface="Neo Tech Std" panose="020B0504030504040204" pitchFamily="34" charset="0"/>
                          <a:ea typeface="Open Sans"/>
                          <a:cs typeface="Roboto Light"/>
                          <a:sym typeface="Helvetica Light"/>
                        </a:rPr>
                        <a:t>Text &amp; Numbers</a:t>
                      </a:r>
                    </a:p>
                  </a:txBody>
                  <a:tcPr marL="243840" marR="243840" marT="121920" marB="12192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tabLst/>
                        <a:defRPr/>
                      </a:pPr>
                      <a:r>
                        <a:rPr kumimoji="0" lang="en-JM" sz="2700" b="1" i="0" u="none" strike="noStrike" kern="0" cap="none" spc="0" normalizeH="0" baseline="0" noProof="0">
                          <a:ln>
                            <a:noFill/>
                          </a:ln>
                          <a:solidFill>
                            <a:schemeClr val="bg1"/>
                          </a:solidFill>
                          <a:effectLst/>
                          <a:uLnTx/>
                          <a:uFillTx/>
                          <a:latin typeface="Neo Tech Std" panose="020B0504030504040204" pitchFamily="34" charset="0"/>
                          <a:ea typeface="Open Sans"/>
                          <a:cs typeface="Roboto Light"/>
                          <a:sym typeface="Helvetica Light"/>
                        </a:rPr>
                        <a:t>Text &amp; Numbers</a:t>
                      </a:r>
                    </a:p>
                  </a:txBody>
                  <a:tcPr marL="243840" marR="243840" marT="121920" marB="12192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tabLst/>
                        <a:defRPr/>
                      </a:pPr>
                      <a:r>
                        <a:rPr kumimoji="0" lang="en-JM" sz="2700" b="1" i="0" u="none" strike="noStrike" kern="0" cap="none" spc="0" normalizeH="0" baseline="0" noProof="0">
                          <a:ln>
                            <a:noFill/>
                          </a:ln>
                          <a:solidFill>
                            <a:schemeClr val="bg1"/>
                          </a:solidFill>
                          <a:effectLst/>
                          <a:uLnTx/>
                          <a:uFillTx/>
                          <a:latin typeface="Neo Tech Std" panose="020B0504030504040204" pitchFamily="34" charset="0"/>
                          <a:ea typeface="Open Sans"/>
                          <a:cs typeface="Roboto Light"/>
                          <a:sym typeface="Helvetica Light"/>
                        </a:rPr>
                        <a:t>Text &amp; Numbers</a:t>
                      </a:r>
                    </a:p>
                  </a:txBody>
                  <a:tcPr marL="243840" marR="243840" marT="121920" marB="12192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marR="0" lvl="0" indent="0" algn="ctr" defTabSz="825500" eaLnBrk="1" fontAlgn="auto" latinLnBrk="0" hangingPunct="1">
                        <a:lnSpc>
                          <a:spcPct val="100000"/>
                        </a:lnSpc>
                        <a:spcBef>
                          <a:spcPts val="0"/>
                        </a:spcBef>
                        <a:spcAft>
                          <a:spcPts val="0"/>
                        </a:spcAft>
                        <a:buClrTx/>
                        <a:buSzTx/>
                        <a:buFontTx/>
                        <a:buNone/>
                        <a:tabLst/>
                        <a:defRPr/>
                      </a:pPr>
                      <a:r>
                        <a:rPr kumimoji="0" lang="en-JM" sz="2700" b="1" i="0" u="none" strike="noStrike" kern="0" cap="none" spc="0" normalizeH="0" baseline="0" noProof="0">
                          <a:ln>
                            <a:noFill/>
                          </a:ln>
                          <a:solidFill>
                            <a:schemeClr val="bg1"/>
                          </a:solidFill>
                          <a:effectLst/>
                          <a:uLnTx/>
                          <a:uFillTx/>
                          <a:latin typeface="Neo Tech Std" panose="020B0504030504040204" pitchFamily="34" charset="0"/>
                          <a:ea typeface="Open Sans"/>
                          <a:cs typeface="Roboto Light"/>
                          <a:sym typeface="Helvetica Light"/>
                        </a:rPr>
                        <a:t>Text &amp; Numbers</a:t>
                      </a:r>
                    </a:p>
                  </a:txBody>
                  <a:tcPr marL="243840" marR="243840" marT="121920" marB="12192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10007"/>
                  </a:ext>
                </a:extLst>
              </a:tr>
            </a:tbl>
          </a:graphicData>
        </a:graphic>
      </p:graphicFrame>
      <p:sp>
        <p:nvSpPr>
          <p:cNvPr id="10" name="Text Placeholder 1">
            <a:extLst>
              <a:ext uri="{FF2B5EF4-FFF2-40B4-BE49-F238E27FC236}">
                <a16:creationId xmlns:a16="http://schemas.microsoft.com/office/drawing/2014/main" id="{D3E89B91-656A-1C1F-E1DF-45AA48696FEC}"/>
              </a:ext>
            </a:extLst>
          </p:cNvPr>
          <p:cNvSpPr>
            <a:spLocks noGrp="1"/>
          </p:cNvSpPr>
          <p:nvPr>
            <p:ph type="body" sz="quarter" idx="24"/>
          </p:nvPr>
        </p:nvSpPr>
        <p:spPr>
          <a:xfrm>
            <a:off x="1333379" y="1122109"/>
            <a:ext cx="17103516" cy="1025946"/>
          </a:xfrm>
        </p:spPr>
        <p:txBody>
          <a:bodyPr>
            <a:normAutofit/>
          </a:bodyPr>
          <a:lstStyle/>
          <a:p>
            <a:r>
              <a:rPr lang="en-US"/>
              <a:t>Click to add title</a:t>
            </a:r>
          </a:p>
        </p:txBody>
      </p:sp>
      <p:sp>
        <p:nvSpPr>
          <p:cNvPr id="11" name="Text Placeholder 2">
            <a:extLst>
              <a:ext uri="{FF2B5EF4-FFF2-40B4-BE49-F238E27FC236}">
                <a16:creationId xmlns:a16="http://schemas.microsoft.com/office/drawing/2014/main" id="{AD5E0F8A-FD03-B1A1-50B7-2AD7B7615CA8}"/>
              </a:ext>
            </a:extLst>
          </p:cNvPr>
          <p:cNvSpPr>
            <a:spLocks noGrp="1"/>
          </p:cNvSpPr>
          <p:nvPr>
            <p:ph type="body" sz="quarter" idx="25"/>
          </p:nvPr>
        </p:nvSpPr>
        <p:spPr>
          <a:xfrm>
            <a:off x="1333379" y="2148055"/>
            <a:ext cx="18391140" cy="844550"/>
          </a:xfrm>
        </p:spPr>
        <p:txBody>
          <a:bodyPr/>
          <a:lstStyle/>
          <a:p>
            <a:endParaRPr lang="en-US"/>
          </a:p>
        </p:txBody>
      </p:sp>
      <p:pic>
        <p:nvPicPr>
          <p:cNvPr id="2" name="Picture 1">
            <a:extLst>
              <a:ext uri="{FF2B5EF4-FFF2-40B4-BE49-F238E27FC236}">
                <a16:creationId xmlns:a16="http://schemas.microsoft.com/office/drawing/2014/main" id="{E95F4EF2-91A6-C37C-7185-8E6E1AE65874}"/>
              </a:ext>
            </a:extLst>
          </p:cNvPr>
          <p:cNvPicPr>
            <a:picLocks noChangeAspect="1"/>
          </p:cNvPicPr>
          <p:nvPr/>
        </p:nvPicPr>
        <p:blipFill rotWithShape="1">
          <a:blip r:embed="rId2">
            <a:extLst>
              <a:ext uri="{28A0092B-C50C-407E-A947-70E740481C1C}">
                <a14:useLocalDpi xmlns:a14="http://schemas.microsoft.com/office/drawing/2010/main" val="0"/>
              </a:ext>
            </a:extLst>
          </a:blip>
          <a:srcRect l="-44764" t="55302" r="45710" b="1985"/>
          <a:stretch/>
        </p:blipFill>
        <p:spPr>
          <a:xfrm>
            <a:off x="-736428" y="0"/>
            <a:ext cx="1413659" cy="13716000"/>
          </a:xfrm>
          <a:prstGeom prst="rect">
            <a:avLst/>
          </a:prstGeom>
        </p:spPr>
      </p:pic>
    </p:spTree>
    <p:extLst>
      <p:ext uri="{BB962C8B-B14F-4D97-AF65-F5344CB8AC3E}">
        <p14:creationId xmlns:p14="http://schemas.microsoft.com/office/powerpoint/2010/main" val="224775855"/>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118966F-6A7E-DB42-2547-F8632F36C9D1}"/>
              </a:ext>
            </a:extLst>
          </p:cNvPr>
          <p:cNvSpPr>
            <a:spLocks noGrp="1"/>
          </p:cNvSpPr>
          <p:nvPr>
            <p:ph type="ftr" sz="quarter" idx="27"/>
          </p:nvPr>
        </p:nvSpPr>
        <p:spPr/>
        <p:txBody>
          <a:bodyPr/>
          <a:lstStyle/>
          <a:p>
            <a:r>
              <a:rPr lang="en-US"/>
              <a:t>2024 © Retail Consult - All rights reserved</a:t>
            </a:r>
          </a:p>
        </p:txBody>
      </p:sp>
      <p:sp>
        <p:nvSpPr>
          <p:cNvPr id="5" name="Slide Number Placeholder 4">
            <a:extLst>
              <a:ext uri="{FF2B5EF4-FFF2-40B4-BE49-F238E27FC236}">
                <a16:creationId xmlns:a16="http://schemas.microsoft.com/office/drawing/2014/main" id="{A726C5DB-1C47-D6B2-BC86-FAE71938DA3D}"/>
              </a:ext>
            </a:extLst>
          </p:cNvPr>
          <p:cNvSpPr>
            <a:spLocks noGrp="1"/>
          </p:cNvSpPr>
          <p:nvPr>
            <p:ph type="sldNum" sz="quarter" idx="28"/>
          </p:nvPr>
        </p:nvSpPr>
        <p:spPr/>
        <p:txBody>
          <a:bodyPr/>
          <a:lstStyle/>
          <a:p>
            <a:fld id="{9A4417C4-43A3-444C-837D-103BA5C8224B}" type="slidenum">
              <a:rPr lang="en-US" smtClean="0"/>
              <a:pPr/>
              <a:t>44</a:t>
            </a:fld>
            <a:endParaRPr lang="en-US"/>
          </a:p>
        </p:txBody>
      </p:sp>
      <p:graphicFrame>
        <p:nvGraphicFramePr>
          <p:cNvPr id="9" name="Table 8">
            <a:extLst>
              <a:ext uri="{FF2B5EF4-FFF2-40B4-BE49-F238E27FC236}">
                <a16:creationId xmlns:a16="http://schemas.microsoft.com/office/drawing/2014/main" id="{1D4730F1-5B52-6E31-8B93-92E271B6CE8B}"/>
              </a:ext>
            </a:extLst>
          </p:cNvPr>
          <p:cNvGraphicFramePr>
            <a:graphicFrameLocks noGrp="1"/>
          </p:cNvGraphicFramePr>
          <p:nvPr/>
        </p:nvGraphicFramePr>
        <p:xfrm>
          <a:off x="1464687" y="4201471"/>
          <a:ext cx="9144000" cy="6746240"/>
        </p:xfrm>
        <a:graphic>
          <a:graphicData uri="http://schemas.openxmlformats.org/drawingml/2006/table">
            <a:tbl>
              <a:tblPr firstRow="1" bandRow="1">
                <a:tableStyleId>{5C22544A-7EE6-4342-B048-85BDC9FD1C3A}</a:tableStyleId>
              </a:tblPr>
              <a:tblGrid>
                <a:gridCol w="6908800">
                  <a:extLst>
                    <a:ext uri="{9D8B030D-6E8A-4147-A177-3AD203B41FA5}">
                      <a16:colId xmlns:a16="http://schemas.microsoft.com/office/drawing/2014/main" val="20000"/>
                    </a:ext>
                  </a:extLst>
                </a:gridCol>
                <a:gridCol w="2235200">
                  <a:extLst>
                    <a:ext uri="{9D8B030D-6E8A-4147-A177-3AD203B41FA5}">
                      <a16:colId xmlns:a16="http://schemas.microsoft.com/office/drawing/2014/main" val="20001"/>
                    </a:ext>
                  </a:extLst>
                </a:gridCol>
              </a:tblGrid>
              <a:tr h="812800">
                <a:tc>
                  <a:txBody>
                    <a:bodyPr/>
                    <a:lstStyle/>
                    <a:p>
                      <a:pPr algn="l"/>
                      <a:r>
                        <a:rPr lang="en-JM" sz="2600" b="1">
                          <a:solidFill>
                            <a:srgbClr val="555559"/>
                          </a:solidFill>
                          <a:latin typeface="Neo Tech Std" panose="020B0504030504040204" pitchFamily="34" charset="0"/>
                          <a:cs typeface="Roboto Slab Bold"/>
                        </a:rPr>
                        <a:t>Description</a:t>
                      </a:r>
                      <a:r>
                        <a:rPr lang="en-JM" sz="2600" b="1" baseline="0">
                          <a:solidFill>
                            <a:srgbClr val="555559"/>
                          </a:solidFill>
                          <a:latin typeface="Neo Tech Std" panose="020B0504030504040204" pitchFamily="34" charset="0"/>
                          <a:cs typeface="Roboto Slab Bold"/>
                        </a:rPr>
                        <a:t> Information</a:t>
                      </a:r>
                      <a:endParaRPr lang="en-JM" sz="2600" b="1">
                        <a:solidFill>
                          <a:srgbClr val="555559"/>
                        </a:solidFill>
                        <a:latin typeface="Neo Tech Std" panose="020B0504030504040204" pitchFamily="34" charset="0"/>
                        <a:cs typeface="Roboto Slab Bold"/>
                      </a:endParaRPr>
                    </a:p>
                  </a:txBody>
                  <a:tcPr marL="243840" marR="243840" marT="121920" marB="121920">
                    <a:lnL w="12700" cmpd="sng">
                      <a:noFill/>
                    </a:lnL>
                    <a:lnR w="12700" cmpd="sng">
                      <a:noFill/>
                    </a:lnR>
                    <a:lnT w="12700" cap="flat" cmpd="sng" algn="ctr">
                      <a:noFill/>
                      <a:prstDash val="solid"/>
                      <a:round/>
                      <a:headEnd type="none" w="med" len="med"/>
                      <a:tailEnd type="none" w="med" len="med"/>
                    </a:lnT>
                    <a:lnB w="6350" cap="flat" cmpd="sng" algn="ctr">
                      <a:solidFill>
                        <a:prstClr val="white">
                          <a:lumMod val="65000"/>
                        </a:prst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JM" sz="2600" b="1">
                          <a:solidFill>
                            <a:schemeClr val="bg1"/>
                          </a:solidFill>
                          <a:latin typeface="Neo Tech Std" panose="020B0504030504040204" pitchFamily="34" charset="0"/>
                          <a:cs typeface="Roboto Slab Bold"/>
                        </a:rPr>
                        <a:t>Quantity</a:t>
                      </a:r>
                    </a:p>
                  </a:txBody>
                  <a:tcPr marL="243840" marR="243840" marT="121920" marB="121920">
                    <a:lnL w="12700" cmpd="sng">
                      <a:noFill/>
                    </a:lnL>
                    <a:lnR w="12700" cmpd="sng">
                      <a:noFill/>
                    </a:lnR>
                    <a:lnT w="12700" cap="flat" cmpd="sng" algn="ctr">
                      <a:noFill/>
                      <a:prstDash val="solid"/>
                      <a:round/>
                      <a:headEnd type="none" w="med" len="med"/>
                      <a:tailEnd type="none" w="med" len="med"/>
                    </a:lnT>
                    <a:lnB w="6350" cap="flat" cmpd="sng" algn="ctr">
                      <a:solidFill>
                        <a:prstClr val="white">
                          <a:lumMod val="65000"/>
                        </a:prst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2844800">
                <a:tc>
                  <a:txBody>
                    <a:bodyPr/>
                    <a:lstStyle/>
                    <a:p>
                      <a:pPr marL="0" indent="0">
                        <a:spcBef>
                          <a:spcPts val="0"/>
                        </a:spcBef>
                        <a:buFont typeface="Arial" pitchFamily="34" charset="0"/>
                        <a:buNone/>
                      </a:pPr>
                      <a:r>
                        <a:rPr lang="en-JM" sz="2600">
                          <a:solidFill>
                            <a:srgbClr val="555559"/>
                          </a:solidFill>
                          <a:latin typeface="Neo Tech Std" panose="020B0504030504040204" pitchFamily="34" charset="0"/>
                          <a:cs typeface="Roboto Light"/>
                        </a:rPr>
                        <a:t>laudantium, totam rem aperiam, eaque ipsa quae abillo  inventore veritatis et quasi architecto beatae vitae dicta sunt lorem sit elit dolor lorem explicabo. Nemo enim ipsam</a:t>
                      </a:r>
                    </a:p>
                  </a:txBody>
                  <a:tcPr marL="243840" marR="243840" marT="121920" marB="121920" anchor="ctr">
                    <a:lnL w="12700" cmpd="sng">
                      <a:noFill/>
                    </a:lnL>
                    <a:lnR w="12700" cmpd="sng">
                      <a:noFill/>
                    </a:lnR>
                    <a:lnT w="6350" cap="flat" cmpd="sng" algn="ctr">
                      <a:solidFill>
                        <a:prstClr val="white">
                          <a:lumMod val="65000"/>
                        </a:prstClr>
                      </a:solidFill>
                      <a:prstDash val="solid"/>
                      <a:round/>
                      <a:headEnd type="none" w="med" len="med"/>
                      <a:tailEnd type="none" w="med" len="med"/>
                    </a:lnT>
                    <a:lnB w="6350" cap="flat" cmpd="sng" algn="ctr">
                      <a:solidFill>
                        <a:prstClr val="white">
                          <a:lumMod val="65000"/>
                        </a:prst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JM" sz="2600" b="0">
                          <a:solidFill>
                            <a:schemeClr val="bg1"/>
                          </a:solidFill>
                          <a:latin typeface="Neo Tech Std" panose="020B0504030504040204" pitchFamily="34" charset="0"/>
                          <a:cs typeface="Source Sans Pro Light"/>
                        </a:rPr>
                        <a:t>1-5</a:t>
                      </a:r>
                    </a:p>
                  </a:txBody>
                  <a:tcPr marL="243840" marR="243840" marT="121920" marB="121920" anchor="ctr">
                    <a:lnL w="12700" cmpd="sng">
                      <a:noFill/>
                    </a:lnL>
                    <a:lnR w="12700" cmpd="sng">
                      <a:noFill/>
                    </a:lnR>
                    <a:lnT w="6350" cap="flat" cmpd="sng" algn="ctr">
                      <a:solidFill>
                        <a:prstClr val="white">
                          <a:lumMod val="65000"/>
                        </a:prstClr>
                      </a:solidFill>
                      <a:prstDash val="solid"/>
                      <a:round/>
                      <a:headEnd type="none" w="med" len="med"/>
                      <a:tailEnd type="none" w="med" len="med"/>
                    </a:lnT>
                    <a:lnB w="6350" cap="flat" cmpd="sng" algn="ctr">
                      <a:solidFill>
                        <a:prstClr val="white">
                          <a:lumMod val="65000"/>
                        </a:prst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2032000">
                <a:tc>
                  <a:txBody>
                    <a:bodyPr/>
                    <a:lstStyle/>
                    <a:p>
                      <a:pPr marL="0" indent="0">
                        <a:spcBef>
                          <a:spcPts val="0"/>
                        </a:spcBef>
                        <a:buFont typeface="Arial" pitchFamily="34" charset="0"/>
                        <a:buNone/>
                      </a:pPr>
                      <a:r>
                        <a:rPr lang="en-JM" sz="2600">
                          <a:solidFill>
                            <a:srgbClr val="555559"/>
                          </a:solidFill>
                          <a:latin typeface="Neo Tech Std" panose="020B0504030504040204" pitchFamily="34" charset="0"/>
                          <a:cs typeface="Roboto Light"/>
                        </a:rPr>
                        <a:t>quasi architecto beatae vitae dicta sunt lorem sit elit dolor lorem explicabo. Nemo enim ipsam</a:t>
                      </a:r>
                    </a:p>
                  </a:txBody>
                  <a:tcPr marL="243840" marR="243840" marT="121920" marB="121920" anchor="ctr">
                    <a:lnL w="12700" cmpd="sng">
                      <a:noFill/>
                    </a:lnL>
                    <a:lnR w="12700" cmpd="sng">
                      <a:noFill/>
                    </a:lnR>
                    <a:lnT w="6350" cap="flat" cmpd="sng" algn="ctr">
                      <a:solidFill>
                        <a:prstClr val="white">
                          <a:lumMod val="65000"/>
                        </a:prstClr>
                      </a:solidFill>
                      <a:prstDash val="solid"/>
                      <a:round/>
                      <a:headEnd type="none" w="med" len="med"/>
                      <a:tailEnd type="none" w="med" len="med"/>
                    </a:lnT>
                    <a:lnB w="6350" cap="flat" cmpd="sng" algn="ctr">
                      <a:solidFill>
                        <a:prstClr val="white">
                          <a:lumMod val="65000"/>
                        </a:prst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JM" sz="2600">
                          <a:solidFill>
                            <a:schemeClr val="bg1"/>
                          </a:solidFill>
                          <a:latin typeface="Neo Tech Std" panose="020B0504030504040204" pitchFamily="34" charset="0"/>
                          <a:cs typeface="Source Sans Pro Light"/>
                        </a:rPr>
                        <a:t>6-10</a:t>
                      </a:r>
                    </a:p>
                  </a:txBody>
                  <a:tcPr marL="243840" marR="243840" marT="121920" marB="121920" anchor="ctr">
                    <a:lnL w="12700" cmpd="sng">
                      <a:noFill/>
                    </a:lnL>
                    <a:lnR w="12700" cmpd="sng">
                      <a:noFill/>
                    </a:lnR>
                    <a:lnT w="6350" cap="flat" cmpd="sng" algn="ctr">
                      <a:solidFill>
                        <a:prstClr val="white">
                          <a:lumMod val="65000"/>
                        </a:prstClr>
                      </a:solidFill>
                      <a:prstDash val="solid"/>
                      <a:round/>
                      <a:headEnd type="none" w="med" len="med"/>
                      <a:tailEnd type="none" w="med" len="med"/>
                    </a:lnT>
                    <a:lnB w="6350" cap="flat" cmpd="sng" algn="ctr">
                      <a:solidFill>
                        <a:prstClr val="white">
                          <a:lumMod val="65000"/>
                        </a:prst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2"/>
                  </a:ext>
                </a:extLst>
              </a:tr>
              <a:tr h="1056640">
                <a:tc>
                  <a:txBody>
                    <a:bodyPr/>
                    <a:lstStyle/>
                    <a:p>
                      <a:pPr algn="l"/>
                      <a:r>
                        <a:rPr lang="en-JM" sz="2600">
                          <a:solidFill>
                            <a:srgbClr val="555559"/>
                          </a:solidFill>
                          <a:latin typeface="Neo Tech Std" panose="020B0504030504040204" pitchFamily="34" charset="0"/>
                          <a:cs typeface="Roboto Light"/>
                        </a:rPr>
                        <a:t>sunt lorem sit elit dolor lorem explicabo. Nemo enim ipsam</a:t>
                      </a:r>
                      <a:endParaRPr lang="en-JM" sz="2600" b="0">
                        <a:solidFill>
                          <a:srgbClr val="555559"/>
                        </a:solidFill>
                        <a:latin typeface="Neo Tech Std" panose="020B0504030504040204" pitchFamily="34" charset="0"/>
                        <a:cs typeface="Roboto Light"/>
                      </a:endParaRPr>
                    </a:p>
                  </a:txBody>
                  <a:tcPr marL="243840" marR="243840" marT="121920" marB="121920" anchor="ctr">
                    <a:lnL w="12700" cmpd="sng">
                      <a:noFill/>
                    </a:lnL>
                    <a:lnR w="12700" cmpd="sng">
                      <a:noFill/>
                    </a:lnR>
                    <a:lnT w="6350" cap="flat" cmpd="sng" algn="ctr">
                      <a:solidFill>
                        <a:prstClr val="white">
                          <a:lumMod val="65000"/>
                        </a:prst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JM" sz="2600" b="0">
                          <a:solidFill>
                            <a:schemeClr val="bg1"/>
                          </a:solidFill>
                          <a:latin typeface="Neo Tech Std" panose="020B0504030504040204" pitchFamily="34" charset="0"/>
                          <a:cs typeface="Source Sans Pro Light"/>
                        </a:rPr>
                        <a:t>15.40</a:t>
                      </a:r>
                    </a:p>
                  </a:txBody>
                  <a:tcPr marL="243840" marR="243840" marT="121920" marB="121920" anchor="ctr">
                    <a:lnL w="12700" cmpd="sng">
                      <a:noFill/>
                    </a:lnL>
                    <a:lnR w="12700" cmpd="sng">
                      <a:noFill/>
                    </a:lnR>
                    <a:lnT w="6350" cap="flat" cmpd="sng" algn="ctr">
                      <a:solidFill>
                        <a:prstClr val="white">
                          <a:lumMod val="65000"/>
                        </a:prst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3"/>
                  </a:ext>
                </a:extLst>
              </a:tr>
            </a:tbl>
          </a:graphicData>
        </a:graphic>
      </p:graphicFrame>
      <p:graphicFrame>
        <p:nvGraphicFramePr>
          <p:cNvPr id="10" name="Table 9">
            <a:extLst>
              <a:ext uri="{FF2B5EF4-FFF2-40B4-BE49-F238E27FC236}">
                <a16:creationId xmlns:a16="http://schemas.microsoft.com/office/drawing/2014/main" id="{5B74C007-B698-350B-1B19-BA025E4DC7F4}"/>
              </a:ext>
            </a:extLst>
          </p:cNvPr>
          <p:cNvGraphicFramePr>
            <a:graphicFrameLocks noGrp="1"/>
          </p:cNvGraphicFramePr>
          <p:nvPr/>
        </p:nvGraphicFramePr>
        <p:xfrm>
          <a:off x="13270535" y="4201471"/>
          <a:ext cx="9144000" cy="6746240"/>
        </p:xfrm>
        <a:graphic>
          <a:graphicData uri="http://schemas.openxmlformats.org/drawingml/2006/table">
            <a:tbl>
              <a:tblPr firstRow="1" bandRow="1">
                <a:tableStyleId>{5C22544A-7EE6-4342-B048-85BDC9FD1C3A}</a:tableStyleId>
              </a:tblPr>
              <a:tblGrid>
                <a:gridCol w="6908800">
                  <a:extLst>
                    <a:ext uri="{9D8B030D-6E8A-4147-A177-3AD203B41FA5}">
                      <a16:colId xmlns:a16="http://schemas.microsoft.com/office/drawing/2014/main" val="20000"/>
                    </a:ext>
                  </a:extLst>
                </a:gridCol>
                <a:gridCol w="2235200">
                  <a:extLst>
                    <a:ext uri="{9D8B030D-6E8A-4147-A177-3AD203B41FA5}">
                      <a16:colId xmlns:a16="http://schemas.microsoft.com/office/drawing/2014/main" val="20001"/>
                    </a:ext>
                  </a:extLst>
                </a:gridCol>
              </a:tblGrid>
              <a:tr h="812800">
                <a:tc>
                  <a:txBody>
                    <a:bodyPr/>
                    <a:lstStyle/>
                    <a:p>
                      <a:pPr algn="l"/>
                      <a:r>
                        <a:rPr lang="en-JM" sz="2600" b="1">
                          <a:solidFill>
                            <a:srgbClr val="555559"/>
                          </a:solidFill>
                          <a:latin typeface="Neo Tech Std" panose="020B0504030504040204" pitchFamily="34" charset="0"/>
                          <a:cs typeface="Roboto Slab Bold"/>
                        </a:rPr>
                        <a:t>Description</a:t>
                      </a:r>
                      <a:r>
                        <a:rPr lang="en-JM" sz="2600" b="1" baseline="0">
                          <a:solidFill>
                            <a:srgbClr val="555559"/>
                          </a:solidFill>
                          <a:latin typeface="Neo Tech Std" panose="020B0504030504040204" pitchFamily="34" charset="0"/>
                          <a:cs typeface="Roboto Slab Bold"/>
                        </a:rPr>
                        <a:t> Information</a:t>
                      </a:r>
                      <a:endParaRPr lang="en-JM" sz="2600" b="1">
                        <a:solidFill>
                          <a:srgbClr val="555559"/>
                        </a:solidFill>
                        <a:latin typeface="Neo Tech Std" panose="020B0504030504040204" pitchFamily="34" charset="0"/>
                        <a:cs typeface="Roboto Slab Bold"/>
                      </a:endParaRPr>
                    </a:p>
                  </a:txBody>
                  <a:tcPr marL="243840" marR="243840" marT="121920" marB="121920">
                    <a:lnL w="12700" cmpd="sng">
                      <a:noFill/>
                    </a:lnL>
                    <a:lnR w="12700" cmpd="sng">
                      <a:noFill/>
                    </a:lnR>
                    <a:lnT w="12700" cap="flat" cmpd="sng" algn="ctr">
                      <a:noFill/>
                      <a:prstDash val="solid"/>
                      <a:round/>
                      <a:headEnd type="none" w="med" len="med"/>
                      <a:tailEnd type="none" w="med" len="med"/>
                    </a:lnT>
                    <a:lnB w="6350" cap="flat" cmpd="sng" algn="ctr">
                      <a:solidFill>
                        <a:prstClr val="white">
                          <a:lumMod val="65000"/>
                        </a:prst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JM" sz="2600" b="1">
                          <a:solidFill>
                            <a:schemeClr val="bg1"/>
                          </a:solidFill>
                          <a:latin typeface="Neo Tech Std" panose="020B0504030504040204" pitchFamily="34" charset="0"/>
                          <a:cs typeface="Roboto Slab Bold"/>
                        </a:rPr>
                        <a:t>Quantity</a:t>
                      </a:r>
                    </a:p>
                  </a:txBody>
                  <a:tcPr marL="243840" marR="243840" marT="121920" marB="121920">
                    <a:lnL w="12700" cmpd="sng">
                      <a:noFill/>
                    </a:lnL>
                    <a:lnR w="12700" cmpd="sng">
                      <a:noFill/>
                    </a:lnR>
                    <a:lnT w="12700" cap="flat" cmpd="sng" algn="ctr">
                      <a:noFill/>
                      <a:prstDash val="solid"/>
                      <a:round/>
                      <a:headEnd type="none" w="med" len="med"/>
                      <a:tailEnd type="none" w="med" len="med"/>
                    </a:lnT>
                    <a:lnB w="6350" cap="flat" cmpd="sng" algn="ctr">
                      <a:solidFill>
                        <a:prstClr val="white">
                          <a:lumMod val="65000"/>
                        </a:prst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2844800">
                <a:tc>
                  <a:txBody>
                    <a:bodyPr/>
                    <a:lstStyle/>
                    <a:p>
                      <a:pPr marL="0" indent="0">
                        <a:spcBef>
                          <a:spcPts val="0"/>
                        </a:spcBef>
                        <a:buFont typeface="Arial" pitchFamily="34" charset="0"/>
                        <a:buNone/>
                      </a:pPr>
                      <a:r>
                        <a:rPr lang="en-JM" sz="2600">
                          <a:solidFill>
                            <a:srgbClr val="555559"/>
                          </a:solidFill>
                          <a:latin typeface="Neo Tech Std" panose="020B0504030504040204" pitchFamily="34" charset="0"/>
                          <a:cs typeface="Roboto Light"/>
                        </a:rPr>
                        <a:t>laudantium, totam rem aperiam, eaque ipsa quae abillo  inventore veritatis et quasi architecto beatae vitae dicta sunt lorem sit elit dolor lorem explicabo. Nemo enim ipsam</a:t>
                      </a:r>
                    </a:p>
                  </a:txBody>
                  <a:tcPr marL="243840" marR="243840" marT="121920" marB="121920" anchor="ctr">
                    <a:lnL w="12700" cmpd="sng">
                      <a:noFill/>
                    </a:lnL>
                    <a:lnR w="12700" cmpd="sng">
                      <a:noFill/>
                    </a:lnR>
                    <a:lnT w="6350" cap="flat" cmpd="sng" algn="ctr">
                      <a:solidFill>
                        <a:prstClr val="white">
                          <a:lumMod val="65000"/>
                        </a:prstClr>
                      </a:solidFill>
                      <a:prstDash val="solid"/>
                      <a:round/>
                      <a:headEnd type="none" w="med" len="med"/>
                      <a:tailEnd type="none" w="med" len="med"/>
                    </a:lnT>
                    <a:lnB w="6350" cap="flat" cmpd="sng" algn="ctr">
                      <a:solidFill>
                        <a:prstClr val="white">
                          <a:lumMod val="65000"/>
                        </a:prst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JM" sz="2600" b="0">
                          <a:solidFill>
                            <a:schemeClr val="bg1"/>
                          </a:solidFill>
                          <a:latin typeface="Neo Tech Std" panose="020B0504030504040204" pitchFamily="34" charset="0"/>
                          <a:cs typeface="Source Sans Pro Light"/>
                        </a:rPr>
                        <a:t>1-5</a:t>
                      </a:r>
                    </a:p>
                  </a:txBody>
                  <a:tcPr marL="243840" marR="243840" marT="121920" marB="121920" anchor="ctr">
                    <a:lnL w="12700" cmpd="sng">
                      <a:noFill/>
                    </a:lnL>
                    <a:lnR w="12700" cmpd="sng">
                      <a:noFill/>
                    </a:lnR>
                    <a:lnT w="6350" cap="flat" cmpd="sng" algn="ctr">
                      <a:solidFill>
                        <a:prstClr val="white">
                          <a:lumMod val="65000"/>
                        </a:prstClr>
                      </a:solidFill>
                      <a:prstDash val="solid"/>
                      <a:round/>
                      <a:headEnd type="none" w="med" len="med"/>
                      <a:tailEnd type="none" w="med" len="med"/>
                    </a:lnT>
                    <a:lnB w="6350" cap="flat" cmpd="sng" algn="ctr">
                      <a:solidFill>
                        <a:prstClr val="white">
                          <a:lumMod val="65000"/>
                        </a:prst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2032000">
                <a:tc>
                  <a:txBody>
                    <a:bodyPr/>
                    <a:lstStyle/>
                    <a:p>
                      <a:pPr marL="0" indent="0">
                        <a:spcBef>
                          <a:spcPts val="0"/>
                        </a:spcBef>
                        <a:buFont typeface="Arial" pitchFamily="34" charset="0"/>
                        <a:buNone/>
                      </a:pPr>
                      <a:r>
                        <a:rPr lang="en-JM" sz="2600">
                          <a:solidFill>
                            <a:srgbClr val="555559"/>
                          </a:solidFill>
                          <a:latin typeface="Neo Tech Std" panose="020B0504030504040204" pitchFamily="34" charset="0"/>
                          <a:cs typeface="Roboto Light"/>
                        </a:rPr>
                        <a:t>quasi architecto beatae vitae dicta sunt lorem sit elit dolor lorem explicabo. Nemo enim ipsam</a:t>
                      </a:r>
                    </a:p>
                  </a:txBody>
                  <a:tcPr marL="243840" marR="243840" marT="121920" marB="121920" anchor="ctr">
                    <a:lnL w="12700" cmpd="sng">
                      <a:noFill/>
                    </a:lnL>
                    <a:lnR w="12700" cmpd="sng">
                      <a:noFill/>
                    </a:lnR>
                    <a:lnT w="6350" cap="flat" cmpd="sng" algn="ctr">
                      <a:solidFill>
                        <a:prstClr val="white">
                          <a:lumMod val="65000"/>
                        </a:prstClr>
                      </a:solidFill>
                      <a:prstDash val="solid"/>
                      <a:round/>
                      <a:headEnd type="none" w="med" len="med"/>
                      <a:tailEnd type="none" w="med" len="med"/>
                    </a:lnT>
                    <a:lnB w="6350" cap="flat" cmpd="sng" algn="ctr">
                      <a:solidFill>
                        <a:prstClr val="white">
                          <a:lumMod val="65000"/>
                        </a:prst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JM" sz="2600">
                          <a:solidFill>
                            <a:schemeClr val="bg1"/>
                          </a:solidFill>
                          <a:latin typeface="Neo Tech Std" panose="020B0504030504040204" pitchFamily="34" charset="0"/>
                          <a:cs typeface="Source Sans Pro Light"/>
                        </a:rPr>
                        <a:t>6-10</a:t>
                      </a:r>
                    </a:p>
                  </a:txBody>
                  <a:tcPr marL="243840" marR="243840" marT="121920" marB="121920" anchor="ctr">
                    <a:lnL w="12700" cmpd="sng">
                      <a:noFill/>
                    </a:lnL>
                    <a:lnR w="12700" cmpd="sng">
                      <a:noFill/>
                    </a:lnR>
                    <a:lnT w="6350" cap="flat" cmpd="sng" algn="ctr">
                      <a:solidFill>
                        <a:prstClr val="white">
                          <a:lumMod val="65000"/>
                        </a:prstClr>
                      </a:solidFill>
                      <a:prstDash val="solid"/>
                      <a:round/>
                      <a:headEnd type="none" w="med" len="med"/>
                      <a:tailEnd type="none" w="med" len="med"/>
                    </a:lnT>
                    <a:lnB w="6350" cap="flat" cmpd="sng" algn="ctr">
                      <a:solidFill>
                        <a:prstClr val="white">
                          <a:lumMod val="65000"/>
                        </a:prst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2"/>
                  </a:ext>
                </a:extLst>
              </a:tr>
              <a:tr h="1056640">
                <a:tc>
                  <a:txBody>
                    <a:bodyPr/>
                    <a:lstStyle/>
                    <a:p>
                      <a:pPr algn="l"/>
                      <a:r>
                        <a:rPr lang="en-JM" sz="2600">
                          <a:solidFill>
                            <a:srgbClr val="555559"/>
                          </a:solidFill>
                          <a:latin typeface="Neo Tech Std" panose="020B0504030504040204" pitchFamily="34" charset="0"/>
                          <a:cs typeface="Roboto Light"/>
                        </a:rPr>
                        <a:t>sunt lorem sit elit dolor lorem explicabo. Nemo enim ipsam</a:t>
                      </a:r>
                      <a:endParaRPr lang="en-JM" sz="2600" b="0">
                        <a:solidFill>
                          <a:srgbClr val="555559"/>
                        </a:solidFill>
                        <a:latin typeface="Neo Tech Std" panose="020B0504030504040204" pitchFamily="34" charset="0"/>
                        <a:cs typeface="Roboto Light"/>
                      </a:endParaRPr>
                    </a:p>
                  </a:txBody>
                  <a:tcPr marL="243840" marR="243840" marT="121920" marB="121920" anchor="ctr">
                    <a:lnL w="12700" cmpd="sng">
                      <a:noFill/>
                    </a:lnL>
                    <a:lnR w="12700" cmpd="sng">
                      <a:noFill/>
                    </a:lnR>
                    <a:lnT w="6350" cap="flat" cmpd="sng" algn="ctr">
                      <a:solidFill>
                        <a:prstClr val="white">
                          <a:lumMod val="65000"/>
                        </a:prst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JM" sz="2600" b="0">
                          <a:solidFill>
                            <a:schemeClr val="bg1"/>
                          </a:solidFill>
                          <a:latin typeface="Neo Tech Std" panose="020B0504030504040204" pitchFamily="34" charset="0"/>
                          <a:cs typeface="Source Sans Pro Light"/>
                        </a:rPr>
                        <a:t>15.40</a:t>
                      </a:r>
                    </a:p>
                  </a:txBody>
                  <a:tcPr marL="243840" marR="243840" marT="121920" marB="121920" anchor="ctr">
                    <a:lnL w="12700" cmpd="sng">
                      <a:noFill/>
                    </a:lnL>
                    <a:lnR w="12700" cmpd="sng">
                      <a:noFill/>
                    </a:lnR>
                    <a:lnT w="6350" cap="flat" cmpd="sng" algn="ctr">
                      <a:solidFill>
                        <a:prstClr val="white">
                          <a:lumMod val="65000"/>
                        </a:prst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3"/>
                  </a:ext>
                </a:extLst>
              </a:tr>
            </a:tbl>
          </a:graphicData>
        </a:graphic>
      </p:graphicFrame>
      <p:sp>
        <p:nvSpPr>
          <p:cNvPr id="7" name="Text Placeholder 1">
            <a:extLst>
              <a:ext uri="{FF2B5EF4-FFF2-40B4-BE49-F238E27FC236}">
                <a16:creationId xmlns:a16="http://schemas.microsoft.com/office/drawing/2014/main" id="{0B6B1924-B547-76F6-6F2E-15CA8B75B293}"/>
              </a:ext>
            </a:extLst>
          </p:cNvPr>
          <p:cNvSpPr>
            <a:spLocks noGrp="1"/>
          </p:cNvSpPr>
          <p:nvPr>
            <p:ph type="body" sz="quarter" idx="24"/>
          </p:nvPr>
        </p:nvSpPr>
        <p:spPr>
          <a:xfrm>
            <a:off x="1333379" y="1122109"/>
            <a:ext cx="17103516" cy="1025946"/>
          </a:xfrm>
        </p:spPr>
        <p:txBody>
          <a:bodyPr>
            <a:normAutofit/>
          </a:bodyPr>
          <a:lstStyle/>
          <a:p>
            <a:r>
              <a:rPr lang="en-US"/>
              <a:t>Click to add title</a:t>
            </a:r>
          </a:p>
        </p:txBody>
      </p:sp>
      <p:sp>
        <p:nvSpPr>
          <p:cNvPr id="8" name="Text Placeholder 2">
            <a:extLst>
              <a:ext uri="{FF2B5EF4-FFF2-40B4-BE49-F238E27FC236}">
                <a16:creationId xmlns:a16="http://schemas.microsoft.com/office/drawing/2014/main" id="{226F0C4A-32F6-6A01-1878-5501D6110DD6}"/>
              </a:ext>
            </a:extLst>
          </p:cNvPr>
          <p:cNvSpPr>
            <a:spLocks noGrp="1"/>
          </p:cNvSpPr>
          <p:nvPr>
            <p:ph type="body" sz="quarter" idx="25"/>
          </p:nvPr>
        </p:nvSpPr>
        <p:spPr>
          <a:xfrm>
            <a:off x="1333379" y="2148055"/>
            <a:ext cx="18391140" cy="844550"/>
          </a:xfrm>
        </p:spPr>
        <p:txBody>
          <a:bodyPr/>
          <a:lstStyle/>
          <a:p>
            <a:endParaRPr lang="en-US"/>
          </a:p>
        </p:txBody>
      </p:sp>
      <p:pic>
        <p:nvPicPr>
          <p:cNvPr id="2" name="Picture 1">
            <a:extLst>
              <a:ext uri="{FF2B5EF4-FFF2-40B4-BE49-F238E27FC236}">
                <a16:creationId xmlns:a16="http://schemas.microsoft.com/office/drawing/2014/main" id="{44F8BF90-F5CF-E592-271E-CCFE5977B6BD}"/>
              </a:ext>
            </a:extLst>
          </p:cNvPr>
          <p:cNvPicPr>
            <a:picLocks noChangeAspect="1"/>
          </p:cNvPicPr>
          <p:nvPr/>
        </p:nvPicPr>
        <p:blipFill rotWithShape="1">
          <a:blip r:embed="rId2">
            <a:extLst>
              <a:ext uri="{28A0092B-C50C-407E-A947-70E740481C1C}">
                <a14:useLocalDpi xmlns:a14="http://schemas.microsoft.com/office/drawing/2010/main" val="0"/>
              </a:ext>
            </a:extLst>
          </a:blip>
          <a:srcRect l="-44764" t="55302" r="45710" b="1985"/>
          <a:stretch/>
        </p:blipFill>
        <p:spPr>
          <a:xfrm>
            <a:off x="-736428" y="0"/>
            <a:ext cx="1413659" cy="13716000"/>
          </a:xfrm>
          <a:prstGeom prst="rect">
            <a:avLst/>
          </a:prstGeom>
        </p:spPr>
      </p:pic>
    </p:spTree>
    <p:extLst>
      <p:ext uri="{BB962C8B-B14F-4D97-AF65-F5344CB8AC3E}">
        <p14:creationId xmlns:p14="http://schemas.microsoft.com/office/powerpoint/2010/main" val="514603681"/>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118966F-6A7E-DB42-2547-F8632F36C9D1}"/>
              </a:ext>
            </a:extLst>
          </p:cNvPr>
          <p:cNvSpPr>
            <a:spLocks noGrp="1"/>
          </p:cNvSpPr>
          <p:nvPr>
            <p:ph type="ftr" sz="quarter" idx="27"/>
          </p:nvPr>
        </p:nvSpPr>
        <p:spPr/>
        <p:txBody>
          <a:bodyPr/>
          <a:lstStyle/>
          <a:p>
            <a:r>
              <a:rPr lang="en-US"/>
              <a:t>2024 © Retail Consult - All rights reserved</a:t>
            </a:r>
          </a:p>
        </p:txBody>
      </p:sp>
      <p:sp>
        <p:nvSpPr>
          <p:cNvPr id="5" name="Slide Number Placeholder 4">
            <a:extLst>
              <a:ext uri="{FF2B5EF4-FFF2-40B4-BE49-F238E27FC236}">
                <a16:creationId xmlns:a16="http://schemas.microsoft.com/office/drawing/2014/main" id="{A726C5DB-1C47-D6B2-BC86-FAE71938DA3D}"/>
              </a:ext>
            </a:extLst>
          </p:cNvPr>
          <p:cNvSpPr>
            <a:spLocks noGrp="1"/>
          </p:cNvSpPr>
          <p:nvPr>
            <p:ph type="sldNum" sz="quarter" idx="28"/>
          </p:nvPr>
        </p:nvSpPr>
        <p:spPr/>
        <p:txBody>
          <a:bodyPr/>
          <a:lstStyle/>
          <a:p>
            <a:fld id="{9A4417C4-43A3-444C-837D-103BA5C8224B}" type="slidenum">
              <a:rPr lang="en-US" smtClean="0"/>
              <a:pPr/>
              <a:t>45</a:t>
            </a:fld>
            <a:endParaRPr lang="en-US"/>
          </a:p>
        </p:txBody>
      </p:sp>
      <p:sp>
        <p:nvSpPr>
          <p:cNvPr id="13" name="Text Placeholder 1">
            <a:extLst>
              <a:ext uri="{FF2B5EF4-FFF2-40B4-BE49-F238E27FC236}">
                <a16:creationId xmlns:a16="http://schemas.microsoft.com/office/drawing/2014/main" id="{FF27EFD9-CD2D-BCAF-D0F1-458C274F12C4}"/>
              </a:ext>
            </a:extLst>
          </p:cNvPr>
          <p:cNvSpPr>
            <a:spLocks noGrp="1"/>
          </p:cNvSpPr>
          <p:nvPr>
            <p:ph type="body" sz="quarter" idx="24"/>
          </p:nvPr>
        </p:nvSpPr>
        <p:spPr>
          <a:xfrm>
            <a:off x="1333379" y="1122109"/>
            <a:ext cx="17103516" cy="1025946"/>
          </a:xfrm>
        </p:spPr>
        <p:txBody>
          <a:bodyPr>
            <a:normAutofit/>
          </a:bodyPr>
          <a:lstStyle/>
          <a:p>
            <a:r>
              <a:rPr lang="en-US"/>
              <a:t>Click to add title</a:t>
            </a:r>
          </a:p>
        </p:txBody>
      </p:sp>
      <p:sp>
        <p:nvSpPr>
          <p:cNvPr id="14" name="Text Placeholder 2">
            <a:extLst>
              <a:ext uri="{FF2B5EF4-FFF2-40B4-BE49-F238E27FC236}">
                <a16:creationId xmlns:a16="http://schemas.microsoft.com/office/drawing/2014/main" id="{2724CDE8-9FE5-307B-D9D8-6DF8E75257F4}"/>
              </a:ext>
            </a:extLst>
          </p:cNvPr>
          <p:cNvSpPr>
            <a:spLocks noGrp="1"/>
          </p:cNvSpPr>
          <p:nvPr>
            <p:ph type="body" sz="quarter" idx="25"/>
          </p:nvPr>
        </p:nvSpPr>
        <p:spPr>
          <a:xfrm>
            <a:off x="1333379" y="2148055"/>
            <a:ext cx="18391140" cy="844550"/>
          </a:xfrm>
        </p:spPr>
        <p:txBody>
          <a:bodyPr/>
          <a:lstStyle/>
          <a:p>
            <a:endParaRPr lang="en-US"/>
          </a:p>
        </p:txBody>
      </p:sp>
      <p:graphicFrame>
        <p:nvGraphicFramePr>
          <p:cNvPr id="2" name="Table 1">
            <a:extLst>
              <a:ext uri="{FF2B5EF4-FFF2-40B4-BE49-F238E27FC236}">
                <a16:creationId xmlns:a16="http://schemas.microsoft.com/office/drawing/2014/main" id="{FC5E92FC-CA66-215C-A75B-A83C59931A26}"/>
              </a:ext>
            </a:extLst>
          </p:cNvPr>
          <p:cNvGraphicFramePr>
            <a:graphicFrameLocks noGrp="1"/>
          </p:cNvGraphicFramePr>
          <p:nvPr/>
        </p:nvGraphicFramePr>
        <p:xfrm>
          <a:off x="1427162" y="3588114"/>
          <a:ext cx="20989924" cy="9079889"/>
        </p:xfrm>
        <a:graphic>
          <a:graphicData uri="http://schemas.openxmlformats.org/drawingml/2006/table">
            <a:tbl>
              <a:tblPr firstRow="1" bandRow="1">
                <a:tableStyleId>{5C22544A-7EE6-4342-B048-85BDC9FD1C3A}</a:tableStyleId>
              </a:tblPr>
              <a:tblGrid>
                <a:gridCol w="4917007">
                  <a:extLst>
                    <a:ext uri="{9D8B030D-6E8A-4147-A177-3AD203B41FA5}">
                      <a16:colId xmlns:a16="http://schemas.microsoft.com/office/drawing/2014/main" val="20000"/>
                    </a:ext>
                  </a:extLst>
                </a:gridCol>
                <a:gridCol w="2296131">
                  <a:extLst>
                    <a:ext uri="{9D8B030D-6E8A-4147-A177-3AD203B41FA5}">
                      <a16:colId xmlns:a16="http://schemas.microsoft.com/office/drawing/2014/main" val="20001"/>
                    </a:ext>
                  </a:extLst>
                </a:gridCol>
                <a:gridCol w="2296131">
                  <a:extLst>
                    <a:ext uri="{9D8B030D-6E8A-4147-A177-3AD203B41FA5}">
                      <a16:colId xmlns:a16="http://schemas.microsoft.com/office/drawing/2014/main" val="20002"/>
                    </a:ext>
                  </a:extLst>
                </a:gridCol>
                <a:gridCol w="2296131">
                  <a:extLst>
                    <a:ext uri="{9D8B030D-6E8A-4147-A177-3AD203B41FA5}">
                      <a16:colId xmlns:a16="http://schemas.microsoft.com/office/drawing/2014/main" val="20003"/>
                    </a:ext>
                  </a:extLst>
                </a:gridCol>
                <a:gridCol w="2296131">
                  <a:extLst>
                    <a:ext uri="{9D8B030D-6E8A-4147-A177-3AD203B41FA5}">
                      <a16:colId xmlns:a16="http://schemas.microsoft.com/office/drawing/2014/main" val="20004"/>
                    </a:ext>
                  </a:extLst>
                </a:gridCol>
                <a:gridCol w="2296131">
                  <a:extLst>
                    <a:ext uri="{9D8B030D-6E8A-4147-A177-3AD203B41FA5}">
                      <a16:colId xmlns:a16="http://schemas.microsoft.com/office/drawing/2014/main" val="20005"/>
                    </a:ext>
                  </a:extLst>
                </a:gridCol>
                <a:gridCol w="2296131">
                  <a:extLst>
                    <a:ext uri="{9D8B030D-6E8A-4147-A177-3AD203B41FA5}">
                      <a16:colId xmlns:a16="http://schemas.microsoft.com/office/drawing/2014/main" val="20006"/>
                    </a:ext>
                  </a:extLst>
                </a:gridCol>
                <a:gridCol w="2296131">
                  <a:extLst>
                    <a:ext uri="{9D8B030D-6E8A-4147-A177-3AD203B41FA5}">
                      <a16:colId xmlns:a16="http://schemas.microsoft.com/office/drawing/2014/main" val="20007"/>
                    </a:ext>
                  </a:extLst>
                </a:gridCol>
              </a:tblGrid>
              <a:tr h="698453">
                <a:tc>
                  <a:txBody>
                    <a:bodyPr/>
                    <a:lstStyle/>
                    <a:p>
                      <a:r>
                        <a:rPr lang="en-US" sz="2700" b="1">
                          <a:solidFill>
                            <a:schemeClr val="bg1"/>
                          </a:solidFill>
                          <a:latin typeface="Neo Tech Std" panose="020B0504030504040204" pitchFamily="34" charset="0"/>
                          <a:cs typeface="Roboto Light"/>
                        </a:rPr>
                        <a:t>Area</a:t>
                      </a:r>
                    </a:p>
                  </a:txBody>
                  <a:tcPr marL="232818" marR="232818" marT="116409" marB="116409" anchor="ctr">
                    <a:lnL w="9525" cap="flat" cmpd="sng" algn="ctr">
                      <a:solidFill>
                        <a:srgbClr val="090909">
                          <a:lumMod val="10000"/>
                          <a:lumOff val="90000"/>
                        </a:srgbClr>
                      </a:solidFill>
                      <a:prstDash val="solid"/>
                      <a:round/>
                      <a:headEnd type="none" w="med" len="med"/>
                      <a:tailEnd type="none" w="med" len="med"/>
                    </a:lnL>
                    <a:lnR w="9525" cap="flat" cmpd="sng" algn="ctr">
                      <a:solidFill>
                        <a:srgbClr val="090909">
                          <a:lumMod val="10000"/>
                          <a:lumOff val="90000"/>
                        </a:srgbClr>
                      </a:solidFill>
                      <a:prstDash val="solid"/>
                      <a:round/>
                      <a:headEnd type="none" w="med" len="med"/>
                      <a:tailEnd type="none" w="med" len="med"/>
                    </a:lnR>
                    <a:lnT w="9525" cap="flat" cmpd="sng" algn="ctr">
                      <a:solidFill>
                        <a:srgbClr val="090909">
                          <a:lumMod val="10000"/>
                          <a:lumOff val="90000"/>
                        </a:srgbClr>
                      </a:solidFill>
                      <a:prstDash val="solid"/>
                      <a:round/>
                      <a:headEnd type="none" w="med" len="med"/>
                      <a:tailEnd type="none" w="med" len="med"/>
                    </a:lnT>
                    <a:lnB w="9525" cap="flat" cmpd="sng" algn="ctr">
                      <a:solidFill>
                        <a:srgbClr val="090909">
                          <a:lumMod val="10000"/>
                          <a:lumOff val="90000"/>
                        </a:srgb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en-US" sz="2700" b="1">
                          <a:solidFill>
                            <a:schemeClr val="bg1"/>
                          </a:solidFill>
                          <a:latin typeface="Neo Tech Std" panose="020B0504030504040204" pitchFamily="34" charset="0"/>
                          <a:cs typeface="Roboto Light"/>
                        </a:rPr>
                        <a:t>Jan</a:t>
                      </a:r>
                    </a:p>
                  </a:txBody>
                  <a:tcPr marL="232818" marR="232818" marT="116409" marB="116409" anchor="ctr">
                    <a:lnL w="9525" cap="flat" cmpd="sng" algn="ctr">
                      <a:solidFill>
                        <a:srgbClr val="090909">
                          <a:lumMod val="10000"/>
                          <a:lumOff val="90000"/>
                        </a:srgbClr>
                      </a:solidFill>
                      <a:prstDash val="solid"/>
                      <a:round/>
                      <a:headEnd type="none" w="med" len="med"/>
                      <a:tailEnd type="none" w="med" len="med"/>
                    </a:lnL>
                    <a:lnR w="9525" cap="flat" cmpd="sng" algn="ctr">
                      <a:solidFill>
                        <a:srgbClr val="090909">
                          <a:lumMod val="10000"/>
                          <a:lumOff val="90000"/>
                        </a:srgbClr>
                      </a:solidFill>
                      <a:prstDash val="solid"/>
                      <a:round/>
                      <a:headEnd type="none" w="med" len="med"/>
                      <a:tailEnd type="none" w="med" len="med"/>
                    </a:lnR>
                    <a:lnT w="9525" cap="flat" cmpd="sng" algn="ctr">
                      <a:solidFill>
                        <a:srgbClr val="090909">
                          <a:lumMod val="10000"/>
                          <a:lumOff val="90000"/>
                        </a:srgbClr>
                      </a:solidFill>
                      <a:prstDash val="solid"/>
                      <a:round/>
                      <a:headEnd type="none" w="med" len="med"/>
                      <a:tailEnd type="none" w="med" len="med"/>
                    </a:lnT>
                    <a:lnB w="9525" cap="flat" cmpd="sng" algn="ctr">
                      <a:solidFill>
                        <a:srgbClr val="090909">
                          <a:lumMod val="10000"/>
                          <a:lumOff val="90000"/>
                        </a:srgb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en-US" sz="2700" b="1">
                          <a:solidFill>
                            <a:schemeClr val="bg1"/>
                          </a:solidFill>
                          <a:latin typeface="Neo Tech Std" panose="020B0504030504040204" pitchFamily="34" charset="0"/>
                          <a:cs typeface="Roboto Light"/>
                        </a:rPr>
                        <a:t>Feb</a:t>
                      </a:r>
                    </a:p>
                  </a:txBody>
                  <a:tcPr marL="232818" marR="232818" marT="116409" marB="116409" anchor="ctr">
                    <a:lnL w="9525" cap="flat" cmpd="sng" algn="ctr">
                      <a:solidFill>
                        <a:srgbClr val="090909">
                          <a:lumMod val="10000"/>
                          <a:lumOff val="90000"/>
                        </a:srgbClr>
                      </a:solidFill>
                      <a:prstDash val="solid"/>
                      <a:round/>
                      <a:headEnd type="none" w="med" len="med"/>
                      <a:tailEnd type="none" w="med" len="med"/>
                    </a:lnL>
                    <a:lnR w="9525" cap="flat" cmpd="sng" algn="ctr">
                      <a:solidFill>
                        <a:srgbClr val="090909">
                          <a:lumMod val="10000"/>
                          <a:lumOff val="90000"/>
                        </a:srgbClr>
                      </a:solidFill>
                      <a:prstDash val="solid"/>
                      <a:round/>
                      <a:headEnd type="none" w="med" len="med"/>
                      <a:tailEnd type="none" w="med" len="med"/>
                    </a:lnR>
                    <a:lnT w="9525" cap="flat" cmpd="sng" algn="ctr">
                      <a:solidFill>
                        <a:srgbClr val="090909">
                          <a:lumMod val="10000"/>
                          <a:lumOff val="90000"/>
                        </a:srgbClr>
                      </a:solidFill>
                      <a:prstDash val="solid"/>
                      <a:round/>
                      <a:headEnd type="none" w="med" len="med"/>
                      <a:tailEnd type="none" w="med" len="med"/>
                    </a:lnT>
                    <a:lnB w="9525" cap="flat" cmpd="sng" algn="ctr">
                      <a:solidFill>
                        <a:srgbClr val="090909">
                          <a:lumMod val="10000"/>
                          <a:lumOff val="90000"/>
                        </a:srgb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en-US" sz="2700" b="1">
                          <a:solidFill>
                            <a:schemeClr val="bg1"/>
                          </a:solidFill>
                          <a:latin typeface="Neo Tech Std" panose="020B0504030504040204" pitchFamily="34" charset="0"/>
                          <a:cs typeface="Roboto Light"/>
                        </a:rPr>
                        <a:t>Mar</a:t>
                      </a:r>
                    </a:p>
                  </a:txBody>
                  <a:tcPr marL="232818" marR="232818" marT="116409" marB="116409" anchor="ctr">
                    <a:lnL w="9525" cap="flat" cmpd="sng" algn="ctr">
                      <a:solidFill>
                        <a:srgbClr val="090909">
                          <a:lumMod val="10000"/>
                          <a:lumOff val="90000"/>
                        </a:srgbClr>
                      </a:solidFill>
                      <a:prstDash val="solid"/>
                      <a:round/>
                      <a:headEnd type="none" w="med" len="med"/>
                      <a:tailEnd type="none" w="med" len="med"/>
                    </a:lnL>
                    <a:lnR w="9525" cap="flat" cmpd="sng" algn="ctr">
                      <a:solidFill>
                        <a:srgbClr val="090909">
                          <a:lumMod val="10000"/>
                          <a:lumOff val="90000"/>
                        </a:srgbClr>
                      </a:solidFill>
                      <a:prstDash val="solid"/>
                      <a:round/>
                      <a:headEnd type="none" w="med" len="med"/>
                      <a:tailEnd type="none" w="med" len="med"/>
                    </a:lnR>
                    <a:lnT w="9525" cap="flat" cmpd="sng" algn="ctr">
                      <a:solidFill>
                        <a:srgbClr val="090909">
                          <a:lumMod val="10000"/>
                          <a:lumOff val="90000"/>
                        </a:srgbClr>
                      </a:solidFill>
                      <a:prstDash val="solid"/>
                      <a:round/>
                      <a:headEnd type="none" w="med" len="med"/>
                      <a:tailEnd type="none" w="med" len="med"/>
                    </a:lnT>
                    <a:lnB w="9525" cap="flat" cmpd="sng" algn="ctr">
                      <a:solidFill>
                        <a:srgbClr val="090909">
                          <a:lumMod val="10000"/>
                          <a:lumOff val="90000"/>
                        </a:srgb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en-US" sz="2700" b="1">
                          <a:solidFill>
                            <a:schemeClr val="bg1"/>
                          </a:solidFill>
                          <a:latin typeface="Neo Tech Std" panose="020B0504030504040204" pitchFamily="34" charset="0"/>
                          <a:cs typeface="Roboto Light"/>
                        </a:rPr>
                        <a:t>Apr</a:t>
                      </a:r>
                    </a:p>
                  </a:txBody>
                  <a:tcPr marL="232818" marR="232818" marT="116409" marB="116409" anchor="ctr">
                    <a:lnL w="9525" cap="flat" cmpd="sng" algn="ctr">
                      <a:solidFill>
                        <a:srgbClr val="090909">
                          <a:lumMod val="10000"/>
                          <a:lumOff val="90000"/>
                        </a:srgbClr>
                      </a:solidFill>
                      <a:prstDash val="solid"/>
                      <a:round/>
                      <a:headEnd type="none" w="med" len="med"/>
                      <a:tailEnd type="none" w="med" len="med"/>
                    </a:lnL>
                    <a:lnR w="9525" cap="flat" cmpd="sng" algn="ctr">
                      <a:solidFill>
                        <a:srgbClr val="090909">
                          <a:lumMod val="10000"/>
                          <a:lumOff val="90000"/>
                        </a:srgbClr>
                      </a:solidFill>
                      <a:prstDash val="solid"/>
                      <a:round/>
                      <a:headEnd type="none" w="med" len="med"/>
                      <a:tailEnd type="none" w="med" len="med"/>
                    </a:lnR>
                    <a:lnT w="9525" cap="flat" cmpd="sng" algn="ctr">
                      <a:solidFill>
                        <a:srgbClr val="090909">
                          <a:lumMod val="10000"/>
                          <a:lumOff val="90000"/>
                        </a:srgbClr>
                      </a:solidFill>
                      <a:prstDash val="solid"/>
                      <a:round/>
                      <a:headEnd type="none" w="med" len="med"/>
                      <a:tailEnd type="none" w="med" len="med"/>
                    </a:lnT>
                    <a:lnB w="9525" cap="flat" cmpd="sng" algn="ctr">
                      <a:solidFill>
                        <a:srgbClr val="090909">
                          <a:lumMod val="10000"/>
                          <a:lumOff val="90000"/>
                        </a:srgb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en-US" sz="2700" b="1">
                          <a:solidFill>
                            <a:schemeClr val="bg1"/>
                          </a:solidFill>
                          <a:latin typeface="Neo Tech Std" panose="020B0504030504040204" pitchFamily="34" charset="0"/>
                          <a:cs typeface="Roboto Light"/>
                        </a:rPr>
                        <a:t>May</a:t>
                      </a:r>
                    </a:p>
                  </a:txBody>
                  <a:tcPr marL="232818" marR="232818" marT="116409" marB="116409" anchor="ctr">
                    <a:lnL w="9525" cap="flat" cmpd="sng" algn="ctr">
                      <a:solidFill>
                        <a:srgbClr val="090909">
                          <a:lumMod val="10000"/>
                          <a:lumOff val="90000"/>
                        </a:srgbClr>
                      </a:solidFill>
                      <a:prstDash val="solid"/>
                      <a:round/>
                      <a:headEnd type="none" w="med" len="med"/>
                      <a:tailEnd type="none" w="med" len="med"/>
                    </a:lnL>
                    <a:lnR w="9525" cap="flat" cmpd="sng" algn="ctr">
                      <a:solidFill>
                        <a:srgbClr val="090909">
                          <a:lumMod val="10000"/>
                          <a:lumOff val="90000"/>
                        </a:srgbClr>
                      </a:solidFill>
                      <a:prstDash val="solid"/>
                      <a:round/>
                      <a:headEnd type="none" w="med" len="med"/>
                      <a:tailEnd type="none" w="med" len="med"/>
                    </a:lnR>
                    <a:lnT w="9525" cap="flat" cmpd="sng" algn="ctr">
                      <a:solidFill>
                        <a:srgbClr val="090909">
                          <a:lumMod val="10000"/>
                          <a:lumOff val="90000"/>
                        </a:srgbClr>
                      </a:solidFill>
                      <a:prstDash val="solid"/>
                      <a:round/>
                      <a:headEnd type="none" w="med" len="med"/>
                      <a:tailEnd type="none" w="med" len="med"/>
                    </a:lnT>
                    <a:lnB w="9525" cap="flat" cmpd="sng" algn="ctr">
                      <a:solidFill>
                        <a:srgbClr val="090909">
                          <a:lumMod val="10000"/>
                          <a:lumOff val="90000"/>
                        </a:srgb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en-US" sz="2700" b="1">
                          <a:solidFill>
                            <a:schemeClr val="bg1"/>
                          </a:solidFill>
                          <a:latin typeface="Neo Tech Std" panose="020B0504030504040204" pitchFamily="34" charset="0"/>
                          <a:cs typeface="Roboto Light"/>
                        </a:rPr>
                        <a:t>June</a:t>
                      </a:r>
                    </a:p>
                  </a:txBody>
                  <a:tcPr marL="232818" marR="232818" marT="116409" marB="116409" anchor="ctr">
                    <a:lnL w="9525" cap="flat" cmpd="sng" algn="ctr">
                      <a:solidFill>
                        <a:srgbClr val="090909">
                          <a:lumMod val="10000"/>
                          <a:lumOff val="90000"/>
                        </a:srgbClr>
                      </a:solidFill>
                      <a:prstDash val="solid"/>
                      <a:round/>
                      <a:headEnd type="none" w="med" len="med"/>
                      <a:tailEnd type="none" w="med" len="med"/>
                    </a:lnL>
                    <a:lnR w="9525" cap="flat" cmpd="sng" algn="ctr">
                      <a:solidFill>
                        <a:srgbClr val="090909">
                          <a:lumMod val="10000"/>
                          <a:lumOff val="90000"/>
                        </a:srgbClr>
                      </a:solidFill>
                      <a:prstDash val="solid"/>
                      <a:round/>
                      <a:headEnd type="none" w="med" len="med"/>
                      <a:tailEnd type="none" w="med" len="med"/>
                    </a:lnR>
                    <a:lnT w="9525" cap="flat" cmpd="sng" algn="ctr">
                      <a:solidFill>
                        <a:srgbClr val="090909">
                          <a:lumMod val="10000"/>
                          <a:lumOff val="90000"/>
                        </a:srgbClr>
                      </a:solidFill>
                      <a:prstDash val="solid"/>
                      <a:round/>
                      <a:headEnd type="none" w="med" len="med"/>
                      <a:tailEnd type="none" w="med" len="med"/>
                    </a:lnT>
                    <a:lnB w="9525" cap="flat" cmpd="sng" algn="ctr">
                      <a:solidFill>
                        <a:srgbClr val="090909">
                          <a:lumMod val="10000"/>
                          <a:lumOff val="90000"/>
                        </a:srgb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en-US" sz="2700" b="1">
                          <a:solidFill>
                            <a:schemeClr val="bg1"/>
                          </a:solidFill>
                          <a:latin typeface="Neo Tech Std" panose="020B0504030504040204" pitchFamily="34" charset="0"/>
                          <a:cs typeface="Roboto Light"/>
                        </a:rPr>
                        <a:t>July</a:t>
                      </a:r>
                    </a:p>
                  </a:txBody>
                  <a:tcPr marL="232818" marR="232818" marT="116409" marB="116409" anchor="ctr">
                    <a:lnL w="9525" cap="flat" cmpd="sng" algn="ctr">
                      <a:solidFill>
                        <a:srgbClr val="090909">
                          <a:lumMod val="10000"/>
                          <a:lumOff val="90000"/>
                        </a:srgbClr>
                      </a:solidFill>
                      <a:prstDash val="solid"/>
                      <a:round/>
                      <a:headEnd type="none" w="med" len="med"/>
                      <a:tailEnd type="none" w="med" len="med"/>
                    </a:lnL>
                    <a:lnR w="9525" cap="flat" cmpd="sng" algn="ctr">
                      <a:solidFill>
                        <a:srgbClr val="090909">
                          <a:lumMod val="10000"/>
                          <a:lumOff val="90000"/>
                        </a:srgbClr>
                      </a:solidFill>
                      <a:prstDash val="solid"/>
                      <a:round/>
                      <a:headEnd type="none" w="med" len="med"/>
                      <a:tailEnd type="none" w="med" len="med"/>
                    </a:lnR>
                    <a:lnT w="9525" cap="flat" cmpd="sng" algn="ctr">
                      <a:solidFill>
                        <a:srgbClr val="090909">
                          <a:lumMod val="10000"/>
                          <a:lumOff val="90000"/>
                        </a:srgbClr>
                      </a:solidFill>
                      <a:prstDash val="solid"/>
                      <a:round/>
                      <a:headEnd type="none" w="med" len="med"/>
                      <a:tailEnd type="none" w="med" len="med"/>
                    </a:lnT>
                    <a:lnB w="9525" cap="flat" cmpd="sng" algn="ctr">
                      <a:solidFill>
                        <a:srgbClr val="090909">
                          <a:lumMod val="10000"/>
                          <a:lumOff val="90000"/>
                        </a:srgb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2095359">
                <a:tc>
                  <a:txBody>
                    <a:bodyPr/>
                    <a:lstStyle/>
                    <a:p>
                      <a:r>
                        <a:rPr lang="en-US" sz="2500">
                          <a:solidFill>
                            <a:srgbClr val="555559"/>
                          </a:solidFill>
                          <a:latin typeface="Neo Tech Std" panose="020B0504030504040204" pitchFamily="34" charset="0"/>
                          <a:cs typeface="Roboto Light"/>
                        </a:rPr>
                        <a:t>Marketing</a:t>
                      </a:r>
                    </a:p>
                  </a:txBody>
                  <a:tcPr marL="232818" marR="232818" marT="116409" marB="116409">
                    <a:lnL w="9525" cap="flat" cmpd="sng" algn="ctr">
                      <a:solidFill>
                        <a:srgbClr val="090909">
                          <a:lumMod val="10000"/>
                          <a:lumOff val="90000"/>
                        </a:srgbClr>
                      </a:solidFill>
                      <a:prstDash val="solid"/>
                      <a:round/>
                      <a:headEnd type="none" w="med" len="med"/>
                      <a:tailEnd type="none" w="med" len="med"/>
                    </a:lnL>
                    <a:lnR w="9525" cap="flat" cmpd="sng" algn="ctr">
                      <a:solidFill>
                        <a:srgbClr val="090909">
                          <a:lumMod val="10000"/>
                          <a:lumOff val="90000"/>
                        </a:srgbClr>
                      </a:solidFill>
                      <a:prstDash val="solid"/>
                      <a:round/>
                      <a:headEnd type="none" w="med" len="med"/>
                      <a:tailEnd type="none" w="med" len="med"/>
                    </a:lnR>
                    <a:lnT w="9525" cap="flat" cmpd="sng" algn="ctr">
                      <a:solidFill>
                        <a:srgbClr val="090909">
                          <a:lumMod val="10000"/>
                          <a:lumOff val="90000"/>
                        </a:srgbClr>
                      </a:solidFill>
                      <a:prstDash val="solid"/>
                      <a:round/>
                      <a:headEnd type="none" w="med" len="med"/>
                      <a:tailEnd type="none" w="med" len="med"/>
                    </a:lnT>
                    <a:lnB w="9525" cap="flat" cmpd="sng" algn="ctr">
                      <a:solidFill>
                        <a:srgbClr val="090909">
                          <a:lumMod val="10000"/>
                          <a:lumOff val="9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solidFill>
                          <a:srgbClr val="555559"/>
                        </a:solidFill>
                        <a:latin typeface="Neo Tech Std" panose="020B0504030504040204" pitchFamily="34" charset="0"/>
                      </a:endParaRPr>
                    </a:p>
                  </a:txBody>
                  <a:tcPr marL="232818" marR="232818" marT="116409" marB="116409">
                    <a:lnL w="9525" cap="flat" cmpd="sng" algn="ctr">
                      <a:solidFill>
                        <a:srgbClr val="090909">
                          <a:lumMod val="10000"/>
                          <a:lumOff val="90000"/>
                        </a:srgbClr>
                      </a:solidFill>
                      <a:prstDash val="solid"/>
                      <a:round/>
                      <a:headEnd type="none" w="med" len="med"/>
                      <a:tailEnd type="none" w="med" len="med"/>
                    </a:lnL>
                    <a:lnR w="9525" cap="flat" cmpd="sng" algn="ctr">
                      <a:solidFill>
                        <a:srgbClr val="090909">
                          <a:lumMod val="10000"/>
                          <a:lumOff val="90000"/>
                        </a:srgbClr>
                      </a:solidFill>
                      <a:prstDash val="solid"/>
                      <a:round/>
                      <a:headEnd type="none" w="med" len="med"/>
                      <a:tailEnd type="none" w="med" len="med"/>
                    </a:lnR>
                    <a:lnT w="9525" cap="flat" cmpd="sng" algn="ctr">
                      <a:solidFill>
                        <a:srgbClr val="090909">
                          <a:lumMod val="10000"/>
                          <a:lumOff val="90000"/>
                        </a:srgbClr>
                      </a:solidFill>
                      <a:prstDash val="solid"/>
                      <a:round/>
                      <a:headEnd type="none" w="med" len="med"/>
                      <a:tailEnd type="none" w="med" len="med"/>
                    </a:lnT>
                    <a:lnB w="9525" cap="flat" cmpd="sng" algn="ctr">
                      <a:solidFill>
                        <a:srgbClr val="090909">
                          <a:lumMod val="10000"/>
                          <a:lumOff val="9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solidFill>
                          <a:srgbClr val="555559"/>
                        </a:solidFill>
                        <a:latin typeface="Neo Tech Std" panose="020B0504030504040204" pitchFamily="34" charset="0"/>
                      </a:endParaRPr>
                    </a:p>
                  </a:txBody>
                  <a:tcPr marL="232818" marR="232818" marT="116409" marB="116409">
                    <a:lnL w="9525" cap="flat" cmpd="sng" algn="ctr">
                      <a:solidFill>
                        <a:srgbClr val="090909">
                          <a:lumMod val="10000"/>
                          <a:lumOff val="90000"/>
                        </a:srgbClr>
                      </a:solidFill>
                      <a:prstDash val="solid"/>
                      <a:round/>
                      <a:headEnd type="none" w="med" len="med"/>
                      <a:tailEnd type="none" w="med" len="med"/>
                    </a:lnL>
                    <a:lnR w="9525" cap="flat" cmpd="sng" algn="ctr">
                      <a:solidFill>
                        <a:srgbClr val="090909">
                          <a:lumMod val="10000"/>
                          <a:lumOff val="90000"/>
                        </a:srgbClr>
                      </a:solidFill>
                      <a:prstDash val="solid"/>
                      <a:round/>
                      <a:headEnd type="none" w="med" len="med"/>
                      <a:tailEnd type="none" w="med" len="med"/>
                    </a:lnR>
                    <a:lnT w="9525" cap="flat" cmpd="sng" algn="ctr">
                      <a:solidFill>
                        <a:srgbClr val="090909">
                          <a:lumMod val="10000"/>
                          <a:lumOff val="90000"/>
                        </a:srgbClr>
                      </a:solidFill>
                      <a:prstDash val="solid"/>
                      <a:round/>
                      <a:headEnd type="none" w="med" len="med"/>
                      <a:tailEnd type="none" w="med" len="med"/>
                    </a:lnT>
                    <a:lnB w="9525" cap="flat" cmpd="sng" algn="ctr">
                      <a:solidFill>
                        <a:srgbClr val="090909">
                          <a:lumMod val="10000"/>
                          <a:lumOff val="9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solidFill>
                          <a:srgbClr val="555559"/>
                        </a:solidFill>
                        <a:latin typeface="Neo Tech Std" panose="020B0504030504040204" pitchFamily="34" charset="0"/>
                      </a:endParaRPr>
                    </a:p>
                  </a:txBody>
                  <a:tcPr marL="232818" marR="232818" marT="116409" marB="116409">
                    <a:lnL w="9525" cap="flat" cmpd="sng" algn="ctr">
                      <a:solidFill>
                        <a:srgbClr val="090909">
                          <a:lumMod val="10000"/>
                          <a:lumOff val="90000"/>
                        </a:srgbClr>
                      </a:solidFill>
                      <a:prstDash val="solid"/>
                      <a:round/>
                      <a:headEnd type="none" w="med" len="med"/>
                      <a:tailEnd type="none" w="med" len="med"/>
                    </a:lnL>
                    <a:lnR w="9525" cap="flat" cmpd="sng" algn="ctr">
                      <a:solidFill>
                        <a:srgbClr val="090909">
                          <a:lumMod val="10000"/>
                          <a:lumOff val="90000"/>
                        </a:srgbClr>
                      </a:solidFill>
                      <a:prstDash val="solid"/>
                      <a:round/>
                      <a:headEnd type="none" w="med" len="med"/>
                      <a:tailEnd type="none" w="med" len="med"/>
                    </a:lnR>
                    <a:lnT w="9525" cap="flat" cmpd="sng" algn="ctr">
                      <a:solidFill>
                        <a:srgbClr val="090909">
                          <a:lumMod val="10000"/>
                          <a:lumOff val="90000"/>
                        </a:srgbClr>
                      </a:solidFill>
                      <a:prstDash val="solid"/>
                      <a:round/>
                      <a:headEnd type="none" w="med" len="med"/>
                      <a:tailEnd type="none" w="med" len="med"/>
                    </a:lnT>
                    <a:lnB w="9525" cap="flat" cmpd="sng" algn="ctr">
                      <a:solidFill>
                        <a:srgbClr val="090909">
                          <a:lumMod val="10000"/>
                          <a:lumOff val="9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solidFill>
                          <a:srgbClr val="555559"/>
                        </a:solidFill>
                        <a:latin typeface="Neo Tech Std" panose="020B0504030504040204" pitchFamily="34" charset="0"/>
                      </a:endParaRPr>
                    </a:p>
                  </a:txBody>
                  <a:tcPr marL="232818" marR="232818" marT="116409" marB="116409">
                    <a:lnL w="9525" cap="flat" cmpd="sng" algn="ctr">
                      <a:solidFill>
                        <a:srgbClr val="090909">
                          <a:lumMod val="10000"/>
                          <a:lumOff val="90000"/>
                        </a:srgbClr>
                      </a:solidFill>
                      <a:prstDash val="solid"/>
                      <a:round/>
                      <a:headEnd type="none" w="med" len="med"/>
                      <a:tailEnd type="none" w="med" len="med"/>
                    </a:lnL>
                    <a:lnR w="9525" cap="flat" cmpd="sng" algn="ctr">
                      <a:solidFill>
                        <a:srgbClr val="090909">
                          <a:lumMod val="10000"/>
                          <a:lumOff val="90000"/>
                        </a:srgbClr>
                      </a:solidFill>
                      <a:prstDash val="solid"/>
                      <a:round/>
                      <a:headEnd type="none" w="med" len="med"/>
                      <a:tailEnd type="none" w="med" len="med"/>
                    </a:lnR>
                    <a:lnT w="9525" cap="flat" cmpd="sng" algn="ctr">
                      <a:solidFill>
                        <a:srgbClr val="090909">
                          <a:lumMod val="10000"/>
                          <a:lumOff val="90000"/>
                        </a:srgbClr>
                      </a:solidFill>
                      <a:prstDash val="solid"/>
                      <a:round/>
                      <a:headEnd type="none" w="med" len="med"/>
                      <a:tailEnd type="none" w="med" len="med"/>
                    </a:lnT>
                    <a:lnB w="9525" cap="flat" cmpd="sng" algn="ctr">
                      <a:solidFill>
                        <a:srgbClr val="090909">
                          <a:lumMod val="10000"/>
                          <a:lumOff val="9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solidFill>
                          <a:srgbClr val="555559"/>
                        </a:solidFill>
                        <a:latin typeface="Neo Tech Std" panose="020B0504030504040204" pitchFamily="34" charset="0"/>
                      </a:endParaRPr>
                    </a:p>
                  </a:txBody>
                  <a:tcPr marL="232818" marR="232818" marT="116409" marB="116409">
                    <a:lnL w="9525" cap="flat" cmpd="sng" algn="ctr">
                      <a:solidFill>
                        <a:srgbClr val="090909">
                          <a:lumMod val="10000"/>
                          <a:lumOff val="90000"/>
                        </a:srgbClr>
                      </a:solidFill>
                      <a:prstDash val="solid"/>
                      <a:round/>
                      <a:headEnd type="none" w="med" len="med"/>
                      <a:tailEnd type="none" w="med" len="med"/>
                    </a:lnL>
                    <a:lnR w="9525" cap="flat" cmpd="sng" algn="ctr">
                      <a:solidFill>
                        <a:srgbClr val="090909">
                          <a:lumMod val="10000"/>
                          <a:lumOff val="90000"/>
                        </a:srgbClr>
                      </a:solidFill>
                      <a:prstDash val="solid"/>
                      <a:round/>
                      <a:headEnd type="none" w="med" len="med"/>
                      <a:tailEnd type="none" w="med" len="med"/>
                    </a:lnR>
                    <a:lnT w="9525" cap="flat" cmpd="sng" algn="ctr">
                      <a:solidFill>
                        <a:srgbClr val="090909">
                          <a:lumMod val="10000"/>
                          <a:lumOff val="90000"/>
                        </a:srgbClr>
                      </a:solidFill>
                      <a:prstDash val="solid"/>
                      <a:round/>
                      <a:headEnd type="none" w="med" len="med"/>
                      <a:tailEnd type="none" w="med" len="med"/>
                    </a:lnT>
                    <a:lnB w="9525" cap="flat" cmpd="sng" algn="ctr">
                      <a:solidFill>
                        <a:srgbClr val="090909">
                          <a:lumMod val="10000"/>
                          <a:lumOff val="9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solidFill>
                          <a:srgbClr val="555559"/>
                        </a:solidFill>
                        <a:latin typeface="Neo Tech Std" panose="020B0504030504040204" pitchFamily="34" charset="0"/>
                      </a:endParaRPr>
                    </a:p>
                  </a:txBody>
                  <a:tcPr marL="232818" marR="232818" marT="116409" marB="116409">
                    <a:lnL w="9525" cap="flat" cmpd="sng" algn="ctr">
                      <a:solidFill>
                        <a:srgbClr val="090909">
                          <a:lumMod val="10000"/>
                          <a:lumOff val="90000"/>
                        </a:srgbClr>
                      </a:solidFill>
                      <a:prstDash val="solid"/>
                      <a:round/>
                      <a:headEnd type="none" w="med" len="med"/>
                      <a:tailEnd type="none" w="med" len="med"/>
                    </a:lnL>
                    <a:lnR w="9525" cap="flat" cmpd="sng" algn="ctr">
                      <a:solidFill>
                        <a:srgbClr val="090909">
                          <a:lumMod val="10000"/>
                          <a:lumOff val="90000"/>
                        </a:srgbClr>
                      </a:solidFill>
                      <a:prstDash val="solid"/>
                      <a:round/>
                      <a:headEnd type="none" w="med" len="med"/>
                      <a:tailEnd type="none" w="med" len="med"/>
                    </a:lnR>
                    <a:lnT w="9525" cap="flat" cmpd="sng" algn="ctr">
                      <a:solidFill>
                        <a:srgbClr val="090909">
                          <a:lumMod val="10000"/>
                          <a:lumOff val="90000"/>
                        </a:srgbClr>
                      </a:solidFill>
                      <a:prstDash val="solid"/>
                      <a:round/>
                      <a:headEnd type="none" w="med" len="med"/>
                      <a:tailEnd type="none" w="med" len="med"/>
                    </a:lnT>
                    <a:lnB w="9525" cap="flat" cmpd="sng" algn="ctr">
                      <a:solidFill>
                        <a:srgbClr val="090909">
                          <a:lumMod val="10000"/>
                          <a:lumOff val="9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solidFill>
                          <a:srgbClr val="555559"/>
                        </a:solidFill>
                        <a:latin typeface="Neo Tech Std" panose="020B0504030504040204" pitchFamily="34" charset="0"/>
                      </a:endParaRPr>
                    </a:p>
                  </a:txBody>
                  <a:tcPr marL="232818" marR="232818" marT="116409" marB="116409">
                    <a:lnL w="9525" cap="flat" cmpd="sng" algn="ctr">
                      <a:solidFill>
                        <a:srgbClr val="090909">
                          <a:lumMod val="10000"/>
                          <a:lumOff val="90000"/>
                        </a:srgbClr>
                      </a:solidFill>
                      <a:prstDash val="solid"/>
                      <a:round/>
                      <a:headEnd type="none" w="med" len="med"/>
                      <a:tailEnd type="none" w="med" len="med"/>
                    </a:lnL>
                    <a:lnR w="9525" cap="flat" cmpd="sng" algn="ctr">
                      <a:solidFill>
                        <a:srgbClr val="090909">
                          <a:lumMod val="10000"/>
                          <a:lumOff val="90000"/>
                        </a:srgbClr>
                      </a:solidFill>
                      <a:prstDash val="solid"/>
                      <a:round/>
                      <a:headEnd type="none" w="med" len="med"/>
                      <a:tailEnd type="none" w="med" len="med"/>
                    </a:lnR>
                    <a:lnT w="9525" cap="flat" cmpd="sng" algn="ctr">
                      <a:solidFill>
                        <a:srgbClr val="090909">
                          <a:lumMod val="10000"/>
                          <a:lumOff val="90000"/>
                        </a:srgbClr>
                      </a:solidFill>
                      <a:prstDash val="solid"/>
                      <a:round/>
                      <a:headEnd type="none" w="med" len="med"/>
                      <a:tailEnd type="none" w="med" len="med"/>
                    </a:lnT>
                    <a:lnB w="9525" cap="flat" cmpd="sng" algn="ctr">
                      <a:solidFill>
                        <a:srgbClr val="090909">
                          <a:lumMod val="10000"/>
                          <a:lumOff val="9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095359">
                <a:tc>
                  <a:txBody>
                    <a:bodyPr/>
                    <a:lstStyle/>
                    <a:p>
                      <a:r>
                        <a:rPr lang="en-US" sz="2500">
                          <a:solidFill>
                            <a:srgbClr val="555559"/>
                          </a:solidFill>
                          <a:latin typeface="Neo Tech Std" panose="020B0504030504040204" pitchFamily="34" charset="0"/>
                          <a:cs typeface="Roboto Light"/>
                        </a:rPr>
                        <a:t>Promotions</a:t>
                      </a:r>
                    </a:p>
                  </a:txBody>
                  <a:tcPr marL="232818" marR="232818" marT="116409" marB="116409">
                    <a:lnL w="9525" cap="flat" cmpd="sng" algn="ctr">
                      <a:solidFill>
                        <a:srgbClr val="090909">
                          <a:lumMod val="10000"/>
                          <a:lumOff val="90000"/>
                        </a:srgbClr>
                      </a:solidFill>
                      <a:prstDash val="solid"/>
                      <a:round/>
                      <a:headEnd type="none" w="med" len="med"/>
                      <a:tailEnd type="none" w="med" len="med"/>
                    </a:lnL>
                    <a:lnR w="9525" cap="flat" cmpd="sng" algn="ctr">
                      <a:solidFill>
                        <a:srgbClr val="090909">
                          <a:lumMod val="10000"/>
                          <a:lumOff val="90000"/>
                        </a:srgbClr>
                      </a:solidFill>
                      <a:prstDash val="solid"/>
                      <a:round/>
                      <a:headEnd type="none" w="med" len="med"/>
                      <a:tailEnd type="none" w="med" len="med"/>
                    </a:lnR>
                    <a:lnT w="9525" cap="flat" cmpd="sng" algn="ctr">
                      <a:solidFill>
                        <a:srgbClr val="090909">
                          <a:lumMod val="10000"/>
                          <a:lumOff val="90000"/>
                        </a:srgbClr>
                      </a:solidFill>
                      <a:prstDash val="solid"/>
                      <a:round/>
                      <a:headEnd type="none" w="med" len="med"/>
                      <a:tailEnd type="none" w="med" len="med"/>
                    </a:lnT>
                    <a:lnB w="9525" cap="flat" cmpd="sng" algn="ctr">
                      <a:solidFill>
                        <a:srgbClr val="090909">
                          <a:lumMod val="10000"/>
                          <a:lumOff val="9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solidFill>
                          <a:srgbClr val="555559"/>
                        </a:solidFill>
                        <a:latin typeface="Neo Tech Std" panose="020B0504030504040204" pitchFamily="34" charset="0"/>
                      </a:endParaRPr>
                    </a:p>
                  </a:txBody>
                  <a:tcPr marL="232818" marR="232818" marT="116409" marB="116409">
                    <a:lnL w="9525" cap="flat" cmpd="sng" algn="ctr">
                      <a:solidFill>
                        <a:srgbClr val="090909">
                          <a:lumMod val="10000"/>
                          <a:lumOff val="90000"/>
                        </a:srgbClr>
                      </a:solidFill>
                      <a:prstDash val="solid"/>
                      <a:round/>
                      <a:headEnd type="none" w="med" len="med"/>
                      <a:tailEnd type="none" w="med" len="med"/>
                    </a:lnL>
                    <a:lnR w="9525" cap="flat" cmpd="sng" algn="ctr">
                      <a:solidFill>
                        <a:srgbClr val="090909">
                          <a:lumMod val="10000"/>
                          <a:lumOff val="90000"/>
                        </a:srgbClr>
                      </a:solidFill>
                      <a:prstDash val="solid"/>
                      <a:round/>
                      <a:headEnd type="none" w="med" len="med"/>
                      <a:tailEnd type="none" w="med" len="med"/>
                    </a:lnR>
                    <a:lnT w="9525" cap="flat" cmpd="sng" algn="ctr">
                      <a:solidFill>
                        <a:srgbClr val="090909">
                          <a:lumMod val="10000"/>
                          <a:lumOff val="90000"/>
                        </a:srgbClr>
                      </a:solidFill>
                      <a:prstDash val="solid"/>
                      <a:round/>
                      <a:headEnd type="none" w="med" len="med"/>
                      <a:tailEnd type="none" w="med" len="med"/>
                    </a:lnT>
                    <a:lnB w="9525" cap="flat" cmpd="sng" algn="ctr">
                      <a:solidFill>
                        <a:srgbClr val="090909">
                          <a:lumMod val="10000"/>
                          <a:lumOff val="9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solidFill>
                          <a:srgbClr val="555559"/>
                        </a:solidFill>
                        <a:latin typeface="Neo Tech Std" panose="020B0504030504040204" pitchFamily="34" charset="0"/>
                      </a:endParaRPr>
                    </a:p>
                  </a:txBody>
                  <a:tcPr marL="232818" marR="232818" marT="116409" marB="116409">
                    <a:lnL w="9525" cap="flat" cmpd="sng" algn="ctr">
                      <a:solidFill>
                        <a:srgbClr val="090909">
                          <a:lumMod val="10000"/>
                          <a:lumOff val="90000"/>
                        </a:srgbClr>
                      </a:solidFill>
                      <a:prstDash val="solid"/>
                      <a:round/>
                      <a:headEnd type="none" w="med" len="med"/>
                      <a:tailEnd type="none" w="med" len="med"/>
                    </a:lnL>
                    <a:lnR w="9525" cap="flat" cmpd="sng" algn="ctr">
                      <a:solidFill>
                        <a:srgbClr val="090909">
                          <a:lumMod val="10000"/>
                          <a:lumOff val="90000"/>
                        </a:srgbClr>
                      </a:solidFill>
                      <a:prstDash val="solid"/>
                      <a:round/>
                      <a:headEnd type="none" w="med" len="med"/>
                      <a:tailEnd type="none" w="med" len="med"/>
                    </a:lnR>
                    <a:lnT w="9525" cap="flat" cmpd="sng" algn="ctr">
                      <a:solidFill>
                        <a:srgbClr val="090909">
                          <a:lumMod val="10000"/>
                          <a:lumOff val="90000"/>
                        </a:srgbClr>
                      </a:solidFill>
                      <a:prstDash val="solid"/>
                      <a:round/>
                      <a:headEnd type="none" w="med" len="med"/>
                      <a:tailEnd type="none" w="med" len="med"/>
                    </a:lnT>
                    <a:lnB w="9525" cap="flat" cmpd="sng" algn="ctr">
                      <a:solidFill>
                        <a:srgbClr val="090909">
                          <a:lumMod val="10000"/>
                          <a:lumOff val="9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solidFill>
                          <a:srgbClr val="555559"/>
                        </a:solidFill>
                        <a:latin typeface="Neo Tech Std" panose="020B0504030504040204" pitchFamily="34" charset="0"/>
                      </a:endParaRPr>
                    </a:p>
                  </a:txBody>
                  <a:tcPr marL="232818" marR="232818" marT="116409" marB="116409">
                    <a:lnL w="9525" cap="flat" cmpd="sng" algn="ctr">
                      <a:solidFill>
                        <a:srgbClr val="090909">
                          <a:lumMod val="10000"/>
                          <a:lumOff val="90000"/>
                        </a:srgbClr>
                      </a:solidFill>
                      <a:prstDash val="solid"/>
                      <a:round/>
                      <a:headEnd type="none" w="med" len="med"/>
                      <a:tailEnd type="none" w="med" len="med"/>
                    </a:lnL>
                    <a:lnR w="9525" cap="flat" cmpd="sng" algn="ctr">
                      <a:solidFill>
                        <a:srgbClr val="090909">
                          <a:lumMod val="10000"/>
                          <a:lumOff val="90000"/>
                        </a:srgbClr>
                      </a:solidFill>
                      <a:prstDash val="solid"/>
                      <a:round/>
                      <a:headEnd type="none" w="med" len="med"/>
                      <a:tailEnd type="none" w="med" len="med"/>
                    </a:lnR>
                    <a:lnT w="9525" cap="flat" cmpd="sng" algn="ctr">
                      <a:solidFill>
                        <a:srgbClr val="090909">
                          <a:lumMod val="10000"/>
                          <a:lumOff val="90000"/>
                        </a:srgbClr>
                      </a:solidFill>
                      <a:prstDash val="solid"/>
                      <a:round/>
                      <a:headEnd type="none" w="med" len="med"/>
                      <a:tailEnd type="none" w="med" len="med"/>
                    </a:lnT>
                    <a:lnB w="9525" cap="flat" cmpd="sng" algn="ctr">
                      <a:solidFill>
                        <a:srgbClr val="090909">
                          <a:lumMod val="10000"/>
                          <a:lumOff val="9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solidFill>
                          <a:srgbClr val="555559"/>
                        </a:solidFill>
                        <a:latin typeface="Neo Tech Std" panose="020B0504030504040204" pitchFamily="34" charset="0"/>
                      </a:endParaRPr>
                    </a:p>
                  </a:txBody>
                  <a:tcPr marL="232818" marR="232818" marT="116409" marB="116409">
                    <a:lnL w="9525" cap="flat" cmpd="sng" algn="ctr">
                      <a:solidFill>
                        <a:srgbClr val="090909">
                          <a:lumMod val="10000"/>
                          <a:lumOff val="90000"/>
                        </a:srgbClr>
                      </a:solidFill>
                      <a:prstDash val="solid"/>
                      <a:round/>
                      <a:headEnd type="none" w="med" len="med"/>
                      <a:tailEnd type="none" w="med" len="med"/>
                    </a:lnL>
                    <a:lnR w="9525" cap="flat" cmpd="sng" algn="ctr">
                      <a:solidFill>
                        <a:srgbClr val="090909">
                          <a:lumMod val="10000"/>
                          <a:lumOff val="90000"/>
                        </a:srgbClr>
                      </a:solidFill>
                      <a:prstDash val="solid"/>
                      <a:round/>
                      <a:headEnd type="none" w="med" len="med"/>
                      <a:tailEnd type="none" w="med" len="med"/>
                    </a:lnR>
                    <a:lnT w="9525" cap="flat" cmpd="sng" algn="ctr">
                      <a:solidFill>
                        <a:srgbClr val="090909">
                          <a:lumMod val="10000"/>
                          <a:lumOff val="90000"/>
                        </a:srgbClr>
                      </a:solidFill>
                      <a:prstDash val="solid"/>
                      <a:round/>
                      <a:headEnd type="none" w="med" len="med"/>
                      <a:tailEnd type="none" w="med" len="med"/>
                    </a:lnT>
                    <a:lnB w="9525" cap="flat" cmpd="sng" algn="ctr">
                      <a:solidFill>
                        <a:srgbClr val="090909">
                          <a:lumMod val="10000"/>
                          <a:lumOff val="9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solidFill>
                          <a:srgbClr val="555559"/>
                        </a:solidFill>
                        <a:latin typeface="Neo Tech Std" panose="020B0504030504040204" pitchFamily="34" charset="0"/>
                      </a:endParaRPr>
                    </a:p>
                  </a:txBody>
                  <a:tcPr marL="232818" marR="232818" marT="116409" marB="116409">
                    <a:lnL w="9525" cap="flat" cmpd="sng" algn="ctr">
                      <a:solidFill>
                        <a:srgbClr val="090909">
                          <a:lumMod val="10000"/>
                          <a:lumOff val="90000"/>
                        </a:srgbClr>
                      </a:solidFill>
                      <a:prstDash val="solid"/>
                      <a:round/>
                      <a:headEnd type="none" w="med" len="med"/>
                      <a:tailEnd type="none" w="med" len="med"/>
                    </a:lnL>
                    <a:lnR w="9525" cap="flat" cmpd="sng" algn="ctr">
                      <a:solidFill>
                        <a:srgbClr val="090909">
                          <a:lumMod val="10000"/>
                          <a:lumOff val="90000"/>
                        </a:srgbClr>
                      </a:solidFill>
                      <a:prstDash val="solid"/>
                      <a:round/>
                      <a:headEnd type="none" w="med" len="med"/>
                      <a:tailEnd type="none" w="med" len="med"/>
                    </a:lnR>
                    <a:lnT w="9525" cap="flat" cmpd="sng" algn="ctr">
                      <a:solidFill>
                        <a:srgbClr val="090909">
                          <a:lumMod val="10000"/>
                          <a:lumOff val="90000"/>
                        </a:srgbClr>
                      </a:solidFill>
                      <a:prstDash val="solid"/>
                      <a:round/>
                      <a:headEnd type="none" w="med" len="med"/>
                      <a:tailEnd type="none" w="med" len="med"/>
                    </a:lnT>
                    <a:lnB w="9525" cap="flat" cmpd="sng" algn="ctr">
                      <a:solidFill>
                        <a:srgbClr val="090909">
                          <a:lumMod val="10000"/>
                          <a:lumOff val="9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solidFill>
                          <a:srgbClr val="555559"/>
                        </a:solidFill>
                        <a:latin typeface="Neo Tech Std" panose="020B0504030504040204" pitchFamily="34" charset="0"/>
                      </a:endParaRPr>
                    </a:p>
                  </a:txBody>
                  <a:tcPr marL="232818" marR="232818" marT="116409" marB="116409">
                    <a:lnL w="9525" cap="flat" cmpd="sng" algn="ctr">
                      <a:solidFill>
                        <a:srgbClr val="090909">
                          <a:lumMod val="10000"/>
                          <a:lumOff val="90000"/>
                        </a:srgbClr>
                      </a:solidFill>
                      <a:prstDash val="solid"/>
                      <a:round/>
                      <a:headEnd type="none" w="med" len="med"/>
                      <a:tailEnd type="none" w="med" len="med"/>
                    </a:lnL>
                    <a:lnR w="9525" cap="flat" cmpd="sng" algn="ctr">
                      <a:solidFill>
                        <a:srgbClr val="090909">
                          <a:lumMod val="10000"/>
                          <a:lumOff val="90000"/>
                        </a:srgbClr>
                      </a:solidFill>
                      <a:prstDash val="solid"/>
                      <a:round/>
                      <a:headEnd type="none" w="med" len="med"/>
                      <a:tailEnd type="none" w="med" len="med"/>
                    </a:lnR>
                    <a:lnT w="9525" cap="flat" cmpd="sng" algn="ctr">
                      <a:solidFill>
                        <a:srgbClr val="090909">
                          <a:lumMod val="10000"/>
                          <a:lumOff val="90000"/>
                        </a:srgbClr>
                      </a:solidFill>
                      <a:prstDash val="solid"/>
                      <a:round/>
                      <a:headEnd type="none" w="med" len="med"/>
                      <a:tailEnd type="none" w="med" len="med"/>
                    </a:lnT>
                    <a:lnB w="9525" cap="flat" cmpd="sng" algn="ctr">
                      <a:solidFill>
                        <a:srgbClr val="090909">
                          <a:lumMod val="10000"/>
                          <a:lumOff val="9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solidFill>
                          <a:srgbClr val="555559"/>
                        </a:solidFill>
                        <a:latin typeface="Neo Tech Std" panose="020B0504030504040204" pitchFamily="34" charset="0"/>
                      </a:endParaRPr>
                    </a:p>
                  </a:txBody>
                  <a:tcPr marL="232818" marR="232818" marT="116409" marB="116409">
                    <a:lnL w="9525" cap="flat" cmpd="sng" algn="ctr">
                      <a:solidFill>
                        <a:srgbClr val="090909">
                          <a:lumMod val="10000"/>
                          <a:lumOff val="90000"/>
                        </a:srgbClr>
                      </a:solidFill>
                      <a:prstDash val="solid"/>
                      <a:round/>
                      <a:headEnd type="none" w="med" len="med"/>
                      <a:tailEnd type="none" w="med" len="med"/>
                    </a:lnL>
                    <a:lnR w="9525" cap="flat" cmpd="sng" algn="ctr">
                      <a:solidFill>
                        <a:srgbClr val="090909">
                          <a:lumMod val="10000"/>
                          <a:lumOff val="90000"/>
                        </a:srgbClr>
                      </a:solidFill>
                      <a:prstDash val="solid"/>
                      <a:round/>
                      <a:headEnd type="none" w="med" len="med"/>
                      <a:tailEnd type="none" w="med" len="med"/>
                    </a:lnR>
                    <a:lnT w="9525" cap="flat" cmpd="sng" algn="ctr">
                      <a:solidFill>
                        <a:srgbClr val="090909">
                          <a:lumMod val="10000"/>
                          <a:lumOff val="90000"/>
                        </a:srgbClr>
                      </a:solidFill>
                      <a:prstDash val="solid"/>
                      <a:round/>
                      <a:headEnd type="none" w="med" len="med"/>
                      <a:tailEnd type="none" w="med" len="med"/>
                    </a:lnT>
                    <a:lnB w="9525" cap="flat" cmpd="sng" algn="ctr">
                      <a:solidFill>
                        <a:srgbClr val="090909">
                          <a:lumMod val="10000"/>
                          <a:lumOff val="9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095359">
                <a:tc>
                  <a:txBody>
                    <a:bodyPr/>
                    <a:lstStyle/>
                    <a:p>
                      <a:r>
                        <a:rPr lang="en-US" sz="2500">
                          <a:solidFill>
                            <a:srgbClr val="555559"/>
                          </a:solidFill>
                          <a:latin typeface="Neo Tech Std" panose="020B0504030504040204" pitchFamily="34" charset="0"/>
                          <a:cs typeface="Roboto Light"/>
                        </a:rPr>
                        <a:t>Distribution</a:t>
                      </a:r>
                    </a:p>
                  </a:txBody>
                  <a:tcPr marL="232818" marR="232818" marT="116409" marB="116409">
                    <a:lnL w="9525" cap="flat" cmpd="sng" algn="ctr">
                      <a:solidFill>
                        <a:srgbClr val="090909">
                          <a:lumMod val="10000"/>
                          <a:lumOff val="90000"/>
                        </a:srgbClr>
                      </a:solidFill>
                      <a:prstDash val="solid"/>
                      <a:round/>
                      <a:headEnd type="none" w="med" len="med"/>
                      <a:tailEnd type="none" w="med" len="med"/>
                    </a:lnL>
                    <a:lnR w="9525" cap="flat" cmpd="sng" algn="ctr">
                      <a:solidFill>
                        <a:srgbClr val="090909">
                          <a:lumMod val="10000"/>
                          <a:lumOff val="90000"/>
                        </a:srgbClr>
                      </a:solidFill>
                      <a:prstDash val="solid"/>
                      <a:round/>
                      <a:headEnd type="none" w="med" len="med"/>
                      <a:tailEnd type="none" w="med" len="med"/>
                    </a:lnR>
                    <a:lnT w="9525" cap="flat" cmpd="sng" algn="ctr">
                      <a:solidFill>
                        <a:srgbClr val="090909">
                          <a:lumMod val="10000"/>
                          <a:lumOff val="90000"/>
                        </a:srgbClr>
                      </a:solidFill>
                      <a:prstDash val="solid"/>
                      <a:round/>
                      <a:headEnd type="none" w="med" len="med"/>
                      <a:tailEnd type="none" w="med" len="med"/>
                    </a:lnT>
                    <a:lnB w="9525" cap="flat" cmpd="sng" algn="ctr">
                      <a:solidFill>
                        <a:srgbClr val="090909">
                          <a:lumMod val="10000"/>
                          <a:lumOff val="9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solidFill>
                          <a:srgbClr val="555559"/>
                        </a:solidFill>
                        <a:latin typeface="Neo Tech Std" panose="020B0504030504040204" pitchFamily="34" charset="0"/>
                      </a:endParaRPr>
                    </a:p>
                  </a:txBody>
                  <a:tcPr marL="232818" marR="232818" marT="116409" marB="116409">
                    <a:lnL w="9525" cap="flat" cmpd="sng" algn="ctr">
                      <a:solidFill>
                        <a:srgbClr val="090909">
                          <a:lumMod val="10000"/>
                          <a:lumOff val="90000"/>
                        </a:srgbClr>
                      </a:solidFill>
                      <a:prstDash val="solid"/>
                      <a:round/>
                      <a:headEnd type="none" w="med" len="med"/>
                      <a:tailEnd type="none" w="med" len="med"/>
                    </a:lnL>
                    <a:lnR w="9525" cap="flat" cmpd="sng" algn="ctr">
                      <a:solidFill>
                        <a:srgbClr val="090909">
                          <a:lumMod val="10000"/>
                          <a:lumOff val="90000"/>
                        </a:srgbClr>
                      </a:solidFill>
                      <a:prstDash val="solid"/>
                      <a:round/>
                      <a:headEnd type="none" w="med" len="med"/>
                      <a:tailEnd type="none" w="med" len="med"/>
                    </a:lnR>
                    <a:lnT w="9525" cap="flat" cmpd="sng" algn="ctr">
                      <a:solidFill>
                        <a:srgbClr val="090909">
                          <a:lumMod val="10000"/>
                          <a:lumOff val="90000"/>
                        </a:srgbClr>
                      </a:solidFill>
                      <a:prstDash val="solid"/>
                      <a:round/>
                      <a:headEnd type="none" w="med" len="med"/>
                      <a:tailEnd type="none" w="med" len="med"/>
                    </a:lnT>
                    <a:lnB w="9525" cap="flat" cmpd="sng" algn="ctr">
                      <a:solidFill>
                        <a:srgbClr val="090909">
                          <a:lumMod val="10000"/>
                          <a:lumOff val="9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solidFill>
                          <a:srgbClr val="555559"/>
                        </a:solidFill>
                        <a:latin typeface="Neo Tech Std" panose="020B0504030504040204" pitchFamily="34" charset="0"/>
                      </a:endParaRPr>
                    </a:p>
                  </a:txBody>
                  <a:tcPr marL="232818" marR="232818" marT="116409" marB="116409">
                    <a:lnL w="9525" cap="flat" cmpd="sng" algn="ctr">
                      <a:solidFill>
                        <a:srgbClr val="090909">
                          <a:lumMod val="10000"/>
                          <a:lumOff val="90000"/>
                        </a:srgbClr>
                      </a:solidFill>
                      <a:prstDash val="solid"/>
                      <a:round/>
                      <a:headEnd type="none" w="med" len="med"/>
                      <a:tailEnd type="none" w="med" len="med"/>
                    </a:lnL>
                    <a:lnR w="9525" cap="flat" cmpd="sng" algn="ctr">
                      <a:solidFill>
                        <a:srgbClr val="090909">
                          <a:lumMod val="10000"/>
                          <a:lumOff val="90000"/>
                        </a:srgbClr>
                      </a:solidFill>
                      <a:prstDash val="solid"/>
                      <a:round/>
                      <a:headEnd type="none" w="med" len="med"/>
                      <a:tailEnd type="none" w="med" len="med"/>
                    </a:lnR>
                    <a:lnT w="9525" cap="flat" cmpd="sng" algn="ctr">
                      <a:solidFill>
                        <a:srgbClr val="090909">
                          <a:lumMod val="10000"/>
                          <a:lumOff val="90000"/>
                        </a:srgbClr>
                      </a:solidFill>
                      <a:prstDash val="solid"/>
                      <a:round/>
                      <a:headEnd type="none" w="med" len="med"/>
                      <a:tailEnd type="none" w="med" len="med"/>
                    </a:lnT>
                    <a:lnB w="9525" cap="flat" cmpd="sng" algn="ctr">
                      <a:solidFill>
                        <a:srgbClr val="090909">
                          <a:lumMod val="10000"/>
                          <a:lumOff val="9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solidFill>
                          <a:srgbClr val="555559"/>
                        </a:solidFill>
                        <a:latin typeface="Neo Tech Std" panose="020B0504030504040204" pitchFamily="34" charset="0"/>
                      </a:endParaRPr>
                    </a:p>
                  </a:txBody>
                  <a:tcPr marL="232818" marR="232818" marT="116409" marB="116409">
                    <a:lnL w="9525" cap="flat" cmpd="sng" algn="ctr">
                      <a:solidFill>
                        <a:srgbClr val="090909">
                          <a:lumMod val="10000"/>
                          <a:lumOff val="90000"/>
                        </a:srgbClr>
                      </a:solidFill>
                      <a:prstDash val="solid"/>
                      <a:round/>
                      <a:headEnd type="none" w="med" len="med"/>
                      <a:tailEnd type="none" w="med" len="med"/>
                    </a:lnL>
                    <a:lnR w="9525" cap="flat" cmpd="sng" algn="ctr">
                      <a:solidFill>
                        <a:srgbClr val="090909">
                          <a:lumMod val="10000"/>
                          <a:lumOff val="90000"/>
                        </a:srgbClr>
                      </a:solidFill>
                      <a:prstDash val="solid"/>
                      <a:round/>
                      <a:headEnd type="none" w="med" len="med"/>
                      <a:tailEnd type="none" w="med" len="med"/>
                    </a:lnR>
                    <a:lnT w="9525" cap="flat" cmpd="sng" algn="ctr">
                      <a:solidFill>
                        <a:srgbClr val="090909">
                          <a:lumMod val="10000"/>
                          <a:lumOff val="90000"/>
                        </a:srgbClr>
                      </a:solidFill>
                      <a:prstDash val="solid"/>
                      <a:round/>
                      <a:headEnd type="none" w="med" len="med"/>
                      <a:tailEnd type="none" w="med" len="med"/>
                    </a:lnT>
                    <a:lnB w="9525" cap="flat" cmpd="sng" algn="ctr">
                      <a:solidFill>
                        <a:srgbClr val="090909">
                          <a:lumMod val="10000"/>
                          <a:lumOff val="9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solidFill>
                          <a:srgbClr val="555559"/>
                        </a:solidFill>
                        <a:latin typeface="Neo Tech Std" panose="020B0504030504040204" pitchFamily="34" charset="0"/>
                      </a:endParaRPr>
                    </a:p>
                  </a:txBody>
                  <a:tcPr marL="232818" marR="232818" marT="116409" marB="116409">
                    <a:lnL w="9525" cap="flat" cmpd="sng" algn="ctr">
                      <a:solidFill>
                        <a:srgbClr val="090909">
                          <a:lumMod val="10000"/>
                          <a:lumOff val="90000"/>
                        </a:srgbClr>
                      </a:solidFill>
                      <a:prstDash val="solid"/>
                      <a:round/>
                      <a:headEnd type="none" w="med" len="med"/>
                      <a:tailEnd type="none" w="med" len="med"/>
                    </a:lnL>
                    <a:lnR w="9525" cap="flat" cmpd="sng" algn="ctr">
                      <a:solidFill>
                        <a:srgbClr val="090909">
                          <a:lumMod val="10000"/>
                          <a:lumOff val="90000"/>
                        </a:srgbClr>
                      </a:solidFill>
                      <a:prstDash val="solid"/>
                      <a:round/>
                      <a:headEnd type="none" w="med" len="med"/>
                      <a:tailEnd type="none" w="med" len="med"/>
                    </a:lnR>
                    <a:lnT w="9525" cap="flat" cmpd="sng" algn="ctr">
                      <a:solidFill>
                        <a:srgbClr val="090909">
                          <a:lumMod val="10000"/>
                          <a:lumOff val="90000"/>
                        </a:srgbClr>
                      </a:solidFill>
                      <a:prstDash val="solid"/>
                      <a:round/>
                      <a:headEnd type="none" w="med" len="med"/>
                      <a:tailEnd type="none" w="med" len="med"/>
                    </a:lnT>
                    <a:lnB w="9525" cap="flat" cmpd="sng" algn="ctr">
                      <a:solidFill>
                        <a:srgbClr val="090909">
                          <a:lumMod val="10000"/>
                          <a:lumOff val="9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solidFill>
                          <a:srgbClr val="555559"/>
                        </a:solidFill>
                        <a:latin typeface="Neo Tech Std" panose="020B0504030504040204" pitchFamily="34" charset="0"/>
                      </a:endParaRPr>
                    </a:p>
                  </a:txBody>
                  <a:tcPr marL="232818" marR="232818" marT="116409" marB="116409">
                    <a:lnL w="9525" cap="flat" cmpd="sng" algn="ctr">
                      <a:solidFill>
                        <a:srgbClr val="090909">
                          <a:lumMod val="10000"/>
                          <a:lumOff val="90000"/>
                        </a:srgbClr>
                      </a:solidFill>
                      <a:prstDash val="solid"/>
                      <a:round/>
                      <a:headEnd type="none" w="med" len="med"/>
                      <a:tailEnd type="none" w="med" len="med"/>
                    </a:lnL>
                    <a:lnR w="9525" cap="flat" cmpd="sng" algn="ctr">
                      <a:solidFill>
                        <a:srgbClr val="090909">
                          <a:lumMod val="10000"/>
                          <a:lumOff val="90000"/>
                        </a:srgbClr>
                      </a:solidFill>
                      <a:prstDash val="solid"/>
                      <a:round/>
                      <a:headEnd type="none" w="med" len="med"/>
                      <a:tailEnd type="none" w="med" len="med"/>
                    </a:lnR>
                    <a:lnT w="9525" cap="flat" cmpd="sng" algn="ctr">
                      <a:solidFill>
                        <a:srgbClr val="090909">
                          <a:lumMod val="10000"/>
                          <a:lumOff val="90000"/>
                        </a:srgbClr>
                      </a:solidFill>
                      <a:prstDash val="solid"/>
                      <a:round/>
                      <a:headEnd type="none" w="med" len="med"/>
                      <a:tailEnd type="none" w="med" len="med"/>
                    </a:lnT>
                    <a:lnB w="9525" cap="flat" cmpd="sng" algn="ctr">
                      <a:solidFill>
                        <a:srgbClr val="090909">
                          <a:lumMod val="10000"/>
                          <a:lumOff val="9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solidFill>
                          <a:srgbClr val="555559"/>
                        </a:solidFill>
                        <a:latin typeface="Neo Tech Std" panose="020B0504030504040204" pitchFamily="34" charset="0"/>
                      </a:endParaRPr>
                    </a:p>
                  </a:txBody>
                  <a:tcPr marL="232818" marR="232818" marT="116409" marB="116409">
                    <a:lnL w="9525" cap="flat" cmpd="sng" algn="ctr">
                      <a:solidFill>
                        <a:srgbClr val="090909">
                          <a:lumMod val="10000"/>
                          <a:lumOff val="90000"/>
                        </a:srgbClr>
                      </a:solidFill>
                      <a:prstDash val="solid"/>
                      <a:round/>
                      <a:headEnd type="none" w="med" len="med"/>
                      <a:tailEnd type="none" w="med" len="med"/>
                    </a:lnL>
                    <a:lnR w="9525" cap="flat" cmpd="sng" algn="ctr">
                      <a:solidFill>
                        <a:srgbClr val="090909">
                          <a:lumMod val="10000"/>
                          <a:lumOff val="90000"/>
                        </a:srgbClr>
                      </a:solidFill>
                      <a:prstDash val="solid"/>
                      <a:round/>
                      <a:headEnd type="none" w="med" len="med"/>
                      <a:tailEnd type="none" w="med" len="med"/>
                    </a:lnR>
                    <a:lnT w="9525" cap="flat" cmpd="sng" algn="ctr">
                      <a:solidFill>
                        <a:srgbClr val="090909">
                          <a:lumMod val="10000"/>
                          <a:lumOff val="90000"/>
                        </a:srgbClr>
                      </a:solidFill>
                      <a:prstDash val="solid"/>
                      <a:round/>
                      <a:headEnd type="none" w="med" len="med"/>
                      <a:tailEnd type="none" w="med" len="med"/>
                    </a:lnT>
                    <a:lnB w="9525" cap="flat" cmpd="sng" algn="ctr">
                      <a:solidFill>
                        <a:srgbClr val="090909">
                          <a:lumMod val="10000"/>
                          <a:lumOff val="9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solidFill>
                          <a:srgbClr val="555559"/>
                        </a:solidFill>
                        <a:latin typeface="Neo Tech Std" panose="020B0504030504040204" pitchFamily="34" charset="0"/>
                      </a:endParaRPr>
                    </a:p>
                  </a:txBody>
                  <a:tcPr marL="232818" marR="232818" marT="116409" marB="116409">
                    <a:lnL w="9525" cap="flat" cmpd="sng" algn="ctr">
                      <a:solidFill>
                        <a:srgbClr val="090909">
                          <a:lumMod val="10000"/>
                          <a:lumOff val="90000"/>
                        </a:srgbClr>
                      </a:solidFill>
                      <a:prstDash val="solid"/>
                      <a:round/>
                      <a:headEnd type="none" w="med" len="med"/>
                      <a:tailEnd type="none" w="med" len="med"/>
                    </a:lnL>
                    <a:lnR w="9525" cap="flat" cmpd="sng" algn="ctr">
                      <a:solidFill>
                        <a:srgbClr val="090909">
                          <a:lumMod val="10000"/>
                          <a:lumOff val="90000"/>
                        </a:srgbClr>
                      </a:solidFill>
                      <a:prstDash val="solid"/>
                      <a:round/>
                      <a:headEnd type="none" w="med" len="med"/>
                      <a:tailEnd type="none" w="med" len="med"/>
                    </a:lnR>
                    <a:lnT w="9525" cap="flat" cmpd="sng" algn="ctr">
                      <a:solidFill>
                        <a:srgbClr val="090909">
                          <a:lumMod val="10000"/>
                          <a:lumOff val="90000"/>
                        </a:srgbClr>
                      </a:solidFill>
                      <a:prstDash val="solid"/>
                      <a:round/>
                      <a:headEnd type="none" w="med" len="med"/>
                      <a:tailEnd type="none" w="med" len="med"/>
                    </a:lnT>
                    <a:lnB w="9525" cap="flat" cmpd="sng" algn="ctr">
                      <a:solidFill>
                        <a:srgbClr val="090909">
                          <a:lumMod val="10000"/>
                          <a:lumOff val="9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095359">
                <a:tc>
                  <a:txBody>
                    <a:bodyPr/>
                    <a:lstStyle/>
                    <a:p>
                      <a:r>
                        <a:rPr lang="en-US" sz="2500">
                          <a:solidFill>
                            <a:srgbClr val="555559"/>
                          </a:solidFill>
                          <a:latin typeface="Neo Tech Std" panose="020B0504030504040204" pitchFamily="34" charset="0"/>
                          <a:cs typeface="Roboto Light"/>
                        </a:rPr>
                        <a:t>Market Research</a:t>
                      </a:r>
                    </a:p>
                  </a:txBody>
                  <a:tcPr marL="232818" marR="232818" marT="116409" marB="116409">
                    <a:lnL w="9525" cap="flat" cmpd="sng" algn="ctr">
                      <a:solidFill>
                        <a:srgbClr val="090909">
                          <a:lumMod val="10000"/>
                          <a:lumOff val="90000"/>
                        </a:srgbClr>
                      </a:solidFill>
                      <a:prstDash val="solid"/>
                      <a:round/>
                      <a:headEnd type="none" w="med" len="med"/>
                      <a:tailEnd type="none" w="med" len="med"/>
                    </a:lnL>
                    <a:lnR w="9525" cap="flat" cmpd="sng" algn="ctr">
                      <a:solidFill>
                        <a:srgbClr val="090909">
                          <a:lumMod val="10000"/>
                          <a:lumOff val="90000"/>
                        </a:srgbClr>
                      </a:solidFill>
                      <a:prstDash val="solid"/>
                      <a:round/>
                      <a:headEnd type="none" w="med" len="med"/>
                      <a:tailEnd type="none" w="med" len="med"/>
                    </a:lnR>
                    <a:lnT w="9525" cap="flat" cmpd="sng" algn="ctr">
                      <a:solidFill>
                        <a:srgbClr val="090909">
                          <a:lumMod val="10000"/>
                          <a:lumOff val="90000"/>
                        </a:srgbClr>
                      </a:solidFill>
                      <a:prstDash val="solid"/>
                      <a:round/>
                      <a:headEnd type="none" w="med" len="med"/>
                      <a:tailEnd type="none" w="med" len="med"/>
                    </a:lnT>
                    <a:lnB w="9525" cap="flat" cmpd="sng" algn="ctr">
                      <a:solidFill>
                        <a:srgbClr val="090909">
                          <a:lumMod val="10000"/>
                          <a:lumOff val="9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solidFill>
                          <a:srgbClr val="555559"/>
                        </a:solidFill>
                        <a:latin typeface="Neo Tech Std" panose="020B0504030504040204" pitchFamily="34" charset="0"/>
                      </a:endParaRPr>
                    </a:p>
                  </a:txBody>
                  <a:tcPr marL="232818" marR="232818" marT="116409" marB="116409">
                    <a:lnL w="9525" cap="flat" cmpd="sng" algn="ctr">
                      <a:solidFill>
                        <a:srgbClr val="090909">
                          <a:lumMod val="10000"/>
                          <a:lumOff val="90000"/>
                        </a:srgbClr>
                      </a:solidFill>
                      <a:prstDash val="solid"/>
                      <a:round/>
                      <a:headEnd type="none" w="med" len="med"/>
                      <a:tailEnd type="none" w="med" len="med"/>
                    </a:lnL>
                    <a:lnR w="9525" cap="flat" cmpd="sng" algn="ctr">
                      <a:solidFill>
                        <a:srgbClr val="090909">
                          <a:lumMod val="10000"/>
                          <a:lumOff val="90000"/>
                        </a:srgbClr>
                      </a:solidFill>
                      <a:prstDash val="solid"/>
                      <a:round/>
                      <a:headEnd type="none" w="med" len="med"/>
                      <a:tailEnd type="none" w="med" len="med"/>
                    </a:lnR>
                    <a:lnT w="9525" cap="flat" cmpd="sng" algn="ctr">
                      <a:solidFill>
                        <a:srgbClr val="090909">
                          <a:lumMod val="10000"/>
                          <a:lumOff val="90000"/>
                        </a:srgbClr>
                      </a:solidFill>
                      <a:prstDash val="solid"/>
                      <a:round/>
                      <a:headEnd type="none" w="med" len="med"/>
                      <a:tailEnd type="none" w="med" len="med"/>
                    </a:lnT>
                    <a:lnB w="9525" cap="flat" cmpd="sng" algn="ctr">
                      <a:solidFill>
                        <a:srgbClr val="090909">
                          <a:lumMod val="10000"/>
                          <a:lumOff val="9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solidFill>
                          <a:srgbClr val="555559"/>
                        </a:solidFill>
                        <a:latin typeface="Neo Tech Std" panose="020B0504030504040204" pitchFamily="34" charset="0"/>
                      </a:endParaRPr>
                    </a:p>
                  </a:txBody>
                  <a:tcPr marL="232818" marR="232818" marT="116409" marB="116409">
                    <a:lnL w="9525" cap="flat" cmpd="sng" algn="ctr">
                      <a:solidFill>
                        <a:srgbClr val="090909">
                          <a:lumMod val="10000"/>
                          <a:lumOff val="90000"/>
                        </a:srgbClr>
                      </a:solidFill>
                      <a:prstDash val="solid"/>
                      <a:round/>
                      <a:headEnd type="none" w="med" len="med"/>
                      <a:tailEnd type="none" w="med" len="med"/>
                    </a:lnL>
                    <a:lnR w="9525" cap="flat" cmpd="sng" algn="ctr">
                      <a:solidFill>
                        <a:srgbClr val="090909">
                          <a:lumMod val="10000"/>
                          <a:lumOff val="90000"/>
                        </a:srgbClr>
                      </a:solidFill>
                      <a:prstDash val="solid"/>
                      <a:round/>
                      <a:headEnd type="none" w="med" len="med"/>
                      <a:tailEnd type="none" w="med" len="med"/>
                    </a:lnR>
                    <a:lnT w="9525" cap="flat" cmpd="sng" algn="ctr">
                      <a:solidFill>
                        <a:srgbClr val="090909">
                          <a:lumMod val="10000"/>
                          <a:lumOff val="90000"/>
                        </a:srgbClr>
                      </a:solidFill>
                      <a:prstDash val="solid"/>
                      <a:round/>
                      <a:headEnd type="none" w="med" len="med"/>
                      <a:tailEnd type="none" w="med" len="med"/>
                    </a:lnT>
                    <a:lnB w="9525" cap="flat" cmpd="sng" algn="ctr">
                      <a:solidFill>
                        <a:srgbClr val="090909">
                          <a:lumMod val="10000"/>
                          <a:lumOff val="9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solidFill>
                          <a:srgbClr val="555559"/>
                        </a:solidFill>
                        <a:latin typeface="Neo Tech Std" panose="020B0504030504040204" pitchFamily="34" charset="0"/>
                      </a:endParaRPr>
                    </a:p>
                  </a:txBody>
                  <a:tcPr marL="232818" marR="232818" marT="116409" marB="116409">
                    <a:lnL w="9525" cap="flat" cmpd="sng" algn="ctr">
                      <a:solidFill>
                        <a:srgbClr val="090909">
                          <a:lumMod val="10000"/>
                          <a:lumOff val="90000"/>
                        </a:srgbClr>
                      </a:solidFill>
                      <a:prstDash val="solid"/>
                      <a:round/>
                      <a:headEnd type="none" w="med" len="med"/>
                      <a:tailEnd type="none" w="med" len="med"/>
                    </a:lnL>
                    <a:lnR w="9525" cap="flat" cmpd="sng" algn="ctr">
                      <a:solidFill>
                        <a:srgbClr val="090909">
                          <a:lumMod val="10000"/>
                          <a:lumOff val="90000"/>
                        </a:srgbClr>
                      </a:solidFill>
                      <a:prstDash val="solid"/>
                      <a:round/>
                      <a:headEnd type="none" w="med" len="med"/>
                      <a:tailEnd type="none" w="med" len="med"/>
                    </a:lnR>
                    <a:lnT w="9525" cap="flat" cmpd="sng" algn="ctr">
                      <a:solidFill>
                        <a:srgbClr val="090909">
                          <a:lumMod val="10000"/>
                          <a:lumOff val="90000"/>
                        </a:srgbClr>
                      </a:solidFill>
                      <a:prstDash val="solid"/>
                      <a:round/>
                      <a:headEnd type="none" w="med" len="med"/>
                      <a:tailEnd type="none" w="med" len="med"/>
                    </a:lnT>
                    <a:lnB w="9525" cap="flat" cmpd="sng" algn="ctr">
                      <a:solidFill>
                        <a:srgbClr val="090909">
                          <a:lumMod val="10000"/>
                          <a:lumOff val="9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solidFill>
                          <a:srgbClr val="555559"/>
                        </a:solidFill>
                        <a:latin typeface="Neo Tech Std" panose="020B0504030504040204" pitchFamily="34" charset="0"/>
                      </a:endParaRPr>
                    </a:p>
                  </a:txBody>
                  <a:tcPr marL="232818" marR="232818" marT="116409" marB="116409">
                    <a:lnL w="9525" cap="flat" cmpd="sng" algn="ctr">
                      <a:solidFill>
                        <a:srgbClr val="090909">
                          <a:lumMod val="10000"/>
                          <a:lumOff val="90000"/>
                        </a:srgbClr>
                      </a:solidFill>
                      <a:prstDash val="solid"/>
                      <a:round/>
                      <a:headEnd type="none" w="med" len="med"/>
                      <a:tailEnd type="none" w="med" len="med"/>
                    </a:lnL>
                    <a:lnR w="9525" cap="flat" cmpd="sng" algn="ctr">
                      <a:solidFill>
                        <a:srgbClr val="090909">
                          <a:lumMod val="10000"/>
                          <a:lumOff val="90000"/>
                        </a:srgbClr>
                      </a:solidFill>
                      <a:prstDash val="solid"/>
                      <a:round/>
                      <a:headEnd type="none" w="med" len="med"/>
                      <a:tailEnd type="none" w="med" len="med"/>
                    </a:lnR>
                    <a:lnT w="9525" cap="flat" cmpd="sng" algn="ctr">
                      <a:solidFill>
                        <a:srgbClr val="090909">
                          <a:lumMod val="10000"/>
                          <a:lumOff val="90000"/>
                        </a:srgbClr>
                      </a:solidFill>
                      <a:prstDash val="solid"/>
                      <a:round/>
                      <a:headEnd type="none" w="med" len="med"/>
                      <a:tailEnd type="none" w="med" len="med"/>
                    </a:lnT>
                    <a:lnB w="9525" cap="flat" cmpd="sng" algn="ctr">
                      <a:solidFill>
                        <a:srgbClr val="090909">
                          <a:lumMod val="10000"/>
                          <a:lumOff val="9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solidFill>
                          <a:srgbClr val="555559"/>
                        </a:solidFill>
                        <a:latin typeface="Neo Tech Std" panose="020B0504030504040204" pitchFamily="34" charset="0"/>
                      </a:endParaRPr>
                    </a:p>
                  </a:txBody>
                  <a:tcPr marL="232818" marR="232818" marT="116409" marB="116409">
                    <a:lnL w="9525" cap="flat" cmpd="sng" algn="ctr">
                      <a:solidFill>
                        <a:srgbClr val="090909">
                          <a:lumMod val="10000"/>
                          <a:lumOff val="90000"/>
                        </a:srgbClr>
                      </a:solidFill>
                      <a:prstDash val="solid"/>
                      <a:round/>
                      <a:headEnd type="none" w="med" len="med"/>
                      <a:tailEnd type="none" w="med" len="med"/>
                    </a:lnL>
                    <a:lnR w="9525" cap="flat" cmpd="sng" algn="ctr">
                      <a:solidFill>
                        <a:srgbClr val="090909">
                          <a:lumMod val="10000"/>
                          <a:lumOff val="90000"/>
                        </a:srgbClr>
                      </a:solidFill>
                      <a:prstDash val="solid"/>
                      <a:round/>
                      <a:headEnd type="none" w="med" len="med"/>
                      <a:tailEnd type="none" w="med" len="med"/>
                    </a:lnR>
                    <a:lnT w="9525" cap="flat" cmpd="sng" algn="ctr">
                      <a:solidFill>
                        <a:srgbClr val="090909">
                          <a:lumMod val="10000"/>
                          <a:lumOff val="90000"/>
                        </a:srgbClr>
                      </a:solidFill>
                      <a:prstDash val="solid"/>
                      <a:round/>
                      <a:headEnd type="none" w="med" len="med"/>
                      <a:tailEnd type="none" w="med" len="med"/>
                    </a:lnT>
                    <a:lnB w="9525" cap="flat" cmpd="sng" algn="ctr">
                      <a:solidFill>
                        <a:srgbClr val="090909">
                          <a:lumMod val="10000"/>
                          <a:lumOff val="9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solidFill>
                          <a:srgbClr val="555559"/>
                        </a:solidFill>
                        <a:latin typeface="Neo Tech Std" panose="020B0504030504040204" pitchFamily="34" charset="0"/>
                      </a:endParaRPr>
                    </a:p>
                  </a:txBody>
                  <a:tcPr marL="232818" marR="232818" marT="116409" marB="116409">
                    <a:lnL w="9525" cap="flat" cmpd="sng" algn="ctr">
                      <a:solidFill>
                        <a:srgbClr val="090909">
                          <a:lumMod val="10000"/>
                          <a:lumOff val="90000"/>
                        </a:srgbClr>
                      </a:solidFill>
                      <a:prstDash val="solid"/>
                      <a:round/>
                      <a:headEnd type="none" w="med" len="med"/>
                      <a:tailEnd type="none" w="med" len="med"/>
                    </a:lnL>
                    <a:lnR w="9525" cap="flat" cmpd="sng" algn="ctr">
                      <a:solidFill>
                        <a:srgbClr val="090909">
                          <a:lumMod val="10000"/>
                          <a:lumOff val="90000"/>
                        </a:srgbClr>
                      </a:solidFill>
                      <a:prstDash val="solid"/>
                      <a:round/>
                      <a:headEnd type="none" w="med" len="med"/>
                      <a:tailEnd type="none" w="med" len="med"/>
                    </a:lnR>
                    <a:lnT w="9525" cap="flat" cmpd="sng" algn="ctr">
                      <a:solidFill>
                        <a:srgbClr val="090909">
                          <a:lumMod val="10000"/>
                          <a:lumOff val="90000"/>
                        </a:srgbClr>
                      </a:solidFill>
                      <a:prstDash val="solid"/>
                      <a:round/>
                      <a:headEnd type="none" w="med" len="med"/>
                      <a:tailEnd type="none" w="med" len="med"/>
                    </a:lnT>
                    <a:lnB w="9525" cap="flat" cmpd="sng" algn="ctr">
                      <a:solidFill>
                        <a:srgbClr val="090909">
                          <a:lumMod val="10000"/>
                          <a:lumOff val="9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solidFill>
                          <a:srgbClr val="555559"/>
                        </a:solidFill>
                        <a:latin typeface="Neo Tech Std" panose="020B0504030504040204" pitchFamily="34" charset="0"/>
                      </a:endParaRPr>
                    </a:p>
                  </a:txBody>
                  <a:tcPr marL="232818" marR="232818" marT="116409" marB="116409">
                    <a:lnL w="9525" cap="flat" cmpd="sng" algn="ctr">
                      <a:solidFill>
                        <a:srgbClr val="090909">
                          <a:lumMod val="10000"/>
                          <a:lumOff val="90000"/>
                        </a:srgbClr>
                      </a:solidFill>
                      <a:prstDash val="solid"/>
                      <a:round/>
                      <a:headEnd type="none" w="med" len="med"/>
                      <a:tailEnd type="none" w="med" len="med"/>
                    </a:lnL>
                    <a:lnR w="9525" cap="flat" cmpd="sng" algn="ctr">
                      <a:solidFill>
                        <a:srgbClr val="090909">
                          <a:lumMod val="10000"/>
                          <a:lumOff val="90000"/>
                        </a:srgbClr>
                      </a:solidFill>
                      <a:prstDash val="solid"/>
                      <a:round/>
                      <a:headEnd type="none" w="med" len="med"/>
                      <a:tailEnd type="none" w="med" len="med"/>
                    </a:lnR>
                    <a:lnT w="9525" cap="flat" cmpd="sng" algn="ctr">
                      <a:solidFill>
                        <a:srgbClr val="090909">
                          <a:lumMod val="10000"/>
                          <a:lumOff val="90000"/>
                        </a:srgbClr>
                      </a:solidFill>
                      <a:prstDash val="solid"/>
                      <a:round/>
                      <a:headEnd type="none" w="med" len="med"/>
                      <a:tailEnd type="none" w="med" len="med"/>
                    </a:lnT>
                    <a:lnB w="9525" cap="flat" cmpd="sng" algn="ctr">
                      <a:solidFill>
                        <a:srgbClr val="090909">
                          <a:lumMod val="10000"/>
                          <a:lumOff val="9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
        <p:nvSpPr>
          <p:cNvPr id="3" name="Rounded Rectangle 17">
            <a:extLst>
              <a:ext uri="{FF2B5EF4-FFF2-40B4-BE49-F238E27FC236}">
                <a16:creationId xmlns:a16="http://schemas.microsoft.com/office/drawing/2014/main" id="{DC7903F8-BD0E-9456-8593-205E552BA6E4}"/>
              </a:ext>
            </a:extLst>
          </p:cNvPr>
          <p:cNvSpPr/>
          <p:nvPr/>
        </p:nvSpPr>
        <p:spPr>
          <a:xfrm>
            <a:off x="12192000" y="4835563"/>
            <a:ext cx="6984530" cy="388029"/>
          </a:xfrm>
          <a:prstGeom prst="round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800">
              <a:solidFill>
                <a:schemeClr val="tx1">
                  <a:lumMod val="50000"/>
                  <a:lumOff val="50000"/>
                </a:schemeClr>
              </a:solidFill>
              <a:latin typeface="Roboto Light"/>
              <a:cs typeface="Roboto Light"/>
            </a:endParaRPr>
          </a:p>
        </p:txBody>
      </p:sp>
      <p:sp>
        <p:nvSpPr>
          <p:cNvPr id="6" name="Rounded Rectangle 18">
            <a:extLst>
              <a:ext uri="{FF2B5EF4-FFF2-40B4-BE49-F238E27FC236}">
                <a16:creationId xmlns:a16="http://schemas.microsoft.com/office/drawing/2014/main" id="{75675761-0726-B263-970C-4FA36A45F144}"/>
              </a:ext>
            </a:extLst>
          </p:cNvPr>
          <p:cNvSpPr/>
          <p:nvPr/>
        </p:nvSpPr>
        <p:spPr>
          <a:xfrm>
            <a:off x="7112000" y="5781051"/>
            <a:ext cx="6984530" cy="388029"/>
          </a:xfrm>
          <a:prstGeom prst="roundRect">
            <a:avLst/>
          </a:prstGeom>
          <a:solidFill>
            <a:schemeClr val="bg2">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800">
              <a:solidFill>
                <a:schemeClr val="tx1">
                  <a:lumMod val="50000"/>
                  <a:lumOff val="50000"/>
                </a:schemeClr>
              </a:solidFill>
              <a:latin typeface="Roboto Light"/>
              <a:cs typeface="Roboto Light"/>
            </a:endParaRPr>
          </a:p>
        </p:txBody>
      </p:sp>
      <p:sp>
        <p:nvSpPr>
          <p:cNvPr id="7" name="Rounded Rectangle 19">
            <a:extLst>
              <a:ext uri="{FF2B5EF4-FFF2-40B4-BE49-F238E27FC236}">
                <a16:creationId xmlns:a16="http://schemas.microsoft.com/office/drawing/2014/main" id="{D154B0C1-36E6-0F21-35E8-0773CAA88609}"/>
              </a:ext>
            </a:extLst>
          </p:cNvPr>
          <p:cNvSpPr/>
          <p:nvPr/>
        </p:nvSpPr>
        <p:spPr>
          <a:xfrm>
            <a:off x="9753600" y="6881110"/>
            <a:ext cx="6984530" cy="38802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800">
              <a:solidFill>
                <a:schemeClr val="tx1">
                  <a:lumMod val="50000"/>
                  <a:lumOff val="50000"/>
                </a:schemeClr>
              </a:solidFill>
              <a:latin typeface="Roboto Light"/>
              <a:cs typeface="Roboto Light"/>
            </a:endParaRPr>
          </a:p>
        </p:txBody>
      </p:sp>
      <p:sp>
        <p:nvSpPr>
          <p:cNvPr id="8" name="Rounded Rectangle 20">
            <a:extLst>
              <a:ext uri="{FF2B5EF4-FFF2-40B4-BE49-F238E27FC236}">
                <a16:creationId xmlns:a16="http://schemas.microsoft.com/office/drawing/2014/main" id="{B30D4EB9-1A20-0672-5B06-4A6BBF75269B}"/>
              </a:ext>
            </a:extLst>
          </p:cNvPr>
          <p:cNvSpPr/>
          <p:nvPr/>
        </p:nvSpPr>
        <p:spPr>
          <a:xfrm>
            <a:off x="13004800" y="7680363"/>
            <a:ext cx="6984530" cy="388029"/>
          </a:xfrm>
          <a:prstGeom prst="round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800">
              <a:solidFill>
                <a:schemeClr val="tx1">
                  <a:lumMod val="50000"/>
                  <a:lumOff val="50000"/>
                </a:schemeClr>
              </a:solidFill>
              <a:latin typeface="Roboto Light"/>
              <a:cs typeface="Roboto Light"/>
            </a:endParaRPr>
          </a:p>
        </p:txBody>
      </p:sp>
      <p:sp>
        <p:nvSpPr>
          <p:cNvPr id="11" name="Rounded Rectangle 21">
            <a:extLst>
              <a:ext uri="{FF2B5EF4-FFF2-40B4-BE49-F238E27FC236}">
                <a16:creationId xmlns:a16="http://schemas.microsoft.com/office/drawing/2014/main" id="{D63A76F9-3118-FA26-5C44-0E9FFA6715FD}"/>
              </a:ext>
            </a:extLst>
          </p:cNvPr>
          <p:cNvSpPr/>
          <p:nvPr/>
        </p:nvSpPr>
        <p:spPr>
          <a:xfrm>
            <a:off x="9753600" y="8696363"/>
            <a:ext cx="6984530" cy="388029"/>
          </a:xfrm>
          <a:prstGeom prst="roundRect">
            <a:avLst/>
          </a:prstGeom>
          <a:solidFill>
            <a:schemeClr val="bg2">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800">
              <a:solidFill>
                <a:schemeClr val="tx1">
                  <a:lumMod val="50000"/>
                  <a:lumOff val="50000"/>
                </a:schemeClr>
              </a:solidFill>
              <a:latin typeface="Roboto Light"/>
              <a:cs typeface="Roboto Light"/>
            </a:endParaRPr>
          </a:p>
        </p:txBody>
      </p:sp>
      <p:sp>
        <p:nvSpPr>
          <p:cNvPr id="12" name="Rounded Rectangle 22">
            <a:extLst>
              <a:ext uri="{FF2B5EF4-FFF2-40B4-BE49-F238E27FC236}">
                <a16:creationId xmlns:a16="http://schemas.microsoft.com/office/drawing/2014/main" id="{E30450EE-1E98-C58D-2075-570E4768CDB4}"/>
              </a:ext>
            </a:extLst>
          </p:cNvPr>
          <p:cNvSpPr/>
          <p:nvPr/>
        </p:nvSpPr>
        <p:spPr>
          <a:xfrm>
            <a:off x="10566400" y="9725910"/>
            <a:ext cx="6984530" cy="388029"/>
          </a:xfrm>
          <a:prstGeom prst="roundRect">
            <a:avLst/>
          </a:prstGeom>
          <a:solidFill>
            <a:schemeClr val="bg2">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800">
              <a:solidFill>
                <a:schemeClr val="tx1">
                  <a:lumMod val="50000"/>
                  <a:lumOff val="50000"/>
                </a:schemeClr>
              </a:solidFill>
              <a:latin typeface="Roboto Light"/>
              <a:cs typeface="Roboto Light"/>
            </a:endParaRPr>
          </a:p>
        </p:txBody>
      </p:sp>
      <p:sp>
        <p:nvSpPr>
          <p:cNvPr id="15" name="Rounded Rectangle 23">
            <a:extLst>
              <a:ext uri="{FF2B5EF4-FFF2-40B4-BE49-F238E27FC236}">
                <a16:creationId xmlns:a16="http://schemas.microsoft.com/office/drawing/2014/main" id="{82CB17A5-4216-88F8-E14C-7CB23B1E2F9B}"/>
              </a:ext>
            </a:extLst>
          </p:cNvPr>
          <p:cNvSpPr/>
          <p:nvPr/>
        </p:nvSpPr>
        <p:spPr>
          <a:xfrm>
            <a:off x="9900281" y="10728363"/>
            <a:ext cx="10082644" cy="388029"/>
          </a:xfrm>
          <a:prstGeom prst="roundRect">
            <a:avLst/>
          </a:prstGeom>
          <a:solidFill>
            <a:schemeClr val="bg2">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800">
              <a:solidFill>
                <a:schemeClr val="tx1">
                  <a:lumMod val="50000"/>
                  <a:lumOff val="50000"/>
                </a:schemeClr>
              </a:solidFill>
              <a:latin typeface="Roboto Light"/>
              <a:cs typeface="Roboto Light"/>
            </a:endParaRPr>
          </a:p>
        </p:txBody>
      </p:sp>
      <p:sp>
        <p:nvSpPr>
          <p:cNvPr id="16" name="TextBox 15">
            <a:extLst>
              <a:ext uri="{FF2B5EF4-FFF2-40B4-BE49-F238E27FC236}">
                <a16:creationId xmlns:a16="http://schemas.microsoft.com/office/drawing/2014/main" id="{097F9F82-A775-225E-E96D-7D1E672F4169}"/>
              </a:ext>
            </a:extLst>
          </p:cNvPr>
          <p:cNvSpPr txBox="1"/>
          <p:nvPr/>
        </p:nvSpPr>
        <p:spPr>
          <a:xfrm>
            <a:off x="8646870" y="6678551"/>
            <a:ext cx="776059" cy="420564"/>
          </a:xfrm>
          <a:prstGeom prst="rect">
            <a:avLst/>
          </a:prstGeom>
          <a:noFill/>
        </p:spPr>
        <p:txBody>
          <a:bodyPr wrap="square" rtlCol="0">
            <a:spAutoFit/>
          </a:bodyPr>
          <a:lstStyle/>
          <a:p>
            <a:r>
              <a:rPr lang="en-JM" sz="2133">
                <a:solidFill>
                  <a:schemeClr val="tx1">
                    <a:lumMod val="50000"/>
                    <a:lumOff val="50000"/>
                  </a:schemeClr>
                </a:solidFill>
                <a:latin typeface="Roboto Light"/>
                <a:cs typeface="Roboto Light"/>
              </a:rPr>
              <a:t>27</a:t>
            </a:r>
          </a:p>
        </p:txBody>
      </p:sp>
      <p:sp>
        <p:nvSpPr>
          <p:cNvPr id="17" name="TextBox 16">
            <a:extLst>
              <a:ext uri="{FF2B5EF4-FFF2-40B4-BE49-F238E27FC236}">
                <a16:creationId xmlns:a16="http://schemas.microsoft.com/office/drawing/2014/main" id="{492F2BB9-E9C0-414D-D265-5BB1AEF9282B}"/>
              </a:ext>
            </a:extLst>
          </p:cNvPr>
          <p:cNvSpPr txBox="1"/>
          <p:nvPr/>
        </p:nvSpPr>
        <p:spPr>
          <a:xfrm>
            <a:off x="6005270" y="5697634"/>
            <a:ext cx="776059" cy="420564"/>
          </a:xfrm>
          <a:prstGeom prst="rect">
            <a:avLst/>
          </a:prstGeom>
          <a:noFill/>
        </p:spPr>
        <p:txBody>
          <a:bodyPr wrap="square" rtlCol="0">
            <a:spAutoFit/>
          </a:bodyPr>
          <a:lstStyle/>
          <a:p>
            <a:r>
              <a:rPr lang="en-JM" sz="2133">
                <a:solidFill>
                  <a:schemeClr val="tx1">
                    <a:lumMod val="50000"/>
                    <a:lumOff val="50000"/>
                  </a:schemeClr>
                </a:solidFill>
                <a:latin typeface="Roboto Light"/>
                <a:cs typeface="Roboto Light"/>
              </a:rPr>
              <a:t>18</a:t>
            </a:r>
          </a:p>
        </p:txBody>
      </p:sp>
      <p:sp>
        <p:nvSpPr>
          <p:cNvPr id="18" name="TextBox 17">
            <a:extLst>
              <a:ext uri="{FF2B5EF4-FFF2-40B4-BE49-F238E27FC236}">
                <a16:creationId xmlns:a16="http://schemas.microsoft.com/office/drawing/2014/main" id="{5E9F5C22-F209-5041-7BBC-98358D44676F}"/>
              </a:ext>
            </a:extLst>
          </p:cNvPr>
          <p:cNvSpPr txBox="1"/>
          <p:nvPr/>
        </p:nvSpPr>
        <p:spPr>
          <a:xfrm>
            <a:off x="11898070" y="7526434"/>
            <a:ext cx="776059" cy="420564"/>
          </a:xfrm>
          <a:prstGeom prst="rect">
            <a:avLst/>
          </a:prstGeom>
          <a:noFill/>
        </p:spPr>
        <p:txBody>
          <a:bodyPr wrap="square" rtlCol="0">
            <a:spAutoFit/>
          </a:bodyPr>
          <a:lstStyle/>
          <a:p>
            <a:r>
              <a:rPr lang="en-JM" sz="2133">
                <a:solidFill>
                  <a:schemeClr val="tx1">
                    <a:lumMod val="50000"/>
                    <a:lumOff val="50000"/>
                  </a:schemeClr>
                </a:solidFill>
                <a:latin typeface="Roboto Light"/>
                <a:cs typeface="Roboto Light"/>
              </a:rPr>
              <a:t>27</a:t>
            </a:r>
          </a:p>
        </p:txBody>
      </p:sp>
      <p:sp>
        <p:nvSpPr>
          <p:cNvPr id="19" name="TextBox 18">
            <a:extLst>
              <a:ext uri="{FF2B5EF4-FFF2-40B4-BE49-F238E27FC236}">
                <a16:creationId xmlns:a16="http://schemas.microsoft.com/office/drawing/2014/main" id="{481971BF-98D2-9F57-6E0A-1E3CE031462B}"/>
              </a:ext>
            </a:extLst>
          </p:cNvPr>
          <p:cNvSpPr txBox="1"/>
          <p:nvPr/>
        </p:nvSpPr>
        <p:spPr>
          <a:xfrm>
            <a:off x="8646870" y="8507351"/>
            <a:ext cx="776059" cy="420564"/>
          </a:xfrm>
          <a:prstGeom prst="rect">
            <a:avLst/>
          </a:prstGeom>
          <a:noFill/>
        </p:spPr>
        <p:txBody>
          <a:bodyPr wrap="square" rtlCol="0">
            <a:spAutoFit/>
          </a:bodyPr>
          <a:lstStyle/>
          <a:p>
            <a:r>
              <a:rPr lang="en-JM" sz="2133">
                <a:solidFill>
                  <a:schemeClr val="tx1">
                    <a:lumMod val="50000"/>
                    <a:lumOff val="50000"/>
                  </a:schemeClr>
                </a:solidFill>
                <a:latin typeface="Roboto Light"/>
                <a:cs typeface="Roboto Light"/>
              </a:rPr>
              <a:t>27</a:t>
            </a:r>
          </a:p>
        </p:txBody>
      </p:sp>
      <p:sp>
        <p:nvSpPr>
          <p:cNvPr id="20" name="TextBox 19">
            <a:extLst>
              <a:ext uri="{FF2B5EF4-FFF2-40B4-BE49-F238E27FC236}">
                <a16:creationId xmlns:a16="http://schemas.microsoft.com/office/drawing/2014/main" id="{35591562-85BF-6577-3A7A-4B6A5866FE40}"/>
              </a:ext>
            </a:extLst>
          </p:cNvPr>
          <p:cNvSpPr txBox="1"/>
          <p:nvPr/>
        </p:nvSpPr>
        <p:spPr>
          <a:xfrm>
            <a:off x="9459670" y="9523351"/>
            <a:ext cx="776059" cy="420564"/>
          </a:xfrm>
          <a:prstGeom prst="rect">
            <a:avLst/>
          </a:prstGeom>
          <a:noFill/>
        </p:spPr>
        <p:txBody>
          <a:bodyPr wrap="square" rtlCol="0">
            <a:spAutoFit/>
          </a:bodyPr>
          <a:lstStyle/>
          <a:p>
            <a:r>
              <a:rPr lang="en-JM" sz="2133">
                <a:solidFill>
                  <a:schemeClr val="tx1">
                    <a:lumMod val="50000"/>
                    <a:lumOff val="50000"/>
                  </a:schemeClr>
                </a:solidFill>
                <a:latin typeface="Roboto Light"/>
                <a:cs typeface="Roboto Light"/>
              </a:rPr>
              <a:t>27</a:t>
            </a:r>
          </a:p>
        </p:txBody>
      </p:sp>
      <p:sp>
        <p:nvSpPr>
          <p:cNvPr id="21" name="TextBox 20">
            <a:extLst>
              <a:ext uri="{FF2B5EF4-FFF2-40B4-BE49-F238E27FC236}">
                <a16:creationId xmlns:a16="http://schemas.microsoft.com/office/drawing/2014/main" id="{1A580126-DD52-800F-805C-1260A34E3899}"/>
              </a:ext>
            </a:extLst>
          </p:cNvPr>
          <p:cNvSpPr txBox="1"/>
          <p:nvPr/>
        </p:nvSpPr>
        <p:spPr>
          <a:xfrm>
            <a:off x="8443670" y="10539351"/>
            <a:ext cx="776059" cy="420564"/>
          </a:xfrm>
          <a:prstGeom prst="rect">
            <a:avLst/>
          </a:prstGeom>
          <a:noFill/>
        </p:spPr>
        <p:txBody>
          <a:bodyPr wrap="square" rtlCol="0">
            <a:spAutoFit/>
          </a:bodyPr>
          <a:lstStyle/>
          <a:p>
            <a:r>
              <a:rPr lang="en-JM" sz="2133">
                <a:solidFill>
                  <a:schemeClr val="tx1">
                    <a:lumMod val="50000"/>
                    <a:lumOff val="50000"/>
                  </a:schemeClr>
                </a:solidFill>
                <a:latin typeface="Roboto Light"/>
                <a:cs typeface="Roboto Light"/>
              </a:rPr>
              <a:t>27</a:t>
            </a:r>
          </a:p>
        </p:txBody>
      </p:sp>
      <p:sp>
        <p:nvSpPr>
          <p:cNvPr id="22" name="TextBox 21">
            <a:extLst>
              <a:ext uri="{FF2B5EF4-FFF2-40B4-BE49-F238E27FC236}">
                <a16:creationId xmlns:a16="http://schemas.microsoft.com/office/drawing/2014/main" id="{4CD87C7C-B7AE-6AB7-06FA-5D02FDB9B134}"/>
              </a:ext>
            </a:extLst>
          </p:cNvPr>
          <p:cNvSpPr txBox="1"/>
          <p:nvPr/>
        </p:nvSpPr>
        <p:spPr>
          <a:xfrm>
            <a:off x="11085270" y="4681634"/>
            <a:ext cx="776059" cy="420564"/>
          </a:xfrm>
          <a:prstGeom prst="rect">
            <a:avLst/>
          </a:prstGeom>
          <a:noFill/>
        </p:spPr>
        <p:txBody>
          <a:bodyPr wrap="square" rtlCol="0">
            <a:spAutoFit/>
          </a:bodyPr>
          <a:lstStyle/>
          <a:p>
            <a:r>
              <a:rPr lang="en-JM" sz="2133">
                <a:solidFill>
                  <a:schemeClr val="tx1">
                    <a:lumMod val="50000"/>
                    <a:lumOff val="50000"/>
                  </a:schemeClr>
                </a:solidFill>
                <a:latin typeface="Roboto Light"/>
                <a:cs typeface="Roboto Light"/>
              </a:rPr>
              <a:t>18</a:t>
            </a:r>
          </a:p>
        </p:txBody>
      </p:sp>
      <p:pic>
        <p:nvPicPr>
          <p:cNvPr id="9" name="Picture 8">
            <a:extLst>
              <a:ext uri="{FF2B5EF4-FFF2-40B4-BE49-F238E27FC236}">
                <a16:creationId xmlns:a16="http://schemas.microsoft.com/office/drawing/2014/main" id="{D9766089-09FD-8205-7FC6-F7BDFF6036C7}"/>
              </a:ext>
            </a:extLst>
          </p:cNvPr>
          <p:cNvPicPr>
            <a:picLocks noChangeAspect="1"/>
          </p:cNvPicPr>
          <p:nvPr/>
        </p:nvPicPr>
        <p:blipFill rotWithShape="1">
          <a:blip r:embed="rId2">
            <a:extLst>
              <a:ext uri="{28A0092B-C50C-407E-A947-70E740481C1C}">
                <a14:useLocalDpi xmlns:a14="http://schemas.microsoft.com/office/drawing/2010/main" val="0"/>
              </a:ext>
            </a:extLst>
          </a:blip>
          <a:srcRect l="-44764" t="55302" r="45710" b="1985"/>
          <a:stretch/>
        </p:blipFill>
        <p:spPr>
          <a:xfrm>
            <a:off x="-736428" y="0"/>
            <a:ext cx="1413659" cy="13716000"/>
          </a:xfrm>
          <a:prstGeom prst="rect">
            <a:avLst/>
          </a:prstGeom>
        </p:spPr>
      </p:pic>
    </p:spTree>
    <p:extLst>
      <p:ext uri="{BB962C8B-B14F-4D97-AF65-F5344CB8AC3E}">
        <p14:creationId xmlns:p14="http://schemas.microsoft.com/office/powerpoint/2010/main" val="3712621713"/>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16DA9C6-859A-7E9C-2D8F-3A619BA71D19}"/>
              </a:ext>
            </a:extLst>
          </p:cNvPr>
          <p:cNvSpPr>
            <a:spLocks noGrp="1"/>
          </p:cNvSpPr>
          <p:nvPr>
            <p:ph type="body" sz="quarter" idx="10"/>
          </p:nvPr>
        </p:nvSpPr>
        <p:spPr/>
        <p:txBody>
          <a:bodyPr/>
          <a:lstStyle/>
          <a:p>
            <a:endParaRPr lang="en-US"/>
          </a:p>
        </p:txBody>
      </p:sp>
      <p:sp>
        <p:nvSpPr>
          <p:cNvPr id="3" name="Text Placeholder 2">
            <a:extLst>
              <a:ext uri="{FF2B5EF4-FFF2-40B4-BE49-F238E27FC236}">
                <a16:creationId xmlns:a16="http://schemas.microsoft.com/office/drawing/2014/main" id="{92DE4A1E-BE53-B7E8-AC72-76D57E9025F2}"/>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4153247817"/>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Retail_Consult_Theme">
  <a:themeElements>
    <a:clrScheme name="RC 2">
      <a:dk1>
        <a:srgbClr val="FFFFFF"/>
      </a:dk1>
      <a:lt1>
        <a:srgbClr val="666666"/>
      </a:lt1>
      <a:dk2>
        <a:srgbClr val="333333"/>
      </a:dk2>
      <a:lt2>
        <a:srgbClr val="E8E8E8"/>
      </a:lt2>
      <a:accent1>
        <a:srgbClr val="FF6B00"/>
      </a:accent1>
      <a:accent2>
        <a:srgbClr val="F99B0C"/>
      </a:accent2>
      <a:accent3>
        <a:srgbClr val="FFC61E"/>
      </a:accent3>
      <a:accent4>
        <a:srgbClr val="CE1126"/>
      </a:accent4>
      <a:accent5>
        <a:srgbClr val="6C1D41"/>
      </a:accent5>
      <a:accent6>
        <a:srgbClr val="8C2633"/>
      </a:accent6>
      <a:hlink>
        <a:srgbClr val="FF6B00"/>
      </a:hlink>
      <a:folHlink>
        <a:srgbClr val="FF6B00"/>
      </a:folHlink>
    </a:clrScheme>
    <a:fontScheme name="Retail Consult Font">
      <a:majorFont>
        <a:latin typeface="Neo Tech Std"/>
        <a:ea typeface="et-line"/>
        <a:cs typeface="et-line"/>
      </a:majorFont>
      <a:minorFont>
        <a:latin typeface="Neo Tech Std"/>
        <a:ea typeface="Open Sans"/>
        <a:cs typeface="Open Sans"/>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E15365"/>
        </a:solidFill>
        <a:ln w="12700" cap="flat">
          <a:noFill/>
          <a:miter lim="400000"/>
        </a:ln>
        <a:effectLst/>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1" hangingPunct="0">
          <a:lnSpc>
            <a:spcPct val="100000"/>
          </a:lnSpc>
          <a:spcBef>
            <a:spcPts val="0"/>
          </a:spcBef>
          <a:spcAft>
            <a:spcPts val="0"/>
          </a:spcAft>
          <a:buClrTx/>
          <a:buSzTx/>
          <a:buFontTx/>
          <a:buNone/>
          <a:tabLst/>
          <a:defRPr kumimoji="0" sz="2700" b="0" i="0" u="none" strike="noStrike" cap="none" spc="0" normalizeH="0" baseline="0">
            <a:ln>
              <a:noFill/>
            </a:ln>
            <a:solidFill>
              <a:srgbClr val="F6F6F6"/>
            </a:solidFill>
            <a:effectLst/>
            <a:uFillTx/>
            <a:latin typeface="Open Sans Light"/>
            <a:ea typeface="Open Sans Light"/>
            <a:cs typeface="Open Sans Light"/>
            <a:sym typeface="Open Sans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50800" tIns="50800" rIns="50800" bIns="50800" numCol="1" spcCol="38100" rtlCol="0" anchor="ctr">
        <a:spAutoFit/>
      </a:bodyPr>
      <a:lstStyle>
        <a:defPPr marL="0" marR="0" indent="0" algn="l" defTabSz="825500" rtl="0" fontAlgn="auto" latinLnBrk="1" hangingPunct="0">
          <a:lnSpc>
            <a:spcPct val="100000"/>
          </a:lnSpc>
          <a:spcBef>
            <a:spcPts val="0"/>
          </a:spcBef>
          <a:spcAft>
            <a:spcPts val="0"/>
          </a:spcAft>
          <a:buClrTx/>
          <a:buSzTx/>
          <a:buFontTx/>
          <a:buNone/>
          <a:tabLst/>
          <a:defRPr kumimoji="0" sz="3200" b="0" i="0" u="none" strike="noStrike" cap="none" spc="0" normalizeH="0" baseline="0" dirty="0" smtClean="0">
            <a:ln>
              <a:noFill/>
            </a:ln>
            <a:solidFill>
              <a:srgbClr val="555559"/>
            </a:solidFill>
            <a:effectLst/>
            <a:uFillTx/>
            <a:latin typeface="+mj-lt"/>
            <a:ea typeface="Open Sans Light"/>
            <a:cs typeface="Open Sans Light"/>
            <a:sym typeface="Open Sans Light"/>
          </a:defRPr>
        </a:def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Retail_Consult_Theme" id="{B85FBAF3-C94D-4C5E-A42C-F226EA8C99AD}" vid="{4E050F41-4534-4B1D-AFA5-93D2CF30D4E0}"/>
    </a:ext>
  </a:ext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et-line"/>
        <a:ea typeface="et-line"/>
        <a:cs typeface="et-line"/>
      </a:majorFont>
      <a:minorFont>
        <a:latin typeface="Open Sans"/>
        <a:ea typeface="Open Sans"/>
        <a:cs typeface="Open Sans"/>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E15365"/>
        </a:solidFill>
        <a:ln w="12700" cap="flat">
          <a:noFill/>
          <a:miter lim="400000"/>
        </a:ln>
        <a:effectLst/>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1" hangingPunct="0">
          <a:lnSpc>
            <a:spcPct val="100000"/>
          </a:lnSpc>
          <a:spcBef>
            <a:spcPts val="0"/>
          </a:spcBef>
          <a:spcAft>
            <a:spcPts val="0"/>
          </a:spcAft>
          <a:buClrTx/>
          <a:buSzTx/>
          <a:buFontTx/>
          <a:buNone/>
          <a:tabLst/>
          <a:defRPr kumimoji="0" sz="2700" b="0" i="0" u="none" strike="noStrike" cap="none" spc="0" normalizeH="0" baseline="0">
            <a:ln>
              <a:noFill/>
            </a:ln>
            <a:solidFill>
              <a:srgbClr val="F6F6F6"/>
            </a:solidFill>
            <a:effectLst/>
            <a:uFillTx/>
            <a:latin typeface="Open Sans Light"/>
            <a:ea typeface="Open Sans Light"/>
            <a:cs typeface="Open Sans Light"/>
            <a:sym typeface="Open Sans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50800" tIns="50800" rIns="50800" bIns="50800" numCol="1" spcCol="38100" rtlCol="0" anchor="ctr">
        <a:spAutoFit/>
      </a:bodyPr>
      <a:lstStyle>
        <a:defPPr marL="0" marR="0" indent="0" algn="l" defTabSz="825500" rtl="0" fontAlgn="auto" latinLnBrk="1" hangingPunct="0">
          <a:lnSpc>
            <a:spcPct val="100000"/>
          </a:lnSpc>
          <a:spcBef>
            <a:spcPts val="0"/>
          </a:spcBef>
          <a:spcAft>
            <a:spcPts val="0"/>
          </a:spcAft>
          <a:buClrTx/>
          <a:buSzTx/>
          <a:buFontTx/>
          <a:buNone/>
          <a:tabLst/>
          <a:defRPr kumimoji="0" sz="2000" b="0" i="0" u="none" strike="noStrike" cap="none" spc="0" normalizeH="0" baseline="0">
            <a:ln>
              <a:noFill/>
            </a:ln>
            <a:solidFill>
              <a:srgbClr val="687189"/>
            </a:solidFill>
            <a:effectLst/>
            <a:uFillTx/>
            <a:latin typeface="Open Sans Light"/>
            <a:ea typeface="Open Sans Light"/>
            <a:cs typeface="Open Sans Light"/>
            <a:sym typeface="Open Sans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5003194a-092b-4e92-a81c-0b9ff0b0594b" xsi:nil="true"/>
    <lcf76f155ced4ddcb4097134ff3c332f xmlns="7575353b-12a4-41d1-bc5a-20fa76857dea">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191843840AB8948BB1F257CAFACF892" ma:contentTypeVersion="16" ma:contentTypeDescription="Create a new document." ma:contentTypeScope="" ma:versionID="54e1e6f6e70b33639213c1f66aeb88b8">
  <xsd:schema xmlns:xsd="http://www.w3.org/2001/XMLSchema" xmlns:xs="http://www.w3.org/2001/XMLSchema" xmlns:p="http://schemas.microsoft.com/office/2006/metadata/properties" xmlns:ns2="5003194a-092b-4e92-a81c-0b9ff0b0594b" xmlns:ns3="75efdf9b-30ab-4199-b5f7-390316bfdd80" xmlns:ns4="7575353b-12a4-41d1-bc5a-20fa76857dea" targetNamespace="http://schemas.microsoft.com/office/2006/metadata/properties" ma:root="true" ma:fieldsID="4e7b1752b0ed0ee88843ceab65e2361b" ns2:_="" ns3:_="" ns4:_="">
    <xsd:import namespace="5003194a-092b-4e92-a81c-0b9ff0b0594b"/>
    <xsd:import namespace="75efdf9b-30ab-4199-b5f7-390316bfdd80"/>
    <xsd:import namespace="7575353b-12a4-41d1-bc5a-20fa76857dea"/>
    <xsd:element name="properties">
      <xsd:complexType>
        <xsd:sequence>
          <xsd:element name="documentManagement">
            <xsd:complexType>
              <xsd:all>
                <xsd:element ref="ns2:SharedWithUsers" minOccurs="0"/>
                <xsd:element ref="ns2:SharedWithDetails" minOccurs="0"/>
                <xsd:element ref="ns3:LastSharedByUser" minOccurs="0"/>
                <xsd:element ref="ns3:LastSharedByTime" minOccurs="0"/>
                <xsd:element ref="ns4:MediaServiceMetadata" minOccurs="0"/>
                <xsd:element ref="ns4:MediaServiceFastMetadata" minOccurs="0"/>
                <xsd:element ref="ns4:MediaServiceSearchProperties" minOccurs="0"/>
                <xsd:element ref="ns4:MediaServiceObjectDetectorVersions" minOccurs="0"/>
                <xsd:element ref="ns4:lcf76f155ced4ddcb4097134ff3c332f" minOccurs="0"/>
                <xsd:element ref="ns2:TaxCatchAll" minOccurs="0"/>
                <xsd:element ref="ns4:MediaServiceDateTaken" minOccurs="0"/>
                <xsd:element ref="ns4:MediaServiceGenerationTime" minOccurs="0"/>
                <xsd:element ref="ns4:MediaServiceEventHashCode" minOccurs="0"/>
                <xsd:element ref="ns4:MediaServiceOCR"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003194a-092b-4e92-a81c-0b9ff0b0594b"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TaxCatchAll" ma:index="18" nillable="true" ma:displayName="Taxonomy Catch All Column" ma:hidden="true" ma:list="{e0809154-0d0f-468f-b620-d7a00a5b9828}" ma:internalName="TaxCatchAll" ma:showField="CatchAllData" ma:web="5003194a-092b-4e92-a81c-0b9ff0b0594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75efdf9b-30ab-4199-b5f7-390316bfdd80" elementFormDefault="qualified">
    <xsd:import namespace="http://schemas.microsoft.com/office/2006/documentManagement/types"/>
    <xsd:import namespace="http://schemas.microsoft.com/office/infopath/2007/PartnerControls"/>
    <xsd:element name="LastSharedByUser" ma:index="10" nillable="true" ma:displayName="Last Shared By User" ma:description="" ma:internalName="LastSharedByUser" ma:readOnly="true">
      <xsd:simpleType>
        <xsd:restriction base="dms:Note">
          <xsd:maxLength value="255"/>
        </xsd:restriction>
      </xsd:simpleType>
    </xsd:element>
    <xsd:element name="LastSharedByTime" ma:index="11" nillable="true" ma:displayName="Last Shared By Time" ma:description=""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7575353b-12a4-41d1-bc5a-20fa76857dea" elementFormDefault="qualified">
    <xsd:import namespace="http://schemas.microsoft.com/office/2006/documentManagement/types"/>
    <xsd:import namespace="http://schemas.microsoft.com/office/infopath/2007/PartnerControls"/>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150b6185-f315-4a62-a635-52c439669d74" ma:termSetId="09814cd3-568e-fe90-9814-8d621ff8fb84" ma:anchorId="fba54fb3-c3e1-fe81-a776-ca4b69148c4d" ma:open="true" ma:isKeyword="false">
      <xsd:complexType>
        <xsd:sequence>
          <xsd:element ref="pc:Terms" minOccurs="0" maxOccurs="1"/>
        </xsd:sequence>
      </xsd:complex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OCR" ma:index="22" nillable="true" ma:displayName="Extracted Text" ma:internalName="MediaServiceOCR" ma:readOnly="true">
      <xsd:simpleType>
        <xsd:restriction base="dms:Note">
          <xsd:maxLength value="255"/>
        </xsd:restriction>
      </xsd:simpleType>
    </xsd:element>
    <xsd:element name="MediaServiceLocation" ma:index="23"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1FBADAE-7410-4C18-AB00-F73128F8F466}">
  <ds:schemaRefs>
    <ds:schemaRef ds:uri="http://schemas.microsoft.com/sharepoint/v3/contenttype/forms"/>
  </ds:schemaRefs>
</ds:datastoreItem>
</file>

<file path=customXml/itemProps2.xml><?xml version="1.0" encoding="utf-8"?>
<ds:datastoreItem xmlns:ds="http://schemas.openxmlformats.org/officeDocument/2006/customXml" ds:itemID="{EC5E65C4-3652-42C4-9C25-F640491C83D6}">
  <ds:schemaRefs>
    <ds:schemaRef ds:uri="http://purl.org/dc/terms/"/>
    <ds:schemaRef ds:uri="75efdf9b-30ab-4199-b5f7-390316bfdd80"/>
    <ds:schemaRef ds:uri="http://schemas.openxmlformats.org/package/2006/metadata/core-properties"/>
    <ds:schemaRef ds:uri="http://purl.org/dc/elements/1.1/"/>
    <ds:schemaRef ds:uri="http://schemas.microsoft.com/office/2006/documentManagement/types"/>
    <ds:schemaRef ds:uri="7575353b-12a4-41d1-bc5a-20fa76857dea"/>
    <ds:schemaRef ds:uri="http://schemas.microsoft.com/office/2006/metadata/properties"/>
    <ds:schemaRef ds:uri="5003194a-092b-4e92-a81c-0b9ff0b0594b"/>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65F62221-BC3C-47D5-ACD3-4B4719C4FFE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003194a-092b-4e92-a81c-0b9ff0b0594b"/>
    <ds:schemaRef ds:uri="75efdf9b-30ab-4199-b5f7-390316bfdd80"/>
    <ds:schemaRef ds:uri="7575353b-12a4-41d1-bc5a-20fa76857de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Retail_Consult_Theme</Template>
  <TotalTime>1</TotalTime>
  <Words>2625</Words>
  <Application>Microsoft Office PowerPoint</Application>
  <PresentationFormat>Custom</PresentationFormat>
  <Paragraphs>458</Paragraphs>
  <Slides>46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46</vt:i4>
      </vt:variant>
    </vt:vector>
  </HeadingPairs>
  <TitlesOfParts>
    <vt:vector size="54" baseType="lpstr">
      <vt:lpstr>Arial</vt:lpstr>
      <vt:lpstr>Neo Tech Std</vt:lpstr>
      <vt:lpstr>Neo Tech Std Light</vt:lpstr>
      <vt:lpstr>Neo Tech Std Medium</vt:lpstr>
      <vt:lpstr>Neo Tech Std Regular</vt:lpstr>
      <vt:lpstr>Open Sans Light</vt:lpstr>
      <vt:lpstr>Roboto Light</vt:lpstr>
      <vt:lpstr>Retail_Consult_Theme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Tania Silva Mota</dc:creator>
  <cp:keywords/>
  <dc:description/>
  <cp:lastModifiedBy>Luiz Felipe Horvat</cp:lastModifiedBy>
  <cp:revision>8</cp:revision>
  <cp:lastPrinted>2017-05-02T10:45:45Z</cp:lastPrinted>
  <dcterms:created xsi:type="dcterms:W3CDTF">2023-12-18T23:57:28Z</dcterms:created>
  <dcterms:modified xsi:type="dcterms:W3CDTF">2026-05-06T15:06:43Z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0x0101009191843840AB8948BB1F257CAFACF892</vt:lpwstr>
  </property>
  <property fmtid="{D5CDD505-2E9C-101B-9397-08002B2CF9AE}" pid="3" name="ArticulateGUID">
    <vt:lpwstr>F5500372-0250-4B88-8551-0B7D20773C07</vt:lpwstr>
  </property>
  <property fmtid="{D5CDD505-2E9C-101B-9397-08002B2CF9AE}" pid="4" name="ArticulatePath">
    <vt:lpwstr>RC-TP-PowerPoint-Presentations</vt:lpwstr>
  </property>
  <property fmtid="{D5CDD505-2E9C-101B-9397-08002B2CF9AE}" pid="5" name="AuthorIds_UIVersion_512">
    <vt:lpwstr>317</vt:lpwstr>
  </property>
  <property fmtid="{D5CDD505-2E9C-101B-9397-08002B2CF9AE}" pid="6" name="MediaServiceImageTags">
    <vt:lpwstr/>
  </property>
</Properties>
</file>